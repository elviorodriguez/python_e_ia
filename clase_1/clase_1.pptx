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8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96" r:id="rId12"/>
    <p:sldId id="297" r:id="rId13"/>
    <p:sldId id="263" r:id="rId14"/>
    <p:sldId id="257" r:id="rId15"/>
    <p:sldId id="278" r:id="rId16"/>
    <p:sldId id="279" r:id="rId17"/>
    <p:sldId id="289" r:id="rId18"/>
    <p:sldId id="290" r:id="rId19"/>
    <p:sldId id="258" r:id="rId20"/>
    <p:sldId id="259" r:id="rId21"/>
    <p:sldId id="261" r:id="rId22"/>
    <p:sldId id="283" r:id="rId23"/>
    <p:sldId id="262" r:id="rId24"/>
    <p:sldId id="284" r:id="rId25"/>
    <p:sldId id="285" r:id="rId26"/>
    <p:sldId id="291" r:id="rId27"/>
    <p:sldId id="292" r:id="rId28"/>
    <p:sldId id="293" r:id="rId29"/>
    <p:sldId id="264" r:id="rId30"/>
    <p:sldId id="266" r:id="rId31"/>
    <p:sldId id="280" r:id="rId32"/>
    <p:sldId id="267" r:id="rId33"/>
    <p:sldId id="282" r:id="rId34"/>
    <p:sldId id="268" r:id="rId35"/>
    <p:sldId id="288" r:id="rId36"/>
    <p:sldId id="286" r:id="rId37"/>
    <p:sldId id="294" r:id="rId38"/>
    <p:sldId id="295" r:id="rId39"/>
    <p:sldId id="298" r:id="rId40"/>
    <p:sldId id="299" r:id="rId41"/>
    <p:sldId id="300" r:id="rId42"/>
    <p:sldId id="301" r:id="rId43"/>
    <p:sldId id="302" r:id="rId44"/>
    <p:sldId id="303" r:id="rId45"/>
    <p:sldId id="305" r:id="rId46"/>
    <p:sldId id="307" r:id="rId47"/>
    <p:sldId id="308" r:id="rId48"/>
    <p:sldId id="306" r:id="rId49"/>
    <p:sldId id="311" r:id="rId50"/>
    <p:sldId id="312" r:id="rId51"/>
    <p:sldId id="315" r:id="rId52"/>
    <p:sldId id="313" r:id="rId53"/>
    <p:sldId id="314" r:id="rId54"/>
    <p:sldId id="338" r:id="rId55"/>
    <p:sldId id="319" r:id="rId56"/>
    <p:sldId id="265" r:id="rId57"/>
    <p:sldId id="316" r:id="rId58"/>
    <p:sldId id="373" r:id="rId59"/>
    <p:sldId id="317" r:id="rId60"/>
    <p:sldId id="322" r:id="rId61"/>
    <p:sldId id="323" r:id="rId62"/>
    <p:sldId id="324" r:id="rId63"/>
    <p:sldId id="325" r:id="rId64"/>
    <p:sldId id="326" r:id="rId65"/>
    <p:sldId id="327" r:id="rId66"/>
    <p:sldId id="329" r:id="rId67"/>
    <p:sldId id="328" r:id="rId68"/>
    <p:sldId id="334" r:id="rId69"/>
    <p:sldId id="335" r:id="rId70"/>
    <p:sldId id="336" r:id="rId71"/>
    <p:sldId id="337" r:id="rId72"/>
    <p:sldId id="332" r:id="rId73"/>
    <p:sldId id="330" r:id="rId74"/>
    <p:sldId id="331" r:id="rId75"/>
    <p:sldId id="340" r:id="rId76"/>
    <p:sldId id="341" r:id="rId77"/>
    <p:sldId id="342" r:id="rId78"/>
    <p:sldId id="343" r:id="rId79"/>
    <p:sldId id="345" r:id="rId80"/>
    <p:sldId id="321" r:id="rId81"/>
    <p:sldId id="346" r:id="rId82"/>
    <p:sldId id="347" r:id="rId83"/>
    <p:sldId id="333" r:id="rId84"/>
    <p:sldId id="349" r:id="rId85"/>
    <p:sldId id="348" r:id="rId86"/>
    <p:sldId id="350" r:id="rId87"/>
    <p:sldId id="351" r:id="rId88"/>
    <p:sldId id="353" r:id="rId89"/>
    <p:sldId id="352" r:id="rId90"/>
    <p:sldId id="355" r:id="rId91"/>
    <p:sldId id="356" r:id="rId92"/>
    <p:sldId id="360" r:id="rId93"/>
    <p:sldId id="357" r:id="rId94"/>
    <p:sldId id="358" r:id="rId95"/>
    <p:sldId id="359" r:id="rId96"/>
    <p:sldId id="362" r:id="rId97"/>
    <p:sldId id="363" r:id="rId98"/>
    <p:sldId id="366" r:id="rId99"/>
    <p:sldId id="375" r:id="rId100"/>
    <p:sldId id="365" r:id="rId101"/>
    <p:sldId id="369" r:id="rId102"/>
    <p:sldId id="376" r:id="rId103"/>
    <p:sldId id="374" r:id="rId104"/>
    <p:sldId id="370" r:id="rId105"/>
    <p:sldId id="371" r:id="rId106"/>
    <p:sldId id="368" r:id="rId10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9E3C"/>
    <a:srgbClr val="19232D"/>
    <a:srgbClr val="0099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D8666C-99AC-4EB0-AA18-9A0E3A564DEC}" v="1560" dt="2026-10-07T15:33:37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microsoft.com/office/2016/11/relationships/changesInfo" Target="changesInfos/changesInfo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vio rodriguez" userId="1c1449da70e07349" providerId="LiveId" clId="{B6FBDA6B-F2A7-4BBE-A2C3-07D2143358BF}"/>
    <pc:docChg chg="undo redo custSel addSld delSld modSld sldOrd">
      <pc:chgData name="elvio rodriguez" userId="1c1449da70e07349" providerId="LiveId" clId="{B6FBDA6B-F2A7-4BBE-A2C3-07D2143358BF}" dt="2026-10-07T15:33:38.428" v="2101"/>
      <pc:docMkLst>
        <pc:docMk/>
      </pc:docMkLst>
      <pc:sldChg chg="addSp delSp modSp mod">
        <pc:chgData name="elvio rodriguez" userId="1c1449da70e07349" providerId="LiveId" clId="{B6FBDA6B-F2A7-4BBE-A2C3-07D2143358BF}" dt="2026-10-06T17:05:45.556" v="2098" actId="732"/>
        <pc:sldMkLst>
          <pc:docMk/>
          <pc:sldMk cId="2103749596" sldId="269"/>
        </pc:sldMkLst>
        <pc:spChg chg="mod">
          <ac:chgData name="elvio rodriguez" userId="1c1449da70e07349" providerId="LiveId" clId="{B6FBDA6B-F2A7-4BBE-A2C3-07D2143358BF}" dt="2026-10-06T01:40:14.574" v="2000" actId="14100"/>
          <ac:spMkLst>
            <pc:docMk/>
            <pc:sldMk cId="2103749596" sldId="269"/>
            <ac:spMk id="11" creationId="{37F3A54E-F2DF-A523-CAC6-4FD8634A340F}"/>
          </ac:spMkLst>
        </pc:spChg>
        <pc:spChg chg="mod">
          <ac:chgData name="elvio rodriguez" userId="1c1449da70e07349" providerId="LiveId" clId="{B6FBDA6B-F2A7-4BBE-A2C3-07D2143358BF}" dt="2026-10-06T01:40:30.817" v="2002" actId="14100"/>
          <ac:spMkLst>
            <pc:docMk/>
            <pc:sldMk cId="2103749596" sldId="269"/>
            <ac:spMk id="15" creationId="{595AD230-265C-F10A-4ED7-5614194E3F50}"/>
          </ac:spMkLst>
        </pc:spChg>
        <pc:picChg chg="add del">
          <ac:chgData name="elvio rodriguez" userId="1c1449da70e07349" providerId="LiveId" clId="{B6FBDA6B-F2A7-4BBE-A2C3-07D2143358BF}" dt="2026-10-06T01:37:58.920" v="1943" actId="21"/>
          <ac:picMkLst>
            <pc:docMk/>
            <pc:sldMk cId="2103749596" sldId="269"/>
            <ac:picMk id="3" creationId="{BD70387D-B96E-21F7-0232-803CCE2FBF25}"/>
          </ac:picMkLst>
        </pc:picChg>
        <pc:picChg chg="add del">
          <ac:chgData name="elvio rodriguez" userId="1c1449da70e07349" providerId="LiveId" clId="{B6FBDA6B-F2A7-4BBE-A2C3-07D2143358BF}" dt="2026-10-06T01:38:47.455" v="1960" actId="22"/>
          <ac:picMkLst>
            <pc:docMk/>
            <pc:sldMk cId="2103749596" sldId="269"/>
            <ac:picMk id="4" creationId="{7363F7CF-EE33-E76D-A959-18A03822BD04}"/>
          </ac:picMkLst>
        </pc:picChg>
        <pc:picChg chg="add del">
          <ac:chgData name="elvio rodriguez" userId="1c1449da70e07349" providerId="LiveId" clId="{B6FBDA6B-F2A7-4BBE-A2C3-07D2143358BF}" dt="2026-10-06T01:39:06.789" v="1963" actId="478"/>
          <ac:picMkLst>
            <pc:docMk/>
            <pc:sldMk cId="2103749596" sldId="269"/>
            <ac:picMk id="5" creationId="{51841026-D316-0C48-1ABA-A97EF0511DBF}"/>
          </ac:picMkLst>
        </pc:picChg>
        <pc:picChg chg="add del">
          <ac:chgData name="elvio rodriguez" userId="1c1449da70e07349" providerId="LiveId" clId="{B6FBDA6B-F2A7-4BBE-A2C3-07D2143358BF}" dt="2026-10-06T01:39:11.511" v="1966" actId="22"/>
          <ac:picMkLst>
            <pc:docMk/>
            <pc:sldMk cId="2103749596" sldId="269"/>
            <ac:picMk id="6" creationId="{D14A6030-6023-E704-7B6D-A05001858293}"/>
          </ac:picMkLst>
        </pc:picChg>
        <pc:picChg chg="mod ord modCrop">
          <ac:chgData name="elvio rodriguez" userId="1c1449da70e07349" providerId="LiveId" clId="{B6FBDA6B-F2A7-4BBE-A2C3-07D2143358BF}" dt="2026-10-06T17:05:45.556" v="2098" actId="732"/>
          <ac:picMkLst>
            <pc:docMk/>
            <pc:sldMk cId="2103749596" sldId="269"/>
            <ac:picMk id="8" creationId="{53CE0E11-706A-E6B0-EEB9-D1DF9ABFD1EF}"/>
          </ac:picMkLst>
        </pc:picChg>
      </pc:sldChg>
      <pc:sldChg chg="addSp delSp modSp mod">
        <pc:chgData name="elvio rodriguez" userId="1c1449da70e07349" providerId="LiveId" clId="{B6FBDA6B-F2A7-4BBE-A2C3-07D2143358BF}" dt="2026-10-06T01:37:47.007" v="1940" actId="14826"/>
        <pc:sldMkLst>
          <pc:docMk/>
          <pc:sldMk cId="3139706863" sldId="270"/>
        </pc:sldMkLst>
        <pc:picChg chg="add del">
          <ac:chgData name="elvio rodriguez" userId="1c1449da70e07349" providerId="LiveId" clId="{B6FBDA6B-F2A7-4BBE-A2C3-07D2143358BF}" dt="2026-10-06T01:37:42.007" v="1937" actId="21"/>
          <ac:picMkLst>
            <pc:docMk/>
            <pc:sldMk cId="3139706863" sldId="270"/>
            <ac:picMk id="3" creationId="{EBFC5127-C152-0A8E-B330-4D2D68C2A382}"/>
          </ac:picMkLst>
        </pc:picChg>
        <pc:picChg chg="mod">
          <ac:chgData name="elvio rodriguez" userId="1c1449da70e07349" providerId="LiveId" clId="{B6FBDA6B-F2A7-4BBE-A2C3-07D2143358BF}" dt="2026-10-06T01:37:47.007" v="1940" actId="14826"/>
          <ac:picMkLst>
            <pc:docMk/>
            <pc:sldMk cId="3139706863" sldId="270"/>
            <ac:picMk id="4" creationId="{6D9F4CCE-1686-86F0-2E0C-A679A8B6C5F4}"/>
          </ac:picMkLst>
        </pc:picChg>
        <pc:picChg chg="add del">
          <ac:chgData name="elvio rodriguez" userId="1c1449da70e07349" providerId="LiveId" clId="{B6FBDA6B-F2A7-4BBE-A2C3-07D2143358BF}" dt="2026-10-06T01:37:44.167" v="1939" actId="22"/>
          <ac:picMkLst>
            <pc:docMk/>
            <pc:sldMk cId="3139706863" sldId="270"/>
            <ac:picMk id="6" creationId="{9743C80F-3560-5092-9CC7-AE9B4C03B847}"/>
          </ac:picMkLst>
        </pc:picChg>
      </pc:sldChg>
      <pc:sldChg chg="addSp delSp modSp mod">
        <pc:chgData name="elvio rodriguez" userId="1c1449da70e07349" providerId="LiveId" clId="{B6FBDA6B-F2A7-4BBE-A2C3-07D2143358BF}" dt="2026-10-06T01:37:28.944" v="1934" actId="1035"/>
        <pc:sldMkLst>
          <pc:docMk/>
          <pc:sldMk cId="752492615" sldId="271"/>
        </pc:sldMkLst>
        <pc:spChg chg="mod">
          <ac:chgData name="elvio rodriguez" userId="1c1449da70e07349" providerId="LiveId" clId="{B6FBDA6B-F2A7-4BBE-A2C3-07D2143358BF}" dt="2026-10-06T01:37:28.944" v="1934" actId="1035"/>
          <ac:spMkLst>
            <pc:docMk/>
            <pc:sldMk cId="752492615" sldId="271"/>
            <ac:spMk id="7" creationId="{9750F190-D5ED-1DE0-E19E-04B230B5D2AE}"/>
          </ac:spMkLst>
        </pc:spChg>
        <pc:spChg chg="mod">
          <ac:chgData name="elvio rodriguez" userId="1c1449da70e07349" providerId="LiveId" clId="{B6FBDA6B-F2A7-4BBE-A2C3-07D2143358BF}" dt="2026-10-06T01:37:28.944" v="1934" actId="1035"/>
          <ac:spMkLst>
            <pc:docMk/>
            <pc:sldMk cId="752492615" sldId="271"/>
            <ac:spMk id="9" creationId="{81C21E68-C774-AF9E-F1DE-CBFA8074CE36}"/>
          </ac:spMkLst>
        </pc:spChg>
        <pc:picChg chg="mod">
          <ac:chgData name="elvio rodriguez" userId="1c1449da70e07349" providerId="LiveId" clId="{B6FBDA6B-F2A7-4BBE-A2C3-07D2143358BF}" dt="2026-10-06T01:37:23.705" v="1924" actId="14826"/>
          <ac:picMkLst>
            <pc:docMk/>
            <pc:sldMk cId="752492615" sldId="271"/>
            <ac:picMk id="3" creationId="{F3BAFC8C-B98B-DDB1-5B11-9AEE7CDB907F}"/>
          </ac:picMkLst>
        </pc:picChg>
        <pc:picChg chg="add del">
          <ac:chgData name="elvio rodriguez" userId="1c1449da70e07349" providerId="LiveId" clId="{B6FBDA6B-F2A7-4BBE-A2C3-07D2143358BF}" dt="2026-10-06T01:37:17.158" v="1921" actId="21"/>
          <ac:picMkLst>
            <pc:docMk/>
            <pc:sldMk cId="752492615" sldId="271"/>
            <ac:picMk id="4" creationId="{87AFBF5B-102B-D790-321E-5ED247B6BA07}"/>
          </ac:picMkLst>
        </pc:picChg>
        <pc:cxnChg chg="mod">
          <ac:chgData name="elvio rodriguez" userId="1c1449da70e07349" providerId="LiveId" clId="{B6FBDA6B-F2A7-4BBE-A2C3-07D2143358BF}" dt="2026-10-06T01:37:28.944" v="1934" actId="1035"/>
          <ac:cxnSpMkLst>
            <pc:docMk/>
            <pc:sldMk cId="752492615" sldId="271"/>
            <ac:cxnSpMk id="6" creationId="{327BD5EE-AD90-65F8-E02F-AC7198461E5A}"/>
          </ac:cxnSpMkLst>
        </pc:cxnChg>
        <pc:cxnChg chg="mod">
          <ac:chgData name="elvio rodriguez" userId="1c1449da70e07349" providerId="LiveId" clId="{B6FBDA6B-F2A7-4BBE-A2C3-07D2143358BF}" dt="2026-10-06T01:37:28.944" v="1934" actId="1035"/>
          <ac:cxnSpMkLst>
            <pc:docMk/>
            <pc:sldMk cId="752492615" sldId="271"/>
            <ac:cxnSpMk id="8" creationId="{28C82C28-7325-FBDA-601D-BA70D8D104E2}"/>
          </ac:cxnSpMkLst>
        </pc:cxnChg>
      </pc:sldChg>
      <pc:sldChg chg="addSp delSp modSp mod">
        <pc:chgData name="elvio rodriguez" userId="1c1449da70e07349" providerId="LiveId" clId="{B6FBDA6B-F2A7-4BBE-A2C3-07D2143358BF}" dt="2026-10-06T01:41:25.129" v="2013" actId="14826"/>
        <pc:sldMkLst>
          <pc:docMk/>
          <pc:sldMk cId="1049807058" sldId="272"/>
        </pc:sldMkLst>
        <pc:picChg chg="mod">
          <ac:chgData name="elvio rodriguez" userId="1c1449da70e07349" providerId="LiveId" clId="{B6FBDA6B-F2A7-4BBE-A2C3-07D2143358BF}" dt="2026-10-06T01:41:25.129" v="2013" actId="14826"/>
          <ac:picMkLst>
            <pc:docMk/>
            <pc:sldMk cId="1049807058" sldId="272"/>
            <ac:picMk id="3" creationId="{AF6EAD6A-BFA9-5B69-EAE5-C0C43E359F40}"/>
          </ac:picMkLst>
        </pc:picChg>
        <pc:picChg chg="add del">
          <ac:chgData name="elvio rodriguez" userId="1c1449da70e07349" providerId="LiveId" clId="{B6FBDA6B-F2A7-4BBE-A2C3-07D2143358BF}" dt="2026-10-06T01:41:19.542" v="2010" actId="21"/>
          <ac:picMkLst>
            <pc:docMk/>
            <pc:sldMk cId="1049807058" sldId="272"/>
            <ac:picMk id="4" creationId="{FBCB0C65-3180-3609-66DF-76FCD05221B4}"/>
          </ac:picMkLst>
        </pc:picChg>
      </pc:sldChg>
      <pc:sldChg chg="addSp delSp modSp mod">
        <pc:chgData name="elvio rodriguez" userId="1c1449da70e07349" providerId="LiveId" clId="{B6FBDA6B-F2A7-4BBE-A2C3-07D2143358BF}" dt="2026-10-06T01:41:36.649" v="2017" actId="14826"/>
        <pc:sldMkLst>
          <pc:docMk/>
          <pc:sldMk cId="2870511923" sldId="273"/>
        </pc:sldMkLst>
        <pc:picChg chg="add del">
          <ac:chgData name="elvio rodriguez" userId="1c1449da70e07349" providerId="LiveId" clId="{B6FBDA6B-F2A7-4BBE-A2C3-07D2143358BF}" dt="2026-10-06T01:41:34.254" v="2016" actId="21"/>
          <ac:picMkLst>
            <pc:docMk/>
            <pc:sldMk cId="2870511923" sldId="273"/>
            <ac:picMk id="3" creationId="{BF0A813D-6AC4-F01E-1CED-20BCEE87716B}"/>
          </ac:picMkLst>
        </pc:picChg>
        <pc:picChg chg="mod">
          <ac:chgData name="elvio rodriguez" userId="1c1449da70e07349" providerId="LiveId" clId="{B6FBDA6B-F2A7-4BBE-A2C3-07D2143358BF}" dt="2026-10-06T01:41:36.649" v="2017" actId="14826"/>
          <ac:picMkLst>
            <pc:docMk/>
            <pc:sldMk cId="2870511923" sldId="273"/>
            <ac:picMk id="4" creationId="{CBE49BC7-2E74-C628-6A4A-EA87FC1DB104}"/>
          </ac:picMkLst>
        </pc:picChg>
      </pc:sldChg>
      <pc:sldChg chg="addSp delSp modSp mod">
        <pc:chgData name="elvio rodriguez" userId="1c1449da70e07349" providerId="LiveId" clId="{B6FBDA6B-F2A7-4BBE-A2C3-07D2143358BF}" dt="2026-10-06T01:44:03.570" v="2050" actId="20577"/>
        <pc:sldMkLst>
          <pc:docMk/>
          <pc:sldMk cId="4278789645" sldId="274"/>
        </pc:sldMkLst>
        <pc:spChg chg="mod">
          <ac:chgData name="elvio rodriguez" userId="1c1449da70e07349" providerId="LiveId" clId="{B6FBDA6B-F2A7-4BBE-A2C3-07D2143358BF}" dt="2026-10-06T01:44:01.281" v="2049" actId="20577"/>
          <ac:spMkLst>
            <pc:docMk/>
            <pc:sldMk cId="4278789645" sldId="274"/>
            <ac:spMk id="20" creationId="{74CDE9FC-89D0-64F7-8E92-7AA24D85BE81}"/>
          </ac:spMkLst>
        </pc:spChg>
        <pc:spChg chg="mod">
          <ac:chgData name="elvio rodriguez" userId="1c1449da70e07349" providerId="LiveId" clId="{B6FBDA6B-F2A7-4BBE-A2C3-07D2143358BF}" dt="2026-10-06T01:44:03.570" v="2050" actId="20577"/>
          <ac:spMkLst>
            <pc:docMk/>
            <pc:sldMk cId="4278789645" sldId="274"/>
            <ac:spMk id="21" creationId="{F0059BBC-9F7B-7094-6816-5C4DB2743DD7}"/>
          </ac:spMkLst>
        </pc:spChg>
        <pc:picChg chg="mod">
          <ac:chgData name="elvio rodriguez" userId="1c1449da70e07349" providerId="LiveId" clId="{B6FBDA6B-F2A7-4BBE-A2C3-07D2143358BF}" dt="2026-10-06T01:41:53.822" v="2021" actId="14826"/>
          <ac:picMkLst>
            <pc:docMk/>
            <pc:sldMk cId="4278789645" sldId="274"/>
            <ac:picMk id="3" creationId="{D44FB6C5-9DCC-3AA2-58F1-2255F5C1255B}"/>
          </ac:picMkLst>
        </pc:picChg>
        <pc:picChg chg="add del">
          <ac:chgData name="elvio rodriguez" userId="1c1449da70e07349" providerId="LiveId" clId="{B6FBDA6B-F2A7-4BBE-A2C3-07D2143358BF}" dt="2026-10-06T01:41:51.647" v="2020" actId="21"/>
          <ac:picMkLst>
            <pc:docMk/>
            <pc:sldMk cId="4278789645" sldId="274"/>
            <ac:picMk id="4" creationId="{8BF77E17-9552-0606-C3E3-B6EACE3CA534}"/>
          </ac:picMkLst>
        </pc:picChg>
        <pc:cxnChg chg="mod">
          <ac:chgData name="elvio rodriguez" userId="1c1449da70e07349" providerId="LiveId" clId="{B6FBDA6B-F2A7-4BBE-A2C3-07D2143358BF}" dt="2026-10-06T01:44:01.281" v="2049" actId="20577"/>
          <ac:cxnSpMkLst>
            <pc:docMk/>
            <pc:sldMk cId="4278789645" sldId="274"/>
            <ac:cxnSpMk id="10" creationId="{853F4746-80B2-D01D-4A27-12F7AF618965}"/>
          </ac:cxnSpMkLst>
        </pc:cxnChg>
        <pc:cxnChg chg="mod">
          <ac:chgData name="elvio rodriguez" userId="1c1449da70e07349" providerId="LiveId" clId="{B6FBDA6B-F2A7-4BBE-A2C3-07D2143358BF}" dt="2026-10-06T01:44:03.570" v="2050" actId="20577"/>
          <ac:cxnSpMkLst>
            <pc:docMk/>
            <pc:sldMk cId="4278789645" sldId="274"/>
            <ac:cxnSpMk id="14" creationId="{061D981D-06FC-2910-1FC5-A60385506DA1}"/>
          </ac:cxnSpMkLst>
        </pc:cxnChg>
      </pc:sldChg>
      <pc:sldChg chg="addSp delSp modSp mod ord">
        <pc:chgData name="elvio rodriguez" userId="1c1449da70e07349" providerId="LiveId" clId="{B6FBDA6B-F2A7-4BBE-A2C3-07D2143358BF}" dt="2026-10-06T01:44:11.974" v="2054" actId="20577"/>
        <pc:sldMkLst>
          <pc:docMk/>
          <pc:sldMk cId="3278898889" sldId="275"/>
        </pc:sldMkLst>
        <pc:spChg chg="mod">
          <ac:chgData name="elvio rodriguez" userId="1c1449da70e07349" providerId="LiveId" clId="{B6FBDA6B-F2A7-4BBE-A2C3-07D2143358BF}" dt="2026-10-06T01:44:09.624" v="2053" actId="20577"/>
          <ac:spMkLst>
            <pc:docMk/>
            <pc:sldMk cId="3278898889" sldId="275"/>
            <ac:spMk id="13" creationId="{7EB4D7C1-5271-FDDE-8BC3-581DB9ED8BC3}"/>
          </ac:spMkLst>
        </pc:spChg>
        <pc:spChg chg="mod">
          <ac:chgData name="elvio rodriguez" userId="1c1449da70e07349" providerId="LiveId" clId="{B6FBDA6B-F2A7-4BBE-A2C3-07D2143358BF}" dt="2026-10-06T01:44:11.974" v="2054" actId="20577"/>
          <ac:spMkLst>
            <pc:docMk/>
            <pc:sldMk cId="3278898889" sldId="275"/>
            <ac:spMk id="15" creationId="{A10B6E8D-A8EA-474B-DF07-740B7AC154B0}"/>
          </ac:spMkLst>
        </pc:spChg>
        <pc:spChg chg="mod">
          <ac:chgData name="elvio rodriguez" userId="1c1449da70e07349" providerId="LiveId" clId="{B6FBDA6B-F2A7-4BBE-A2C3-07D2143358BF}" dt="2026-10-06T01:42:56.018" v="2030" actId="1035"/>
          <ac:spMkLst>
            <pc:docMk/>
            <pc:sldMk cId="3278898889" sldId="275"/>
            <ac:spMk id="20" creationId="{C5A60B2C-DA9D-C325-65B0-785433DD06B8}"/>
          </ac:spMkLst>
        </pc:spChg>
        <pc:spChg chg="mod">
          <ac:chgData name="elvio rodriguez" userId="1c1449da70e07349" providerId="LiveId" clId="{B6FBDA6B-F2A7-4BBE-A2C3-07D2143358BF}" dt="2026-10-06T01:42:56.018" v="2030" actId="1035"/>
          <ac:spMkLst>
            <pc:docMk/>
            <pc:sldMk cId="3278898889" sldId="275"/>
            <ac:spMk id="21" creationId="{DE830EB0-4B30-CA2E-A43D-FC9A76970079}"/>
          </ac:spMkLst>
        </pc:spChg>
        <pc:grpChg chg="mod">
          <ac:chgData name="elvio rodriguez" userId="1c1449da70e07349" providerId="LiveId" clId="{B6FBDA6B-F2A7-4BBE-A2C3-07D2143358BF}" dt="2026-10-06T01:42:56.018" v="2030" actId="1035"/>
          <ac:grpSpMkLst>
            <pc:docMk/>
            <pc:sldMk cId="3278898889" sldId="275"/>
            <ac:grpSpMk id="11" creationId="{C4C5DDBC-2A0D-9165-EF0D-328D6D1AFF34}"/>
          </ac:grpSpMkLst>
        </pc:grpChg>
        <pc:picChg chg="mod modCrop">
          <ac:chgData name="elvio rodriguez" userId="1c1449da70e07349" providerId="LiveId" clId="{B6FBDA6B-F2A7-4BBE-A2C3-07D2143358BF}" dt="2026-10-06T01:42:30.723" v="2027" actId="18131"/>
          <ac:picMkLst>
            <pc:docMk/>
            <pc:sldMk cId="3278898889" sldId="275"/>
            <ac:picMk id="3" creationId="{ACD5BE8D-DBC9-6E94-C707-6B86F93CF92A}"/>
          </ac:picMkLst>
        </pc:picChg>
        <pc:picChg chg="add del">
          <ac:chgData name="elvio rodriguez" userId="1c1449da70e07349" providerId="LiveId" clId="{B6FBDA6B-F2A7-4BBE-A2C3-07D2143358BF}" dt="2026-10-06T01:42:13.088" v="2023" actId="22"/>
          <ac:picMkLst>
            <pc:docMk/>
            <pc:sldMk cId="3278898889" sldId="275"/>
            <ac:picMk id="5" creationId="{F3A6BC62-FBCF-767C-8148-7A710442C0B7}"/>
          </ac:picMkLst>
        </pc:picChg>
      </pc:sldChg>
      <pc:sldChg chg="addSp delSp modSp mod">
        <pc:chgData name="elvio rodriguez" userId="1c1449da70e07349" providerId="LiveId" clId="{B6FBDA6B-F2A7-4BBE-A2C3-07D2143358BF}" dt="2026-10-06T01:44:26.796" v="2058" actId="14826"/>
        <pc:sldMkLst>
          <pc:docMk/>
          <pc:sldMk cId="3364546700" sldId="276"/>
        </pc:sldMkLst>
        <pc:picChg chg="add del">
          <ac:chgData name="elvio rodriguez" userId="1c1449da70e07349" providerId="LiveId" clId="{B6FBDA6B-F2A7-4BBE-A2C3-07D2143358BF}" dt="2026-10-06T01:44:24.481" v="2057" actId="21"/>
          <ac:picMkLst>
            <pc:docMk/>
            <pc:sldMk cId="3364546700" sldId="276"/>
            <ac:picMk id="3" creationId="{C0FC7CB3-69CB-4063-935D-0CE3B3D0BAD7}"/>
          </ac:picMkLst>
        </pc:picChg>
        <pc:picChg chg="mod">
          <ac:chgData name="elvio rodriguez" userId="1c1449da70e07349" providerId="LiveId" clId="{B6FBDA6B-F2A7-4BBE-A2C3-07D2143358BF}" dt="2026-10-06T01:44:26.796" v="2058" actId="14826"/>
          <ac:picMkLst>
            <pc:docMk/>
            <pc:sldMk cId="3364546700" sldId="276"/>
            <ac:picMk id="4" creationId="{8E4B8A29-3B79-A4A8-C508-BDA87C4AE995}"/>
          </ac:picMkLst>
        </pc:picChg>
      </pc:sldChg>
      <pc:sldChg chg="addSp delSp modSp mod">
        <pc:chgData name="elvio rodriguez" userId="1c1449da70e07349" providerId="LiveId" clId="{B6FBDA6B-F2A7-4BBE-A2C3-07D2143358BF}" dt="2026-10-06T01:45:26.083" v="2074" actId="1037"/>
        <pc:sldMkLst>
          <pc:docMk/>
          <pc:sldMk cId="2507877345" sldId="277"/>
        </pc:sldMkLst>
        <pc:spChg chg="mod">
          <ac:chgData name="elvio rodriguez" userId="1c1449da70e07349" providerId="LiveId" clId="{B6FBDA6B-F2A7-4BBE-A2C3-07D2143358BF}" dt="2026-10-06T01:45:26.083" v="2074" actId="1037"/>
          <ac:spMkLst>
            <pc:docMk/>
            <pc:sldMk cId="2507877345" sldId="277"/>
            <ac:spMk id="6" creationId="{C7C9E4EF-975E-C626-9666-310515D4B384}"/>
          </ac:spMkLst>
        </pc:spChg>
        <pc:spChg chg="mod">
          <ac:chgData name="elvio rodriguez" userId="1c1449da70e07349" providerId="LiveId" clId="{B6FBDA6B-F2A7-4BBE-A2C3-07D2143358BF}" dt="2026-10-06T01:45:13.020" v="2067" actId="20577"/>
          <ac:spMkLst>
            <pc:docMk/>
            <pc:sldMk cId="2507877345" sldId="277"/>
            <ac:spMk id="7" creationId="{6A1E8063-D962-D800-EDD2-E7B0E290507A}"/>
          </ac:spMkLst>
        </pc:spChg>
        <pc:picChg chg="add del">
          <ac:chgData name="elvio rodriguez" userId="1c1449da70e07349" providerId="LiveId" clId="{B6FBDA6B-F2A7-4BBE-A2C3-07D2143358BF}" dt="2026-10-06T01:44:38.627" v="2061" actId="21"/>
          <ac:picMkLst>
            <pc:docMk/>
            <pc:sldMk cId="2507877345" sldId="277"/>
            <ac:picMk id="3" creationId="{C15C2370-E1EB-5692-A355-3374CAA67AC5}"/>
          </ac:picMkLst>
        </pc:picChg>
        <pc:picChg chg="mod">
          <ac:chgData name="elvio rodriguez" userId="1c1449da70e07349" providerId="LiveId" clId="{B6FBDA6B-F2A7-4BBE-A2C3-07D2143358BF}" dt="2026-10-06T01:44:41.737" v="2062" actId="14826"/>
          <ac:picMkLst>
            <pc:docMk/>
            <pc:sldMk cId="2507877345" sldId="277"/>
            <ac:picMk id="4" creationId="{FF070827-00A0-B66A-EA24-B63AEAB8D598}"/>
          </ac:picMkLst>
        </pc:picChg>
      </pc:sldChg>
      <pc:sldChg chg="addSp modSp mod modAnim">
        <pc:chgData name="elvio rodriguez" userId="1c1449da70e07349" providerId="LiveId" clId="{B6FBDA6B-F2A7-4BBE-A2C3-07D2143358BF}" dt="2026-10-06T01:50:25.926" v="2086"/>
        <pc:sldMkLst>
          <pc:docMk/>
          <pc:sldMk cId="1695141257" sldId="296"/>
        </pc:sldMkLst>
        <pc:picChg chg="add mod">
          <ac:chgData name="elvio rodriguez" userId="1c1449da70e07349" providerId="LiveId" clId="{B6FBDA6B-F2A7-4BBE-A2C3-07D2143358BF}" dt="2026-10-06T01:50:12.885" v="2084" actId="208"/>
          <ac:picMkLst>
            <pc:docMk/>
            <pc:sldMk cId="1695141257" sldId="296"/>
            <ac:picMk id="3" creationId="{01F1D410-62A0-37AE-5E40-09467396F1A8}"/>
          </ac:picMkLst>
        </pc:picChg>
      </pc:sldChg>
      <pc:sldChg chg="delSp mod">
        <pc:chgData name="elvio rodriguez" userId="1c1449da70e07349" providerId="LiveId" clId="{B6FBDA6B-F2A7-4BBE-A2C3-07D2143358BF}" dt="2026-10-04T22:29:07.695" v="436" actId="478"/>
        <pc:sldMkLst>
          <pc:docMk/>
          <pc:sldMk cId="2871714591" sldId="328"/>
        </pc:sldMkLst>
      </pc:sldChg>
      <pc:sldChg chg="addSp delSp modSp mod">
        <pc:chgData name="elvio rodriguez" userId="1c1449da70e07349" providerId="LiveId" clId="{B6FBDA6B-F2A7-4BBE-A2C3-07D2143358BF}" dt="2026-10-07T15:33:38.428" v="2101"/>
        <pc:sldMkLst>
          <pc:docMk/>
          <pc:sldMk cId="1333085062" sldId="348"/>
        </pc:sldMkLst>
        <pc:spChg chg="add del mod">
          <ac:chgData name="elvio rodriguez" userId="1c1449da70e07349" providerId="LiveId" clId="{B6FBDA6B-F2A7-4BBE-A2C3-07D2143358BF}" dt="2026-10-07T15:33:38.428" v="2101"/>
          <ac:spMkLst>
            <pc:docMk/>
            <pc:sldMk cId="1333085062" sldId="348"/>
            <ac:spMk id="2" creationId="{2690B2BB-125D-9165-7020-687DD2B0E23A}"/>
          </ac:spMkLst>
        </pc:spChg>
      </pc:sldChg>
      <pc:sldChg chg="addSp delSp modSp mod modAnim">
        <pc:chgData name="elvio rodriguez" userId="1c1449da70e07349" providerId="LiveId" clId="{B6FBDA6B-F2A7-4BBE-A2C3-07D2143358BF}" dt="2026-10-04T22:20:40.618" v="135" actId="478"/>
        <pc:sldMkLst>
          <pc:docMk/>
          <pc:sldMk cId="1020625565" sldId="362"/>
        </pc:sldMkLst>
        <pc:spChg chg="mod">
          <ac:chgData name="elvio rodriguez" userId="1c1449da70e07349" providerId="LiveId" clId="{B6FBDA6B-F2A7-4BBE-A2C3-07D2143358BF}" dt="2026-10-04T22:14:25.999" v="49" actId="207"/>
          <ac:spMkLst>
            <pc:docMk/>
            <pc:sldMk cId="1020625565" sldId="362"/>
            <ac:spMk id="2" creationId="{78B3F95B-784F-4A14-DC1B-7F4A7AA1970D}"/>
          </ac:spMkLst>
        </pc:spChg>
        <pc:spChg chg="add mod">
          <ac:chgData name="elvio rodriguez" userId="1c1449da70e07349" providerId="LiveId" clId="{B6FBDA6B-F2A7-4BBE-A2C3-07D2143358BF}" dt="2026-10-04T22:15:19.282" v="79" actId="1582"/>
          <ac:spMkLst>
            <pc:docMk/>
            <pc:sldMk cId="1020625565" sldId="362"/>
            <ac:spMk id="3" creationId="{63BDDE9F-AF96-C984-ADAB-173E17BA69FC}"/>
          </ac:spMkLst>
        </pc:spChg>
        <pc:spChg chg="add mod">
          <ac:chgData name="elvio rodriguez" userId="1c1449da70e07349" providerId="LiveId" clId="{B6FBDA6B-F2A7-4BBE-A2C3-07D2143358BF}" dt="2026-10-04T22:15:19.282" v="79" actId="1582"/>
          <ac:spMkLst>
            <pc:docMk/>
            <pc:sldMk cId="1020625565" sldId="362"/>
            <ac:spMk id="5" creationId="{3BA4241F-C99C-4B62-0D3F-E993338B459D}"/>
          </ac:spMkLst>
        </pc:spChg>
        <pc:spChg chg="add mod">
          <ac:chgData name="elvio rodriguez" userId="1c1449da70e07349" providerId="LiveId" clId="{B6FBDA6B-F2A7-4BBE-A2C3-07D2143358BF}" dt="2026-10-04T22:15:09.587" v="78" actId="207"/>
          <ac:spMkLst>
            <pc:docMk/>
            <pc:sldMk cId="1020625565" sldId="362"/>
            <ac:spMk id="6" creationId="{A91BC767-4B87-68BD-60F7-5FB261D006C0}"/>
          </ac:spMkLst>
        </pc:spChg>
        <pc:spChg chg="add mod">
          <ac:chgData name="elvio rodriguez" userId="1c1449da70e07349" providerId="LiveId" clId="{B6FBDA6B-F2A7-4BBE-A2C3-07D2143358BF}" dt="2026-10-04T22:19:13.702" v="121" actId="208"/>
          <ac:spMkLst>
            <pc:docMk/>
            <pc:sldMk cId="1020625565" sldId="362"/>
            <ac:spMk id="7" creationId="{69A2DE6F-A49C-D1D2-FE06-61653F717F9D}"/>
          </ac:spMkLst>
        </pc:spChg>
        <pc:spChg chg="add mod">
          <ac:chgData name="elvio rodriguez" userId="1c1449da70e07349" providerId="LiveId" clId="{B6FBDA6B-F2A7-4BBE-A2C3-07D2143358BF}" dt="2026-10-04T22:19:13.702" v="121" actId="208"/>
          <ac:spMkLst>
            <pc:docMk/>
            <pc:sldMk cId="1020625565" sldId="362"/>
            <ac:spMk id="8" creationId="{FB9A55C1-7A7A-1CB4-0892-F410CBB7C2C3}"/>
          </ac:spMkLst>
        </pc:spChg>
        <pc:spChg chg="add mod">
          <ac:chgData name="elvio rodriguez" userId="1c1449da70e07349" providerId="LiveId" clId="{B6FBDA6B-F2A7-4BBE-A2C3-07D2143358BF}" dt="2026-10-04T22:19:17.766" v="122" actId="1076"/>
          <ac:spMkLst>
            <pc:docMk/>
            <pc:sldMk cId="1020625565" sldId="362"/>
            <ac:spMk id="9" creationId="{42B2E8CB-1D25-40F4-CA3D-59BDC58457EB}"/>
          </ac:spMkLst>
        </pc:spChg>
        <pc:spChg chg="add mod">
          <ac:chgData name="elvio rodriguez" userId="1c1449da70e07349" providerId="LiveId" clId="{B6FBDA6B-F2A7-4BBE-A2C3-07D2143358BF}" dt="2026-10-04T22:19:03.444" v="120" actId="207"/>
          <ac:spMkLst>
            <pc:docMk/>
            <pc:sldMk cId="1020625565" sldId="362"/>
            <ac:spMk id="10" creationId="{85BD5638-2848-EFDE-4D3B-3BEA31F117DB}"/>
          </ac:spMkLst>
        </pc:spChg>
      </pc:sldChg>
      <pc:sldChg chg="addSp delSp modSp add mod delAnim">
        <pc:chgData name="elvio rodriguez" userId="1c1449da70e07349" providerId="LiveId" clId="{B6FBDA6B-F2A7-4BBE-A2C3-07D2143358BF}" dt="2026-10-04T22:23:24.738" v="279" actId="20577"/>
        <pc:sldMkLst>
          <pc:docMk/>
          <pc:sldMk cId="2250179783" sldId="363"/>
        </pc:sldMkLst>
        <pc:spChg chg="mod">
          <ac:chgData name="elvio rodriguez" userId="1c1449da70e07349" providerId="LiveId" clId="{B6FBDA6B-F2A7-4BBE-A2C3-07D2143358BF}" dt="2026-10-04T22:20:34.316" v="133" actId="20577"/>
          <ac:spMkLst>
            <pc:docMk/>
            <pc:sldMk cId="2250179783" sldId="363"/>
            <ac:spMk id="4" creationId="{2F5FBC65-64D2-FD0F-EEE4-D736D79A64F0}"/>
          </ac:spMkLst>
        </pc:spChg>
        <pc:spChg chg="add mod">
          <ac:chgData name="elvio rodriguez" userId="1c1449da70e07349" providerId="LiveId" clId="{B6FBDA6B-F2A7-4BBE-A2C3-07D2143358BF}" dt="2026-10-04T22:23:24.738" v="279" actId="20577"/>
          <ac:spMkLst>
            <pc:docMk/>
            <pc:sldMk cId="2250179783" sldId="363"/>
            <ac:spMk id="11" creationId="{FC52D272-0C36-ACED-0B63-1F46DF282457}"/>
          </ac:spMkLst>
        </pc:spChg>
        <pc:spChg chg="mod">
          <ac:chgData name="elvio rodriguez" userId="1c1449da70e07349" providerId="LiveId" clId="{B6FBDA6B-F2A7-4BBE-A2C3-07D2143358BF}" dt="2026-10-04T22:23:00.756" v="268" actId="115"/>
          <ac:spMkLst>
            <pc:docMk/>
            <pc:sldMk cId="2250179783" sldId="363"/>
            <ac:spMk id="15" creationId="{363490DE-A963-22BC-8657-B0B181D7CD9C}"/>
          </ac:spMkLst>
        </pc:spChg>
      </pc:sldChg>
      <pc:sldChg chg="addSp delSp modSp add mod">
        <pc:chgData name="elvio rodriguez" userId="1c1449da70e07349" providerId="LiveId" clId="{B6FBDA6B-F2A7-4BBE-A2C3-07D2143358BF}" dt="2026-10-06T16:56:23.996" v="2093" actId="1076"/>
        <pc:sldMkLst>
          <pc:docMk/>
          <pc:sldMk cId="3901488636" sldId="365"/>
        </pc:sldMkLst>
        <pc:spChg chg="add mod">
          <ac:chgData name="elvio rodriguez" userId="1c1449da70e07349" providerId="LiveId" clId="{B6FBDA6B-F2A7-4BBE-A2C3-07D2143358BF}" dt="2026-10-04T22:54:46.754" v="1527" actId="1076"/>
          <ac:spMkLst>
            <pc:docMk/>
            <pc:sldMk cId="3901488636" sldId="365"/>
            <ac:spMk id="3" creationId="{0A2BD205-5727-B8A9-DFAC-48D76E11D126}"/>
          </ac:spMkLst>
        </pc:spChg>
        <pc:spChg chg="add del mod">
          <ac:chgData name="elvio rodriguez" userId="1c1449da70e07349" providerId="LiveId" clId="{B6FBDA6B-F2A7-4BBE-A2C3-07D2143358BF}" dt="2026-10-06T16:56:20.526" v="2092" actId="1076"/>
          <ac:spMkLst>
            <pc:docMk/>
            <pc:sldMk cId="3901488636" sldId="365"/>
            <ac:spMk id="5" creationId="{0A60512A-BEF2-296B-8CBB-4F40C509495D}"/>
          </ac:spMkLst>
        </pc:spChg>
        <pc:spChg chg="mod">
          <ac:chgData name="elvio rodriguez" userId="1c1449da70e07349" providerId="LiveId" clId="{B6FBDA6B-F2A7-4BBE-A2C3-07D2143358BF}" dt="2026-10-04T22:25:40.860" v="298" actId="20577"/>
          <ac:spMkLst>
            <pc:docMk/>
            <pc:sldMk cId="3901488636" sldId="365"/>
            <ac:spMk id="6" creationId="{625C90F2-4E06-9697-CEC8-92F4E9F8256A}"/>
          </ac:spMkLst>
        </pc:spChg>
        <pc:spChg chg="add del">
          <ac:chgData name="elvio rodriguez" userId="1c1449da70e07349" providerId="LiveId" clId="{B6FBDA6B-F2A7-4BBE-A2C3-07D2143358BF}" dt="2026-10-06T16:56:08.910" v="2089" actId="22"/>
          <ac:spMkLst>
            <pc:docMk/>
            <pc:sldMk cId="3901488636" sldId="365"/>
            <ac:spMk id="8" creationId="{B5B0CB9F-DED6-3DF7-4B83-A6E6391BBB28}"/>
          </ac:spMkLst>
        </pc:spChg>
        <pc:spChg chg="mod">
          <ac:chgData name="elvio rodriguez" userId="1c1449da70e07349" providerId="LiveId" clId="{B6FBDA6B-F2A7-4BBE-A2C3-07D2143358BF}" dt="2026-10-04T23:23:46.283" v="1711" actId="1076"/>
          <ac:spMkLst>
            <pc:docMk/>
            <pc:sldMk cId="3901488636" sldId="365"/>
            <ac:spMk id="10" creationId="{79471CCE-820D-E88F-6599-C7A1456BD03F}"/>
          </ac:spMkLst>
        </pc:spChg>
        <pc:spChg chg="add del">
          <ac:chgData name="elvio rodriguez" userId="1c1449da70e07349" providerId="LiveId" clId="{B6FBDA6B-F2A7-4BBE-A2C3-07D2143358BF}" dt="2026-10-06T16:56:08.910" v="2089" actId="22"/>
          <ac:spMkLst>
            <pc:docMk/>
            <pc:sldMk cId="3901488636" sldId="365"/>
            <ac:spMk id="11" creationId="{BB4C399E-0865-EC6B-5476-A063747641CC}"/>
          </ac:spMkLst>
        </pc:spChg>
        <pc:spChg chg="add del">
          <ac:chgData name="elvio rodriguez" userId="1c1449da70e07349" providerId="LiveId" clId="{B6FBDA6B-F2A7-4BBE-A2C3-07D2143358BF}" dt="2026-10-06T16:56:08.910" v="2089" actId="22"/>
          <ac:spMkLst>
            <pc:docMk/>
            <pc:sldMk cId="3901488636" sldId="365"/>
            <ac:spMk id="13" creationId="{7CC7BAA3-5990-0681-8160-74DDF1707160}"/>
          </ac:spMkLst>
        </pc:spChg>
        <pc:spChg chg="add mod">
          <ac:chgData name="elvio rodriguez" userId="1c1449da70e07349" providerId="LiveId" clId="{B6FBDA6B-F2A7-4BBE-A2C3-07D2143358BF}" dt="2026-10-06T16:56:23.996" v="2093" actId="1076"/>
          <ac:spMkLst>
            <pc:docMk/>
            <pc:sldMk cId="3901488636" sldId="365"/>
            <ac:spMk id="15" creationId="{C48EA3FC-4509-EFA2-D990-ED48586BA1B4}"/>
          </ac:spMkLst>
        </pc:spChg>
        <pc:spChg chg="add mod">
          <ac:chgData name="elvio rodriguez" userId="1c1449da70e07349" providerId="LiveId" clId="{B6FBDA6B-F2A7-4BBE-A2C3-07D2143358BF}" dt="2026-10-06T16:56:23.996" v="2093" actId="1076"/>
          <ac:spMkLst>
            <pc:docMk/>
            <pc:sldMk cId="3901488636" sldId="365"/>
            <ac:spMk id="17" creationId="{838EF759-868B-D146-C279-E1DDFDAAD0C8}"/>
          </ac:spMkLst>
        </pc:spChg>
        <pc:spChg chg="add mod">
          <ac:chgData name="elvio rodriguez" userId="1c1449da70e07349" providerId="LiveId" clId="{B6FBDA6B-F2A7-4BBE-A2C3-07D2143358BF}" dt="2026-10-06T16:56:23.996" v="2093" actId="1076"/>
          <ac:spMkLst>
            <pc:docMk/>
            <pc:sldMk cId="3901488636" sldId="365"/>
            <ac:spMk id="19" creationId="{1971952E-6FC7-4FD4-962A-D4CD6E1EC461}"/>
          </ac:spMkLst>
        </pc:spChg>
        <pc:cxnChg chg="add mod">
          <ac:chgData name="elvio rodriguez" userId="1c1449da70e07349" providerId="LiveId" clId="{B6FBDA6B-F2A7-4BBE-A2C3-07D2143358BF}" dt="2026-10-04T22:54:46.754" v="1527" actId="1076"/>
          <ac:cxnSpMkLst>
            <pc:docMk/>
            <pc:sldMk cId="3901488636" sldId="365"/>
            <ac:cxnSpMk id="4" creationId="{9AFC635A-11D0-632E-C9B0-6DEDF64E3B1F}"/>
          </ac:cxnSpMkLst>
        </pc:cxnChg>
      </pc:sldChg>
      <pc:sldChg chg="addSp delSp modSp add mod">
        <pc:chgData name="elvio rodriguez" userId="1c1449da70e07349" providerId="LiveId" clId="{B6FBDA6B-F2A7-4BBE-A2C3-07D2143358BF}" dt="2026-10-04T22:34:28.237" v="672" actId="20577"/>
        <pc:sldMkLst>
          <pc:docMk/>
          <pc:sldMk cId="3099910162" sldId="366"/>
        </pc:sldMkLst>
        <pc:spChg chg="mod">
          <ac:chgData name="elvio rodriguez" userId="1c1449da70e07349" providerId="LiveId" clId="{B6FBDA6B-F2A7-4BBE-A2C3-07D2143358BF}" dt="2026-10-04T22:34:01.288" v="658" actId="1076"/>
          <ac:spMkLst>
            <pc:docMk/>
            <pc:sldMk cId="3099910162" sldId="366"/>
            <ac:spMk id="2" creationId="{DEDAF1EC-C8AC-F13C-0E0F-74F667D44754}"/>
          </ac:spMkLst>
        </pc:spChg>
        <pc:spChg chg="add mod">
          <ac:chgData name="elvio rodriguez" userId="1c1449da70e07349" providerId="LiveId" clId="{B6FBDA6B-F2A7-4BBE-A2C3-07D2143358BF}" dt="2026-10-04T22:34:09.846" v="660" actId="1076"/>
          <ac:spMkLst>
            <pc:docMk/>
            <pc:sldMk cId="3099910162" sldId="366"/>
            <ac:spMk id="3" creationId="{E02900BE-4C94-959A-5767-CF8C78AEC8B1}"/>
          </ac:spMkLst>
        </pc:spChg>
        <pc:spChg chg="mod">
          <ac:chgData name="elvio rodriguez" userId="1c1449da70e07349" providerId="LiveId" clId="{B6FBDA6B-F2A7-4BBE-A2C3-07D2143358BF}" dt="2026-10-04T22:34:09.846" v="660" actId="1076"/>
          <ac:spMkLst>
            <pc:docMk/>
            <pc:sldMk cId="3099910162" sldId="366"/>
            <ac:spMk id="4" creationId="{777A105E-ED00-D7AB-9E56-A0DC5AF92F84}"/>
          </ac:spMkLst>
        </pc:spChg>
        <pc:spChg chg="add mod">
          <ac:chgData name="elvio rodriguez" userId="1c1449da70e07349" providerId="LiveId" clId="{B6FBDA6B-F2A7-4BBE-A2C3-07D2143358BF}" dt="2026-10-04T22:34:09.846" v="660" actId="1076"/>
          <ac:spMkLst>
            <pc:docMk/>
            <pc:sldMk cId="3099910162" sldId="366"/>
            <ac:spMk id="7" creationId="{945DB51E-0DA6-2ABA-FAAE-108516B56686}"/>
          </ac:spMkLst>
        </pc:spChg>
        <pc:spChg chg="add mod">
          <ac:chgData name="elvio rodriguez" userId="1c1449da70e07349" providerId="LiveId" clId="{B6FBDA6B-F2A7-4BBE-A2C3-07D2143358BF}" dt="2026-10-04T22:34:28.237" v="672" actId="20577"/>
          <ac:spMkLst>
            <pc:docMk/>
            <pc:sldMk cId="3099910162" sldId="366"/>
            <ac:spMk id="9" creationId="{53CC7833-EC6B-0B20-BD52-B70DAA2D75EB}"/>
          </ac:spMkLst>
        </pc:spChg>
        <pc:spChg chg="add mod">
          <ac:chgData name="elvio rodriguez" userId="1c1449da70e07349" providerId="LiveId" clId="{B6FBDA6B-F2A7-4BBE-A2C3-07D2143358BF}" dt="2026-10-04T22:34:09.846" v="660" actId="1076"/>
          <ac:spMkLst>
            <pc:docMk/>
            <pc:sldMk cId="3099910162" sldId="366"/>
            <ac:spMk id="13" creationId="{8CD9FE42-7269-2E9C-5669-D5D177DE49BB}"/>
          </ac:spMkLst>
        </pc:spChg>
        <pc:spChg chg="add mod">
          <ac:chgData name="elvio rodriguez" userId="1c1449da70e07349" providerId="LiveId" clId="{B6FBDA6B-F2A7-4BBE-A2C3-07D2143358BF}" dt="2026-10-04T22:34:09.846" v="660" actId="1076"/>
          <ac:spMkLst>
            <pc:docMk/>
            <pc:sldMk cId="3099910162" sldId="366"/>
            <ac:spMk id="14" creationId="{A50E9AC2-2FE3-238B-BB7A-0B3471A095F5}"/>
          </ac:spMkLst>
        </pc:spChg>
      </pc:sldChg>
      <pc:sldChg chg="modSp add mod">
        <pc:chgData name="elvio rodriguez" userId="1c1449da70e07349" providerId="LiveId" clId="{B6FBDA6B-F2A7-4BBE-A2C3-07D2143358BF}" dt="2026-10-04T22:45:27.100" v="1097" actId="6549"/>
        <pc:sldMkLst>
          <pc:docMk/>
          <pc:sldMk cId="3345647232" sldId="368"/>
        </pc:sldMkLst>
        <pc:spChg chg="mod">
          <ac:chgData name="elvio rodriguez" userId="1c1449da70e07349" providerId="LiveId" clId="{B6FBDA6B-F2A7-4BBE-A2C3-07D2143358BF}" dt="2026-10-04T22:45:27.100" v="1097" actId="6549"/>
          <ac:spMkLst>
            <pc:docMk/>
            <pc:sldMk cId="3345647232" sldId="368"/>
            <ac:spMk id="2" creationId="{01D75F57-A71E-9A79-28D4-514AAA81949D}"/>
          </ac:spMkLst>
        </pc:spChg>
      </pc:sldChg>
      <pc:sldChg chg="addSp delSp modSp new mod">
        <pc:chgData name="elvio rodriguez" userId="1c1449da70e07349" providerId="LiveId" clId="{B6FBDA6B-F2A7-4BBE-A2C3-07D2143358BF}" dt="2026-10-04T23:27:10.024" v="1764" actId="22"/>
        <pc:sldMkLst>
          <pc:docMk/>
          <pc:sldMk cId="1848415808" sldId="369"/>
        </pc:sldMkLst>
        <pc:picChg chg="add mod">
          <ac:chgData name="elvio rodriguez" userId="1c1449da70e07349" providerId="LiveId" clId="{B6FBDA6B-F2A7-4BBE-A2C3-07D2143358BF}" dt="2026-10-04T23:26:48.453" v="1758" actId="208"/>
          <ac:picMkLst>
            <pc:docMk/>
            <pc:sldMk cId="1848415808" sldId="369"/>
            <ac:picMk id="4" creationId="{56699EC0-263B-9E62-90FD-30A57A346E70}"/>
          </ac:picMkLst>
        </pc:picChg>
      </pc:sldChg>
      <pc:sldChg chg="addSp delSp modSp add mod addAnim delAnim modAnim">
        <pc:chgData name="elvio rodriguez" userId="1c1449da70e07349" providerId="LiveId" clId="{B6FBDA6B-F2A7-4BBE-A2C3-07D2143358BF}" dt="2026-10-06T01:16:52.045" v="1878" actId="1076"/>
        <pc:sldMkLst>
          <pc:docMk/>
          <pc:sldMk cId="3214661882" sldId="370"/>
        </pc:sldMkLst>
        <pc:spChg chg="mod">
          <ac:chgData name="elvio rodriguez" userId="1c1449da70e07349" providerId="LiveId" clId="{B6FBDA6B-F2A7-4BBE-A2C3-07D2143358BF}" dt="2026-10-04T23:27:16.838" v="1767" actId="1076"/>
          <ac:spMkLst>
            <pc:docMk/>
            <pc:sldMk cId="3214661882" sldId="370"/>
            <ac:spMk id="2" creationId="{7F4DCC07-5D56-88F2-1217-2A8CCB5D55E0}"/>
          </ac:spMkLst>
        </pc:spChg>
        <pc:spChg chg="mod">
          <ac:chgData name="elvio rodriguez" userId="1c1449da70e07349" providerId="LiveId" clId="{B6FBDA6B-F2A7-4BBE-A2C3-07D2143358BF}" dt="2026-10-04T23:27:21.732" v="1769" actId="1076"/>
          <ac:spMkLst>
            <pc:docMk/>
            <pc:sldMk cId="3214661882" sldId="370"/>
            <ac:spMk id="3" creationId="{B89CE30D-C437-2750-D325-AF7E9893243D}"/>
          </ac:spMkLst>
        </pc:spChg>
        <pc:spChg chg="mod">
          <ac:chgData name="elvio rodriguez" userId="1c1449da70e07349" providerId="LiveId" clId="{B6FBDA6B-F2A7-4BBE-A2C3-07D2143358BF}" dt="2026-10-04T23:27:21.732" v="1769" actId="1076"/>
          <ac:spMkLst>
            <pc:docMk/>
            <pc:sldMk cId="3214661882" sldId="370"/>
            <ac:spMk id="4" creationId="{6D8AF606-6516-A610-D81F-966D43B4997E}"/>
          </ac:spMkLst>
        </pc:spChg>
        <pc:spChg chg="add mod">
          <ac:chgData name="elvio rodriguez" userId="1c1449da70e07349" providerId="LiveId" clId="{B6FBDA6B-F2A7-4BBE-A2C3-07D2143358BF}" dt="2026-10-04T23:27:56.403" v="1780" actId="20577"/>
          <ac:spMkLst>
            <pc:docMk/>
            <pc:sldMk cId="3214661882" sldId="370"/>
            <ac:spMk id="5" creationId="{D159A847-F3A2-60DB-F7C2-3C6C6032AE61}"/>
          </ac:spMkLst>
        </pc:spChg>
        <pc:spChg chg="add mod">
          <ac:chgData name="elvio rodriguez" userId="1c1449da70e07349" providerId="LiveId" clId="{B6FBDA6B-F2A7-4BBE-A2C3-07D2143358BF}" dt="2026-10-04T23:27:32.774" v="1770"/>
          <ac:spMkLst>
            <pc:docMk/>
            <pc:sldMk cId="3214661882" sldId="370"/>
            <ac:spMk id="10" creationId="{3B815731-E5B7-1181-5250-F0F11D74F043}"/>
          </ac:spMkLst>
        </pc:spChg>
        <pc:spChg chg="add mod">
          <ac:chgData name="elvio rodriguez" userId="1c1449da70e07349" providerId="LiveId" clId="{B6FBDA6B-F2A7-4BBE-A2C3-07D2143358BF}" dt="2026-10-04T23:27:32.774" v="1770"/>
          <ac:spMkLst>
            <pc:docMk/>
            <pc:sldMk cId="3214661882" sldId="370"/>
            <ac:spMk id="12" creationId="{B1B28AFE-A751-6978-AC03-07B2840BC4F6}"/>
          </ac:spMkLst>
        </pc:spChg>
        <pc:spChg chg="add mod">
          <ac:chgData name="elvio rodriguez" userId="1c1449da70e07349" providerId="LiveId" clId="{B6FBDA6B-F2A7-4BBE-A2C3-07D2143358BF}" dt="2026-10-06T01:16:41.308" v="1876" actId="1076"/>
          <ac:spMkLst>
            <pc:docMk/>
            <pc:sldMk cId="3214661882" sldId="370"/>
            <ac:spMk id="15" creationId="{0E43A133-C6BB-E868-AF52-B9C2A6B32AC1}"/>
          </ac:spMkLst>
        </pc:spChg>
        <pc:spChg chg="add mod">
          <ac:chgData name="elvio rodriguez" userId="1c1449da70e07349" providerId="LiveId" clId="{B6FBDA6B-F2A7-4BBE-A2C3-07D2143358BF}" dt="2026-10-04T23:27:32.774" v="1770"/>
          <ac:spMkLst>
            <pc:docMk/>
            <pc:sldMk cId="3214661882" sldId="370"/>
            <ac:spMk id="16" creationId="{3A263572-8994-CAEA-0349-4712D2CA308E}"/>
          </ac:spMkLst>
        </pc:spChg>
        <pc:spChg chg="add mod">
          <ac:chgData name="elvio rodriguez" userId="1c1449da70e07349" providerId="LiveId" clId="{B6FBDA6B-F2A7-4BBE-A2C3-07D2143358BF}" dt="2026-10-04T23:27:32.774" v="1770"/>
          <ac:spMkLst>
            <pc:docMk/>
            <pc:sldMk cId="3214661882" sldId="370"/>
            <ac:spMk id="17" creationId="{73FC4BEA-91EF-1ABA-50B1-9B87F4AE6BB0}"/>
          </ac:spMkLst>
        </pc:spChg>
        <pc:spChg chg="add mod">
          <ac:chgData name="elvio rodriguez" userId="1c1449da70e07349" providerId="LiveId" clId="{B6FBDA6B-F2A7-4BBE-A2C3-07D2143358BF}" dt="2026-10-04T23:27:32.774" v="1770"/>
          <ac:spMkLst>
            <pc:docMk/>
            <pc:sldMk cId="3214661882" sldId="370"/>
            <ac:spMk id="22" creationId="{57E1EAE8-FB0A-2011-FAD3-5A1BEB859A02}"/>
          </ac:spMkLst>
        </pc:spChg>
        <pc:spChg chg="mod">
          <ac:chgData name="elvio rodriguez" userId="1c1449da70e07349" providerId="LiveId" clId="{B6FBDA6B-F2A7-4BBE-A2C3-07D2143358BF}" dt="2026-10-04T23:29:19.068" v="1802" actId="20577"/>
          <ac:spMkLst>
            <pc:docMk/>
            <pc:sldMk cId="3214661882" sldId="370"/>
            <ac:spMk id="23" creationId="{FFCA668D-04A6-47E4-95AB-FD5A7C03D43F}"/>
          </ac:spMkLst>
        </pc:spChg>
        <pc:spChg chg="add mod">
          <ac:chgData name="elvio rodriguez" userId="1c1449da70e07349" providerId="LiveId" clId="{B6FBDA6B-F2A7-4BBE-A2C3-07D2143358BF}" dt="2026-10-06T01:16:52.045" v="1878" actId="1076"/>
          <ac:spMkLst>
            <pc:docMk/>
            <pc:sldMk cId="3214661882" sldId="370"/>
            <ac:spMk id="24" creationId="{A67BE604-7639-5EDB-689F-F11C0E254290}"/>
          </ac:spMkLst>
        </pc:spChg>
        <pc:spChg chg="add mod">
          <ac:chgData name="elvio rodriguez" userId="1c1449da70e07349" providerId="LiveId" clId="{B6FBDA6B-F2A7-4BBE-A2C3-07D2143358BF}" dt="2026-10-04T23:31:50.226" v="1833" actId="1076"/>
          <ac:spMkLst>
            <pc:docMk/>
            <pc:sldMk cId="3214661882" sldId="370"/>
            <ac:spMk id="31" creationId="{5E3B6FFD-E233-CDDC-97CD-0238D603EE98}"/>
          </ac:spMkLst>
        </pc:spChg>
        <pc:cxnChg chg="add del mod">
          <ac:chgData name="elvio rodriguez" userId="1c1449da70e07349" providerId="LiveId" clId="{B6FBDA6B-F2A7-4BBE-A2C3-07D2143358BF}" dt="2026-10-06T01:16:52.045" v="1878" actId="1076"/>
          <ac:cxnSpMkLst>
            <pc:docMk/>
            <pc:sldMk cId="3214661882" sldId="370"/>
            <ac:cxnSpMk id="18" creationId="{74B876E2-93A4-7A13-1C11-8F6E56F0F538}"/>
          </ac:cxnSpMkLst>
        </pc:cxnChg>
      </pc:sldChg>
      <pc:sldChg chg="addSp delSp modSp add mod addAnim delAnim modAnim">
        <pc:chgData name="elvio rodriguez" userId="1c1449da70e07349" providerId="LiveId" clId="{B6FBDA6B-F2A7-4BBE-A2C3-07D2143358BF}" dt="2026-10-06T01:18:49.700" v="1918"/>
        <pc:sldMkLst>
          <pc:docMk/>
          <pc:sldMk cId="2841729499" sldId="371"/>
        </pc:sldMkLst>
        <pc:spChg chg="mod">
          <ac:chgData name="elvio rodriguez" userId="1c1449da70e07349" providerId="LiveId" clId="{B6FBDA6B-F2A7-4BBE-A2C3-07D2143358BF}" dt="2026-10-04T23:33:55.556" v="1869" actId="1582"/>
          <ac:spMkLst>
            <pc:docMk/>
            <pc:sldMk cId="2841729499" sldId="371"/>
            <ac:spMk id="3" creationId="{FAA8BCF3-7FCF-7730-33FE-C8D5EA41558D}"/>
          </ac:spMkLst>
        </pc:spChg>
        <pc:spChg chg="mod">
          <ac:chgData name="elvio rodriguez" userId="1c1449da70e07349" providerId="LiveId" clId="{B6FBDA6B-F2A7-4BBE-A2C3-07D2143358BF}" dt="2026-10-04T23:33:55.556" v="1869" actId="1582"/>
          <ac:spMkLst>
            <pc:docMk/>
            <pc:sldMk cId="2841729499" sldId="371"/>
            <ac:spMk id="4" creationId="{9AF3259B-3A4F-D73D-F8F7-3E67C196F1DB}"/>
          </ac:spMkLst>
        </pc:spChg>
        <pc:spChg chg="add del mod">
          <ac:chgData name="elvio rodriguez" userId="1c1449da70e07349" providerId="LiveId" clId="{B6FBDA6B-F2A7-4BBE-A2C3-07D2143358BF}" dt="2026-10-06T01:17:33.503" v="1891" actId="1076"/>
          <ac:spMkLst>
            <pc:docMk/>
            <pc:sldMk cId="2841729499" sldId="371"/>
            <ac:spMk id="7" creationId="{4075E8EF-6C3A-E5D0-77B2-5D1CB6AD0234}"/>
          </ac:spMkLst>
        </pc:spChg>
        <pc:spChg chg="add mod">
          <ac:chgData name="elvio rodriguez" userId="1c1449da70e07349" providerId="LiveId" clId="{B6FBDA6B-F2A7-4BBE-A2C3-07D2143358BF}" dt="2026-10-04T23:33:55.556" v="1869" actId="1582"/>
          <ac:spMkLst>
            <pc:docMk/>
            <pc:sldMk cId="2841729499" sldId="371"/>
            <ac:spMk id="9" creationId="{1562634B-4300-E0A8-0E0C-D0461C5C63D4}"/>
          </ac:spMkLst>
        </pc:spChg>
        <pc:spChg chg="add del mod">
          <ac:chgData name="elvio rodriguez" userId="1c1449da70e07349" providerId="LiveId" clId="{B6FBDA6B-F2A7-4BBE-A2C3-07D2143358BF}" dt="2026-10-04T23:32:03.499" v="1837" actId="478"/>
          <ac:spMkLst>
            <pc:docMk/>
            <pc:sldMk cId="2841729499" sldId="371"/>
            <ac:spMk id="10" creationId="{211EF864-E764-35A2-6F32-BBBBA1464BD9}"/>
          </ac:spMkLst>
        </pc:spChg>
        <pc:spChg chg="mod">
          <ac:chgData name="elvio rodriguez" userId="1c1449da70e07349" providerId="LiveId" clId="{B6FBDA6B-F2A7-4BBE-A2C3-07D2143358BF}" dt="2026-10-04T23:30:25.368" v="1811" actId="1076"/>
          <ac:spMkLst>
            <pc:docMk/>
            <pc:sldMk cId="2841729499" sldId="371"/>
            <ac:spMk id="12" creationId="{E2EEE072-050F-53A0-5470-E388B6B09DD9}"/>
          </ac:spMkLst>
        </pc:spChg>
        <pc:spChg chg="add del mod">
          <ac:chgData name="elvio rodriguez" userId="1c1449da70e07349" providerId="LiveId" clId="{B6FBDA6B-F2A7-4BBE-A2C3-07D2143358BF}" dt="2026-10-06T01:18:13.017" v="1917" actId="478"/>
          <ac:spMkLst>
            <pc:docMk/>
            <pc:sldMk cId="2841729499" sldId="371"/>
            <ac:spMk id="14" creationId="{F67D2B3F-C991-2F10-4867-2DE99A678F7A}"/>
          </ac:spMkLst>
        </pc:spChg>
        <pc:spChg chg="mod">
          <ac:chgData name="elvio rodriguez" userId="1c1449da70e07349" providerId="LiveId" clId="{B6FBDA6B-F2A7-4BBE-A2C3-07D2143358BF}" dt="2026-10-06T01:17:26.372" v="1890" actId="1076"/>
          <ac:spMkLst>
            <pc:docMk/>
            <pc:sldMk cId="2841729499" sldId="371"/>
            <ac:spMk id="15" creationId="{930296D1-94D1-CEC3-2163-6B7A7CEFE710}"/>
          </ac:spMkLst>
        </pc:spChg>
        <pc:spChg chg="mod">
          <ac:chgData name="elvio rodriguez" userId="1c1449da70e07349" providerId="LiveId" clId="{B6FBDA6B-F2A7-4BBE-A2C3-07D2143358BF}" dt="2026-10-04T23:30:25.368" v="1811" actId="1076"/>
          <ac:spMkLst>
            <pc:docMk/>
            <pc:sldMk cId="2841729499" sldId="371"/>
            <ac:spMk id="16" creationId="{E7E23101-0814-2B3C-FD30-95C455F87D4E}"/>
          </ac:spMkLst>
        </pc:spChg>
        <pc:spChg chg="mod">
          <ac:chgData name="elvio rodriguez" userId="1c1449da70e07349" providerId="LiveId" clId="{B6FBDA6B-F2A7-4BBE-A2C3-07D2143358BF}" dt="2026-10-04T23:30:25.368" v="1811" actId="1076"/>
          <ac:spMkLst>
            <pc:docMk/>
            <pc:sldMk cId="2841729499" sldId="371"/>
            <ac:spMk id="17" creationId="{3CED5D3D-411F-410F-0F62-AD4A98E4CFA1}"/>
          </ac:spMkLst>
        </pc:spChg>
        <pc:spChg chg="mod">
          <ac:chgData name="elvio rodriguez" userId="1c1449da70e07349" providerId="LiveId" clId="{B6FBDA6B-F2A7-4BBE-A2C3-07D2143358BF}" dt="2026-10-04T23:30:25.368" v="1811" actId="1076"/>
          <ac:spMkLst>
            <pc:docMk/>
            <pc:sldMk cId="2841729499" sldId="371"/>
            <ac:spMk id="22" creationId="{8B06C9BE-B884-86EC-2786-2319B9B924A4}"/>
          </ac:spMkLst>
        </pc:spChg>
        <pc:spChg chg="mod">
          <ac:chgData name="elvio rodriguez" userId="1c1449da70e07349" providerId="LiveId" clId="{B6FBDA6B-F2A7-4BBE-A2C3-07D2143358BF}" dt="2026-10-04T23:33:40.284" v="1867" actId="20577"/>
          <ac:spMkLst>
            <pc:docMk/>
            <pc:sldMk cId="2841729499" sldId="371"/>
            <ac:spMk id="23" creationId="{F534A11B-BF76-312F-7109-8ADD15E8FDAD}"/>
          </ac:spMkLst>
        </pc:spChg>
        <pc:spChg chg="add del mod">
          <ac:chgData name="elvio rodriguez" userId="1c1449da70e07349" providerId="LiveId" clId="{B6FBDA6B-F2A7-4BBE-A2C3-07D2143358BF}" dt="2026-10-06T01:17:04.882" v="1884" actId="478"/>
          <ac:spMkLst>
            <pc:docMk/>
            <pc:sldMk cId="2841729499" sldId="371"/>
            <ac:spMk id="24" creationId="{E2951F35-13F8-B3CC-C949-6C7FCED6F025}"/>
          </ac:spMkLst>
        </pc:spChg>
        <pc:spChg chg="add mod">
          <ac:chgData name="elvio rodriguez" userId="1c1449da70e07349" providerId="LiveId" clId="{B6FBDA6B-F2A7-4BBE-A2C3-07D2143358BF}" dt="2026-10-06T01:17:17.463" v="1886" actId="1076"/>
          <ac:spMkLst>
            <pc:docMk/>
            <pc:sldMk cId="2841729499" sldId="371"/>
            <ac:spMk id="25" creationId="{10A891E8-E05C-5968-AFC1-B9899FC61875}"/>
          </ac:spMkLst>
        </pc:spChg>
        <pc:spChg chg="add mod">
          <ac:chgData name="elvio rodriguez" userId="1c1449da70e07349" providerId="LiveId" clId="{B6FBDA6B-F2A7-4BBE-A2C3-07D2143358BF}" dt="2026-10-04T23:33:46.742" v="1868" actId="1076"/>
          <ac:spMkLst>
            <pc:docMk/>
            <pc:sldMk cId="2841729499" sldId="371"/>
            <ac:spMk id="26" creationId="{9E6AFB70-14B1-D38D-BB88-58B31DE1AA13}"/>
          </ac:spMkLst>
        </pc:spChg>
        <pc:picChg chg="mod">
          <ac:chgData name="elvio rodriguez" userId="1c1449da70e07349" providerId="LiveId" clId="{B6FBDA6B-F2A7-4BBE-A2C3-07D2143358BF}" dt="2026-10-04T23:30:25.368" v="1811" actId="1076"/>
          <ac:picMkLst>
            <pc:docMk/>
            <pc:sldMk cId="2841729499" sldId="371"/>
            <ac:picMk id="21" creationId="{33733D28-FF4C-E58B-61F6-1134DF3E3E95}"/>
          </ac:picMkLst>
        </pc:picChg>
        <pc:cxnChg chg="add del mod">
          <ac:chgData name="elvio rodriguez" userId="1c1449da70e07349" providerId="LiveId" clId="{B6FBDA6B-F2A7-4BBE-A2C3-07D2143358BF}" dt="2026-10-06T01:17:12.921" v="1885" actId="1076"/>
          <ac:cxnSpMkLst>
            <pc:docMk/>
            <pc:sldMk cId="2841729499" sldId="371"/>
            <ac:cxnSpMk id="5" creationId="{55C20C81-5AD3-9920-F7B2-95539FC9C14E}"/>
          </ac:cxnSpMkLst>
        </pc:cxnChg>
        <pc:cxnChg chg="add del">
          <ac:chgData name="elvio rodriguez" userId="1c1449da70e07349" providerId="LiveId" clId="{B6FBDA6B-F2A7-4BBE-A2C3-07D2143358BF}" dt="2026-10-04T23:32:04.650" v="1838" actId="478"/>
          <ac:cxnSpMkLst>
            <pc:docMk/>
            <pc:sldMk cId="2841729499" sldId="371"/>
            <ac:cxnSpMk id="6" creationId="{3DC1FDB2-6CB7-855C-32A3-93F5C4F80C35}"/>
          </ac:cxnSpMkLst>
        </pc:cxnChg>
        <pc:cxnChg chg="add del">
          <ac:chgData name="elvio rodriguez" userId="1c1449da70e07349" providerId="LiveId" clId="{B6FBDA6B-F2A7-4BBE-A2C3-07D2143358BF}" dt="2026-10-04T23:32:06.069" v="1839" actId="478"/>
          <ac:cxnSpMkLst>
            <pc:docMk/>
            <pc:sldMk cId="2841729499" sldId="371"/>
            <ac:cxnSpMk id="11" creationId="{F4C184E4-5492-8EF3-3AEF-7283C0FB838C}"/>
          </ac:cxnSpMkLst>
        </pc:cxnChg>
        <pc:cxnChg chg="add mod">
          <ac:chgData name="elvio rodriguez" userId="1c1449da70e07349" providerId="LiveId" clId="{B6FBDA6B-F2A7-4BBE-A2C3-07D2143358BF}" dt="2026-10-06T01:17:17.463" v="1886" actId="1076"/>
          <ac:cxnSpMkLst>
            <pc:docMk/>
            <pc:sldMk cId="2841729499" sldId="371"/>
            <ac:cxnSpMk id="13" creationId="{3DA1CE83-F6DA-71FA-D4FB-B9B9EA60F179}"/>
          </ac:cxnSpMkLst>
        </pc:cxnChg>
        <pc:cxnChg chg="add del">
          <ac:chgData name="elvio rodriguez" userId="1c1449da70e07349" providerId="LiveId" clId="{B6FBDA6B-F2A7-4BBE-A2C3-07D2143358BF}" dt="2026-10-06T01:17:03.570" v="1882" actId="478"/>
          <ac:cxnSpMkLst>
            <pc:docMk/>
            <pc:sldMk cId="2841729499" sldId="371"/>
            <ac:cxnSpMk id="18" creationId="{014A5D5D-F2C2-66B1-DC57-51060A4E8DE0}"/>
          </ac:cxnSpMkLst>
        </pc:cxnChg>
      </pc:sldChg>
      <pc:sldChg chg="addSp delSp modSp mod">
        <pc:chgData name="elvio rodriguez" userId="1c1449da70e07349" providerId="LiveId" clId="{B6FBDA6B-F2A7-4BBE-A2C3-07D2143358BF}" dt="2026-10-06T16:56:30.674" v="2097" actId="22"/>
        <pc:sldMkLst>
          <pc:docMk/>
          <pc:sldMk cId="4149779687" sldId="374"/>
        </pc:sldMkLst>
        <pc:spChg chg="add del mod">
          <ac:chgData name="elvio rodriguez" userId="1c1449da70e07349" providerId="LiveId" clId="{B6FBDA6B-F2A7-4BBE-A2C3-07D2143358BF}" dt="2026-10-06T16:56:30.674" v="2097" actId="22"/>
          <ac:spMkLst>
            <pc:docMk/>
            <pc:sldMk cId="4149779687" sldId="374"/>
            <ac:spMk id="3" creationId="{D98349AB-8025-FB17-C85E-693BDBEEC2EA}"/>
          </ac:spMkLst>
        </pc:spChg>
        <pc:spChg chg="add del mod">
          <ac:chgData name="elvio rodriguez" userId="1c1449da70e07349" providerId="LiveId" clId="{B6FBDA6B-F2A7-4BBE-A2C3-07D2143358BF}" dt="2026-10-06T16:56:30.674" v="2097" actId="22"/>
          <ac:spMkLst>
            <pc:docMk/>
            <pc:sldMk cId="4149779687" sldId="374"/>
            <ac:spMk id="8" creationId="{1EA48EAC-669E-0C92-3BE7-8657D3A03BCC}"/>
          </ac:spMkLst>
        </pc:spChg>
        <pc:spChg chg="mod">
          <ac:chgData name="elvio rodriguez" userId="1c1449da70e07349" providerId="LiveId" clId="{B6FBDA6B-F2A7-4BBE-A2C3-07D2143358BF}" dt="2026-10-06T02:05:13.843" v="2087" actId="20577"/>
          <ac:spMkLst>
            <pc:docMk/>
            <pc:sldMk cId="4149779687" sldId="374"/>
            <ac:spMk id="10" creationId="{3BCA21E8-ACDC-76DC-8251-02950879D616}"/>
          </ac:spMkLst>
        </pc:spChg>
        <pc:spChg chg="add del mod">
          <ac:chgData name="elvio rodriguez" userId="1c1449da70e07349" providerId="LiveId" clId="{B6FBDA6B-F2A7-4BBE-A2C3-07D2143358BF}" dt="2026-10-06T16:56:30.674" v="2097" actId="22"/>
          <ac:spMkLst>
            <pc:docMk/>
            <pc:sldMk cId="4149779687" sldId="374"/>
            <ac:spMk id="13" creationId="{40FA6710-F71B-945C-C272-8B303BD20B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5355C-54D6-4C49-B78A-44822723645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6A9DB-A906-4A5F-9D07-23A1981E2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32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52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74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37BD-EFAC-7199-2D12-E177513B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F635C-BC47-0F81-2F42-F9939C078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461DD-79F9-0B2B-79E1-155E36DD0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3A54D-6AF2-DEF4-9FB0-0558116DD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22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06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90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45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61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9A906-6239-50A7-447A-646F15A98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99F1C-E7DE-F08C-CABD-2E099E325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9C03B-781D-ACBF-E381-D919A9D61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37EDA-CBA9-2CDD-8F5A-C507602EA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87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EE4CD-07F9-7977-352A-D46C79926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32E78-91D4-C3F3-D4A7-78944F9F6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8BCC4-CBA1-BA52-24DD-CD92C1669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8E39E-30C1-86E7-6952-805902FE6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44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4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01CBB-8441-F8A7-BCBF-3C3C579D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8B13F-9895-C975-F71C-2D5D04991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40AC1-7AE5-9A56-D7A0-D0565A059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E9021-19FA-7CDA-12DB-BC0980176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0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335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CE5B2-21C6-6CCD-BE63-8B41C190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88C7E-BC0A-0813-F550-B99DE0919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FD1C9-2E44-F1F2-409D-D1DBD4890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C43D2-AF3E-523A-2022-7409B83E9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958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69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606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299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5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Si no se elige bien el nombre, no se podría ver que hay un error. O el diámetro tuviera que llamarse radio, o el área tuviera que tener el diámetro/2.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496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2046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8491B-5D7A-0484-8229-E6A0BD0E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A14F9-5B5B-0D5B-0B8A-2DA221BFC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D8AA1-F2C7-B8FD-736A-FDF899CE2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55606-E3D6-4426-EBF3-3BEC927F9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183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70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973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Pregunta para los alumnos: ¿Como piensan que es la gráfica de INPUT vs Nº de operaciones del CPU?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641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57834-36C7-ACAC-1F9E-5BB5727F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3B385-2D59-720D-F172-D8514DA9B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C43E1-83B6-F4FF-7ED6-C6FD992C4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20609-43BD-FB89-9132-B7565582B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310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397ED-7238-4315-6AFC-52F14662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75E35-D5A4-FB61-886C-0F42AC4BA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5F8A3-FD10-D76D-5390-A9EADAB54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08EC4-5577-8490-B9B6-659E483A6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804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B7DA0-ABFA-A0A7-2EBB-13B15871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4C479-B592-9D4B-A85B-3A2B68CE9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9A427-D7C5-2197-201D-AF7DB1F95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6FD7E-5335-59C2-F989-62C516EC5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943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4E9C8-6EF7-9E13-9BD1-02311D38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B50BF-B303-3EE2-B6D3-321002CBB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6BFCD-E5A2-E0E0-CD72-31EE27F87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25902-3341-3A61-1B99-B5DE5DC93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761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3774E-2DAF-0B80-FA3D-6DF1421F8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944E9-977A-513B-82F2-F9A84D6C5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C6C9A-99FB-5727-979F-6F307458D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686EB-9641-79C0-29FB-5A9489B37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693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5BE6E-0539-5FD7-4E1A-65C556EA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5202B-1232-D2EA-7ACB-275F69C1C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3DF88-2B94-2D9E-5070-C4DB0FC70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B83B1-70FD-234C-B165-2C1990F4D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174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2F1B1-993B-2806-1E0B-B88F5B12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BAF16-F10B-7B3B-B499-113D72DC1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33E30-70FF-695B-6F51-F01F9A611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0A0D6-0EC3-5F3C-F483-483AB25E7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291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835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B77CA-F8FD-3D8C-ED01-9E8A56B1B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53818-CBB1-DBCD-157E-340E79963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CD71F-19AC-4939-466C-47CA37F04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2752D-FEEF-706B-F0F7-E962CF675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759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31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86B7-EC05-2847-EABC-1C8F4ED9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04F89-3789-BBC9-6744-F2EFF4BF2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FAACA-08F5-030D-EDD0-97569638D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27CC4-5598-BC51-7334-C46AE3ACE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027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2AB02-C491-820E-876D-844EE32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EA0CB-16FA-4388-16C0-F4F6CE43E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2F20B-4871-6BB1-B9C2-2D094F5AF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61EDA-AA73-4726-141A-ED488FD0F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765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948F2-0BA0-0D7C-98CB-0485FB20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391B3-524D-762E-28C4-4D3AB52D7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49DA0-9C0C-4F96-D3B1-99F826C41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5DACD-56C2-AFEF-6AE0-05AA5C597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609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537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E122B-57FE-2203-CF07-37848AE9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3AE87-37FC-5675-4292-F2EB88F08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25152-1E66-0522-4EA5-2B7013CB8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2C6AA-3B8B-1A20-174A-41A19757C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166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92B4F-5188-FC8D-4718-5381144E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A4F49-CA18-E339-1BCD-721D77476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9B90B-9927-B99A-F206-E6CD90C7C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564CD-F1C9-9C5B-6F3B-883A61091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920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723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330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5B00A-64CE-0CCF-D249-25945B967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EF88E-06D0-3562-8597-885D8A3DB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0F909-881D-E6B8-4202-74DB93F7A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F1C4D-9730-0447-973C-9E5A667DA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018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8C4FE-CE1F-43D0-057F-36A48F803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2DE5C-86C8-85AE-10CB-FA1CFDA30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7A076-FC89-1B32-BF7B-76C81424D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2BC6E-0CE9-50BD-CD4F-CC106B906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23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EFC3-82B7-EDF9-AE44-96586D28B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7A5E8-BC38-1637-5220-89329E9AF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8F6BE-B3F0-638F-00F1-9491A670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F08B1-6EF7-596F-BB1B-AE164AAE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875F6-B34A-D7D3-5ACE-214D52739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8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EE6B-FC93-B810-0D2D-1122DE2C7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550B7-9ADD-C7E0-9AC7-1B901828B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40A6D-4420-B73D-0976-60C57EB76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704EB-0DF4-55A4-6E07-9E26EA68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FB3B3-39FA-73FA-4604-557A1082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9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5937-6AE9-6CAA-14A0-3CEB6E770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6FCF4-AE04-405B-12EA-E2DCA6027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39295-7101-87AD-394A-1DE7A5401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BFDBC-1EEF-CA46-AD76-39B6897D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0A449-F467-B545-F800-6910F12EB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0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373F8-2CC9-640E-362E-481F631C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91299-DBC7-EEC8-80EF-FE7D04CA5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2A36E-ADDB-9B14-0198-B09A77B86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C77BE-FA08-9837-F950-78599B48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CA21D-295D-899D-8691-44E805673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E3C52-51EF-18D2-322C-5DF77AB9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0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4386-A36D-75A8-5783-8395E301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E6F01-1A0F-C1B0-E31F-5CE1AE364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0CBC1-020F-2596-0A1D-A2927D681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3D4C7-0E0C-FF0C-54C0-067153224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EF9D2-B3D4-AB87-CA52-3F1D5A9EB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81F415-7782-B146-F3E4-CBCF7821C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3463E-069A-A136-AF9F-148BBA11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6FAE91-7ADE-0151-ED76-3E33F5FC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1534-9911-330D-802B-B41DD3911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6A0565-9A10-A263-5B05-292C5B5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108385-BCE8-C724-4191-B2412BA1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03F6E-BB31-4EFE-653F-B1C2E51E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EEC7A0-6717-F838-5D8E-D30A3AE8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9449F4-EEF0-21C9-D584-FB2D5F4F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45D46-983A-BCED-F7D4-9FF567CE3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0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F90B9-997C-26E1-53F8-3F54F1EF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6187D-C7DB-3C14-F059-11A489BA1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6DC29-A5DC-24AF-26AE-DA173C05A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67BD0-FFD3-61A7-DA7F-228E34D9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F25E5-9DFA-FAF8-BA06-FA2F70CE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EE00A-8889-481F-9088-78BB7F8D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72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A1FB-5E66-DA73-FA2C-562A55AB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12696-9548-7B3E-8EAF-E1A29347A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F4A7C-1C60-BA0B-408D-3BEEC025B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DFFB0-291D-7CBC-4417-3DDD452AA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A3C83-03C2-7A4D-F3EF-98273207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C3DC1-8698-F46E-3646-AD6BD851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5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249F-B117-B04A-F631-D3B7545D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E38E5-8579-457F-BF44-AF4398FE9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871DD-FDE5-7788-EBD5-9FB5DDF7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A28F1-DAF1-B278-8DDA-F3E597C4C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11A8C-8814-DA09-0950-8EF91F57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58ED6F-0E26-42BC-097F-F426BB71D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D69DA-9CDD-A7C1-6627-C5430D9A5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37E22-F3D0-455E-22EB-A696542A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F8322-C77B-24E1-A0A6-0291ABB8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3503A-E9AC-39B8-511C-20FADD7B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CF95DD-929C-983B-F454-121D75552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0974-B2D5-99AD-A43A-090E76ADB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8F557-3BB3-0273-B3E0-193D7DC18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27127-3CDE-4F86-8264-5FF64F81A2C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55949-5D63-35F6-BBC3-2E3F828E7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46F2-7469-1375-327D-B399DE35E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7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13" Type="http://schemas.openxmlformats.org/officeDocument/2006/relationships/hyperlink" Target="https://hackathon.fossee.in/python/" TargetMode="External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9.svg"/><Relationship Id="rId11" Type="http://schemas.openxmlformats.org/officeDocument/2006/relationships/image" Target="../media/image34.jpeg"/><Relationship Id="rId5" Type="http://schemas.openxmlformats.org/officeDocument/2006/relationships/image" Target="../media/image28.svg"/><Relationship Id="rId15" Type="http://schemas.openxmlformats.org/officeDocument/2006/relationships/image" Target="../media/image37.jpeg"/><Relationship Id="rId10" Type="http://schemas.openxmlformats.org/officeDocument/2006/relationships/image" Target="../media/image33.jpeg"/><Relationship Id="rId4" Type="http://schemas.openxmlformats.org/officeDocument/2006/relationships/image" Target="../media/image27.png"/><Relationship Id="rId9" Type="http://schemas.openxmlformats.org/officeDocument/2006/relationships/image" Target="../media/image32.jpeg"/><Relationship Id="rId1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eg"/><Relationship Id="rId5" Type="http://schemas.openxmlformats.org/officeDocument/2006/relationships/image" Target="../media/image44.png"/><Relationship Id="rId4" Type="http://schemas.openxmlformats.org/officeDocument/2006/relationships/image" Target="../media/image4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48.png"/><Relationship Id="rId4" Type="http://schemas.openxmlformats.org/officeDocument/2006/relationships/image" Target="../media/image4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1.jpeg"/><Relationship Id="rId7" Type="http://schemas.openxmlformats.org/officeDocument/2006/relationships/image" Target="../media/image4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43.jpeg"/><Relationship Id="rId4" Type="http://schemas.openxmlformats.org/officeDocument/2006/relationships/image" Target="../media/image42.jpeg"/><Relationship Id="rId9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png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e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jpeg"/><Relationship Id="rId5" Type="http://schemas.openxmlformats.org/officeDocument/2006/relationships/image" Target="../media/image65.png"/><Relationship Id="rId4" Type="http://schemas.openxmlformats.org/officeDocument/2006/relationships/image" Target="../media/image64.jpeg"/><Relationship Id="rId9" Type="http://schemas.openxmlformats.org/officeDocument/2006/relationships/image" Target="../media/image68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8.png"/><Relationship Id="rId4" Type="http://schemas.openxmlformats.org/officeDocument/2006/relationships/image" Target="../media/image69.gi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FC2DE-EB91-F02D-A14F-2F49D38F3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noProof="0"/>
              <a:t>Python e IA para la Investigación en Ciencias Biológicas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F6BE7-D746-5EFF-0EC6-0EEC77FF87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ES" noProof="0"/>
              <a:t>Curso Fundación Williams – IBR</a:t>
            </a:r>
          </a:p>
          <a:p>
            <a:r>
              <a:rPr lang="es-ES"/>
              <a:t>Dr. Esp. Elvio Rodríguez Araya</a:t>
            </a:r>
          </a:p>
          <a:p>
            <a:endParaRPr lang="es-ES" noProof="0"/>
          </a:p>
          <a:p>
            <a:r>
              <a:rPr lang="es-ES"/>
              <a:t>2026</a:t>
            </a:r>
            <a:endParaRPr lang="es-ES" noProof="0"/>
          </a:p>
          <a:p>
            <a:endParaRPr lang="es-ES" noProof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1F42136-630C-904C-C2CA-FDDBE4AC9AF9}"/>
              </a:ext>
            </a:extLst>
          </p:cNvPr>
          <p:cNvSpPr txBox="1">
            <a:spLocks/>
          </p:cNvSpPr>
          <p:nvPr/>
        </p:nvSpPr>
        <p:spPr>
          <a:xfrm>
            <a:off x="1524000" y="660401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/>
              <a:t>1er clase</a:t>
            </a:r>
          </a:p>
        </p:txBody>
      </p:sp>
      <p:pic>
        <p:nvPicPr>
          <p:cNvPr id="6" name="Picture 5" descr="logo-sinfondo-4">
            <a:extLst>
              <a:ext uri="{FF2B5EF4-FFF2-40B4-BE49-F238E27FC236}">
                <a16:creationId xmlns:a16="http://schemas.microsoft.com/office/drawing/2014/main" id="{1E449484-C3DA-3BB3-3244-77A0E34696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29"/>
          <a:stretch>
            <a:fillRect/>
          </a:stretch>
        </p:blipFill>
        <p:spPr>
          <a:xfrm>
            <a:off x="723899" y="5095875"/>
            <a:ext cx="3314702" cy="1101724"/>
          </a:xfrm>
          <a:prstGeom prst="rect">
            <a:avLst/>
          </a:prstGeom>
        </p:spPr>
      </p:pic>
      <p:pic>
        <p:nvPicPr>
          <p:cNvPr id="8" name="Picture 7" descr="Se prorroga el llamado a concurso para nuevos Jefes de Grupo en el IBR – IBR">
            <a:extLst>
              <a:ext uri="{FF2B5EF4-FFF2-40B4-BE49-F238E27FC236}">
                <a16:creationId xmlns:a16="http://schemas.microsoft.com/office/drawing/2014/main" id="{C56A818E-B421-9B21-8F20-BA8A548B2C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74"/>
          <a:stretch>
            <a:fillRect/>
          </a:stretch>
        </p:blipFill>
        <p:spPr>
          <a:xfrm>
            <a:off x="9196227" y="4658634"/>
            <a:ext cx="1824198" cy="18238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7928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CE0E11-706A-E6B0-EEB9-D1DF9ABFD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" r="126"/>
          <a:stretch>
            <a:fillRect/>
          </a:stretch>
        </p:blipFill>
        <p:spPr>
          <a:xfrm>
            <a:off x="1244185" y="1601097"/>
            <a:ext cx="10423150" cy="4210638"/>
          </a:xfrm>
          <a:prstGeom prst="snip1Rect">
            <a:avLst>
              <a:gd name="adj" fmla="val 50000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691B47-B4DD-0D68-6BD3-C4DB24A2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Encuesta</a:t>
            </a:r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37F3A54E-F2DF-A523-CAC6-4FD8634A340F}"/>
              </a:ext>
            </a:extLst>
          </p:cNvPr>
          <p:cNvSpPr/>
          <p:nvPr/>
        </p:nvSpPr>
        <p:spPr>
          <a:xfrm>
            <a:off x="3181352" y="2694961"/>
            <a:ext cx="3143248" cy="3163528"/>
          </a:xfrm>
          <a:prstGeom prst="arc">
            <a:avLst>
              <a:gd name="adj1" fmla="val 21599423"/>
              <a:gd name="adj2" fmla="val 6610943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3A8036-F9F9-BD05-C4E6-A5380A1A4176}"/>
              </a:ext>
            </a:extLst>
          </p:cNvPr>
          <p:cNvSpPr txBox="1"/>
          <p:nvPr/>
        </p:nvSpPr>
        <p:spPr>
          <a:xfrm>
            <a:off x="2177546" y="3128228"/>
            <a:ext cx="110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>
                <a:solidFill>
                  <a:schemeClr val="bg1"/>
                </a:solidFill>
              </a:rPr>
              <a:t>Becarios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7B95B3-A270-F73A-EE73-50956DB0A528}"/>
              </a:ext>
            </a:extLst>
          </p:cNvPr>
          <p:cNvSpPr txBox="1"/>
          <p:nvPr/>
        </p:nvSpPr>
        <p:spPr>
          <a:xfrm>
            <a:off x="5657603" y="5497833"/>
            <a:ext cx="1724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/>
              <a:t>Investigadores</a:t>
            </a:r>
            <a:endParaRPr lang="en-US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1188AC-F2FD-D14A-F5D6-949761A0AE78}"/>
              </a:ext>
            </a:extLst>
          </p:cNvPr>
          <p:cNvSpPr txBox="1"/>
          <p:nvPr/>
        </p:nvSpPr>
        <p:spPr>
          <a:xfrm>
            <a:off x="2387807" y="5408931"/>
            <a:ext cx="124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>
                <a:solidFill>
                  <a:srgbClr val="0099C6"/>
                </a:solidFill>
              </a:rPr>
              <a:t>CPA/Art. 9</a:t>
            </a:r>
            <a:endParaRPr lang="en-US" b="1">
              <a:solidFill>
                <a:srgbClr val="0099C6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95AD230-265C-F10A-4ED7-5614194E3F50}"/>
              </a:ext>
            </a:extLst>
          </p:cNvPr>
          <p:cNvSpPr/>
          <p:nvPr/>
        </p:nvSpPr>
        <p:spPr>
          <a:xfrm>
            <a:off x="3181352" y="2694961"/>
            <a:ext cx="3143248" cy="3163528"/>
          </a:xfrm>
          <a:prstGeom prst="arc">
            <a:avLst>
              <a:gd name="adj1" fmla="val 8861820"/>
              <a:gd name="adj2" fmla="val 19374820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CA426E-404B-8849-82E7-421870ADAA78}"/>
              </a:ext>
            </a:extLst>
          </p:cNvPr>
          <p:cNvSpPr txBox="1"/>
          <p:nvPr/>
        </p:nvSpPr>
        <p:spPr>
          <a:xfrm>
            <a:off x="2567612" y="2758896"/>
            <a:ext cx="110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Becarios</a:t>
            </a:r>
            <a:endParaRPr lang="en-US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341936-2F7B-E26E-FF8F-5E12FF5EA63B}"/>
              </a:ext>
            </a:extLst>
          </p:cNvPr>
          <p:cNvCxnSpPr>
            <a:cxnSpLocks/>
          </p:cNvCxnSpPr>
          <p:nvPr/>
        </p:nvCxnSpPr>
        <p:spPr>
          <a:xfrm flipV="1">
            <a:off x="3576168" y="5389881"/>
            <a:ext cx="195033" cy="1609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749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F3F05-99E2-D640-E8C9-EC059899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Encuesta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9F4CCE-1686-86F0-2E0C-A679A8B6C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5931" y="1475425"/>
            <a:ext cx="9137089" cy="434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06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5730D-DDE9-3F8D-F373-6D882C8FD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403F-FCE5-C1A3-38D0-38A461509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Encuesta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BAFC8C-B98B-DDB1-5B11-9AEE7CDB9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5931" y="1466281"/>
            <a:ext cx="9137089" cy="434606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7BD5EE-AD90-65F8-E02F-AC7198461E5A}"/>
              </a:ext>
            </a:extLst>
          </p:cNvPr>
          <p:cNvCxnSpPr/>
          <p:nvPr/>
        </p:nvCxnSpPr>
        <p:spPr>
          <a:xfrm>
            <a:off x="3090672" y="2657308"/>
            <a:ext cx="2798064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50F190-D5ED-1DE0-E19E-04B230B5D2AE}"/>
              </a:ext>
            </a:extLst>
          </p:cNvPr>
          <p:cNvSpPr txBox="1"/>
          <p:nvPr/>
        </p:nvSpPr>
        <p:spPr>
          <a:xfrm>
            <a:off x="3868380" y="2287976"/>
            <a:ext cx="1242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/>
              <a:t>1era parte</a:t>
            </a:r>
            <a:endParaRPr lang="en-US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C82C28-7325-FBDA-601D-BA70D8D104E2}"/>
              </a:ext>
            </a:extLst>
          </p:cNvPr>
          <p:cNvCxnSpPr>
            <a:cxnSpLocks/>
          </p:cNvCxnSpPr>
          <p:nvPr/>
        </p:nvCxnSpPr>
        <p:spPr>
          <a:xfrm>
            <a:off x="5888736" y="2657308"/>
            <a:ext cx="4023360" cy="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1C21E68-C774-AF9E-F1DE-CBFA8074CE36}"/>
              </a:ext>
            </a:extLst>
          </p:cNvPr>
          <p:cNvSpPr txBox="1"/>
          <p:nvPr/>
        </p:nvSpPr>
        <p:spPr>
          <a:xfrm>
            <a:off x="7314934" y="2287976"/>
            <a:ext cx="1170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/>
              <a:t>2da parte</a:t>
            </a:r>
            <a:endParaRPr lang="en-US" b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AAF3BC-00A2-BB86-957B-62360A1429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659" r="65953" b="8526"/>
          <a:stretch>
            <a:fillRect/>
          </a:stretch>
        </p:blipFill>
        <p:spPr>
          <a:xfrm>
            <a:off x="1970815" y="5112827"/>
            <a:ext cx="2335247" cy="5577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9A41FB-962E-F023-471A-542FAFD2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308" t="53250" r="1258" b="22966"/>
          <a:stretch>
            <a:fillRect/>
          </a:stretch>
        </p:blipFill>
        <p:spPr>
          <a:xfrm>
            <a:off x="9005985" y="5259131"/>
            <a:ext cx="195024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92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BD4A7-7804-5B22-DED6-7CEC30572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C2F4B-0728-C6C8-2D1A-DE7BD369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Encuesta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6EAD6A-BFA9-5B69-EAE5-C0C43E359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619" y="1594647"/>
            <a:ext cx="9141714" cy="434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07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89467-825A-227E-7889-0E47D30E7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FBBA-4074-100E-2DE5-BAFE3041E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Encuesta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49BC7-2E74-C628-6A4A-EA87FC1DB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5143" y="1691038"/>
            <a:ext cx="9141714" cy="434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511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7AFD-72EE-DDCD-5E03-40768796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618E-44AB-5170-C4D3-1C3AAE40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Encuesta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4FB6C5-9DCC-3AA2-58F1-2255F5C12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619" y="1552036"/>
            <a:ext cx="9141714" cy="483291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4BAF74-83FB-AB27-930A-5DB6F3B4783B}"/>
              </a:ext>
            </a:extLst>
          </p:cNvPr>
          <p:cNvCxnSpPr>
            <a:cxnSpLocks/>
          </p:cNvCxnSpPr>
          <p:nvPr/>
        </p:nvCxnSpPr>
        <p:spPr>
          <a:xfrm flipH="1" flipV="1">
            <a:off x="5093207" y="3858768"/>
            <a:ext cx="1" cy="16916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3F4746-80B2-D01D-4A27-12F7AF618965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5093208" y="4213598"/>
            <a:ext cx="886968" cy="404122"/>
          </a:xfrm>
          <a:prstGeom prst="line">
            <a:avLst/>
          </a:prstGeom>
          <a:ln w="76200">
            <a:prstDash val="sysDot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1D981D-06FC-2910-1FC5-A60385506DA1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5093207" y="4617720"/>
            <a:ext cx="886969" cy="482668"/>
          </a:xfrm>
          <a:prstGeom prst="line">
            <a:avLst/>
          </a:prstGeom>
          <a:ln w="76200">
            <a:prstDash val="sysDot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4CDE9FC-89D0-64F7-8E92-7AA24D85BE81}"/>
              </a:ext>
            </a:extLst>
          </p:cNvPr>
          <p:cNvSpPr txBox="1"/>
          <p:nvPr/>
        </p:nvSpPr>
        <p:spPr>
          <a:xfrm>
            <a:off x="5980176" y="4028932"/>
            <a:ext cx="1693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FASTQ (</a:t>
            </a:r>
            <a:r>
              <a:rPr lang="es-ES" b="1" dirty="0"/>
              <a:t>13,0 %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059BBC-9F7B-7094-6816-5C4DB2743DD7}"/>
              </a:ext>
            </a:extLst>
          </p:cNvPr>
          <p:cNvSpPr txBox="1"/>
          <p:nvPr/>
        </p:nvSpPr>
        <p:spPr>
          <a:xfrm>
            <a:off x="5980176" y="4915722"/>
            <a:ext cx="3350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Datos espectroscópicos (</a:t>
            </a:r>
            <a:r>
              <a:rPr lang="es-ES" b="1" dirty="0"/>
              <a:t>7,8 %</a:t>
            </a:r>
            <a:r>
              <a:rPr lang="es-ES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789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9968F-5BF8-14D1-4DED-68FE510F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E208-46A2-7D6E-25D7-8B152C5C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Encuesta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D5BE8D-DBC9-6E94-C707-6B86F93CF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" b="51565"/>
          <a:stretch>
            <a:fillRect/>
          </a:stretch>
        </p:blipFill>
        <p:spPr>
          <a:xfrm>
            <a:off x="1523619" y="1545692"/>
            <a:ext cx="9141714" cy="23381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5A60B2C-DA9D-C325-65B0-785433DD06B8}"/>
              </a:ext>
            </a:extLst>
          </p:cNvPr>
          <p:cNvSpPr txBox="1"/>
          <p:nvPr/>
        </p:nvSpPr>
        <p:spPr>
          <a:xfrm>
            <a:off x="3162958" y="3840238"/>
            <a:ext cx="689612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s-ES" sz="1400"/>
              <a:t>FASTQ</a:t>
            </a:r>
            <a:endParaRPr 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830EB0-4B30-CA2E-A43D-FC9A76970079}"/>
              </a:ext>
            </a:extLst>
          </p:cNvPr>
          <p:cNvSpPr txBox="1"/>
          <p:nvPr/>
        </p:nvSpPr>
        <p:spPr>
          <a:xfrm>
            <a:off x="1779887" y="4073441"/>
            <a:ext cx="2072683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s-ES" sz="1400"/>
              <a:t>Datos espectroscópicos</a:t>
            </a:r>
            <a:endParaRPr lang="en-US" sz="1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C5DDBC-2A0D-9165-EF0D-328D6D1AFF34}"/>
              </a:ext>
            </a:extLst>
          </p:cNvPr>
          <p:cNvGrpSpPr/>
          <p:nvPr/>
        </p:nvGrpSpPr>
        <p:grpSpPr>
          <a:xfrm>
            <a:off x="3824289" y="3916120"/>
            <a:ext cx="1174777" cy="373202"/>
            <a:chOff x="3824289" y="4145636"/>
            <a:chExt cx="4860000" cy="373202"/>
          </a:xfrm>
        </p:grpSpPr>
        <p:pic>
          <p:nvPicPr>
            <p:cNvPr id="7" name="Picture 6" descr="Gráfico de respuestas de formularios. Título de la pregunta: ¿Qué tipo de datos genera o analiza en su trabajo? Puede ser más de uno.. Número de respuestas: 37 respuestas.">
              <a:extLst>
                <a:ext uri="{FF2B5EF4-FFF2-40B4-BE49-F238E27FC236}">
                  <a16:creationId xmlns:a16="http://schemas.microsoft.com/office/drawing/2014/main" id="{1733CE43-4027-477A-E8E1-8953DF6BB1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/>
            <a:srcRect l="25167" t="40006" r="51650" b="57163"/>
            <a:stretch>
              <a:fillRect/>
            </a:stretch>
          </p:blipFill>
          <p:spPr>
            <a:xfrm>
              <a:off x="3824289" y="4381678"/>
              <a:ext cx="2916000" cy="137160"/>
            </a:xfrm>
            <a:prstGeom prst="rect">
              <a:avLst/>
            </a:prstGeom>
          </p:spPr>
        </p:pic>
        <p:pic>
          <p:nvPicPr>
            <p:cNvPr id="8" name="Picture 7" descr="Gráfico de respuestas de formularios. Título de la pregunta: ¿Qué tipo de datos genera o analiza en su trabajo? Puede ser más de uno.. Número de respuestas: 37 respuestas.">
              <a:extLst>
                <a:ext uri="{FF2B5EF4-FFF2-40B4-BE49-F238E27FC236}">
                  <a16:creationId xmlns:a16="http://schemas.microsoft.com/office/drawing/2014/main" id="{8BB02F9E-3901-0B32-327B-46E75BD08E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/>
            <a:srcRect l="25167" t="40006" r="51650" b="57163"/>
            <a:stretch>
              <a:fillRect/>
            </a:stretch>
          </p:blipFill>
          <p:spPr>
            <a:xfrm>
              <a:off x="3824289" y="4145636"/>
              <a:ext cx="4860000" cy="13716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EB4D7C1-5271-FDDE-8BC3-581DB9ED8BC3}"/>
              </a:ext>
            </a:extLst>
          </p:cNvPr>
          <p:cNvSpPr txBox="1"/>
          <p:nvPr/>
        </p:nvSpPr>
        <p:spPr>
          <a:xfrm>
            <a:off x="4999066" y="3849473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5 (13,0 %)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0B6E8D-A8EA-474B-DF07-740B7AC154B0}"/>
              </a:ext>
            </a:extLst>
          </p:cNvPr>
          <p:cNvSpPr txBox="1"/>
          <p:nvPr/>
        </p:nvSpPr>
        <p:spPr>
          <a:xfrm>
            <a:off x="4529155" y="4082676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3 (7,8 %)</a:t>
            </a:r>
            <a:endParaRPr lang="en-US" sz="1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19C8F7-D6F1-6A2C-6F8A-73C30110D6EB}"/>
              </a:ext>
            </a:extLst>
          </p:cNvPr>
          <p:cNvCxnSpPr/>
          <p:nvPr/>
        </p:nvCxnSpPr>
        <p:spPr>
          <a:xfrm>
            <a:off x="3817939" y="2590800"/>
            <a:ext cx="0" cy="18279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3CAEFB0-E30F-C75F-3A46-2258EEA01CBC}"/>
              </a:ext>
            </a:extLst>
          </p:cNvPr>
          <p:cNvSpPr/>
          <p:nvPr/>
        </p:nvSpPr>
        <p:spPr>
          <a:xfrm>
            <a:off x="1523619" y="2575980"/>
            <a:ext cx="9239627" cy="252946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B8D497-B0C0-BD9D-1AD9-CAE894792E37}"/>
              </a:ext>
            </a:extLst>
          </p:cNvPr>
          <p:cNvSpPr/>
          <p:nvPr/>
        </p:nvSpPr>
        <p:spPr>
          <a:xfrm>
            <a:off x="1523619" y="3028950"/>
            <a:ext cx="9239627" cy="62865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98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05F45-ADCA-9D20-D922-1FF32B4FD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Encuesta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B8A29-3B79-A4A8-C508-BDA87C4AE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0" y="1991487"/>
            <a:ext cx="9143999" cy="384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46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595D-FC66-E1B6-51F3-1FBF4681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Horarios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70827-00A0-B66A-EA24-B63AEAB8D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0" y="1694735"/>
            <a:ext cx="9144000" cy="4139184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C7C9E4EF-975E-C626-9666-310515D4B384}"/>
              </a:ext>
            </a:extLst>
          </p:cNvPr>
          <p:cNvSpPr/>
          <p:nvPr/>
        </p:nvSpPr>
        <p:spPr>
          <a:xfrm>
            <a:off x="3263900" y="3008775"/>
            <a:ext cx="2524126" cy="2545426"/>
          </a:xfrm>
          <a:prstGeom prst="arc">
            <a:avLst>
              <a:gd name="adj1" fmla="val 21596651"/>
              <a:gd name="adj2" fmla="val 18191184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1E8063-D962-D800-EDD2-E7B0E290507A}"/>
              </a:ext>
            </a:extLst>
          </p:cNvPr>
          <p:cNvSpPr txBox="1"/>
          <p:nvPr/>
        </p:nvSpPr>
        <p:spPr>
          <a:xfrm>
            <a:off x="2696872" y="324433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b="1" dirty="0"/>
              <a:t>84,6%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7877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E3EC3-09C0-A166-D9E0-1BA06C38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736DAB-5A3E-F332-506F-D8865BD95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0841" y="404390"/>
            <a:ext cx="4675264" cy="60492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John Guttag - MIT EECS">
            <a:extLst>
              <a:ext uri="{FF2B5EF4-FFF2-40B4-BE49-F238E27FC236}">
                <a16:creationId xmlns:a16="http://schemas.microsoft.com/office/drawing/2014/main" id="{CC30A64B-3CC1-B967-631E-9D5FB452E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265" y="1499015"/>
            <a:ext cx="1929986" cy="19299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rchivo:MIT logo 2003-2023.svg - Wikipedia, la enciclopedia libre">
            <a:extLst>
              <a:ext uri="{FF2B5EF4-FFF2-40B4-BE49-F238E27FC236}">
                <a16:creationId xmlns:a16="http://schemas.microsoft.com/office/drawing/2014/main" id="{C6477E2A-1A82-8EB1-44A4-9F3D11644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276" y="4118392"/>
            <a:ext cx="1883964" cy="9743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F39B68-97A5-4164-7A7F-DF91CA4D09AC}"/>
              </a:ext>
            </a:extLst>
          </p:cNvPr>
          <p:cNvSpPr txBox="1"/>
          <p:nvPr/>
        </p:nvSpPr>
        <p:spPr>
          <a:xfrm>
            <a:off x="8660249" y="5235160"/>
            <a:ext cx="13340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/>
              <a:t>MIT 6.01</a:t>
            </a:r>
          </a:p>
          <a:p>
            <a:pPr algn="ctr"/>
            <a:r>
              <a:rPr lang="es-ES" sz="2400" b="1"/>
              <a:t>MIT 6.02</a:t>
            </a:r>
            <a:endParaRPr lang="en-US" sz="2400" b="1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7B2EFDA-3C96-8384-8719-B1BCAEAD4D0E}"/>
              </a:ext>
            </a:extLst>
          </p:cNvPr>
          <p:cNvSpPr/>
          <p:nvPr/>
        </p:nvSpPr>
        <p:spPr>
          <a:xfrm>
            <a:off x="570419" y="288022"/>
            <a:ext cx="734506" cy="734506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ES" b="1"/>
              <a:t>1</a:t>
            </a:r>
            <a:r>
              <a:rPr lang="es-ES" b="1" baseline="30000"/>
              <a:t>era</a:t>
            </a:r>
          </a:p>
          <a:p>
            <a:pPr algn="ctr"/>
            <a:r>
              <a:rPr lang="es-ES"/>
              <a:t>parte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5CC8A0-DB08-5F4C-E610-1002FC5978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5352"/>
          <a:stretch>
            <a:fillRect/>
          </a:stretch>
        </p:blipFill>
        <p:spPr>
          <a:xfrm>
            <a:off x="700396" y="1214235"/>
            <a:ext cx="474552" cy="569560"/>
          </a:xfrm>
          <a:prstGeom prst="rect">
            <a:avLst/>
          </a:prstGeom>
        </p:spPr>
      </p:pic>
      <p:pic>
        <p:nvPicPr>
          <p:cNvPr id="3" name="Picture 2" descr="Bioinformatics Algorithms: An Active Learning Approach : Phillip Compeau, Pavel Pevzner: Amazon.com.au: Books">
            <a:extLst>
              <a:ext uri="{FF2B5EF4-FFF2-40B4-BE49-F238E27FC236}">
                <a16:creationId xmlns:a16="http://schemas.microsoft.com/office/drawing/2014/main" id="{01F1D410-62A0-37AE-5E40-09467396F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419" y="2964786"/>
            <a:ext cx="2873142" cy="36805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5141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A65C0-3D54-4E13-359D-01C094AE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Conceptos</a:t>
            </a:r>
            <a:endParaRPr lang="en-US"/>
          </a:p>
        </p:txBody>
      </p:sp>
      <p:pic>
        <p:nvPicPr>
          <p:cNvPr id="4" name="Picture 3" descr="Types Of Data Structures 👉 Tech The World">
            <a:extLst>
              <a:ext uri="{FF2B5EF4-FFF2-40B4-BE49-F238E27FC236}">
                <a16:creationId xmlns:a16="http://schemas.microsoft.com/office/drawing/2014/main" id="{E311C0AE-50C0-C2CD-4F2F-EDDD454749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15" t="4415" r="4415" b="4415"/>
          <a:stretch>
            <a:fillRect/>
          </a:stretch>
        </p:blipFill>
        <p:spPr>
          <a:xfrm>
            <a:off x="783483" y="2703921"/>
            <a:ext cx="2468810" cy="31035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CDB5A9-E545-AA3A-1E17-D43287B6B0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66" t="21094" r="9766" b="24414"/>
          <a:stretch>
            <a:fillRect/>
          </a:stretch>
        </p:blipFill>
        <p:spPr>
          <a:xfrm>
            <a:off x="3776235" y="2172950"/>
            <a:ext cx="3709624" cy="12560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F9B64C-897C-2185-BD83-568CF4302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742" y="4827093"/>
            <a:ext cx="3515096" cy="1190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C32B22-736D-80F7-D79D-C3CB95DBE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331" y="2339001"/>
            <a:ext cx="3200594" cy="1828912"/>
          </a:xfrm>
          <a:prstGeom prst="rect">
            <a:avLst/>
          </a:prstGeom>
        </p:spPr>
      </p:pic>
      <p:pic>
        <p:nvPicPr>
          <p:cNvPr id="11" name="Picture 10" descr="How to find time complexity of an algorithm? | Adrian Mejia Blog">
            <a:extLst>
              <a:ext uri="{FF2B5EF4-FFF2-40B4-BE49-F238E27FC236}">
                <a16:creationId xmlns:a16="http://schemas.microsoft.com/office/drawing/2014/main" id="{C376C533-C43A-D932-B1CF-E372EAD7A5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136" y="4471431"/>
            <a:ext cx="1916354" cy="20214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8C0E24-28C4-1992-DC5D-D18CC65A0B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456" r="34693"/>
          <a:stretch>
            <a:fillRect/>
          </a:stretch>
        </p:blipFill>
        <p:spPr>
          <a:xfrm>
            <a:off x="5859142" y="4022450"/>
            <a:ext cx="1532258" cy="25052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E9031E-A06E-485E-198C-93CC0F6ED241}"/>
              </a:ext>
            </a:extLst>
          </p:cNvPr>
          <p:cNvSpPr txBox="1"/>
          <p:nvPr/>
        </p:nvSpPr>
        <p:spPr>
          <a:xfrm>
            <a:off x="608187" y="2303811"/>
            <a:ext cx="2819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/>
              <a:t>Estructuras de datos</a:t>
            </a:r>
            <a:endParaRPr lang="en-US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8E0F46-B078-63E4-4967-FBFF5F46CCC3}"/>
              </a:ext>
            </a:extLst>
          </p:cNvPr>
          <p:cNvSpPr txBox="1"/>
          <p:nvPr/>
        </p:nvSpPr>
        <p:spPr>
          <a:xfrm>
            <a:off x="4258700" y="1801669"/>
            <a:ext cx="27470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/>
              <a:t>Iteración y recursión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6DCFB0-DDDE-E492-4198-78C8DDB41BD7}"/>
              </a:ext>
            </a:extLst>
          </p:cNvPr>
          <p:cNvSpPr txBox="1"/>
          <p:nvPr/>
        </p:nvSpPr>
        <p:spPr>
          <a:xfrm>
            <a:off x="8736229" y="4426983"/>
            <a:ext cx="1774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/>
              <a:t>Abstracción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6288B6-76ED-A6FE-83E4-4895AD696C5C}"/>
              </a:ext>
            </a:extLst>
          </p:cNvPr>
          <p:cNvSpPr txBox="1"/>
          <p:nvPr/>
        </p:nvSpPr>
        <p:spPr>
          <a:xfrm>
            <a:off x="8825554" y="1966926"/>
            <a:ext cx="17041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/>
              <a:t>Modularidad</a:t>
            </a:r>
            <a:endParaRPr lang="en-US" sz="2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1C1E1E-FA0E-398A-4FCE-940548A9D66C}"/>
              </a:ext>
            </a:extLst>
          </p:cNvPr>
          <p:cNvSpPr txBox="1"/>
          <p:nvPr/>
        </p:nvSpPr>
        <p:spPr>
          <a:xfrm>
            <a:off x="3698140" y="3993276"/>
            <a:ext cx="16323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/>
              <a:t>Complejidad</a:t>
            </a:r>
            <a:endParaRPr lang="en-US" sz="2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9301E7-1BA8-4FD8-DA80-547C598E7DCC}"/>
              </a:ext>
            </a:extLst>
          </p:cNvPr>
          <p:cNvSpPr txBox="1"/>
          <p:nvPr/>
        </p:nvSpPr>
        <p:spPr>
          <a:xfrm>
            <a:off x="5859142" y="3614583"/>
            <a:ext cx="1532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/>
              <a:t>Algoritmos</a:t>
            </a:r>
          </a:p>
        </p:txBody>
      </p:sp>
    </p:spTree>
    <p:extLst>
      <p:ext uri="{BB962C8B-B14F-4D97-AF65-F5344CB8AC3E}">
        <p14:creationId xmlns:p14="http://schemas.microsoft.com/office/powerpoint/2010/main" val="2625385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CD5B7E-EF8A-E9D7-7743-4DE13C10E29D}"/>
              </a:ext>
            </a:extLst>
          </p:cNvPr>
          <p:cNvCxnSpPr>
            <a:cxnSpLocks/>
          </p:cNvCxnSpPr>
          <p:nvPr/>
        </p:nvCxnSpPr>
        <p:spPr>
          <a:xfrm>
            <a:off x="3903572" y="3324225"/>
            <a:ext cx="43848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58CE098-D651-1BC9-3747-F0D9481FBBF1}"/>
              </a:ext>
            </a:extLst>
          </p:cNvPr>
          <p:cNvSpPr/>
          <p:nvPr/>
        </p:nvSpPr>
        <p:spPr>
          <a:xfrm>
            <a:off x="570419" y="288022"/>
            <a:ext cx="734506" cy="7345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ES" b="1"/>
              <a:t>2</a:t>
            </a:r>
            <a:r>
              <a:rPr lang="es-ES" b="1" baseline="30000"/>
              <a:t>da</a:t>
            </a:r>
          </a:p>
          <a:p>
            <a:pPr algn="ctr"/>
            <a:r>
              <a:rPr lang="es-ES"/>
              <a:t>parte</a:t>
            </a:r>
            <a:endParaRPr lang="en-US"/>
          </a:p>
        </p:txBody>
      </p:sp>
      <p:pic>
        <p:nvPicPr>
          <p:cNvPr id="10" name="Picture 9" descr="Medium">
            <a:extLst>
              <a:ext uri="{FF2B5EF4-FFF2-40B4-BE49-F238E27FC236}">
                <a16:creationId xmlns:a16="http://schemas.microsoft.com/office/drawing/2014/main" id="{D960469B-D58C-6B4C-BA1F-DCBC72FD576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05325" y="2541818"/>
            <a:ext cx="3181350" cy="1564814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8D909D-3182-547A-E9BE-74DF98C4AB89}"/>
              </a:ext>
            </a:extLst>
          </p:cNvPr>
          <p:cNvSpPr txBox="1"/>
          <p:nvPr/>
        </p:nvSpPr>
        <p:spPr>
          <a:xfrm>
            <a:off x="4913945" y="1718384"/>
            <a:ext cx="2364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Grupos de 5 personas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A97B2-8301-D771-B1D5-96DBD8FB6638}"/>
              </a:ext>
            </a:extLst>
          </p:cNvPr>
          <p:cNvSpPr txBox="1"/>
          <p:nvPr/>
        </p:nvSpPr>
        <p:spPr>
          <a:xfrm>
            <a:off x="767015" y="3139559"/>
            <a:ext cx="319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Ejemplos de problemas reales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5B9B-AF57-3697-29AA-D07153679B7F}"/>
              </a:ext>
            </a:extLst>
          </p:cNvPr>
          <p:cNvSpPr txBox="1"/>
          <p:nvPr/>
        </p:nvSpPr>
        <p:spPr>
          <a:xfrm>
            <a:off x="8456982" y="3139559"/>
            <a:ext cx="2965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Soluciones de código reales</a:t>
            </a:r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F8C225-3C7D-2714-8738-EAC880C5E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605" y="4889039"/>
            <a:ext cx="2571752" cy="145802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92670B-BD79-48BB-42C5-FA1FD6A01316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7123481" y="3714750"/>
            <a:ext cx="0" cy="1174289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3A57DC7-5373-079F-F8F8-2FC5C06B1BF9}"/>
              </a:ext>
            </a:extLst>
          </p:cNvPr>
          <p:cNvSpPr/>
          <p:nvPr/>
        </p:nvSpPr>
        <p:spPr>
          <a:xfrm>
            <a:off x="8169282" y="5949225"/>
            <a:ext cx="480150" cy="480150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ES" b="1" err="1"/>
              <a:t>PIs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34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upplementary_video_3-SEC31_pseudo_trajectory">
            <a:hlinkClick r:id="" action="ppaction://media"/>
            <a:extLst>
              <a:ext uri="{FF2B5EF4-FFF2-40B4-BE49-F238E27FC236}">
                <a16:creationId xmlns:a16="http://schemas.microsoft.com/office/drawing/2014/main" id="{C7DAC6F4-3FB4-FD3F-E551-04D4504E97E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12620" y="4370349"/>
            <a:ext cx="2038530" cy="1404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237203-B749-AF1A-D709-E3E30F27A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¿Qué aprenderemos?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C66975-C914-E41A-7889-FD0AB9E52ED2}"/>
              </a:ext>
            </a:extLst>
          </p:cNvPr>
          <p:cNvSpPr txBox="1"/>
          <p:nvPr/>
        </p:nvSpPr>
        <p:spPr>
          <a:xfrm>
            <a:off x="5280075" y="2549148"/>
            <a:ext cx="163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/>
              <a:t>Instrucciones</a:t>
            </a:r>
          </a:p>
        </p:txBody>
      </p:sp>
      <p:grpSp>
        <p:nvGrpSpPr>
          <p:cNvPr id="19" name="Graphic 9">
            <a:extLst>
              <a:ext uri="{FF2B5EF4-FFF2-40B4-BE49-F238E27FC236}">
                <a16:creationId xmlns:a16="http://schemas.microsoft.com/office/drawing/2014/main" id="{D38A6056-DF81-5CC9-2DFD-88629260DAAE}"/>
              </a:ext>
            </a:extLst>
          </p:cNvPr>
          <p:cNvGrpSpPr/>
          <p:nvPr/>
        </p:nvGrpSpPr>
        <p:grpSpPr>
          <a:xfrm>
            <a:off x="4084531" y="5406843"/>
            <a:ext cx="373604" cy="304956"/>
            <a:chOff x="1505087" y="4809315"/>
            <a:chExt cx="842483" cy="687679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4F20BE-A217-FE62-D6C2-7D12F31CECCE}"/>
                </a:ext>
              </a:extLst>
            </p:cNvPr>
            <p:cNvSpPr/>
            <p:nvPr/>
          </p:nvSpPr>
          <p:spPr>
            <a:xfrm>
              <a:off x="1505087" y="4809315"/>
              <a:ext cx="842483" cy="687679"/>
            </a:xfrm>
            <a:custGeom>
              <a:avLst/>
              <a:gdLst>
                <a:gd name="csX0" fmla="*/ 320275 w 842483"/>
                <a:gd name="csY0" fmla="*/ 319221 h 687679"/>
                <a:gd name="csX1" fmla="*/ 309025 w 842483"/>
                <a:gd name="csY1" fmla="*/ 319799 h 687679"/>
                <a:gd name="csX2" fmla="*/ 302747 w 842483"/>
                <a:gd name="csY2" fmla="*/ 313633 h 687679"/>
                <a:gd name="csX3" fmla="*/ 303660 w 842483"/>
                <a:gd name="csY3" fmla="*/ 304693 h 687679"/>
                <a:gd name="csX4" fmla="*/ 299227 w 842483"/>
                <a:gd name="csY4" fmla="*/ 295789 h 687679"/>
                <a:gd name="csX5" fmla="*/ 269219 w 842483"/>
                <a:gd name="csY5" fmla="*/ 282844 h 687679"/>
                <a:gd name="csX6" fmla="*/ 260390 w 842483"/>
                <a:gd name="csY6" fmla="*/ 281167 h 687679"/>
                <a:gd name="csX7" fmla="*/ 257689 w 842483"/>
                <a:gd name="csY7" fmla="*/ 280199 h 687679"/>
                <a:gd name="csX8" fmla="*/ 267226 w 842483"/>
                <a:gd name="csY8" fmla="*/ 278094 h 687679"/>
                <a:gd name="csX9" fmla="*/ 294980 w 842483"/>
                <a:gd name="csY9" fmla="*/ 289084 h 687679"/>
                <a:gd name="csX10" fmla="*/ 296917 w 842483"/>
                <a:gd name="csY10" fmla="*/ 290238 h 687679"/>
                <a:gd name="csX11" fmla="*/ 309881 w 842483"/>
                <a:gd name="csY11" fmla="*/ 287314 h 687679"/>
                <a:gd name="csX12" fmla="*/ 315115 w 842483"/>
                <a:gd name="csY12" fmla="*/ 281745 h 687679"/>
                <a:gd name="csX13" fmla="*/ 331730 w 842483"/>
                <a:gd name="csY13" fmla="*/ 277684 h 687679"/>
                <a:gd name="csX14" fmla="*/ 369468 w 842483"/>
                <a:gd name="csY14" fmla="*/ 294280 h 687679"/>
                <a:gd name="csX15" fmla="*/ 374516 w 842483"/>
                <a:gd name="csY15" fmla="*/ 310821 h 687679"/>
                <a:gd name="csX16" fmla="*/ 380476 w 842483"/>
                <a:gd name="csY16" fmla="*/ 314826 h 687679"/>
                <a:gd name="csX17" fmla="*/ 417879 w 842483"/>
                <a:gd name="csY17" fmla="*/ 311864 h 687679"/>
                <a:gd name="csX18" fmla="*/ 442764 w 842483"/>
                <a:gd name="csY18" fmla="*/ 315012 h 687679"/>
                <a:gd name="csX19" fmla="*/ 470406 w 842483"/>
                <a:gd name="csY19" fmla="*/ 301042 h 687679"/>
                <a:gd name="csX20" fmla="*/ 492590 w 842483"/>
                <a:gd name="csY20" fmla="*/ 265968 h 687679"/>
                <a:gd name="csX21" fmla="*/ 494043 w 842483"/>
                <a:gd name="csY21" fmla="*/ 262317 h 687679"/>
                <a:gd name="csX22" fmla="*/ 478304 w 842483"/>
                <a:gd name="csY22" fmla="*/ 230652 h 687679"/>
                <a:gd name="csX23" fmla="*/ 454182 w 842483"/>
                <a:gd name="csY23" fmla="*/ 229124 h 687679"/>
                <a:gd name="csX24" fmla="*/ 452208 w 842483"/>
                <a:gd name="csY24" fmla="*/ 226535 h 687679"/>
                <a:gd name="csX25" fmla="*/ 468320 w 842483"/>
                <a:gd name="csY25" fmla="*/ 198819 h 687679"/>
                <a:gd name="csX26" fmla="*/ 466141 w 842483"/>
                <a:gd name="csY26" fmla="*/ 177286 h 687679"/>
                <a:gd name="csX27" fmla="*/ 454294 w 842483"/>
                <a:gd name="csY27" fmla="*/ 158064 h 687679"/>
                <a:gd name="csX28" fmla="*/ 450289 w 842483"/>
                <a:gd name="csY28" fmla="*/ 135879 h 687679"/>
                <a:gd name="csX29" fmla="*/ 463812 w 842483"/>
                <a:gd name="csY29" fmla="*/ 91138 h 687679"/>
                <a:gd name="csX30" fmla="*/ 492795 w 842483"/>
                <a:gd name="csY30" fmla="*/ 53270 h 687679"/>
                <a:gd name="csX31" fmla="*/ 529080 w 842483"/>
                <a:gd name="csY31" fmla="*/ 22797 h 687679"/>
                <a:gd name="csX32" fmla="*/ 575833 w 842483"/>
                <a:gd name="csY32" fmla="*/ 2624 h 687679"/>
                <a:gd name="csX33" fmla="*/ 638456 w 842483"/>
                <a:gd name="csY33" fmla="*/ 23579 h 687679"/>
                <a:gd name="csX34" fmla="*/ 645050 w 842483"/>
                <a:gd name="csY34" fmla="*/ 31291 h 687679"/>
                <a:gd name="csX35" fmla="*/ 655425 w 842483"/>
                <a:gd name="csY35" fmla="*/ 75641 h 687679"/>
                <a:gd name="csX36" fmla="*/ 607238 w 842483"/>
                <a:gd name="csY36" fmla="*/ 170711 h 687679"/>
                <a:gd name="csX37" fmla="*/ 574045 w 842483"/>
                <a:gd name="csY37" fmla="*/ 195988 h 687679"/>
                <a:gd name="csX38" fmla="*/ 537630 w 842483"/>
                <a:gd name="csY38" fmla="*/ 196286 h 687679"/>
                <a:gd name="csX39" fmla="*/ 515538 w 842483"/>
                <a:gd name="csY39" fmla="*/ 195596 h 687679"/>
                <a:gd name="csX40" fmla="*/ 481955 w 842483"/>
                <a:gd name="csY40" fmla="*/ 224281 h 687679"/>
                <a:gd name="csX41" fmla="*/ 483221 w 842483"/>
                <a:gd name="csY41" fmla="*/ 228100 h 687679"/>
                <a:gd name="csX42" fmla="*/ 500693 w 842483"/>
                <a:gd name="csY42" fmla="*/ 250415 h 687679"/>
                <a:gd name="csX43" fmla="*/ 500507 w 842483"/>
                <a:gd name="csY43" fmla="*/ 256543 h 687679"/>
                <a:gd name="csX44" fmla="*/ 487803 w 842483"/>
                <a:gd name="csY44" fmla="*/ 287780 h 687679"/>
                <a:gd name="csX45" fmla="*/ 432333 w 842483"/>
                <a:gd name="csY45" fmla="*/ 319650 h 687679"/>
                <a:gd name="csX46" fmla="*/ 414787 w 842483"/>
                <a:gd name="csY46" fmla="*/ 315627 h 687679"/>
                <a:gd name="csX47" fmla="*/ 399289 w 842483"/>
                <a:gd name="csY47" fmla="*/ 312888 h 687679"/>
                <a:gd name="csX48" fmla="*/ 387536 w 842483"/>
                <a:gd name="csY48" fmla="*/ 317452 h 687679"/>
                <a:gd name="csX49" fmla="*/ 408770 w 842483"/>
                <a:gd name="csY49" fmla="*/ 322928 h 687679"/>
                <a:gd name="csX50" fmla="*/ 454424 w 842483"/>
                <a:gd name="csY50" fmla="*/ 323841 h 687679"/>
                <a:gd name="csX51" fmla="*/ 497228 w 842483"/>
                <a:gd name="csY51" fmla="*/ 330751 h 687679"/>
                <a:gd name="csX52" fmla="*/ 522840 w 842483"/>
                <a:gd name="csY52" fmla="*/ 320265 h 687679"/>
                <a:gd name="csX53" fmla="*/ 546477 w 842483"/>
                <a:gd name="csY53" fmla="*/ 295398 h 687679"/>
                <a:gd name="csX54" fmla="*/ 587605 w 842483"/>
                <a:gd name="csY54" fmla="*/ 280832 h 687679"/>
                <a:gd name="csX55" fmla="*/ 665669 w 842483"/>
                <a:gd name="csY55" fmla="*/ 287985 h 687679"/>
                <a:gd name="csX56" fmla="*/ 752712 w 842483"/>
                <a:gd name="csY56" fmla="*/ 319911 h 687679"/>
                <a:gd name="csX57" fmla="*/ 817197 w 842483"/>
                <a:gd name="csY57" fmla="*/ 369532 h 687679"/>
                <a:gd name="csX58" fmla="*/ 840704 w 842483"/>
                <a:gd name="csY58" fmla="*/ 410883 h 687679"/>
                <a:gd name="csX59" fmla="*/ 834930 w 842483"/>
                <a:gd name="csY59" fmla="*/ 459201 h 687679"/>
                <a:gd name="csX60" fmla="*/ 803414 w 842483"/>
                <a:gd name="csY60" fmla="*/ 483471 h 687679"/>
                <a:gd name="csX61" fmla="*/ 679006 w 842483"/>
                <a:gd name="csY61" fmla="*/ 481609 h 687679"/>
                <a:gd name="csX62" fmla="*/ 578050 w 842483"/>
                <a:gd name="csY62" fmla="*/ 453184 h 687679"/>
                <a:gd name="csX63" fmla="*/ 553611 w 842483"/>
                <a:gd name="csY63" fmla="*/ 445957 h 687679"/>
                <a:gd name="csX64" fmla="*/ 561863 w 842483"/>
                <a:gd name="csY64" fmla="*/ 470135 h 687679"/>
                <a:gd name="csX65" fmla="*/ 572871 w 842483"/>
                <a:gd name="csY65" fmla="*/ 513255 h 687679"/>
                <a:gd name="csX66" fmla="*/ 570170 w 842483"/>
                <a:gd name="csY66" fmla="*/ 529628 h 687679"/>
                <a:gd name="csX67" fmla="*/ 550277 w 842483"/>
                <a:gd name="csY67" fmla="*/ 559449 h 687679"/>
                <a:gd name="csX68" fmla="*/ 464855 w 842483"/>
                <a:gd name="csY68" fmla="*/ 569843 h 687679"/>
                <a:gd name="csX69" fmla="*/ 411732 w 842483"/>
                <a:gd name="csY69" fmla="*/ 515863 h 687679"/>
                <a:gd name="csX70" fmla="*/ 414470 w 842483"/>
                <a:gd name="csY70" fmla="*/ 452551 h 687679"/>
                <a:gd name="csX71" fmla="*/ 420915 w 842483"/>
                <a:gd name="csY71" fmla="*/ 440630 h 687679"/>
                <a:gd name="csX72" fmla="*/ 422740 w 842483"/>
                <a:gd name="csY72" fmla="*/ 431391 h 687679"/>
                <a:gd name="csX73" fmla="*/ 414899 w 842483"/>
                <a:gd name="csY73" fmla="*/ 396187 h 687679"/>
                <a:gd name="csX74" fmla="*/ 408714 w 842483"/>
                <a:gd name="csY74" fmla="*/ 385979 h 687679"/>
                <a:gd name="csX75" fmla="*/ 406926 w 842483"/>
                <a:gd name="csY75" fmla="*/ 396652 h 687679"/>
                <a:gd name="csX76" fmla="*/ 366227 w 842483"/>
                <a:gd name="csY76" fmla="*/ 449552 h 687679"/>
                <a:gd name="csX77" fmla="*/ 347489 w 842483"/>
                <a:gd name="csY77" fmla="*/ 459964 h 687679"/>
                <a:gd name="csX78" fmla="*/ 324280 w 842483"/>
                <a:gd name="csY78" fmla="*/ 466465 h 687679"/>
                <a:gd name="csX79" fmla="*/ 299152 w 842483"/>
                <a:gd name="csY79" fmla="*/ 456872 h 687679"/>
                <a:gd name="csX80" fmla="*/ 279781 w 842483"/>
                <a:gd name="csY80" fmla="*/ 415111 h 687679"/>
                <a:gd name="csX81" fmla="*/ 279669 w 842483"/>
                <a:gd name="csY81" fmla="*/ 410585 h 687679"/>
                <a:gd name="csX82" fmla="*/ 276447 w 842483"/>
                <a:gd name="csY82" fmla="*/ 408592 h 687679"/>
                <a:gd name="csX83" fmla="*/ 245713 w 842483"/>
                <a:gd name="csY83" fmla="*/ 436607 h 687679"/>
                <a:gd name="csX84" fmla="*/ 245061 w 842483"/>
                <a:gd name="csY84" fmla="*/ 451266 h 687679"/>
                <a:gd name="csX85" fmla="*/ 260223 w 842483"/>
                <a:gd name="csY85" fmla="*/ 491928 h 687679"/>
                <a:gd name="csX86" fmla="*/ 267189 w 842483"/>
                <a:gd name="csY86" fmla="*/ 538718 h 687679"/>
                <a:gd name="csX87" fmla="*/ 262588 w 842483"/>
                <a:gd name="csY87" fmla="*/ 549484 h 687679"/>
                <a:gd name="csX88" fmla="*/ 201158 w 842483"/>
                <a:gd name="csY88" fmla="*/ 616074 h 687679"/>
                <a:gd name="csX89" fmla="*/ 170312 w 842483"/>
                <a:gd name="csY89" fmla="*/ 645746 h 687679"/>
                <a:gd name="csX90" fmla="*/ 134865 w 842483"/>
                <a:gd name="csY90" fmla="*/ 669123 h 687679"/>
                <a:gd name="csX91" fmla="*/ 74217 w 842483"/>
                <a:gd name="csY91" fmla="*/ 686148 h 687679"/>
                <a:gd name="csX92" fmla="*/ 29662 w 842483"/>
                <a:gd name="csY92" fmla="*/ 683708 h 687679"/>
                <a:gd name="csX93" fmla="*/ 14872 w 842483"/>
                <a:gd name="csY93" fmla="*/ 671973 h 687679"/>
                <a:gd name="csX94" fmla="*/ 269 w 842483"/>
                <a:gd name="csY94" fmla="*/ 625928 h 687679"/>
                <a:gd name="csX95" fmla="*/ 28079 w 842483"/>
                <a:gd name="csY95" fmla="*/ 528156 h 687679"/>
                <a:gd name="csX96" fmla="*/ 74645 w 842483"/>
                <a:gd name="csY96" fmla="*/ 467545 h 687679"/>
                <a:gd name="csX97" fmla="*/ 99661 w 842483"/>
                <a:gd name="csY97" fmla="*/ 439233 h 687679"/>
                <a:gd name="csX98" fmla="*/ 151350 w 842483"/>
                <a:gd name="csY98" fmla="*/ 415149 h 687679"/>
                <a:gd name="csX99" fmla="*/ 183406 w 842483"/>
                <a:gd name="csY99" fmla="*/ 415391 h 687679"/>
                <a:gd name="csX100" fmla="*/ 200841 w 842483"/>
                <a:gd name="csY100" fmla="*/ 415409 h 687679"/>
                <a:gd name="csX101" fmla="*/ 233959 w 842483"/>
                <a:gd name="csY101" fmla="*/ 404867 h 687679"/>
                <a:gd name="csX102" fmla="*/ 281550 w 842483"/>
                <a:gd name="csY102" fmla="*/ 371506 h 687679"/>
                <a:gd name="csX103" fmla="*/ 298277 w 842483"/>
                <a:gd name="csY103" fmla="*/ 354873 h 687679"/>
                <a:gd name="csX104" fmla="*/ 302617 w 842483"/>
                <a:gd name="csY104" fmla="*/ 351297 h 687679"/>
                <a:gd name="csX105" fmla="*/ 327893 w 842483"/>
                <a:gd name="csY105" fmla="*/ 318123 h 687679"/>
                <a:gd name="csX106" fmla="*/ 327577 w 842483"/>
                <a:gd name="csY106" fmla="*/ 316427 h 687679"/>
                <a:gd name="csX107" fmla="*/ 328936 w 842483"/>
                <a:gd name="csY107" fmla="*/ 315329 h 687679"/>
                <a:gd name="csX108" fmla="*/ 332308 w 842483"/>
                <a:gd name="csY108" fmla="*/ 318514 h 687679"/>
                <a:gd name="csX109" fmla="*/ 316922 w 842483"/>
                <a:gd name="csY109" fmla="*/ 345373 h 687679"/>
                <a:gd name="csX110" fmla="*/ 309006 w 842483"/>
                <a:gd name="csY110" fmla="*/ 352507 h 687679"/>
                <a:gd name="csX111" fmla="*/ 286058 w 842483"/>
                <a:gd name="csY111" fmla="*/ 386482 h 687679"/>
                <a:gd name="csX112" fmla="*/ 285425 w 842483"/>
                <a:gd name="csY112" fmla="*/ 427498 h 687679"/>
                <a:gd name="csX113" fmla="*/ 318859 w 842483"/>
                <a:gd name="csY113" fmla="*/ 461883 h 687679"/>
                <a:gd name="csX114" fmla="*/ 339740 w 842483"/>
                <a:gd name="csY114" fmla="*/ 458400 h 687679"/>
                <a:gd name="csX115" fmla="*/ 383848 w 842483"/>
                <a:gd name="csY115" fmla="*/ 430534 h 687679"/>
                <a:gd name="csX116" fmla="*/ 404673 w 842483"/>
                <a:gd name="csY116" fmla="*/ 383074 h 687679"/>
                <a:gd name="csX117" fmla="*/ 407932 w 842483"/>
                <a:gd name="csY117" fmla="*/ 347143 h 687679"/>
                <a:gd name="csX118" fmla="*/ 406870 w 842483"/>
                <a:gd name="csY118" fmla="*/ 338202 h 687679"/>
                <a:gd name="csX119" fmla="*/ 385841 w 842483"/>
                <a:gd name="csY119" fmla="*/ 322127 h 687679"/>
                <a:gd name="csX120" fmla="*/ 371778 w 842483"/>
                <a:gd name="csY120" fmla="*/ 321066 h 687679"/>
                <a:gd name="csX121" fmla="*/ 369543 w 842483"/>
                <a:gd name="csY121" fmla="*/ 317415 h 687679"/>
                <a:gd name="csX122" fmla="*/ 361477 w 842483"/>
                <a:gd name="csY122" fmla="*/ 292772 h 687679"/>
                <a:gd name="csX123" fmla="*/ 334785 w 842483"/>
                <a:gd name="csY123" fmla="*/ 282769 h 687679"/>
                <a:gd name="csX124" fmla="*/ 330892 w 842483"/>
                <a:gd name="csY124" fmla="*/ 283421 h 687679"/>
                <a:gd name="csX125" fmla="*/ 307032 w 842483"/>
                <a:gd name="csY125" fmla="*/ 308232 h 687679"/>
                <a:gd name="csX126" fmla="*/ 308354 w 842483"/>
                <a:gd name="csY126" fmla="*/ 315794 h 687679"/>
                <a:gd name="csX127" fmla="*/ 314687 w 842483"/>
                <a:gd name="csY127" fmla="*/ 316875 h 687679"/>
                <a:gd name="csX128" fmla="*/ 320275 w 842483"/>
                <a:gd name="csY128" fmla="*/ 319221 h 68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842483" h="687679">
                  <a:moveTo>
                    <a:pt x="320275" y="319221"/>
                  </a:moveTo>
                  <a:cubicBezTo>
                    <a:pt x="316531" y="319408"/>
                    <a:pt x="312769" y="319557"/>
                    <a:pt x="309025" y="319799"/>
                  </a:cubicBezTo>
                  <a:cubicBezTo>
                    <a:pt x="304573" y="320097"/>
                    <a:pt x="302803" y="317526"/>
                    <a:pt x="302747" y="313633"/>
                  </a:cubicBezTo>
                  <a:cubicBezTo>
                    <a:pt x="302710" y="310635"/>
                    <a:pt x="302673" y="307431"/>
                    <a:pt x="303660" y="304693"/>
                  </a:cubicBezTo>
                  <a:cubicBezTo>
                    <a:pt x="305467" y="299775"/>
                    <a:pt x="303511" y="297819"/>
                    <a:pt x="299227" y="295789"/>
                  </a:cubicBezTo>
                  <a:cubicBezTo>
                    <a:pt x="289373" y="291114"/>
                    <a:pt x="279594" y="286290"/>
                    <a:pt x="269219" y="282844"/>
                  </a:cubicBezTo>
                  <a:cubicBezTo>
                    <a:pt x="266332" y="281894"/>
                    <a:pt x="263426" y="281223"/>
                    <a:pt x="260390" y="281167"/>
                  </a:cubicBezTo>
                  <a:cubicBezTo>
                    <a:pt x="259124" y="281838"/>
                    <a:pt x="258155" y="281707"/>
                    <a:pt x="257689" y="280199"/>
                  </a:cubicBezTo>
                  <a:cubicBezTo>
                    <a:pt x="260111" y="276119"/>
                    <a:pt x="263892" y="277237"/>
                    <a:pt x="267226" y="278094"/>
                  </a:cubicBezTo>
                  <a:cubicBezTo>
                    <a:pt x="276931" y="280590"/>
                    <a:pt x="286058" y="284576"/>
                    <a:pt x="294980" y="289084"/>
                  </a:cubicBezTo>
                  <a:cubicBezTo>
                    <a:pt x="295651" y="289419"/>
                    <a:pt x="296265" y="289866"/>
                    <a:pt x="296917" y="290238"/>
                  </a:cubicBezTo>
                  <a:cubicBezTo>
                    <a:pt x="304536" y="294504"/>
                    <a:pt x="304983" y="294411"/>
                    <a:pt x="309881" y="287314"/>
                  </a:cubicBezTo>
                  <a:cubicBezTo>
                    <a:pt x="311073" y="284948"/>
                    <a:pt x="313029" y="283291"/>
                    <a:pt x="315115" y="281745"/>
                  </a:cubicBezTo>
                  <a:cubicBezTo>
                    <a:pt x="319809" y="277032"/>
                    <a:pt x="326124" y="278522"/>
                    <a:pt x="331730" y="277684"/>
                  </a:cubicBezTo>
                  <a:cubicBezTo>
                    <a:pt x="347619" y="275337"/>
                    <a:pt x="360658" y="279957"/>
                    <a:pt x="369468" y="294280"/>
                  </a:cubicBezTo>
                  <a:cubicBezTo>
                    <a:pt x="372635" y="299440"/>
                    <a:pt x="374125" y="304991"/>
                    <a:pt x="374516" y="310821"/>
                  </a:cubicBezTo>
                  <a:cubicBezTo>
                    <a:pt x="374814" y="315217"/>
                    <a:pt x="376323" y="316707"/>
                    <a:pt x="380476" y="314826"/>
                  </a:cubicBezTo>
                  <a:cubicBezTo>
                    <a:pt x="392453" y="307729"/>
                    <a:pt x="404859" y="307449"/>
                    <a:pt x="417879" y="311864"/>
                  </a:cubicBezTo>
                  <a:cubicBezTo>
                    <a:pt x="425870" y="314565"/>
                    <a:pt x="434010" y="316055"/>
                    <a:pt x="442764" y="315012"/>
                  </a:cubicBezTo>
                  <a:cubicBezTo>
                    <a:pt x="453903" y="313671"/>
                    <a:pt x="462303" y="308008"/>
                    <a:pt x="470406" y="301042"/>
                  </a:cubicBezTo>
                  <a:cubicBezTo>
                    <a:pt x="481396" y="291580"/>
                    <a:pt x="489349" y="280292"/>
                    <a:pt x="492590" y="265968"/>
                  </a:cubicBezTo>
                  <a:cubicBezTo>
                    <a:pt x="492870" y="264683"/>
                    <a:pt x="493298" y="263379"/>
                    <a:pt x="494043" y="262317"/>
                  </a:cubicBezTo>
                  <a:cubicBezTo>
                    <a:pt x="502258" y="250694"/>
                    <a:pt x="491082" y="232626"/>
                    <a:pt x="478304" y="230652"/>
                  </a:cubicBezTo>
                  <a:cubicBezTo>
                    <a:pt x="470220" y="229404"/>
                    <a:pt x="462192" y="230149"/>
                    <a:pt x="454182" y="229124"/>
                  </a:cubicBezTo>
                  <a:cubicBezTo>
                    <a:pt x="453046" y="228640"/>
                    <a:pt x="451686" y="228286"/>
                    <a:pt x="452208" y="226535"/>
                  </a:cubicBezTo>
                  <a:cubicBezTo>
                    <a:pt x="457460" y="217222"/>
                    <a:pt x="464520" y="208989"/>
                    <a:pt x="468320" y="198819"/>
                  </a:cubicBezTo>
                  <a:cubicBezTo>
                    <a:pt x="471170" y="191238"/>
                    <a:pt x="470536" y="184141"/>
                    <a:pt x="466141" y="177286"/>
                  </a:cubicBezTo>
                  <a:cubicBezTo>
                    <a:pt x="462080" y="170953"/>
                    <a:pt x="458280" y="164453"/>
                    <a:pt x="454294" y="158064"/>
                  </a:cubicBezTo>
                  <a:cubicBezTo>
                    <a:pt x="450010" y="151191"/>
                    <a:pt x="448278" y="143665"/>
                    <a:pt x="450289" y="135879"/>
                  </a:cubicBezTo>
                  <a:cubicBezTo>
                    <a:pt x="454182" y="120792"/>
                    <a:pt x="457609" y="105462"/>
                    <a:pt x="463812" y="91138"/>
                  </a:cubicBezTo>
                  <a:cubicBezTo>
                    <a:pt x="470238" y="76274"/>
                    <a:pt x="481265" y="64297"/>
                    <a:pt x="492795" y="53270"/>
                  </a:cubicBezTo>
                  <a:cubicBezTo>
                    <a:pt x="504176" y="42374"/>
                    <a:pt x="516824" y="32762"/>
                    <a:pt x="529080" y="22797"/>
                  </a:cubicBezTo>
                  <a:cubicBezTo>
                    <a:pt x="542733" y="11696"/>
                    <a:pt x="559311" y="7300"/>
                    <a:pt x="575833" y="2624"/>
                  </a:cubicBezTo>
                  <a:cubicBezTo>
                    <a:pt x="601612" y="-4659"/>
                    <a:pt x="621953" y="3500"/>
                    <a:pt x="638456" y="23579"/>
                  </a:cubicBezTo>
                  <a:cubicBezTo>
                    <a:pt x="640598" y="26187"/>
                    <a:pt x="642610" y="28981"/>
                    <a:pt x="645050" y="31291"/>
                  </a:cubicBezTo>
                  <a:cubicBezTo>
                    <a:pt x="658386" y="43808"/>
                    <a:pt x="656784" y="59845"/>
                    <a:pt x="655425" y="75641"/>
                  </a:cubicBezTo>
                  <a:cubicBezTo>
                    <a:pt x="652128" y="113714"/>
                    <a:pt x="633818" y="144522"/>
                    <a:pt x="607238" y="170711"/>
                  </a:cubicBezTo>
                  <a:cubicBezTo>
                    <a:pt x="597365" y="180434"/>
                    <a:pt x="585500" y="188053"/>
                    <a:pt x="574045" y="195988"/>
                  </a:cubicBezTo>
                  <a:cubicBezTo>
                    <a:pt x="561956" y="204351"/>
                    <a:pt x="549476" y="201874"/>
                    <a:pt x="537630" y="196286"/>
                  </a:cubicBezTo>
                  <a:cubicBezTo>
                    <a:pt x="529937" y="192653"/>
                    <a:pt x="522952" y="191964"/>
                    <a:pt x="515538" y="195596"/>
                  </a:cubicBezTo>
                  <a:cubicBezTo>
                    <a:pt x="501904" y="202265"/>
                    <a:pt x="490933" y="212118"/>
                    <a:pt x="481955" y="224281"/>
                  </a:cubicBezTo>
                  <a:cubicBezTo>
                    <a:pt x="480409" y="226368"/>
                    <a:pt x="480483" y="227206"/>
                    <a:pt x="483221" y="228100"/>
                  </a:cubicBezTo>
                  <a:cubicBezTo>
                    <a:pt x="493931" y="231602"/>
                    <a:pt x="498495" y="240189"/>
                    <a:pt x="500693" y="250415"/>
                  </a:cubicBezTo>
                  <a:cubicBezTo>
                    <a:pt x="501121" y="252370"/>
                    <a:pt x="501326" y="254848"/>
                    <a:pt x="500507" y="256543"/>
                  </a:cubicBezTo>
                  <a:cubicBezTo>
                    <a:pt x="495571" y="266694"/>
                    <a:pt x="494546" y="278615"/>
                    <a:pt x="487803" y="287780"/>
                  </a:cubicBezTo>
                  <a:cubicBezTo>
                    <a:pt x="474113" y="306406"/>
                    <a:pt x="457945" y="321419"/>
                    <a:pt x="432333" y="319650"/>
                  </a:cubicBezTo>
                  <a:cubicBezTo>
                    <a:pt x="426261" y="319240"/>
                    <a:pt x="420449" y="317694"/>
                    <a:pt x="414787" y="315627"/>
                  </a:cubicBezTo>
                  <a:cubicBezTo>
                    <a:pt x="409758" y="313801"/>
                    <a:pt x="404542" y="313280"/>
                    <a:pt x="399289" y="312888"/>
                  </a:cubicBezTo>
                  <a:cubicBezTo>
                    <a:pt x="395192" y="312590"/>
                    <a:pt x="391485" y="313708"/>
                    <a:pt x="387536" y="317452"/>
                  </a:cubicBezTo>
                  <a:cubicBezTo>
                    <a:pt x="395322" y="318458"/>
                    <a:pt x="401059" y="323021"/>
                    <a:pt x="408770" y="322928"/>
                  </a:cubicBezTo>
                  <a:cubicBezTo>
                    <a:pt x="423988" y="322742"/>
                    <a:pt x="439374" y="320991"/>
                    <a:pt x="454424" y="323841"/>
                  </a:cubicBezTo>
                  <a:cubicBezTo>
                    <a:pt x="468636" y="326523"/>
                    <a:pt x="482830" y="329243"/>
                    <a:pt x="497228" y="330751"/>
                  </a:cubicBezTo>
                  <a:cubicBezTo>
                    <a:pt x="507510" y="331832"/>
                    <a:pt x="515892" y="327734"/>
                    <a:pt x="522840" y="320265"/>
                  </a:cubicBezTo>
                  <a:cubicBezTo>
                    <a:pt x="530626" y="311883"/>
                    <a:pt x="538002" y="303016"/>
                    <a:pt x="546477" y="295398"/>
                  </a:cubicBezTo>
                  <a:cubicBezTo>
                    <a:pt x="557989" y="285060"/>
                    <a:pt x="572462" y="280590"/>
                    <a:pt x="587605" y="280832"/>
                  </a:cubicBezTo>
                  <a:cubicBezTo>
                    <a:pt x="613757" y="281260"/>
                    <a:pt x="639965" y="283309"/>
                    <a:pt x="665669" y="287985"/>
                  </a:cubicBezTo>
                  <a:cubicBezTo>
                    <a:pt x="696348" y="293573"/>
                    <a:pt x="725237" y="304898"/>
                    <a:pt x="752712" y="319911"/>
                  </a:cubicBezTo>
                  <a:cubicBezTo>
                    <a:pt x="776852" y="333117"/>
                    <a:pt x="798962" y="348875"/>
                    <a:pt x="817197" y="369532"/>
                  </a:cubicBezTo>
                  <a:cubicBezTo>
                    <a:pt x="827833" y="381583"/>
                    <a:pt x="836606" y="395013"/>
                    <a:pt x="840704" y="410883"/>
                  </a:cubicBezTo>
                  <a:cubicBezTo>
                    <a:pt x="845044" y="427722"/>
                    <a:pt x="840797" y="443219"/>
                    <a:pt x="834930" y="459201"/>
                  </a:cubicBezTo>
                  <a:cubicBezTo>
                    <a:pt x="829193" y="474847"/>
                    <a:pt x="817849" y="480435"/>
                    <a:pt x="803414" y="483471"/>
                  </a:cubicBezTo>
                  <a:cubicBezTo>
                    <a:pt x="761802" y="492244"/>
                    <a:pt x="720245" y="490531"/>
                    <a:pt x="679006" y="481609"/>
                  </a:cubicBezTo>
                  <a:cubicBezTo>
                    <a:pt x="644807" y="474214"/>
                    <a:pt x="611131" y="464751"/>
                    <a:pt x="578050" y="453184"/>
                  </a:cubicBezTo>
                  <a:cubicBezTo>
                    <a:pt x="570301" y="450483"/>
                    <a:pt x="562124" y="448881"/>
                    <a:pt x="553611" y="445957"/>
                  </a:cubicBezTo>
                  <a:cubicBezTo>
                    <a:pt x="556517" y="454395"/>
                    <a:pt x="559479" y="462181"/>
                    <a:pt x="561863" y="470135"/>
                  </a:cubicBezTo>
                  <a:cubicBezTo>
                    <a:pt x="566128" y="484347"/>
                    <a:pt x="570841" y="498466"/>
                    <a:pt x="572871" y="513255"/>
                  </a:cubicBezTo>
                  <a:cubicBezTo>
                    <a:pt x="573672" y="519048"/>
                    <a:pt x="572909" y="524413"/>
                    <a:pt x="570170" y="529628"/>
                  </a:cubicBezTo>
                  <a:cubicBezTo>
                    <a:pt x="564564" y="540264"/>
                    <a:pt x="560019" y="551757"/>
                    <a:pt x="550277" y="559449"/>
                  </a:cubicBezTo>
                  <a:cubicBezTo>
                    <a:pt x="524014" y="580144"/>
                    <a:pt x="496018" y="586626"/>
                    <a:pt x="464855" y="569843"/>
                  </a:cubicBezTo>
                  <a:cubicBezTo>
                    <a:pt x="441460" y="557233"/>
                    <a:pt x="422070" y="540543"/>
                    <a:pt x="411732" y="515863"/>
                  </a:cubicBezTo>
                  <a:cubicBezTo>
                    <a:pt x="402959" y="494889"/>
                    <a:pt x="403611" y="473227"/>
                    <a:pt x="414470" y="452551"/>
                  </a:cubicBezTo>
                  <a:cubicBezTo>
                    <a:pt x="416575" y="448546"/>
                    <a:pt x="418661" y="444542"/>
                    <a:pt x="420915" y="440630"/>
                  </a:cubicBezTo>
                  <a:cubicBezTo>
                    <a:pt x="422591" y="437724"/>
                    <a:pt x="423132" y="434632"/>
                    <a:pt x="422740" y="431391"/>
                  </a:cubicBezTo>
                  <a:cubicBezTo>
                    <a:pt x="421232" y="419414"/>
                    <a:pt x="418847" y="407605"/>
                    <a:pt x="414899" y="396187"/>
                  </a:cubicBezTo>
                  <a:cubicBezTo>
                    <a:pt x="413762" y="392927"/>
                    <a:pt x="411304" y="390133"/>
                    <a:pt x="408714" y="385979"/>
                  </a:cubicBezTo>
                  <a:cubicBezTo>
                    <a:pt x="407988" y="390338"/>
                    <a:pt x="407597" y="393523"/>
                    <a:pt x="406926" y="396652"/>
                  </a:cubicBezTo>
                  <a:cubicBezTo>
                    <a:pt x="401804" y="420774"/>
                    <a:pt x="386567" y="437184"/>
                    <a:pt x="366227" y="449552"/>
                  </a:cubicBezTo>
                  <a:cubicBezTo>
                    <a:pt x="360118" y="453259"/>
                    <a:pt x="353747" y="456518"/>
                    <a:pt x="347489" y="459964"/>
                  </a:cubicBezTo>
                  <a:cubicBezTo>
                    <a:pt x="340261" y="463932"/>
                    <a:pt x="332196" y="465329"/>
                    <a:pt x="324280" y="466465"/>
                  </a:cubicBezTo>
                  <a:cubicBezTo>
                    <a:pt x="314482" y="467881"/>
                    <a:pt x="306771" y="462311"/>
                    <a:pt x="299152" y="456872"/>
                  </a:cubicBezTo>
                  <a:cubicBezTo>
                    <a:pt x="284698" y="446553"/>
                    <a:pt x="280097" y="431875"/>
                    <a:pt x="279781" y="415111"/>
                  </a:cubicBezTo>
                  <a:cubicBezTo>
                    <a:pt x="279743" y="413603"/>
                    <a:pt x="279706" y="412094"/>
                    <a:pt x="279669" y="410585"/>
                  </a:cubicBezTo>
                  <a:cubicBezTo>
                    <a:pt x="279632" y="408257"/>
                    <a:pt x="279259" y="406878"/>
                    <a:pt x="276447" y="408592"/>
                  </a:cubicBezTo>
                  <a:cubicBezTo>
                    <a:pt x="264358" y="415912"/>
                    <a:pt x="254672" y="425915"/>
                    <a:pt x="245713" y="436607"/>
                  </a:cubicBezTo>
                  <a:cubicBezTo>
                    <a:pt x="242043" y="440965"/>
                    <a:pt x="243533" y="446441"/>
                    <a:pt x="245061" y="451266"/>
                  </a:cubicBezTo>
                  <a:cubicBezTo>
                    <a:pt x="249475" y="465050"/>
                    <a:pt x="254448" y="478610"/>
                    <a:pt x="260223" y="491928"/>
                  </a:cubicBezTo>
                  <a:cubicBezTo>
                    <a:pt x="266630" y="506736"/>
                    <a:pt x="269834" y="522382"/>
                    <a:pt x="267189" y="538718"/>
                  </a:cubicBezTo>
                  <a:cubicBezTo>
                    <a:pt x="266556" y="542685"/>
                    <a:pt x="264805" y="546094"/>
                    <a:pt x="262588" y="549484"/>
                  </a:cubicBezTo>
                  <a:cubicBezTo>
                    <a:pt x="245862" y="575152"/>
                    <a:pt x="222876" y="595008"/>
                    <a:pt x="201158" y="616074"/>
                  </a:cubicBezTo>
                  <a:cubicBezTo>
                    <a:pt x="190913" y="626002"/>
                    <a:pt x="179383" y="634589"/>
                    <a:pt x="170312" y="645746"/>
                  </a:cubicBezTo>
                  <a:cubicBezTo>
                    <a:pt x="160961" y="657239"/>
                    <a:pt x="148072" y="663759"/>
                    <a:pt x="134865" y="669123"/>
                  </a:cubicBezTo>
                  <a:cubicBezTo>
                    <a:pt x="115344" y="677058"/>
                    <a:pt x="95470" y="684378"/>
                    <a:pt x="74217" y="686148"/>
                  </a:cubicBezTo>
                  <a:cubicBezTo>
                    <a:pt x="59315" y="687377"/>
                    <a:pt x="44265" y="689817"/>
                    <a:pt x="29662" y="683708"/>
                  </a:cubicBezTo>
                  <a:cubicBezTo>
                    <a:pt x="23571" y="681156"/>
                    <a:pt x="18635" y="677430"/>
                    <a:pt x="14872" y="671973"/>
                  </a:cubicBezTo>
                  <a:cubicBezTo>
                    <a:pt x="5298" y="658096"/>
                    <a:pt x="1349" y="642822"/>
                    <a:pt x="269" y="625928"/>
                  </a:cubicBezTo>
                  <a:cubicBezTo>
                    <a:pt x="-2022" y="589829"/>
                    <a:pt x="10588" y="558276"/>
                    <a:pt x="28079" y="528156"/>
                  </a:cubicBezTo>
                  <a:cubicBezTo>
                    <a:pt x="40931" y="506009"/>
                    <a:pt x="55758" y="485203"/>
                    <a:pt x="74645" y="467545"/>
                  </a:cubicBezTo>
                  <a:cubicBezTo>
                    <a:pt x="83865" y="458921"/>
                    <a:pt x="91782" y="449105"/>
                    <a:pt x="99661" y="439233"/>
                  </a:cubicBezTo>
                  <a:cubicBezTo>
                    <a:pt x="112811" y="422748"/>
                    <a:pt x="130097" y="414553"/>
                    <a:pt x="151350" y="415149"/>
                  </a:cubicBezTo>
                  <a:cubicBezTo>
                    <a:pt x="162042" y="415447"/>
                    <a:pt x="172677" y="416881"/>
                    <a:pt x="183406" y="415391"/>
                  </a:cubicBezTo>
                  <a:cubicBezTo>
                    <a:pt x="189143" y="414609"/>
                    <a:pt x="194992" y="414571"/>
                    <a:pt x="200841" y="415409"/>
                  </a:cubicBezTo>
                  <a:cubicBezTo>
                    <a:pt x="213507" y="417235"/>
                    <a:pt x="224068" y="411572"/>
                    <a:pt x="233959" y="404867"/>
                  </a:cubicBezTo>
                  <a:cubicBezTo>
                    <a:pt x="249978" y="393989"/>
                    <a:pt x="265531" y="382403"/>
                    <a:pt x="281550" y="371506"/>
                  </a:cubicBezTo>
                  <a:cubicBezTo>
                    <a:pt x="288256" y="366943"/>
                    <a:pt x="292410" y="360107"/>
                    <a:pt x="298277" y="354873"/>
                  </a:cubicBezTo>
                  <a:cubicBezTo>
                    <a:pt x="299674" y="353625"/>
                    <a:pt x="300978" y="352079"/>
                    <a:pt x="302617" y="351297"/>
                  </a:cubicBezTo>
                  <a:cubicBezTo>
                    <a:pt x="316755" y="344554"/>
                    <a:pt x="320759" y="330155"/>
                    <a:pt x="327893" y="318123"/>
                  </a:cubicBezTo>
                  <a:cubicBezTo>
                    <a:pt x="327521" y="317601"/>
                    <a:pt x="327428" y="317042"/>
                    <a:pt x="327577" y="316427"/>
                  </a:cubicBezTo>
                  <a:cubicBezTo>
                    <a:pt x="327856" y="315869"/>
                    <a:pt x="328322" y="315496"/>
                    <a:pt x="328936" y="315329"/>
                  </a:cubicBezTo>
                  <a:cubicBezTo>
                    <a:pt x="331302" y="315086"/>
                    <a:pt x="332308" y="316260"/>
                    <a:pt x="332308" y="318514"/>
                  </a:cubicBezTo>
                  <a:cubicBezTo>
                    <a:pt x="328136" y="328013"/>
                    <a:pt x="322473" y="336675"/>
                    <a:pt x="316922" y="345373"/>
                  </a:cubicBezTo>
                  <a:cubicBezTo>
                    <a:pt x="315022" y="348335"/>
                    <a:pt x="312210" y="350812"/>
                    <a:pt x="309006" y="352507"/>
                  </a:cubicBezTo>
                  <a:cubicBezTo>
                    <a:pt x="295297" y="359753"/>
                    <a:pt x="288926" y="372363"/>
                    <a:pt x="286058" y="386482"/>
                  </a:cubicBezTo>
                  <a:cubicBezTo>
                    <a:pt x="283338" y="399931"/>
                    <a:pt x="283152" y="413808"/>
                    <a:pt x="285425" y="427498"/>
                  </a:cubicBezTo>
                  <a:cubicBezTo>
                    <a:pt x="288070" y="443517"/>
                    <a:pt x="302841" y="458791"/>
                    <a:pt x="318859" y="461883"/>
                  </a:cubicBezTo>
                  <a:cubicBezTo>
                    <a:pt x="326142" y="463299"/>
                    <a:pt x="333332" y="461026"/>
                    <a:pt x="339740" y="458400"/>
                  </a:cubicBezTo>
                  <a:cubicBezTo>
                    <a:pt x="355964" y="451713"/>
                    <a:pt x="371312" y="443275"/>
                    <a:pt x="383848" y="430534"/>
                  </a:cubicBezTo>
                  <a:cubicBezTo>
                    <a:pt x="396831" y="417328"/>
                    <a:pt x="403574" y="401607"/>
                    <a:pt x="404673" y="383074"/>
                  </a:cubicBezTo>
                  <a:cubicBezTo>
                    <a:pt x="405380" y="371078"/>
                    <a:pt x="408230" y="359250"/>
                    <a:pt x="407932" y="347143"/>
                  </a:cubicBezTo>
                  <a:cubicBezTo>
                    <a:pt x="407858" y="344125"/>
                    <a:pt x="407709" y="341126"/>
                    <a:pt x="406870" y="338202"/>
                  </a:cubicBezTo>
                  <a:cubicBezTo>
                    <a:pt x="403685" y="327287"/>
                    <a:pt x="397203" y="322202"/>
                    <a:pt x="385841" y="322127"/>
                  </a:cubicBezTo>
                  <a:cubicBezTo>
                    <a:pt x="381110" y="322090"/>
                    <a:pt x="376528" y="320786"/>
                    <a:pt x="371778" y="321066"/>
                  </a:cubicBezTo>
                  <a:cubicBezTo>
                    <a:pt x="370083" y="320432"/>
                    <a:pt x="369785" y="318942"/>
                    <a:pt x="369543" y="317415"/>
                  </a:cubicBezTo>
                  <a:cubicBezTo>
                    <a:pt x="368667" y="308623"/>
                    <a:pt x="367717" y="300148"/>
                    <a:pt x="361477" y="292772"/>
                  </a:cubicBezTo>
                  <a:cubicBezTo>
                    <a:pt x="354176" y="284148"/>
                    <a:pt x="345272" y="281856"/>
                    <a:pt x="334785" y="282769"/>
                  </a:cubicBezTo>
                  <a:cubicBezTo>
                    <a:pt x="333481" y="282881"/>
                    <a:pt x="332196" y="283253"/>
                    <a:pt x="330892" y="283421"/>
                  </a:cubicBezTo>
                  <a:cubicBezTo>
                    <a:pt x="316512" y="285228"/>
                    <a:pt x="308168" y="293852"/>
                    <a:pt x="307032" y="308232"/>
                  </a:cubicBezTo>
                  <a:cubicBezTo>
                    <a:pt x="306827" y="310821"/>
                    <a:pt x="306491" y="313522"/>
                    <a:pt x="308354" y="315794"/>
                  </a:cubicBezTo>
                  <a:cubicBezTo>
                    <a:pt x="310273" y="317396"/>
                    <a:pt x="312564" y="316577"/>
                    <a:pt x="314687" y="316875"/>
                  </a:cubicBezTo>
                  <a:cubicBezTo>
                    <a:pt x="316792" y="317173"/>
                    <a:pt x="319306" y="316390"/>
                    <a:pt x="320275" y="319221"/>
                  </a:cubicBezTo>
                  <a:close/>
                </a:path>
              </a:pathLst>
            </a:custGeom>
            <a:solidFill>
              <a:srgbClr val="32382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D8C38F-5896-3750-305A-81CF852AFE30}"/>
                </a:ext>
              </a:extLst>
            </p:cNvPr>
            <p:cNvSpPr/>
            <p:nvPr/>
          </p:nvSpPr>
          <p:spPr>
            <a:xfrm>
              <a:off x="1687301" y="4813444"/>
              <a:ext cx="272564" cy="294707"/>
            </a:xfrm>
            <a:custGeom>
              <a:avLst/>
              <a:gdLst>
                <a:gd name="csX0" fmla="*/ 133367 w 272564"/>
                <a:gd name="csY0" fmla="*/ 279125 h 294707"/>
                <a:gd name="csX1" fmla="*/ 129008 w 272564"/>
                <a:gd name="csY1" fmla="*/ 283744 h 294707"/>
                <a:gd name="csX2" fmla="*/ 97715 w 272564"/>
                <a:gd name="csY2" fmla="*/ 262733 h 294707"/>
                <a:gd name="csX3" fmla="*/ 86037 w 272564"/>
                <a:gd name="csY3" fmla="*/ 232335 h 294707"/>
                <a:gd name="csX4" fmla="*/ 88253 w 272564"/>
                <a:gd name="csY4" fmla="*/ 217284 h 294707"/>
                <a:gd name="csX5" fmla="*/ 82777 w 272564"/>
                <a:gd name="csY5" fmla="*/ 196143 h 294707"/>
                <a:gd name="csX6" fmla="*/ 44965 w 272564"/>
                <a:gd name="csY6" fmla="*/ 165372 h 294707"/>
                <a:gd name="csX7" fmla="*/ 5327 w 272564"/>
                <a:gd name="csY7" fmla="*/ 160920 h 294707"/>
                <a:gd name="csX8" fmla="*/ 0 w 272564"/>
                <a:gd name="csY8" fmla="*/ 158405 h 294707"/>
                <a:gd name="csX9" fmla="*/ 21737 w 272564"/>
                <a:gd name="csY9" fmla="*/ 155220 h 294707"/>
                <a:gd name="csX10" fmla="*/ 53533 w 272564"/>
                <a:gd name="csY10" fmla="*/ 166005 h 294707"/>
                <a:gd name="csX11" fmla="*/ 75755 w 272564"/>
                <a:gd name="csY11" fmla="*/ 183179 h 294707"/>
                <a:gd name="csX12" fmla="*/ 89427 w 272564"/>
                <a:gd name="csY12" fmla="*/ 196646 h 294707"/>
                <a:gd name="csX13" fmla="*/ 93748 w 272564"/>
                <a:gd name="csY13" fmla="*/ 218849 h 294707"/>
                <a:gd name="csX14" fmla="*/ 90730 w 272564"/>
                <a:gd name="csY14" fmla="*/ 242356 h 294707"/>
                <a:gd name="csX15" fmla="*/ 95033 w 272564"/>
                <a:gd name="csY15" fmla="*/ 252973 h 294707"/>
                <a:gd name="csX16" fmla="*/ 118037 w 272564"/>
                <a:gd name="csY16" fmla="*/ 270240 h 294707"/>
                <a:gd name="csX17" fmla="*/ 121856 w 272564"/>
                <a:gd name="csY17" fmla="*/ 268694 h 294707"/>
                <a:gd name="csX18" fmla="*/ 136794 w 272564"/>
                <a:gd name="csY18" fmla="*/ 251892 h 294707"/>
                <a:gd name="csX19" fmla="*/ 158587 w 272564"/>
                <a:gd name="csY19" fmla="*/ 244051 h 294707"/>
                <a:gd name="csX20" fmla="*/ 160879 w 272564"/>
                <a:gd name="csY20" fmla="*/ 237494 h 294707"/>
                <a:gd name="csX21" fmla="*/ 151267 w 272564"/>
                <a:gd name="csY21" fmla="*/ 218979 h 294707"/>
                <a:gd name="csX22" fmla="*/ 136571 w 272564"/>
                <a:gd name="csY22" fmla="*/ 212534 h 294707"/>
                <a:gd name="csX23" fmla="*/ 113492 w 272564"/>
                <a:gd name="csY23" fmla="*/ 208958 h 294707"/>
                <a:gd name="csX24" fmla="*/ 89296 w 272564"/>
                <a:gd name="csY24" fmla="*/ 195677 h 294707"/>
                <a:gd name="csX25" fmla="*/ 77878 w 272564"/>
                <a:gd name="csY25" fmla="*/ 182341 h 294707"/>
                <a:gd name="csX26" fmla="*/ 55340 w 272564"/>
                <a:gd name="csY26" fmla="*/ 132421 h 294707"/>
                <a:gd name="csX27" fmla="*/ 46604 w 272564"/>
                <a:gd name="csY27" fmla="*/ 92206 h 294707"/>
                <a:gd name="csX28" fmla="*/ 50404 w 272564"/>
                <a:gd name="csY28" fmla="*/ 48694 h 294707"/>
                <a:gd name="csX29" fmla="*/ 58767 w 272564"/>
                <a:gd name="csY29" fmla="*/ 24759 h 294707"/>
                <a:gd name="csX30" fmla="*/ 94512 w 272564"/>
                <a:gd name="csY30" fmla="*/ 1346 h 294707"/>
                <a:gd name="csX31" fmla="*/ 162387 w 272564"/>
                <a:gd name="csY31" fmla="*/ 25467 h 294707"/>
                <a:gd name="csX32" fmla="*/ 194407 w 272564"/>
                <a:gd name="csY32" fmla="*/ 80900 h 294707"/>
                <a:gd name="csX33" fmla="*/ 202826 w 272564"/>
                <a:gd name="csY33" fmla="*/ 172673 h 294707"/>
                <a:gd name="csX34" fmla="*/ 191780 w 272564"/>
                <a:gd name="csY34" fmla="*/ 197708 h 294707"/>
                <a:gd name="csX35" fmla="*/ 183789 w 272564"/>
                <a:gd name="csY35" fmla="*/ 210653 h 294707"/>
                <a:gd name="csX36" fmla="*/ 182783 w 272564"/>
                <a:gd name="csY36" fmla="*/ 224828 h 294707"/>
                <a:gd name="csX37" fmla="*/ 202919 w 272564"/>
                <a:gd name="csY37" fmla="*/ 286762 h 294707"/>
                <a:gd name="csX38" fmla="*/ 204148 w 272564"/>
                <a:gd name="csY38" fmla="*/ 289444 h 294707"/>
                <a:gd name="csX39" fmla="*/ 207687 w 272564"/>
                <a:gd name="csY39" fmla="*/ 280261 h 294707"/>
                <a:gd name="csX40" fmla="*/ 221210 w 272564"/>
                <a:gd name="csY40" fmla="*/ 248149 h 294707"/>
                <a:gd name="csX41" fmla="*/ 270031 w 272564"/>
                <a:gd name="csY41" fmla="*/ 222444 h 294707"/>
                <a:gd name="csX42" fmla="*/ 272564 w 272564"/>
                <a:gd name="csY42" fmla="*/ 223953 h 294707"/>
                <a:gd name="csX43" fmla="*/ 267665 w 272564"/>
                <a:gd name="csY43" fmla="*/ 226784 h 294707"/>
                <a:gd name="csX44" fmla="*/ 219571 w 272564"/>
                <a:gd name="csY44" fmla="*/ 254891 h 294707"/>
                <a:gd name="csX45" fmla="*/ 211487 w 272564"/>
                <a:gd name="csY45" fmla="*/ 276796 h 294707"/>
                <a:gd name="csX46" fmla="*/ 206179 w 272564"/>
                <a:gd name="csY46" fmla="*/ 292610 h 294707"/>
                <a:gd name="csX47" fmla="*/ 202192 w 272564"/>
                <a:gd name="csY47" fmla="*/ 294622 h 294707"/>
                <a:gd name="csX48" fmla="*/ 198449 w 272564"/>
                <a:gd name="csY48" fmla="*/ 291828 h 294707"/>
                <a:gd name="csX49" fmla="*/ 181368 w 272564"/>
                <a:gd name="csY49" fmla="*/ 232111 h 294707"/>
                <a:gd name="csX50" fmla="*/ 183063 w 272564"/>
                <a:gd name="csY50" fmla="*/ 203053 h 294707"/>
                <a:gd name="csX51" fmla="*/ 199659 w 272564"/>
                <a:gd name="csY51" fmla="*/ 166582 h 294707"/>
                <a:gd name="csX52" fmla="*/ 198393 w 272564"/>
                <a:gd name="csY52" fmla="*/ 114297 h 294707"/>
                <a:gd name="csX53" fmla="*/ 161866 w 272564"/>
                <a:gd name="csY53" fmla="*/ 30906 h 294707"/>
                <a:gd name="csX54" fmla="*/ 85049 w 272564"/>
                <a:gd name="csY54" fmla="*/ 7306 h 294707"/>
                <a:gd name="csX55" fmla="*/ 59438 w 272564"/>
                <a:gd name="csY55" fmla="*/ 33123 h 294707"/>
                <a:gd name="csX56" fmla="*/ 50366 w 272564"/>
                <a:gd name="csY56" fmla="*/ 88853 h 294707"/>
                <a:gd name="csX57" fmla="*/ 60816 w 272564"/>
                <a:gd name="csY57" fmla="*/ 138475 h 294707"/>
                <a:gd name="csX58" fmla="*/ 76667 w 272564"/>
                <a:gd name="csY58" fmla="*/ 173232 h 294707"/>
                <a:gd name="csX59" fmla="*/ 108482 w 272564"/>
                <a:gd name="csY59" fmla="*/ 200110 h 294707"/>
                <a:gd name="csX60" fmla="*/ 111015 w 272564"/>
                <a:gd name="csY60" fmla="*/ 201340 h 294707"/>
                <a:gd name="csX61" fmla="*/ 138638 w 272564"/>
                <a:gd name="csY61" fmla="*/ 206779 h 294707"/>
                <a:gd name="csX62" fmla="*/ 153763 w 272564"/>
                <a:gd name="csY62" fmla="*/ 213056 h 294707"/>
                <a:gd name="csX63" fmla="*/ 161381 w 272564"/>
                <a:gd name="csY63" fmla="*/ 225554 h 294707"/>
                <a:gd name="csX64" fmla="*/ 177494 w 272564"/>
                <a:gd name="csY64" fmla="*/ 262193 h 294707"/>
                <a:gd name="csX65" fmla="*/ 175948 w 272564"/>
                <a:gd name="csY65" fmla="*/ 266999 h 294707"/>
                <a:gd name="csX66" fmla="*/ 172334 w 272564"/>
                <a:gd name="csY66" fmla="*/ 263199 h 294707"/>
                <a:gd name="csX67" fmla="*/ 167864 w 272564"/>
                <a:gd name="csY67" fmla="*/ 252265 h 294707"/>
                <a:gd name="csX68" fmla="*/ 160748 w 272564"/>
                <a:gd name="csY68" fmla="*/ 248838 h 294707"/>
                <a:gd name="csX69" fmla="*/ 136981 w 272564"/>
                <a:gd name="csY69" fmla="*/ 257536 h 294707"/>
                <a:gd name="csX70" fmla="*/ 127090 w 272564"/>
                <a:gd name="csY70" fmla="*/ 269066 h 294707"/>
                <a:gd name="csX71" fmla="*/ 131504 w 272564"/>
                <a:gd name="csY71" fmla="*/ 277877 h 294707"/>
                <a:gd name="csX72" fmla="*/ 133367 w 272564"/>
                <a:gd name="csY72" fmla="*/ 279125 h 294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</a:cxnLst>
              <a:rect l="l" t="t" r="r" b="b"/>
              <a:pathLst>
                <a:path w="272564" h="294707">
                  <a:moveTo>
                    <a:pt x="133367" y="279125"/>
                  </a:moveTo>
                  <a:cubicBezTo>
                    <a:pt x="131597" y="280354"/>
                    <a:pt x="129846" y="281621"/>
                    <a:pt x="129008" y="283744"/>
                  </a:cubicBezTo>
                  <a:cubicBezTo>
                    <a:pt x="118205" y="277299"/>
                    <a:pt x="108072" y="269867"/>
                    <a:pt x="97715" y="262733"/>
                  </a:cubicBezTo>
                  <a:cubicBezTo>
                    <a:pt x="86502" y="255003"/>
                    <a:pt x="83913" y="244777"/>
                    <a:pt x="86037" y="232335"/>
                  </a:cubicBezTo>
                  <a:cubicBezTo>
                    <a:pt x="86893" y="227343"/>
                    <a:pt x="87452" y="222295"/>
                    <a:pt x="88253" y="217284"/>
                  </a:cubicBezTo>
                  <a:cubicBezTo>
                    <a:pt x="89520" y="209331"/>
                    <a:pt x="87601" y="202364"/>
                    <a:pt x="82777" y="196143"/>
                  </a:cubicBezTo>
                  <a:cubicBezTo>
                    <a:pt x="72569" y="182955"/>
                    <a:pt x="58525" y="174499"/>
                    <a:pt x="44965" y="165372"/>
                  </a:cubicBezTo>
                  <a:cubicBezTo>
                    <a:pt x="32373" y="156897"/>
                    <a:pt x="18962" y="158722"/>
                    <a:pt x="5327" y="160920"/>
                  </a:cubicBezTo>
                  <a:cubicBezTo>
                    <a:pt x="3297" y="160622"/>
                    <a:pt x="726" y="161460"/>
                    <a:pt x="0" y="158405"/>
                  </a:cubicBezTo>
                  <a:cubicBezTo>
                    <a:pt x="7246" y="157325"/>
                    <a:pt x="14454" y="156021"/>
                    <a:pt x="21737" y="155220"/>
                  </a:cubicBezTo>
                  <a:cubicBezTo>
                    <a:pt x="33938" y="153898"/>
                    <a:pt x="43866" y="159616"/>
                    <a:pt x="53533" y="166005"/>
                  </a:cubicBezTo>
                  <a:cubicBezTo>
                    <a:pt x="61375" y="171183"/>
                    <a:pt x="68434" y="177349"/>
                    <a:pt x="75755" y="183179"/>
                  </a:cubicBezTo>
                  <a:cubicBezTo>
                    <a:pt x="82460" y="185489"/>
                    <a:pt x="85105" y="191915"/>
                    <a:pt x="89427" y="196646"/>
                  </a:cubicBezTo>
                  <a:cubicBezTo>
                    <a:pt x="93990" y="203426"/>
                    <a:pt x="94735" y="210933"/>
                    <a:pt x="93748" y="218849"/>
                  </a:cubicBezTo>
                  <a:cubicBezTo>
                    <a:pt x="92761" y="226691"/>
                    <a:pt x="90768" y="234383"/>
                    <a:pt x="90730" y="242356"/>
                  </a:cubicBezTo>
                  <a:cubicBezTo>
                    <a:pt x="90712" y="246584"/>
                    <a:pt x="91997" y="250011"/>
                    <a:pt x="95033" y="252973"/>
                  </a:cubicBezTo>
                  <a:cubicBezTo>
                    <a:pt x="101944" y="259753"/>
                    <a:pt x="110009" y="264968"/>
                    <a:pt x="118037" y="270240"/>
                  </a:cubicBezTo>
                  <a:cubicBezTo>
                    <a:pt x="120105" y="271600"/>
                    <a:pt x="121483" y="271581"/>
                    <a:pt x="121856" y="268694"/>
                  </a:cubicBezTo>
                  <a:cubicBezTo>
                    <a:pt x="122973" y="259678"/>
                    <a:pt x="129139" y="255134"/>
                    <a:pt x="136794" y="251892"/>
                  </a:cubicBezTo>
                  <a:cubicBezTo>
                    <a:pt x="143910" y="248875"/>
                    <a:pt x="151323" y="246677"/>
                    <a:pt x="158587" y="244051"/>
                  </a:cubicBezTo>
                  <a:cubicBezTo>
                    <a:pt x="162611" y="242598"/>
                    <a:pt x="162965" y="240921"/>
                    <a:pt x="160879" y="237494"/>
                  </a:cubicBezTo>
                  <a:cubicBezTo>
                    <a:pt x="157265" y="231552"/>
                    <a:pt x="155309" y="224735"/>
                    <a:pt x="151267" y="218979"/>
                  </a:cubicBezTo>
                  <a:cubicBezTo>
                    <a:pt x="147616" y="213782"/>
                    <a:pt x="143463" y="210597"/>
                    <a:pt x="136571" y="212534"/>
                  </a:cubicBezTo>
                  <a:cubicBezTo>
                    <a:pt x="128449" y="214825"/>
                    <a:pt x="120924" y="213727"/>
                    <a:pt x="113492" y="208958"/>
                  </a:cubicBezTo>
                  <a:cubicBezTo>
                    <a:pt x="105781" y="204003"/>
                    <a:pt x="96635" y="201452"/>
                    <a:pt x="89296" y="195677"/>
                  </a:cubicBezTo>
                  <a:cubicBezTo>
                    <a:pt x="85236" y="191449"/>
                    <a:pt x="81566" y="186886"/>
                    <a:pt x="77878" y="182341"/>
                  </a:cubicBezTo>
                  <a:cubicBezTo>
                    <a:pt x="65976" y="167700"/>
                    <a:pt x="60239" y="150154"/>
                    <a:pt x="55340" y="132421"/>
                  </a:cubicBezTo>
                  <a:cubicBezTo>
                    <a:pt x="51689" y="119215"/>
                    <a:pt x="48765" y="105748"/>
                    <a:pt x="46604" y="92206"/>
                  </a:cubicBezTo>
                  <a:cubicBezTo>
                    <a:pt x="44276" y="77547"/>
                    <a:pt x="46175" y="62944"/>
                    <a:pt x="50404" y="48694"/>
                  </a:cubicBezTo>
                  <a:cubicBezTo>
                    <a:pt x="52807" y="40592"/>
                    <a:pt x="55023" y="32415"/>
                    <a:pt x="58767" y="24759"/>
                  </a:cubicBezTo>
                  <a:cubicBezTo>
                    <a:pt x="66069" y="9895"/>
                    <a:pt x="79256" y="4084"/>
                    <a:pt x="94512" y="1346"/>
                  </a:cubicBezTo>
                  <a:cubicBezTo>
                    <a:pt x="121744" y="-3535"/>
                    <a:pt x="144915" y="4940"/>
                    <a:pt x="162387" y="25467"/>
                  </a:cubicBezTo>
                  <a:cubicBezTo>
                    <a:pt x="176246" y="41747"/>
                    <a:pt x="187161" y="60448"/>
                    <a:pt x="194407" y="80900"/>
                  </a:cubicBezTo>
                  <a:cubicBezTo>
                    <a:pt x="204986" y="110777"/>
                    <a:pt x="207687" y="141362"/>
                    <a:pt x="202826" y="172673"/>
                  </a:cubicBezTo>
                  <a:cubicBezTo>
                    <a:pt x="201373" y="182043"/>
                    <a:pt x="197070" y="190052"/>
                    <a:pt x="191780" y="197708"/>
                  </a:cubicBezTo>
                  <a:cubicBezTo>
                    <a:pt x="188893" y="201880"/>
                    <a:pt x="186155" y="206183"/>
                    <a:pt x="183789" y="210653"/>
                  </a:cubicBezTo>
                  <a:cubicBezTo>
                    <a:pt x="181405" y="215124"/>
                    <a:pt x="180343" y="220525"/>
                    <a:pt x="182783" y="224828"/>
                  </a:cubicBezTo>
                  <a:cubicBezTo>
                    <a:pt x="193736" y="244144"/>
                    <a:pt x="197312" y="265751"/>
                    <a:pt x="202919" y="286762"/>
                  </a:cubicBezTo>
                  <a:cubicBezTo>
                    <a:pt x="203142" y="287600"/>
                    <a:pt x="203645" y="288363"/>
                    <a:pt x="204148" y="289444"/>
                  </a:cubicBezTo>
                  <a:cubicBezTo>
                    <a:pt x="207780" y="287041"/>
                    <a:pt x="208209" y="283409"/>
                    <a:pt x="207687" y="280261"/>
                  </a:cubicBezTo>
                  <a:cubicBezTo>
                    <a:pt x="205415" y="266589"/>
                    <a:pt x="211059" y="256177"/>
                    <a:pt x="221210" y="248149"/>
                  </a:cubicBezTo>
                  <a:cubicBezTo>
                    <a:pt x="235814" y="236581"/>
                    <a:pt x="250734" y="225238"/>
                    <a:pt x="270031" y="222444"/>
                  </a:cubicBezTo>
                  <a:cubicBezTo>
                    <a:pt x="270515" y="223543"/>
                    <a:pt x="271521" y="223804"/>
                    <a:pt x="272564" y="223953"/>
                  </a:cubicBezTo>
                  <a:cubicBezTo>
                    <a:pt x="272042" y="226784"/>
                    <a:pt x="269491" y="226374"/>
                    <a:pt x="267665" y="226784"/>
                  </a:cubicBezTo>
                  <a:cubicBezTo>
                    <a:pt x="248685" y="231124"/>
                    <a:pt x="233597" y="242356"/>
                    <a:pt x="219571" y="254891"/>
                  </a:cubicBezTo>
                  <a:cubicBezTo>
                    <a:pt x="213536" y="260293"/>
                    <a:pt x="210295" y="267986"/>
                    <a:pt x="211487" y="276796"/>
                  </a:cubicBezTo>
                  <a:cubicBezTo>
                    <a:pt x="212307" y="282831"/>
                    <a:pt x="211208" y="288438"/>
                    <a:pt x="206179" y="292610"/>
                  </a:cubicBezTo>
                  <a:cubicBezTo>
                    <a:pt x="205005" y="293579"/>
                    <a:pt x="203701" y="294399"/>
                    <a:pt x="202192" y="294622"/>
                  </a:cubicBezTo>
                  <a:cubicBezTo>
                    <a:pt x="200069" y="294939"/>
                    <a:pt x="198933" y="294454"/>
                    <a:pt x="198449" y="291828"/>
                  </a:cubicBezTo>
                  <a:cubicBezTo>
                    <a:pt x="194798" y="271357"/>
                    <a:pt x="192060" y="250626"/>
                    <a:pt x="181368" y="232111"/>
                  </a:cubicBezTo>
                  <a:cubicBezTo>
                    <a:pt x="175649" y="222202"/>
                    <a:pt x="175985" y="212292"/>
                    <a:pt x="183063" y="203053"/>
                  </a:cubicBezTo>
                  <a:cubicBezTo>
                    <a:pt x="191408" y="192157"/>
                    <a:pt x="198225" y="180701"/>
                    <a:pt x="199659" y="166582"/>
                  </a:cubicBezTo>
                  <a:cubicBezTo>
                    <a:pt x="201429" y="149073"/>
                    <a:pt x="200833" y="131751"/>
                    <a:pt x="198393" y="114297"/>
                  </a:cubicBezTo>
                  <a:cubicBezTo>
                    <a:pt x="193997" y="82986"/>
                    <a:pt x="180772" y="55437"/>
                    <a:pt x="161866" y="30906"/>
                  </a:cubicBezTo>
                  <a:cubicBezTo>
                    <a:pt x="144096" y="7828"/>
                    <a:pt x="114163" y="-2752"/>
                    <a:pt x="85049" y="7306"/>
                  </a:cubicBezTo>
                  <a:cubicBezTo>
                    <a:pt x="72048" y="11795"/>
                    <a:pt x="64057" y="20587"/>
                    <a:pt x="59438" y="33123"/>
                  </a:cubicBezTo>
                  <a:cubicBezTo>
                    <a:pt x="52807" y="51135"/>
                    <a:pt x="47964" y="69575"/>
                    <a:pt x="50366" y="88853"/>
                  </a:cubicBezTo>
                  <a:cubicBezTo>
                    <a:pt x="52471" y="105617"/>
                    <a:pt x="55396" y="122381"/>
                    <a:pt x="60816" y="138475"/>
                  </a:cubicBezTo>
                  <a:cubicBezTo>
                    <a:pt x="64895" y="150564"/>
                    <a:pt x="68695" y="162876"/>
                    <a:pt x="76667" y="173232"/>
                  </a:cubicBezTo>
                  <a:cubicBezTo>
                    <a:pt x="85329" y="184501"/>
                    <a:pt x="94419" y="195249"/>
                    <a:pt x="108482" y="200110"/>
                  </a:cubicBezTo>
                  <a:cubicBezTo>
                    <a:pt x="109376" y="200408"/>
                    <a:pt x="110233" y="200837"/>
                    <a:pt x="111015" y="201340"/>
                  </a:cubicBezTo>
                  <a:cubicBezTo>
                    <a:pt x="119509" y="206816"/>
                    <a:pt x="128245" y="209778"/>
                    <a:pt x="138638" y="206779"/>
                  </a:cubicBezTo>
                  <a:cubicBezTo>
                    <a:pt x="144692" y="205028"/>
                    <a:pt x="149907" y="207636"/>
                    <a:pt x="153763" y="213056"/>
                  </a:cubicBezTo>
                  <a:cubicBezTo>
                    <a:pt x="156632" y="217061"/>
                    <a:pt x="159221" y="221159"/>
                    <a:pt x="161381" y="225554"/>
                  </a:cubicBezTo>
                  <a:cubicBezTo>
                    <a:pt x="167286" y="237531"/>
                    <a:pt x="173750" y="249266"/>
                    <a:pt x="177494" y="262193"/>
                  </a:cubicBezTo>
                  <a:cubicBezTo>
                    <a:pt x="177680" y="264018"/>
                    <a:pt x="177810" y="265844"/>
                    <a:pt x="175948" y="266999"/>
                  </a:cubicBezTo>
                  <a:cubicBezTo>
                    <a:pt x="173563" y="266868"/>
                    <a:pt x="173135" y="264819"/>
                    <a:pt x="172334" y="263199"/>
                  </a:cubicBezTo>
                  <a:cubicBezTo>
                    <a:pt x="170583" y="259660"/>
                    <a:pt x="169242" y="255953"/>
                    <a:pt x="167864" y="252265"/>
                  </a:cubicBezTo>
                  <a:cubicBezTo>
                    <a:pt x="166616" y="248912"/>
                    <a:pt x="164231" y="247571"/>
                    <a:pt x="160748" y="248838"/>
                  </a:cubicBezTo>
                  <a:cubicBezTo>
                    <a:pt x="152813" y="251706"/>
                    <a:pt x="144617" y="253867"/>
                    <a:pt x="136981" y="257536"/>
                  </a:cubicBezTo>
                  <a:cubicBezTo>
                    <a:pt x="131989" y="259939"/>
                    <a:pt x="128431" y="263534"/>
                    <a:pt x="127090" y="269066"/>
                  </a:cubicBezTo>
                  <a:cubicBezTo>
                    <a:pt x="125655" y="274971"/>
                    <a:pt x="125898" y="275548"/>
                    <a:pt x="131504" y="277877"/>
                  </a:cubicBezTo>
                  <a:cubicBezTo>
                    <a:pt x="132193" y="278231"/>
                    <a:pt x="132864" y="278529"/>
                    <a:pt x="133367" y="279125"/>
                  </a:cubicBezTo>
                  <a:close/>
                </a:path>
              </a:pathLst>
            </a:custGeom>
            <a:solidFill>
              <a:srgbClr val="3C44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D0ACA39-44F9-9A8B-F243-0FB00F5016AB}"/>
                </a:ext>
              </a:extLst>
            </p:cNvPr>
            <p:cNvSpPr/>
            <p:nvPr/>
          </p:nvSpPr>
          <p:spPr>
            <a:xfrm>
              <a:off x="1629077" y="5011338"/>
              <a:ext cx="136419" cy="111786"/>
            </a:xfrm>
            <a:custGeom>
              <a:avLst/>
              <a:gdLst>
                <a:gd name="csX0" fmla="*/ 133979 w 136419"/>
                <a:gd name="csY0" fmla="*/ 77953 h 111786"/>
                <a:gd name="csX1" fmla="*/ 136419 w 136419"/>
                <a:gd name="csY1" fmla="*/ 79163 h 111786"/>
                <a:gd name="csX2" fmla="*/ 126212 w 136419"/>
                <a:gd name="csY2" fmla="*/ 89240 h 111786"/>
                <a:gd name="csX3" fmla="*/ 100824 w 136419"/>
                <a:gd name="csY3" fmla="*/ 109655 h 111786"/>
                <a:gd name="csX4" fmla="*/ 75212 w 136419"/>
                <a:gd name="csY4" fmla="*/ 110884 h 111786"/>
                <a:gd name="csX5" fmla="*/ 45018 w 136419"/>
                <a:gd name="csY5" fmla="*/ 104570 h 111786"/>
                <a:gd name="csX6" fmla="*/ 11565 w 136419"/>
                <a:gd name="csY6" fmla="*/ 74730 h 111786"/>
                <a:gd name="csX7" fmla="*/ 6517 w 136419"/>
                <a:gd name="csY7" fmla="*/ 65305 h 111786"/>
                <a:gd name="csX8" fmla="*/ 2084 w 136419"/>
                <a:gd name="csY8" fmla="*/ 23935 h 111786"/>
                <a:gd name="csX9" fmla="*/ 7765 w 136419"/>
                <a:gd name="csY9" fmla="*/ 0 h 111786"/>
                <a:gd name="csX10" fmla="*/ 9646 w 136419"/>
                <a:gd name="csY10" fmla="*/ 2645 h 111786"/>
                <a:gd name="csX11" fmla="*/ 5083 w 136419"/>
                <a:gd name="csY11" fmla="*/ 32150 h 111786"/>
                <a:gd name="csX12" fmla="*/ 11043 w 136419"/>
                <a:gd name="csY12" fmla="*/ 65771 h 111786"/>
                <a:gd name="csX13" fmla="*/ 41144 w 136419"/>
                <a:gd name="csY13" fmla="*/ 98498 h 111786"/>
                <a:gd name="csX14" fmla="*/ 55505 w 136419"/>
                <a:gd name="csY14" fmla="*/ 103247 h 111786"/>
                <a:gd name="csX15" fmla="*/ 84544 w 136419"/>
                <a:gd name="csY15" fmla="*/ 107196 h 111786"/>
                <a:gd name="csX16" fmla="*/ 119823 w 136419"/>
                <a:gd name="csY16" fmla="*/ 90954 h 111786"/>
                <a:gd name="csX17" fmla="*/ 124982 w 136419"/>
                <a:gd name="csY17" fmla="*/ 83559 h 111786"/>
                <a:gd name="csX18" fmla="*/ 133979 w 136419"/>
                <a:gd name="csY18" fmla="*/ 77953 h 111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6419" h="111786">
                  <a:moveTo>
                    <a:pt x="133979" y="77953"/>
                  </a:moveTo>
                  <a:cubicBezTo>
                    <a:pt x="134482" y="78958"/>
                    <a:pt x="135507" y="78958"/>
                    <a:pt x="136419" y="79163"/>
                  </a:cubicBezTo>
                  <a:cubicBezTo>
                    <a:pt x="131763" y="81249"/>
                    <a:pt x="128875" y="85012"/>
                    <a:pt x="126212" y="89240"/>
                  </a:cubicBezTo>
                  <a:cubicBezTo>
                    <a:pt x="120121" y="98926"/>
                    <a:pt x="111627" y="106153"/>
                    <a:pt x="100824" y="109655"/>
                  </a:cubicBezTo>
                  <a:cubicBezTo>
                    <a:pt x="92628" y="112319"/>
                    <a:pt x="83929" y="112188"/>
                    <a:pt x="75212" y="110884"/>
                  </a:cubicBezTo>
                  <a:cubicBezTo>
                    <a:pt x="64986" y="109338"/>
                    <a:pt x="54257" y="109022"/>
                    <a:pt x="45018" y="104570"/>
                  </a:cubicBezTo>
                  <a:cubicBezTo>
                    <a:pt x="31253" y="97939"/>
                    <a:pt x="18848" y="89017"/>
                    <a:pt x="11565" y="74730"/>
                  </a:cubicBezTo>
                  <a:cubicBezTo>
                    <a:pt x="9944" y="71545"/>
                    <a:pt x="8435" y="68285"/>
                    <a:pt x="6517" y="65305"/>
                  </a:cubicBezTo>
                  <a:cubicBezTo>
                    <a:pt x="-1865" y="52229"/>
                    <a:pt x="-748" y="38185"/>
                    <a:pt x="2084" y="23935"/>
                  </a:cubicBezTo>
                  <a:cubicBezTo>
                    <a:pt x="3686" y="15889"/>
                    <a:pt x="3332" y="7376"/>
                    <a:pt x="7765" y="0"/>
                  </a:cubicBezTo>
                  <a:cubicBezTo>
                    <a:pt x="9385" y="168"/>
                    <a:pt x="9460" y="1453"/>
                    <a:pt x="9646" y="2645"/>
                  </a:cubicBezTo>
                  <a:cubicBezTo>
                    <a:pt x="7821" y="12443"/>
                    <a:pt x="6964" y="22408"/>
                    <a:pt x="5083" y="32150"/>
                  </a:cubicBezTo>
                  <a:cubicBezTo>
                    <a:pt x="2736" y="44387"/>
                    <a:pt x="5939" y="54855"/>
                    <a:pt x="11043" y="65771"/>
                  </a:cubicBezTo>
                  <a:cubicBezTo>
                    <a:pt x="17730" y="80095"/>
                    <a:pt x="28403" y="90078"/>
                    <a:pt x="41144" y="98498"/>
                  </a:cubicBezTo>
                  <a:cubicBezTo>
                    <a:pt x="45521" y="101385"/>
                    <a:pt x="50550" y="102372"/>
                    <a:pt x="55505" y="103247"/>
                  </a:cubicBezTo>
                  <a:cubicBezTo>
                    <a:pt x="65116" y="104961"/>
                    <a:pt x="74746" y="106451"/>
                    <a:pt x="84544" y="107196"/>
                  </a:cubicBezTo>
                  <a:cubicBezTo>
                    <a:pt x="99576" y="108351"/>
                    <a:pt x="110659" y="101981"/>
                    <a:pt x="119823" y="90954"/>
                  </a:cubicBezTo>
                  <a:cubicBezTo>
                    <a:pt x="121760" y="88626"/>
                    <a:pt x="123008" y="85794"/>
                    <a:pt x="124982" y="83559"/>
                  </a:cubicBezTo>
                  <a:cubicBezTo>
                    <a:pt x="127404" y="80877"/>
                    <a:pt x="129378" y="77226"/>
                    <a:pt x="133979" y="77953"/>
                  </a:cubicBezTo>
                  <a:close/>
                </a:path>
              </a:pathLst>
            </a:custGeom>
            <a:solidFill>
              <a:srgbClr val="434D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73A0216-F7C5-B10D-E6F0-F8FF6F054124}"/>
                </a:ext>
              </a:extLst>
            </p:cNvPr>
            <p:cNvSpPr/>
            <p:nvPr/>
          </p:nvSpPr>
          <p:spPr>
            <a:xfrm>
              <a:off x="1636860" y="4971850"/>
              <a:ext cx="56162" cy="41760"/>
            </a:xfrm>
            <a:custGeom>
              <a:avLst/>
              <a:gdLst>
                <a:gd name="csX0" fmla="*/ 857 w 56162"/>
                <a:gd name="csY0" fmla="*/ 41761 h 41760"/>
                <a:gd name="csX1" fmla="*/ 0 w 56162"/>
                <a:gd name="csY1" fmla="*/ 39507 h 41760"/>
                <a:gd name="csX2" fmla="*/ 50478 w 56162"/>
                <a:gd name="csY2" fmla="*/ 0 h 41760"/>
                <a:gd name="csX3" fmla="*/ 56159 w 56162"/>
                <a:gd name="csY3" fmla="*/ 1099 h 41760"/>
                <a:gd name="csX4" fmla="*/ 53030 w 56162"/>
                <a:gd name="csY4" fmla="*/ 3483 h 41760"/>
                <a:gd name="csX5" fmla="*/ 5346 w 56162"/>
                <a:gd name="csY5" fmla="*/ 37272 h 41760"/>
                <a:gd name="csX6" fmla="*/ 857 w 56162"/>
                <a:gd name="csY6" fmla="*/ 41761 h 41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162" h="41760">
                  <a:moveTo>
                    <a:pt x="857" y="41761"/>
                  </a:moveTo>
                  <a:cubicBezTo>
                    <a:pt x="577" y="41016"/>
                    <a:pt x="279" y="40271"/>
                    <a:pt x="0" y="39507"/>
                  </a:cubicBezTo>
                  <a:cubicBezTo>
                    <a:pt x="11213" y="19167"/>
                    <a:pt x="28573" y="6668"/>
                    <a:pt x="50478" y="0"/>
                  </a:cubicBezTo>
                  <a:cubicBezTo>
                    <a:pt x="52099" y="1751"/>
                    <a:pt x="54297" y="615"/>
                    <a:pt x="56159" y="1099"/>
                  </a:cubicBezTo>
                  <a:cubicBezTo>
                    <a:pt x="56253" y="3371"/>
                    <a:pt x="54371" y="3148"/>
                    <a:pt x="53030" y="3483"/>
                  </a:cubicBezTo>
                  <a:cubicBezTo>
                    <a:pt x="32783" y="8624"/>
                    <a:pt x="17099" y="20154"/>
                    <a:pt x="5346" y="37272"/>
                  </a:cubicBezTo>
                  <a:cubicBezTo>
                    <a:pt x="4172" y="39004"/>
                    <a:pt x="3763" y="41705"/>
                    <a:pt x="857" y="41761"/>
                  </a:cubicBezTo>
                  <a:close/>
                </a:path>
              </a:pathLst>
            </a:custGeom>
            <a:solidFill>
              <a:srgbClr val="56654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5FDB97-057C-E9EA-BF88-21B2AC2D3D25}"/>
                </a:ext>
              </a:extLst>
            </p:cNvPr>
            <p:cNvSpPr/>
            <p:nvPr/>
          </p:nvSpPr>
          <p:spPr>
            <a:xfrm>
              <a:off x="1763074" y="4995748"/>
              <a:ext cx="13783" cy="14323"/>
            </a:xfrm>
            <a:custGeom>
              <a:avLst/>
              <a:gdLst>
                <a:gd name="csX0" fmla="*/ 12499 w 13783"/>
                <a:gd name="csY0" fmla="*/ 14324 h 14323"/>
                <a:gd name="csX1" fmla="*/ 0 w 13783"/>
                <a:gd name="csY1" fmla="*/ 857 h 14323"/>
                <a:gd name="csX2" fmla="*/ 2086 w 13783"/>
                <a:gd name="csY2" fmla="*/ 0 h 14323"/>
                <a:gd name="csX3" fmla="*/ 13784 w 13783"/>
                <a:gd name="csY3" fmla="*/ 11977 h 14323"/>
                <a:gd name="csX4" fmla="*/ 12499 w 13783"/>
                <a:gd name="csY4" fmla="*/ 14324 h 1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83" h="14323">
                  <a:moveTo>
                    <a:pt x="12499" y="14324"/>
                  </a:moveTo>
                  <a:cubicBezTo>
                    <a:pt x="8568" y="9611"/>
                    <a:pt x="4675" y="4880"/>
                    <a:pt x="0" y="857"/>
                  </a:cubicBezTo>
                  <a:cubicBezTo>
                    <a:pt x="689" y="577"/>
                    <a:pt x="1397" y="279"/>
                    <a:pt x="2086" y="0"/>
                  </a:cubicBezTo>
                  <a:cubicBezTo>
                    <a:pt x="7022" y="2980"/>
                    <a:pt x="9723" y="8140"/>
                    <a:pt x="13784" y="11977"/>
                  </a:cubicBezTo>
                  <a:cubicBezTo>
                    <a:pt x="13635" y="12908"/>
                    <a:pt x="13393" y="13802"/>
                    <a:pt x="12499" y="14324"/>
                  </a:cubicBezTo>
                  <a:close/>
                </a:path>
              </a:pathLst>
            </a:custGeom>
            <a:solidFill>
              <a:srgbClr val="BABAB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8A37FDD-14FF-B36B-9804-65C0202B7477}"/>
                </a:ext>
              </a:extLst>
            </p:cNvPr>
            <p:cNvSpPr/>
            <p:nvPr/>
          </p:nvSpPr>
          <p:spPr>
            <a:xfrm>
              <a:off x="1811690" y="5124260"/>
              <a:ext cx="21327" cy="4277"/>
            </a:xfrm>
            <a:custGeom>
              <a:avLst/>
              <a:gdLst>
                <a:gd name="csX0" fmla="*/ 13672 w 21327"/>
                <a:gd name="csY0" fmla="*/ 4277 h 4277"/>
                <a:gd name="csX1" fmla="*/ 0 w 21327"/>
                <a:gd name="csY1" fmla="*/ 2284 h 4277"/>
                <a:gd name="csX2" fmla="*/ 21328 w 21327"/>
                <a:gd name="csY2" fmla="*/ 1036 h 4277"/>
                <a:gd name="csX3" fmla="*/ 21328 w 21327"/>
                <a:gd name="csY3" fmla="*/ 3234 h 4277"/>
                <a:gd name="csX4" fmla="*/ 13672 w 21327"/>
                <a:gd name="csY4" fmla="*/ 4277 h 4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27" h="4277">
                  <a:moveTo>
                    <a:pt x="13672" y="4277"/>
                  </a:moveTo>
                  <a:cubicBezTo>
                    <a:pt x="9388" y="1763"/>
                    <a:pt x="4228" y="5227"/>
                    <a:pt x="0" y="2284"/>
                  </a:cubicBezTo>
                  <a:cubicBezTo>
                    <a:pt x="7004" y="86"/>
                    <a:pt x="14082" y="-901"/>
                    <a:pt x="21328" y="1036"/>
                  </a:cubicBezTo>
                  <a:cubicBezTo>
                    <a:pt x="21328" y="1763"/>
                    <a:pt x="21328" y="2508"/>
                    <a:pt x="21328" y="3234"/>
                  </a:cubicBezTo>
                  <a:cubicBezTo>
                    <a:pt x="18776" y="3588"/>
                    <a:pt x="16224" y="3942"/>
                    <a:pt x="13672" y="4277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F82C47F-AF68-C6FB-8D8E-5DAB32958510}"/>
                </a:ext>
              </a:extLst>
            </p:cNvPr>
            <p:cNvSpPr/>
            <p:nvPr/>
          </p:nvSpPr>
          <p:spPr>
            <a:xfrm>
              <a:off x="1735543" y="4815322"/>
              <a:ext cx="158087" cy="311143"/>
            </a:xfrm>
            <a:custGeom>
              <a:avLst/>
              <a:gdLst>
                <a:gd name="csX0" fmla="*/ 85125 w 158087"/>
                <a:gd name="csY0" fmla="*/ 277247 h 311143"/>
                <a:gd name="csX1" fmla="*/ 77208 w 158087"/>
                <a:gd name="csY1" fmla="*/ 267990 h 311143"/>
                <a:gd name="csX2" fmla="*/ 86820 w 158087"/>
                <a:gd name="csY2" fmla="*/ 255044 h 311143"/>
                <a:gd name="csX3" fmla="*/ 113605 w 158087"/>
                <a:gd name="csY3" fmla="*/ 245023 h 311143"/>
                <a:gd name="csX4" fmla="*/ 120534 w 158087"/>
                <a:gd name="csY4" fmla="*/ 248749 h 311143"/>
                <a:gd name="csX5" fmla="*/ 126923 w 158087"/>
                <a:gd name="csY5" fmla="*/ 264935 h 311143"/>
                <a:gd name="csX6" fmla="*/ 128935 w 158087"/>
                <a:gd name="csY6" fmla="*/ 268530 h 311143"/>
                <a:gd name="csX7" fmla="*/ 128115 w 158087"/>
                <a:gd name="csY7" fmla="*/ 260334 h 311143"/>
                <a:gd name="csX8" fmla="*/ 110550 w 158087"/>
                <a:gd name="csY8" fmla="*/ 221926 h 311143"/>
                <a:gd name="csX9" fmla="*/ 103919 w 158087"/>
                <a:gd name="csY9" fmla="*/ 211495 h 311143"/>
                <a:gd name="csX10" fmla="*/ 91868 w 158087"/>
                <a:gd name="csY10" fmla="*/ 206298 h 311143"/>
                <a:gd name="csX11" fmla="*/ 59643 w 158087"/>
                <a:gd name="csY11" fmla="*/ 199891 h 311143"/>
                <a:gd name="csX12" fmla="*/ 19466 w 158087"/>
                <a:gd name="csY12" fmla="*/ 158987 h 311143"/>
                <a:gd name="csX13" fmla="*/ 4006 w 158087"/>
                <a:gd name="csY13" fmla="*/ 106869 h 311143"/>
                <a:gd name="csX14" fmla="*/ 1 w 158087"/>
                <a:gd name="csY14" fmla="*/ 77365 h 311143"/>
                <a:gd name="csX15" fmla="*/ 12574 w 158087"/>
                <a:gd name="csY15" fmla="*/ 24540 h 311143"/>
                <a:gd name="csX16" fmla="*/ 40924 w 158087"/>
                <a:gd name="csY16" fmla="*/ 2579 h 311143"/>
                <a:gd name="csX17" fmla="*/ 100510 w 158087"/>
                <a:gd name="csY17" fmla="*/ 14519 h 311143"/>
                <a:gd name="csX18" fmla="*/ 141806 w 158087"/>
                <a:gd name="csY18" fmla="*/ 76061 h 311143"/>
                <a:gd name="csX19" fmla="*/ 152144 w 158087"/>
                <a:gd name="csY19" fmla="*/ 169176 h 311143"/>
                <a:gd name="csX20" fmla="*/ 136516 w 158087"/>
                <a:gd name="csY20" fmla="*/ 201232 h 311143"/>
                <a:gd name="csX21" fmla="*/ 135305 w 158087"/>
                <a:gd name="csY21" fmla="*/ 231016 h 311143"/>
                <a:gd name="csX22" fmla="*/ 148120 w 158087"/>
                <a:gd name="csY22" fmla="*/ 270393 h 311143"/>
                <a:gd name="csX23" fmla="*/ 152460 w 158087"/>
                <a:gd name="csY23" fmla="*/ 286095 h 311143"/>
                <a:gd name="csX24" fmla="*/ 151231 w 158087"/>
                <a:gd name="csY24" fmla="*/ 291068 h 311143"/>
                <a:gd name="csX25" fmla="*/ 157527 w 158087"/>
                <a:gd name="csY25" fmla="*/ 289802 h 311143"/>
                <a:gd name="csX26" fmla="*/ 155161 w 158087"/>
                <a:gd name="csY26" fmla="*/ 296451 h 311143"/>
                <a:gd name="csX27" fmla="*/ 150188 w 158087"/>
                <a:gd name="csY27" fmla="*/ 300847 h 311143"/>
                <a:gd name="csX28" fmla="*/ 151045 w 158087"/>
                <a:gd name="csY28" fmla="*/ 310198 h 311143"/>
                <a:gd name="csX29" fmla="*/ 142663 w 158087"/>
                <a:gd name="csY29" fmla="*/ 305057 h 311143"/>
                <a:gd name="csX30" fmla="*/ 116473 w 158087"/>
                <a:gd name="csY30" fmla="*/ 273373 h 311143"/>
                <a:gd name="csX31" fmla="*/ 85125 w 158087"/>
                <a:gd name="csY31" fmla="*/ 277247 h 311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8087" h="311143">
                  <a:moveTo>
                    <a:pt x="85125" y="277247"/>
                  </a:moveTo>
                  <a:cubicBezTo>
                    <a:pt x="77171" y="276931"/>
                    <a:pt x="76035" y="275422"/>
                    <a:pt x="77208" y="267990"/>
                  </a:cubicBezTo>
                  <a:cubicBezTo>
                    <a:pt x="78177" y="261880"/>
                    <a:pt x="81344" y="257354"/>
                    <a:pt x="86820" y="255044"/>
                  </a:cubicBezTo>
                  <a:cubicBezTo>
                    <a:pt x="95612" y="251356"/>
                    <a:pt x="104627" y="248227"/>
                    <a:pt x="113605" y="245023"/>
                  </a:cubicBezTo>
                  <a:cubicBezTo>
                    <a:pt x="117069" y="243794"/>
                    <a:pt x="119267" y="245359"/>
                    <a:pt x="120534" y="248749"/>
                  </a:cubicBezTo>
                  <a:cubicBezTo>
                    <a:pt x="122564" y="254188"/>
                    <a:pt x="124781" y="259552"/>
                    <a:pt x="126923" y="264935"/>
                  </a:cubicBezTo>
                  <a:cubicBezTo>
                    <a:pt x="128525" y="266071"/>
                    <a:pt x="128674" y="268046"/>
                    <a:pt x="128935" y="268530"/>
                  </a:cubicBezTo>
                  <a:cubicBezTo>
                    <a:pt x="127631" y="266742"/>
                    <a:pt x="129531" y="263277"/>
                    <a:pt x="128115" y="260334"/>
                  </a:cubicBezTo>
                  <a:cubicBezTo>
                    <a:pt x="123216" y="247091"/>
                    <a:pt x="116976" y="234462"/>
                    <a:pt x="110550" y="221926"/>
                  </a:cubicBezTo>
                  <a:cubicBezTo>
                    <a:pt x="108669" y="218238"/>
                    <a:pt x="106322" y="214885"/>
                    <a:pt x="103919" y="211495"/>
                  </a:cubicBezTo>
                  <a:cubicBezTo>
                    <a:pt x="100790" y="207081"/>
                    <a:pt x="96636" y="204771"/>
                    <a:pt x="91868" y="206298"/>
                  </a:cubicBezTo>
                  <a:cubicBezTo>
                    <a:pt x="79704" y="210191"/>
                    <a:pt x="70149" y="204510"/>
                    <a:pt x="59643" y="199891"/>
                  </a:cubicBezTo>
                  <a:cubicBezTo>
                    <a:pt x="40533" y="191509"/>
                    <a:pt x="28109" y="176906"/>
                    <a:pt x="19466" y="158987"/>
                  </a:cubicBezTo>
                  <a:cubicBezTo>
                    <a:pt x="11531" y="142595"/>
                    <a:pt x="6632" y="124993"/>
                    <a:pt x="4006" y="106869"/>
                  </a:cubicBezTo>
                  <a:cubicBezTo>
                    <a:pt x="2590" y="97053"/>
                    <a:pt x="-55" y="87498"/>
                    <a:pt x="1" y="77365"/>
                  </a:cubicBezTo>
                  <a:cubicBezTo>
                    <a:pt x="113" y="58682"/>
                    <a:pt x="5589" y="41490"/>
                    <a:pt x="12574" y="24540"/>
                  </a:cubicBezTo>
                  <a:cubicBezTo>
                    <a:pt x="17845" y="11780"/>
                    <a:pt x="28649" y="5932"/>
                    <a:pt x="40924" y="2579"/>
                  </a:cubicBezTo>
                  <a:cubicBezTo>
                    <a:pt x="62624" y="-3326"/>
                    <a:pt x="82592" y="1014"/>
                    <a:pt x="100510" y="14519"/>
                  </a:cubicBezTo>
                  <a:cubicBezTo>
                    <a:pt x="121354" y="30239"/>
                    <a:pt x="132418" y="52871"/>
                    <a:pt x="141806" y="76061"/>
                  </a:cubicBezTo>
                  <a:cubicBezTo>
                    <a:pt x="153894" y="105920"/>
                    <a:pt x="156726" y="137212"/>
                    <a:pt x="152144" y="169176"/>
                  </a:cubicBezTo>
                  <a:cubicBezTo>
                    <a:pt x="150355" y="181655"/>
                    <a:pt x="143575" y="191453"/>
                    <a:pt x="136516" y="201232"/>
                  </a:cubicBezTo>
                  <a:cubicBezTo>
                    <a:pt x="129009" y="211663"/>
                    <a:pt x="128618" y="220250"/>
                    <a:pt x="135305" y="231016"/>
                  </a:cubicBezTo>
                  <a:cubicBezTo>
                    <a:pt x="142793" y="243105"/>
                    <a:pt x="145047" y="256870"/>
                    <a:pt x="148120" y="270393"/>
                  </a:cubicBezTo>
                  <a:cubicBezTo>
                    <a:pt x="149331" y="275683"/>
                    <a:pt x="150076" y="281159"/>
                    <a:pt x="152460" y="286095"/>
                  </a:cubicBezTo>
                  <a:cubicBezTo>
                    <a:pt x="153503" y="288274"/>
                    <a:pt x="152162" y="289504"/>
                    <a:pt x="151231" y="291068"/>
                  </a:cubicBezTo>
                  <a:cubicBezTo>
                    <a:pt x="153876" y="292745"/>
                    <a:pt x="155478" y="290156"/>
                    <a:pt x="157527" y="289802"/>
                  </a:cubicBezTo>
                  <a:cubicBezTo>
                    <a:pt x="159147" y="292856"/>
                    <a:pt x="156912" y="294645"/>
                    <a:pt x="155161" y="296451"/>
                  </a:cubicBezTo>
                  <a:cubicBezTo>
                    <a:pt x="153634" y="298035"/>
                    <a:pt x="151641" y="299152"/>
                    <a:pt x="150188" y="300847"/>
                  </a:cubicBezTo>
                  <a:cubicBezTo>
                    <a:pt x="146649" y="304982"/>
                    <a:pt x="146816" y="306826"/>
                    <a:pt x="151045" y="310198"/>
                  </a:cubicBezTo>
                  <a:cubicBezTo>
                    <a:pt x="143948" y="312023"/>
                    <a:pt x="143333" y="311651"/>
                    <a:pt x="142663" y="305057"/>
                  </a:cubicBezTo>
                  <a:cubicBezTo>
                    <a:pt x="140949" y="288405"/>
                    <a:pt x="132008" y="276484"/>
                    <a:pt x="116473" y="273373"/>
                  </a:cubicBezTo>
                  <a:cubicBezTo>
                    <a:pt x="106024" y="271324"/>
                    <a:pt x="95034" y="271641"/>
                    <a:pt x="85125" y="277247"/>
                  </a:cubicBezTo>
                  <a:close/>
                </a:path>
              </a:pathLst>
            </a:custGeom>
            <a:solidFill>
              <a:srgbClr val="7D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A9B40FA-676A-2EF3-5BD4-1AC1FAF60319}"/>
                </a:ext>
              </a:extLst>
            </p:cNvPr>
            <p:cNvSpPr/>
            <p:nvPr/>
          </p:nvSpPr>
          <p:spPr>
            <a:xfrm>
              <a:off x="1631378" y="4971048"/>
              <a:ext cx="184967" cy="149354"/>
            </a:xfrm>
            <a:custGeom>
              <a:avLst/>
              <a:gdLst>
                <a:gd name="csX0" fmla="*/ 6339 w 184967"/>
                <a:gd name="csY0" fmla="*/ 42563 h 149354"/>
                <a:gd name="csX1" fmla="*/ 61642 w 184967"/>
                <a:gd name="csY1" fmla="*/ 1901 h 149354"/>
                <a:gd name="csX2" fmla="*/ 74997 w 184967"/>
                <a:gd name="csY2" fmla="*/ 57 h 149354"/>
                <a:gd name="csX3" fmla="*/ 97740 w 184967"/>
                <a:gd name="csY3" fmla="*/ 4378 h 149354"/>
                <a:gd name="csX4" fmla="*/ 132423 w 184967"/>
                <a:gd name="csY4" fmla="*/ 29319 h 149354"/>
                <a:gd name="csX5" fmla="*/ 144623 w 184967"/>
                <a:gd name="csY5" fmla="*/ 67709 h 149354"/>
                <a:gd name="csX6" fmla="*/ 142742 w 184967"/>
                <a:gd name="csY6" fmla="*/ 82759 h 149354"/>
                <a:gd name="csX7" fmla="*/ 151161 w 184967"/>
                <a:gd name="csY7" fmla="*/ 101125 h 149354"/>
                <a:gd name="csX8" fmla="*/ 182678 w 184967"/>
                <a:gd name="csY8" fmla="*/ 122732 h 149354"/>
                <a:gd name="csX9" fmla="*/ 184932 w 184967"/>
                <a:gd name="csY9" fmla="*/ 126141 h 149354"/>
                <a:gd name="csX10" fmla="*/ 184578 w 184967"/>
                <a:gd name="csY10" fmla="*/ 126588 h 149354"/>
                <a:gd name="csX11" fmla="*/ 169304 w 184967"/>
                <a:gd name="csY11" fmla="*/ 129437 h 149354"/>
                <a:gd name="csX12" fmla="*/ 139781 w 184967"/>
                <a:gd name="csY12" fmla="*/ 117479 h 149354"/>
                <a:gd name="csX13" fmla="*/ 131678 w 184967"/>
                <a:gd name="csY13" fmla="*/ 118243 h 149354"/>
                <a:gd name="csX14" fmla="*/ 122048 w 184967"/>
                <a:gd name="csY14" fmla="*/ 127295 h 149354"/>
                <a:gd name="csX15" fmla="*/ 86825 w 184967"/>
                <a:gd name="csY15" fmla="*/ 149331 h 149354"/>
                <a:gd name="csX16" fmla="*/ 51714 w 184967"/>
                <a:gd name="csY16" fmla="*/ 144711 h 149354"/>
                <a:gd name="csX17" fmla="*/ 9822 w 184967"/>
                <a:gd name="csY17" fmla="*/ 110960 h 149354"/>
                <a:gd name="csX18" fmla="*/ 3825 w 184967"/>
                <a:gd name="csY18" fmla="*/ 98853 h 149354"/>
                <a:gd name="csX19" fmla="*/ 379 w 184967"/>
                <a:gd name="csY19" fmla="*/ 79760 h 149354"/>
                <a:gd name="csX20" fmla="*/ 6339 w 184967"/>
                <a:gd name="csY20" fmla="*/ 42563 h 14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4967" h="149354">
                  <a:moveTo>
                    <a:pt x="6339" y="42563"/>
                  </a:moveTo>
                  <a:cubicBezTo>
                    <a:pt x="18875" y="20975"/>
                    <a:pt x="37427" y="7582"/>
                    <a:pt x="61642" y="1901"/>
                  </a:cubicBezTo>
                  <a:cubicBezTo>
                    <a:pt x="66093" y="1249"/>
                    <a:pt x="70527" y="187"/>
                    <a:pt x="74997" y="57"/>
                  </a:cubicBezTo>
                  <a:cubicBezTo>
                    <a:pt x="82839" y="-185"/>
                    <a:pt x="90401" y="187"/>
                    <a:pt x="97740" y="4378"/>
                  </a:cubicBezTo>
                  <a:cubicBezTo>
                    <a:pt x="110220" y="11512"/>
                    <a:pt x="121526" y="20043"/>
                    <a:pt x="132423" y="29319"/>
                  </a:cubicBezTo>
                  <a:cubicBezTo>
                    <a:pt x="144549" y="39657"/>
                    <a:pt x="148312" y="52416"/>
                    <a:pt x="144623" y="67709"/>
                  </a:cubicBezTo>
                  <a:cubicBezTo>
                    <a:pt x="143431" y="72626"/>
                    <a:pt x="143320" y="77730"/>
                    <a:pt x="142742" y="82759"/>
                  </a:cubicBezTo>
                  <a:cubicBezTo>
                    <a:pt x="141811" y="90824"/>
                    <a:pt x="145071" y="96301"/>
                    <a:pt x="151161" y="101125"/>
                  </a:cubicBezTo>
                  <a:cubicBezTo>
                    <a:pt x="161183" y="109060"/>
                    <a:pt x="171446" y="116622"/>
                    <a:pt x="182678" y="122732"/>
                  </a:cubicBezTo>
                  <a:cubicBezTo>
                    <a:pt x="184149" y="123533"/>
                    <a:pt x="185174" y="124334"/>
                    <a:pt x="184932" y="126141"/>
                  </a:cubicBezTo>
                  <a:cubicBezTo>
                    <a:pt x="184820" y="126290"/>
                    <a:pt x="184689" y="126420"/>
                    <a:pt x="184578" y="126588"/>
                  </a:cubicBezTo>
                  <a:cubicBezTo>
                    <a:pt x="178748" y="134970"/>
                    <a:pt x="178822" y="134821"/>
                    <a:pt x="169304" y="129437"/>
                  </a:cubicBezTo>
                  <a:cubicBezTo>
                    <a:pt x="160009" y="124185"/>
                    <a:pt x="150062" y="120348"/>
                    <a:pt x="139781" y="117479"/>
                  </a:cubicBezTo>
                  <a:cubicBezTo>
                    <a:pt x="137042" y="116715"/>
                    <a:pt x="134230" y="116492"/>
                    <a:pt x="131678" y="118243"/>
                  </a:cubicBezTo>
                  <a:cubicBezTo>
                    <a:pt x="127263" y="119994"/>
                    <a:pt x="124525" y="123365"/>
                    <a:pt x="122048" y="127295"/>
                  </a:cubicBezTo>
                  <a:cubicBezTo>
                    <a:pt x="113889" y="140278"/>
                    <a:pt x="102509" y="148958"/>
                    <a:pt x="86825" y="149331"/>
                  </a:cubicBezTo>
                  <a:cubicBezTo>
                    <a:pt x="75016" y="149610"/>
                    <a:pt x="63244" y="147375"/>
                    <a:pt x="51714" y="144711"/>
                  </a:cubicBezTo>
                  <a:cubicBezTo>
                    <a:pt x="32435" y="140241"/>
                    <a:pt x="18893" y="128264"/>
                    <a:pt x="9822" y="110960"/>
                  </a:cubicBezTo>
                  <a:cubicBezTo>
                    <a:pt x="7736" y="106974"/>
                    <a:pt x="5836" y="102876"/>
                    <a:pt x="3825" y="98853"/>
                  </a:cubicBezTo>
                  <a:cubicBezTo>
                    <a:pt x="807" y="92817"/>
                    <a:pt x="-776" y="86447"/>
                    <a:pt x="379" y="79760"/>
                  </a:cubicBezTo>
                  <a:cubicBezTo>
                    <a:pt x="2521" y="67373"/>
                    <a:pt x="2856" y="54707"/>
                    <a:pt x="6339" y="42563"/>
                  </a:cubicBezTo>
                  <a:close/>
                </a:path>
              </a:pathLst>
            </a:custGeom>
            <a:solidFill>
              <a:srgbClr val="82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C866CB3-4247-622D-58DE-5B29132E3C88}"/>
                </a:ext>
              </a:extLst>
            </p:cNvPr>
            <p:cNvSpPr/>
            <p:nvPr/>
          </p:nvSpPr>
          <p:spPr>
            <a:xfrm>
              <a:off x="2001601" y="5127937"/>
              <a:ext cx="343690" cy="155147"/>
            </a:xfrm>
            <a:custGeom>
              <a:avLst/>
              <a:gdLst>
                <a:gd name="csX0" fmla="*/ 333182 w 343690"/>
                <a:gd name="csY0" fmla="*/ 73244 h 155147"/>
                <a:gd name="csX1" fmla="*/ 335343 w 343690"/>
                <a:gd name="csY1" fmla="*/ 140728 h 155147"/>
                <a:gd name="csX2" fmla="*/ 326160 w 343690"/>
                <a:gd name="csY2" fmla="*/ 154530 h 155147"/>
                <a:gd name="csX3" fmla="*/ 320721 w 343690"/>
                <a:gd name="csY3" fmla="*/ 151736 h 155147"/>
                <a:gd name="csX4" fmla="*/ 306676 w 343690"/>
                <a:gd name="csY4" fmla="*/ 141194 h 155147"/>
                <a:gd name="csX5" fmla="*/ 298890 w 343690"/>
                <a:gd name="csY5" fmla="*/ 139853 h 155147"/>
                <a:gd name="csX6" fmla="*/ 291011 w 343690"/>
                <a:gd name="csY6" fmla="*/ 132365 h 155147"/>
                <a:gd name="csX7" fmla="*/ 281996 w 343690"/>
                <a:gd name="csY7" fmla="*/ 139070 h 155147"/>
                <a:gd name="csX8" fmla="*/ 240179 w 343690"/>
                <a:gd name="csY8" fmla="*/ 133836 h 155147"/>
                <a:gd name="csX9" fmla="*/ 201976 w 343690"/>
                <a:gd name="csY9" fmla="*/ 126963 h 155147"/>
                <a:gd name="csX10" fmla="*/ 173309 w 343690"/>
                <a:gd name="csY10" fmla="*/ 121282 h 155147"/>
                <a:gd name="csX11" fmla="*/ 168355 w 343690"/>
                <a:gd name="csY11" fmla="*/ 117147 h 155147"/>
                <a:gd name="csX12" fmla="*/ 168056 w 343690"/>
                <a:gd name="csY12" fmla="*/ 106529 h 155147"/>
                <a:gd name="csX13" fmla="*/ 167814 w 343690"/>
                <a:gd name="csY13" fmla="*/ 105598 h 155147"/>
                <a:gd name="csX14" fmla="*/ 167684 w 343690"/>
                <a:gd name="csY14" fmla="*/ 106045 h 155147"/>
                <a:gd name="csX15" fmla="*/ 167293 w 343690"/>
                <a:gd name="csY15" fmla="*/ 111167 h 155147"/>
                <a:gd name="csX16" fmla="*/ 157775 w 343690"/>
                <a:gd name="csY16" fmla="*/ 116811 h 155147"/>
                <a:gd name="csX17" fmla="*/ 106607 w 343690"/>
                <a:gd name="csY17" fmla="*/ 101780 h 155147"/>
                <a:gd name="csX18" fmla="*/ 96716 w 343690"/>
                <a:gd name="csY18" fmla="*/ 89579 h 155147"/>
                <a:gd name="csX19" fmla="*/ 96418 w 343690"/>
                <a:gd name="csY19" fmla="*/ 86785 h 155147"/>
                <a:gd name="csX20" fmla="*/ 95226 w 343690"/>
                <a:gd name="csY20" fmla="*/ 83414 h 155147"/>
                <a:gd name="csX21" fmla="*/ 96325 w 343690"/>
                <a:gd name="csY21" fmla="*/ 90101 h 155147"/>
                <a:gd name="csX22" fmla="*/ 86192 w 343690"/>
                <a:gd name="csY22" fmla="*/ 97421 h 155147"/>
                <a:gd name="csX23" fmla="*/ 30852 w 343690"/>
                <a:gd name="csY23" fmla="*/ 83358 h 155147"/>
                <a:gd name="csX24" fmla="*/ 25544 w 343690"/>
                <a:gd name="csY24" fmla="*/ 78999 h 155147"/>
                <a:gd name="csX25" fmla="*/ 2093 w 343690"/>
                <a:gd name="csY25" fmla="*/ 47558 h 155147"/>
                <a:gd name="csX26" fmla="*/ 2689 w 343690"/>
                <a:gd name="csY26" fmla="*/ 39008 h 155147"/>
                <a:gd name="csX27" fmla="*/ 19006 w 343690"/>
                <a:gd name="csY27" fmla="*/ 14048 h 155147"/>
                <a:gd name="csX28" fmla="*/ 22415 w 343690"/>
                <a:gd name="csY28" fmla="*/ 9745 h 155147"/>
                <a:gd name="csX29" fmla="*/ 22359 w 343690"/>
                <a:gd name="csY29" fmla="*/ 9783 h 155147"/>
                <a:gd name="csX30" fmla="*/ 31355 w 343690"/>
                <a:gd name="csY30" fmla="*/ 3338 h 155147"/>
                <a:gd name="csX31" fmla="*/ 41414 w 343690"/>
                <a:gd name="csY31" fmla="*/ 823 h 155147"/>
                <a:gd name="csX32" fmla="*/ 55738 w 343690"/>
                <a:gd name="csY32" fmla="*/ 2146 h 155147"/>
                <a:gd name="csX33" fmla="*/ 86472 w 343690"/>
                <a:gd name="csY33" fmla="*/ 1755 h 155147"/>
                <a:gd name="csX34" fmla="*/ 94891 w 343690"/>
                <a:gd name="csY34" fmla="*/ 7212 h 155147"/>
                <a:gd name="csX35" fmla="*/ 96120 w 343690"/>
                <a:gd name="csY35" fmla="*/ 8255 h 155147"/>
                <a:gd name="csX36" fmla="*/ 97219 w 343690"/>
                <a:gd name="csY36" fmla="*/ 6411 h 155147"/>
                <a:gd name="csX37" fmla="*/ 106384 w 343690"/>
                <a:gd name="csY37" fmla="*/ 3450 h 155147"/>
                <a:gd name="csX38" fmla="*/ 150864 w 343690"/>
                <a:gd name="csY38" fmla="*/ 8646 h 155147"/>
                <a:gd name="csX39" fmla="*/ 167628 w 343690"/>
                <a:gd name="csY39" fmla="*/ 15501 h 155147"/>
                <a:gd name="csX40" fmla="*/ 169081 w 343690"/>
                <a:gd name="csY40" fmla="*/ 16339 h 155147"/>
                <a:gd name="csX41" fmla="*/ 192551 w 343690"/>
                <a:gd name="csY41" fmla="*/ 19860 h 155147"/>
                <a:gd name="csX42" fmla="*/ 227792 w 343690"/>
                <a:gd name="csY42" fmla="*/ 31650 h 155147"/>
                <a:gd name="csX43" fmla="*/ 242768 w 343690"/>
                <a:gd name="csY43" fmla="*/ 39026 h 155147"/>
                <a:gd name="csX44" fmla="*/ 244389 w 343690"/>
                <a:gd name="csY44" fmla="*/ 39138 h 155147"/>
                <a:gd name="csX45" fmla="*/ 254764 w 343690"/>
                <a:gd name="csY45" fmla="*/ 41280 h 155147"/>
                <a:gd name="csX46" fmla="*/ 283411 w 343690"/>
                <a:gd name="csY46" fmla="*/ 58026 h 155147"/>
                <a:gd name="csX47" fmla="*/ 303510 w 343690"/>
                <a:gd name="csY47" fmla="*/ 71604 h 155147"/>
                <a:gd name="csX48" fmla="*/ 325806 w 343690"/>
                <a:gd name="csY48" fmla="*/ 73355 h 155147"/>
                <a:gd name="csX49" fmla="*/ 333182 w 343690"/>
                <a:gd name="csY49" fmla="*/ 73244 h 155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43690" h="155147">
                  <a:moveTo>
                    <a:pt x="333182" y="73244"/>
                  </a:moveTo>
                  <a:cubicBezTo>
                    <a:pt x="346966" y="95316"/>
                    <a:pt x="346668" y="117799"/>
                    <a:pt x="335343" y="140728"/>
                  </a:cubicBezTo>
                  <a:cubicBezTo>
                    <a:pt x="332865" y="145757"/>
                    <a:pt x="330723" y="150917"/>
                    <a:pt x="326160" y="154530"/>
                  </a:cubicBezTo>
                  <a:cubicBezTo>
                    <a:pt x="323012" y="156207"/>
                    <a:pt x="321615" y="154195"/>
                    <a:pt x="320721" y="151736"/>
                  </a:cubicBezTo>
                  <a:cubicBezTo>
                    <a:pt x="318336" y="145105"/>
                    <a:pt x="313382" y="142088"/>
                    <a:pt x="306676" y="141194"/>
                  </a:cubicBezTo>
                  <a:cubicBezTo>
                    <a:pt x="304068" y="140858"/>
                    <a:pt x="301461" y="140430"/>
                    <a:pt x="298890" y="139853"/>
                  </a:cubicBezTo>
                  <a:cubicBezTo>
                    <a:pt x="295221" y="139033"/>
                    <a:pt x="292240" y="137301"/>
                    <a:pt x="291011" y="132365"/>
                  </a:cubicBezTo>
                  <a:cubicBezTo>
                    <a:pt x="289819" y="138269"/>
                    <a:pt x="286094" y="139573"/>
                    <a:pt x="281996" y="139070"/>
                  </a:cubicBezTo>
                  <a:cubicBezTo>
                    <a:pt x="268082" y="137338"/>
                    <a:pt x="254056" y="137710"/>
                    <a:pt x="240179" y="133836"/>
                  </a:cubicBezTo>
                  <a:cubicBezTo>
                    <a:pt x="227848" y="130390"/>
                    <a:pt x="214828" y="128732"/>
                    <a:pt x="201976" y="126963"/>
                  </a:cubicBezTo>
                  <a:cubicBezTo>
                    <a:pt x="192327" y="125640"/>
                    <a:pt x="182678" y="124057"/>
                    <a:pt x="173309" y="121282"/>
                  </a:cubicBezTo>
                  <a:cubicBezTo>
                    <a:pt x="171055" y="120611"/>
                    <a:pt x="169100" y="119605"/>
                    <a:pt x="168355" y="117147"/>
                  </a:cubicBezTo>
                  <a:cubicBezTo>
                    <a:pt x="167703" y="113626"/>
                    <a:pt x="168112" y="110069"/>
                    <a:pt x="168056" y="106529"/>
                  </a:cubicBezTo>
                  <a:cubicBezTo>
                    <a:pt x="168056" y="106101"/>
                    <a:pt x="168056" y="105784"/>
                    <a:pt x="167814" y="105598"/>
                  </a:cubicBezTo>
                  <a:cubicBezTo>
                    <a:pt x="167777" y="105728"/>
                    <a:pt x="167721" y="105840"/>
                    <a:pt x="167684" y="106045"/>
                  </a:cubicBezTo>
                  <a:cubicBezTo>
                    <a:pt x="167572" y="107815"/>
                    <a:pt x="167647" y="109510"/>
                    <a:pt x="167293" y="111167"/>
                  </a:cubicBezTo>
                  <a:cubicBezTo>
                    <a:pt x="166194" y="116402"/>
                    <a:pt x="162692" y="118748"/>
                    <a:pt x="157775" y="116811"/>
                  </a:cubicBezTo>
                  <a:cubicBezTo>
                    <a:pt x="141141" y="110311"/>
                    <a:pt x="123874" y="106101"/>
                    <a:pt x="106607" y="101780"/>
                  </a:cubicBezTo>
                  <a:cubicBezTo>
                    <a:pt x="97517" y="99507"/>
                    <a:pt x="97108" y="98874"/>
                    <a:pt x="96716" y="89579"/>
                  </a:cubicBezTo>
                  <a:cubicBezTo>
                    <a:pt x="96679" y="88648"/>
                    <a:pt x="96623" y="87698"/>
                    <a:pt x="96418" y="86785"/>
                  </a:cubicBezTo>
                  <a:cubicBezTo>
                    <a:pt x="96083" y="85742"/>
                    <a:pt x="95934" y="84643"/>
                    <a:pt x="95226" y="83414"/>
                  </a:cubicBezTo>
                  <a:cubicBezTo>
                    <a:pt x="96008" y="85742"/>
                    <a:pt x="96362" y="87884"/>
                    <a:pt x="96325" y="90101"/>
                  </a:cubicBezTo>
                  <a:cubicBezTo>
                    <a:pt x="95357" y="97049"/>
                    <a:pt x="92730" y="98837"/>
                    <a:pt x="86192" y="97421"/>
                  </a:cubicBezTo>
                  <a:cubicBezTo>
                    <a:pt x="67584" y="93379"/>
                    <a:pt x="49423" y="87568"/>
                    <a:pt x="30852" y="83358"/>
                  </a:cubicBezTo>
                  <a:cubicBezTo>
                    <a:pt x="28207" y="82762"/>
                    <a:pt x="26885" y="80974"/>
                    <a:pt x="25544" y="78999"/>
                  </a:cubicBezTo>
                  <a:cubicBezTo>
                    <a:pt x="22564" y="64918"/>
                    <a:pt x="14666" y="54505"/>
                    <a:pt x="2093" y="47558"/>
                  </a:cubicBezTo>
                  <a:cubicBezTo>
                    <a:pt x="-1092" y="44465"/>
                    <a:pt x="-440" y="41523"/>
                    <a:pt x="2689" y="39008"/>
                  </a:cubicBezTo>
                  <a:cubicBezTo>
                    <a:pt x="10866" y="32451"/>
                    <a:pt x="15988" y="23920"/>
                    <a:pt x="19006" y="14048"/>
                  </a:cubicBezTo>
                  <a:cubicBezTo>
                    <a:pt x="19621" y="12036"/>
                    <a:pt x="21278" y="11161"/>
                    <a:pt x="22415" y="9745"/>
                  </a:cubicBezTo>
                  <a:lnTo>
                    <a:pt x="22359" y="9783"/>
                  </a:lnTo>
                  <a:cubicBezTo>
                    <a:pt x="26028" y="8572"/>
                    <a:pt x="28859" y="6225"/>
                    <a:pt x="31355" y="3338"/>
                  </a:cubicBezTo>
                  <a:cubicBezTo>
                    <a:pt x="34056" y="209"/>
                    <a:pt x="37353" y="-928"/>
                    <a:pt x="41414" y="823"/>
                  </a:cubicBezTo>
                  <a:cubicBezTo>
                    <a:pt x="46015" y="2798"/>
                    <a:pt x="50783" y="2593"/>
                    <a:pt x="55738" y="2146"/>
                  </a:cubicBezTo>
                  <a:cubicBezTo>
                    <a:pt x="65945" y="1214"/>
                    <a:pt x="76208" y="283"/>
                    <a:pt x="86472" y="1755"/>
                  </a:cubicBezTo>
                  <a:cubicBezTo>
                    <a:pt x="90067" y="2276"/>
                    <a:pt x="93513" y="3189"/>
                    <a:pt x="94891" y="7212"/>
                  </a:cubicBezTo>
                  <a:cubicBezTo>
                    <a:pt x="95394" y="9615"/>
                    <a:pt x="95412" y="9615"/>
                    <a:pt x="96120" y="8255"/>
                  </a:cubicBezTo>
                  <a:cubicBezTo>
                    <a:pt x="96456" y="7622"/>
                    <a:pt x="96772" y="6989"/>
                    <a:pt x="97219" y="6411"/>
                  </a:cubicBezTo>
                  <a:cubicBezTo>
                    <a:pt x="99715" y="3673"/>
                    <a:pt x="102770" y="3226"/>
                    <a:pt x="106384" y="3450"/>
                  </a:cubicBezTo>
                  <a:cubicBezTo>
                    <a:pt x="121304" y="4400"/>
                    <a:pt x="136093" y="6486"/>
                    <a:pt x="150864" y="8646"/>
                  </a:cubicBezTo>
                  <a:cubicBezTo>
                    <a:pt x="156992" y="9540"/>
                    <a:pt x="163102" y="10639"/>
                    <a:pt x="167628" y="15501"/>
                  </a:cubicBezTo>
                  <a:cubicBezTo>
                    <a:pt x="168075" y="15836"/>
                    <a:pt x="168559" y="16116"/>
                    <a:pt x="169081" y="16339"/>
                  </a:cubicBezTo>
                  <a:cubicBezTo>
                    <a:pt x="177370" y="14477"/>
                    <a:pt x="184914" y="17066"/>
                    <a:pt x="192551" y="19860"/>
                  </a:cubicBezTo>
                  <a:cubicBezTo>
                    <a:pt x="204174" y="24125"/>
                    <a:pt x="215927" y="28130"/>
                    <a:pt x="227792" y="31650"/>
                  </a:cubicBezTo>
                  <a:cubicBezTo>
                    <a:pt x="233287" y="33289"/>
                    <a:pt x="238391" y="35338"/>
                    <a:pt x="242768" y="39026"/>
                  </a:cubicBezTo>
                  <a:cubicBezTo>
                    <a:pt x="243308" y="39082"/>
                    <a:pt x="243848" y="39138"/>
                    <a:pt x="244389" y="39138"/>
                  </a:cubicBezTo>
                  <a:cubicBezTo>
                    <a:pt x="248058" y="38803"/>
                    <a:pt x="251374" y="39902"/>
                    <a:pt x="254764" y="41280"/>
                  </a:cubicBezTo>
                  <a:cubicBezTo>
                    <a:pt x="265157" y="45471"/>
                    <a:pt x="274676" y="51097"/>
                    <a:pt x="283411" y="58026"/>
                  </a:cubicBezTo>
                  <a:cubicBezTo>
                    <a:pt x="289763" y="63074"/>
                    <a:pt x="296618" y="67451"/>
                    <a:pt x="303510" y="71604"/>
                  </a:cubicBezTo>
                  <a:cubicBezTo>
                    <a:pt x="310290" y="75665"/>
                    <a:pt x="317871" y="78534"/>
                    <a:pt x="325806" y="73355"/>
                  </a:cubicBezTo>
                  <a:cubicBezTo>
                    <a:pt x="328078" y="71847"/>
                    <a:pt x="330704" y="71306"/>
                    <a:pt x="333182" y="73244"/>
                  </a:cubicBezTo>
                  <a:close/>
                </a:path>
              </a:pathLst>
            </a:custGeom>
            <a:solidFill>
              <a:srgbClr val="88BE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4C3A67-091E-85F5-FD27-009DC0D9115F}"/>
                </a:ext>
              </a:extLst>
            </p:cNvPr>
            <p:cNvSpPr/>
            <p:nvPr/>
          </p:nvSpPr>
          <p:spPr>
            <a:xfrm>
              <a:off x="2023960" y="5092760"/>
              <a:ext cx="310823" cy="112743"/>
            </a:xfrm>
            <a:custGeom>
              <a:avLst/>
              <a:gdLst>
                <a:gd name="csX0" fmla="*/ 310823 w 310823"/>
                <a:gd name="csY0" fmla="*/ 108421 h 112743"/>
                <a:gd name="csX1" fmla="*/ 304807 w 310823"/>
                <a:gd name="csY1" fmla="*/ 109259 h 112743"/>
                <a:gd name="csX2" fmla="*/ 277500 w 310823"/>
                <a:gd name="csY2" fmla="*/ 106130 h 112743"/>
                <a:gd name="csX3" fmla="*/ 230989 w 310823"/>
                <a:gd name="csY3" fmla="*/ 77296 h 112743"/>
                <a:gd name="csX4" fmla="*/ 220633 w 310823"/>
                <a:gd name="csY4" fmla="*/ 75676 h 112743"/>
                <a:gd name="csX5" fmla="*/ 222570 w 310823"/>
                <a:gd name="csY5" fmla="*/ 65114 h 112743"/>
                <a:gd name="csX6" fmla="*/ 220596 w 310823"/>
                <a:gd name="csY6" fmla="*/ 75732 h 112743"/>
                <a:gd name="csX7" fmla="*/ 220204 w 310823"/>
                <a:gd name="csY7" fmla="*/ 76141 h 112743"/>
                <a:gd name="csX8" fmla="*/ 190718 w 310823"/>
                <a:gd name="csY8" fmla="*/ 63773 h 112743"/>
                <a:gd name="csX9" fmla="*/ 156855 w 310823"/>
                <a:gd name="csY9" fmla="*/ 52430 h 112743"/>
                <a:gd name="csX10" fmla="*/ 145996 w 310823"/>
                <a:gd name="csY10" fmla="*/ 52933 h 112743"/>
                <a:gd name="csX11" fmla="*/ 147672 w 310823"/>
                <a:gd name="csY11" fmla="*/ 44420 h 112743"/>
                <a:gd name="csX12" fmla="*/ 146014 w 310823"/>
                <a:gd name="csY12" fmla="*/ 52970 h 112743"/>
                <a:gd name="csX13" fmla="*/ 120123 w 310823"/>
                <a:gd name="csY13" fmla="*/ 44290 h 112743"/>
                <a:gd name="csX14" fmla="*/ 81305 w 310823"/>
                <a:gd name="csY14" fmla="*/ 39670 h 112743"/>
                <a:gd name="csX15" fmla="*/ 74935 w 310823"/>
                <a:gd name="csY15" fmla="*/ 42893 h 112743"/>
                <a:gd name="csX16" fmla="*/ 74805 w 310823"/>
                <a:gd name="csY16" fmla="*/ 33933 h 112743"/>
                <a:gd name="csX17" fmla="*/ 71415 w 310823"/>
                <a:gd name="csY17" fmla="*/ 44066 h 112743"/>
                <a:gd name="csX18" fmla="*/ 65435 w 310823"/>
                <a:gd name="csY18" fmla="*/ 38609 h 112743"/>
                <a:gd name="csX19" fmla="*/ 52676 w 310823"/>
                <a:gd name="csY19" fmla="*/ 37547 h 112743"/>
                <a:gd name="csX20" fmla="*/ 31423 w 310823"/>
                <a:gd name="csY20" fmla="*/ 39205 h 112743"/>
                <a:gd name="csX21" fmla="*/ 18813 w 310823"/>
                <a:gd name="csY21" fmla="*/ 37677 h 112743"/>
                <a:gd name="csX22" fmla="*/ 9444 w 310823"/>
                <a:gd name="csY22" fmla="*/ 40285 h 112743"/>
                <a:gd name="csX23" fmla="*/ 0 w 310823"/>
                <a:gd name="csY23" fmla="*/ 44923 h 112743"/>
                <a:gd name="csX24" fmla="*/ 24271 w 310823"/>
                <a:gd name="csY24" fmla="*/ 18324 h 112743"/>
                <a:gd name="csX25" fmla="*/ 64765 w 310823"/>
                <a:gd name="csY25" fmla="*/ 89 h 112743"/>
                <a:gd name="csX26" fmla="*/ 149907 w 310823"/>
                <a:gd name="csY26" fmla="*/ 7744 h 112743"/>
                <a:gd name="csX27" fmla="*/ 230039 w 310823"/>
                <a:gd name="csY27" fmla="*/ 37174 h 112743"/>
                <a:gd name="csX28" fmla="*/ 296518 w 310823"/>
                <a:gd name="csY28" fmla="*/ 87559 h 112743"/>
                <a:gd name="csX29" fmla="*/ 310823 w 310823"/>
                <a:gd name="csY29" fmla="*/ 108421 h 11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10823" h="112743">
                  <a:moveTo>
                    <a:pt x="310823" y="108421"/>
                  </a:moveTo>
                  <a:cubicBezTo>
                    <a:pt x="308774" y="108459"/>
                    <a:pt x="306632" y="107993"/>
                    <a:pt x="304807" y="109259"/>
                  </a:cubicBezTo>
                  <a:cubicBezTo>
                    <a:pt x="294767" y="116207"/>
                    <a:pt x="286217" y="111495"/>
                    <a:pt x="277500" y="106130"/>
                  </a:cubicBezTo>
                  <a:cubicBezTo>
                    <a:pt x="261965" y="96593"/>
                    <a:pt x="248536" y="83685"/>
                    <a:pt x="230989" y="77296"/>
                  </a:cubicBezTo>
                  <a:cubicBezTo>
                    <a:pt x="227487" y="76030"/>
                    <a:pt x="224191" y="75564"/>
                    <a:pt x="220633" y="75676"/>
                  </a:cubicBezTo>
                  <a:cubicBezTo>
                    <a:pt x="219720" y="71876"/>
                    <a:pt x="223334" y="68896"/>
                    <a:pt x="222570" y="65114"/>
                  </a:cubicBezTo>
                  <a:cubicBezTo>
                    <a:pt x="223203" y="68896"/>
                    <a:pt x="219627" y="71894"/>
                    <a:pt x="220596" y="75732"/>
                  </a:cubicBezTo>
                  <a:cubicBezTo>
                    <a:pt x="220465" y="75862"/>
                    <a:pt x="220335" y="76011"/>
                    <a:pt x="220204" y="76141"/>
                  </a:cubicBezTo>
                  <a:cubicBezTo>
                    <a:pt x="212139" y="67871"/>
                    <a:pt x="200740" y="67312"/>
                    <a:pt x="190718" y="63773"/>
                  </a:cubicBezTo>
                  <a:cubicBezTo>
                    <a:pt x="179524" y="59824"/>
                    <a:pt x="168441" y="55447"/>
                    <a:pt x="156855" y="52430"/>
                  </a:cubicBezTo>
                  <a:cubicBezTo>
                    <a:pt x="152739" y="51349"/>
                    <a:pt x="149609" y="54143"/>
                    <a:pt x="145996" y="52933"/>
                  </a:cubicBezTo>
                  <a:cubicBezTo>
                    <a:pt x="147616" y="50306"/>
                    <a:pt x="146610" y="47158"/>
                    <a:pt x="147672" y="44420"/>
                  </a:cubicBezTo>
                  <a:cubicBezTo>
                    <a:pt x="146648" y="47177"/>
                    <a:pt x="147449" y="50288"/>
                    <a:pt x="146014" y="52970"/>
                  </a:cubicBezTo>
                  <a:cubicBezTo>
                    <a:pt x="138992" y="45333"/>
                    <a:pt x="129213" y="45575"/>
                    <a:pt x="120123" y="44290"/>
                  </a:cubicBezTo>
                  <a:cubicBezTo>
                    <a:pt x="107215" y="42446"/>
                    <a:pt x="94251" y="41086"/>
                    <a:pt x="81305" y="39670"/>
                  </a:cubicBezTo>
                  <a:cubicBezTo>
                    <a:pt x="78679" y="39391"/>
                    <a:pt x="76909" y="41496"/>
                    <a:pt x="74935" y="42893"/>
                  </a:cubicBezTo>
                  <a:cubicBezTo>
                    <a:pt x="72048" y="39763"/>
                    <a:pt x="76015" y="36541"/>
                    <a:pt x="74805" y="33933"/>
                  </a:cubicBezTo>
                  <a:cubicBezTo>
                    <a:pt x="73836" y="37007"/>
                    <a:pt x="75270" y="41365"/>
                    <a:pt x="71415" y="44066"/>
                  </a:cubicBezTo>
                  <a:cubicBezTo>
                    <a:pt x="71620" y="39875"/>
                    <a:pt x="68136" y="39018"/>
                    <a:pt x="65435" y="38609"/>
                  </a:cubicBezTo>
                  <a:cubicBezTo>
                    <a:pt x="61207" y="37957"/>
                    <a:pt x="56569" y="36876"/>
                    <a:pt x="52676" y="37547"/>
                  </a:cubicBezTo>
                  <a:cubicBezTo>
                    <a:pt x="45579" y="38795"/>
                    <a:pt x="38427" y="37286"/>
                    <a:pt x="31423" y="39205"/>
                  </a:cubicBezTo>
                  <a:cubicBezTo>
                    <a:pt x="27195" y="40360"/>
                    <a:pt x="22445" y="39819"/>
                    <a:pt x="18813" y="37677"/>
                  </a:cubicBezTo>
                  <a:cubicBezTo>
                    <a:pt x="14194" y="34976"/>
                    <a:pt x="11642" y="36969"/>
                    <a:pt x="9444" y="40285"/>
                  </a:cubicBezTo>
                  <a:cubicBezTo>
                    <a:pt x="7097" y="43805"/>
                    <a:pt x="4210" y="45519"/>
                    <a:pt x="0" y="44923"/>
                  </a:cubicBezTo>
                  <a:cubicBezTo>
                    <a:pt x="8103" y="36075"/>
                    <a:pt x="16317" y="27321"/>
                    <a:pt x="24271" y="18324"/>
                  </a:cubicBezTo>
                  <a:cubicBezTo>
                    <a:pt x="35055" y="6105"/>
                    <a:pt x="49435" y="443"/>
                    <a:pt x="64765" y="89"/>
                  </a:cubicBezTo>
                  <a:cubicBezTo>
                    <a:pt x="93320" y="-563"/>
                    <a:pt x="121874" y="2417"/>
                    <a:pt x="149907" y="7744"/>
                  </a:cubicBezTo>
                  <a:cubicBezTo>
                    <a:pt x="178071" y="13090"/>
                    <a:pt x="204577" y="23782"/>
                    <a:pt x="230039" y="37174"/>
                  </a:cubicBezTo>
                  <a:cubicBezTo>
                    <a:pt x="255055" y="50343"/>
                    <a:pt x="277630" y="66474"/>
                    <a:pt x="296518" y="87559"/>
                  </a:cubicBezTo>
                  <a:cubicBezTo>
                    <a:pt x="302180" y="93893"/>
                    <a:pt x="306967" y="100859"/>
                    <a:pt x="310823" y="108421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3DC1AA7-CCB1-8E1D-DB84-FC8B6C2F982D}"/>
                </a:ext>
              </a:extLst>
            </p:cNvPr>
            <p:cNvSpPr/>
            <p:nvPr/>
          </p:nvSpPr>
          <p:spPr>
            <a:xfrm>
              <a:off x="1976487" y="4813109"/>
              <a:ext cx="170493" cy="190557"/>
            </a:xfrm>
            <a:custGeom>
              <a:avLst/>
              <a:gdLst>
                <a:gd name="csX0" fmla="*/ 132615 w 170493"/>
                <a:gd name="csY0" fmla="*/ 339 h 190557"/>
                <a:gd name="csX1" fmla="*/ 168602 w 170493"/>
                <a:gd name="csY1" fmla="*/ 26342 h 190557"/>
                <a:gd name="csX2" fmla="*/ 166422 w 170493"/>
                <a:gd name="csY2" fmla="*/ 37797 h 190557"/>
                <a:gd name="csX3" fmla="*/ 160816 w 170493"/>
                <a:gd name="csY3" fmla="*/ 46776 h 190557"/>
                <a:gd name="csX4" fmla="*/ 156066 w 170493"/>
                <a:gd name="csY4" fmla="*/ 57002 h 190557"/>
                <a:gd name="csX5" fmla="*/ 147423 w 170493"/>
                <a:gd name="csY5" fmla="*/ 60783 h 190557"/>
                <a:gd name="csX6" fmla="*/ 149770 w 170493"/>
                <a:gd name="csY6" fmla="*/ 73579 h 190557"/>
                <a:gd name="csX7" fmla="*/ 138576 w 170493"/>
                <a:gd name="csY7" fmla="*/ 97514 h 190557"/>
                <a:gd name="csX8" fmla="*/ 110934 w 170493"/>
                <a:gd name="csY8" fmla="*/ 141324 h 190557"/>
                <a:gd name="csX9" fmla="*/ 83124 w 170493"/>
                <a:gd name="csY9" fmla="*/ 165669 h 190557"/>
                <a:gd name="csX10" fmla="*/ 52316 w 170493"/>
                <a:gd name="csY10" fmla="*/ 184315 h 190557"/>
                <a:gd name="csX11" fmla="*/ 45405 w 170493"/>
                <a:gd name="csY11" fmla="*/ 187947 h 190557"/>
                <a:gd name="csX12" fmla="*/ 42276 w 170493"/>
                <a:gd name="csY12" fmla="*/ 189269 h 190557"/>
                <a:gd name="csX13" fmla="*/ 26704 w 170493"/>
                <a:gd name="csY13" fmla="*/ 187947 h 190557"/>
                <a:gd name="csX14" fmla="*/ 8655 w 170493"/>
                <a:gd name="csY14" fmla="*/ 178671 h 190557"/>
                <a:gd name="csX15" fmla="*/ 1111 w 170493"/>
                <a:gd name="csY15" fmla="*/ 168035 h 190557"/>
                <a:gd name="csX16" fmla="*/ 1502 w 170493"/>
                <a:gd name="csY16" fmla="*/ 148570 h 190557"/>
                <a:gd name="csX17" fmla="*/ 3551 w 170493"/>
                <a:gd name="csY17" fmla="*/ 134675 h 190557"/>
                <a:gd name="csX18" fmla="*/ 12305 w 170493"/>
                <a:gd name="csY18" fmla="*/ 119941 h 190557"/>
                <a:gd name="csX19" fmla="*/ 13982 w 170493"/>
                <a:gd name="csY19" fmla="*/ 115601 h 190557"/>
                <a:gd name="csX20" fmla="*/ 16087 w 170493"/>
                <a:gd name="csY20" fmla="*/ 107070 h 190557"/>
                <a:gd name="csX21" fmla="*/ 30932 w 170493"/>
                <a:gd name="csY21" fmla="*/ 88034 h 190557"/>
                <a:gd name="csX22" fmla="*/ 82621 w 170493"/>
                <a:gd name="csY22" fmla="*/ 40964 h 190557"/>
                <a:gd name="csX23" fmla="*/ 112256 w 170493"/>
                <a:gd name="csY23" fmla="*/ 13322 h 190557"/>
                <a:gd name="csX24" fmla="*/ 115553 w 170493"/>
                <a:gd name="csY24" fmla="*/ 8777 h 190557"/>
                <a:gd name="csX25" fmla="*/ 132615 w 170493"/>
                <a:gd name="csY25" fmla="*/ 339 h 190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0493" h="190557">
                  <a:moveTo>
                    <a:pt x="132615" y="339"/>
                  </a:moveTo>
                  <a:cubicBezTo>
                    <a:pt x="148727" y="3320"/>
                    <a:pt x="159437" y="13769"/>
                    <a:pt x="168602" y="26342"/>
                  </a:cubicBezTo>
                  <a:cubicBezTo>
                    <a:pt x="171321" y="30812"/>
                    <a:pt x="171526" y="34463"/>
                    <a:pt x="166422" y="37797"/>
                  </a:cubicBezTo>
                  <a:cubicBezTo>
                    <a:pt x="163480" y="39716"/>
                    <a:pt x="162176" y="43460"/>
                    <a:pt x="160816" y="46776"/>
                  </a:cubicBezTo>
                  <a:cubicBezTo>
                    <a:pt x="159382" y="50259"/>
                    <a:pt x="157966" y="53723"/>
                    <a:pt x="156066" y="57002"/>
                  </a:cubicBezTo>
                  <a:cubicBezTo>
                    <a:pt x="154148" y="60280"/>
                    <a:pt x="151819" y="62310"/>
                    <a:pt x="147423" y="60783"/>
                  </a:cubicBezTo>
                  <a:cubicBezTo>
                    <a:pt x="152266" y="66203"/>
                    <a:pt x="152266" y="68047"/>
                    <a:pt x="149770" y="73579"/>
                  </a:cubicBezTo>
                  <a:cubicBezTo>
                    <a:pt x="146138" y="81607"/>
                    <a:pt x="143083" y="89859"/>
                    <a:pt x="138576" y="97514"/>
                  </a:cubicBezTo>
                  <a:cubicBezTo>
                    <a:pt x="129802" y="112416"/>
                    <a:pt x="121961" y="127969"/>
                    <a:pt x="110934" y="141324"/>
                  </a:cubicBezTo>
                  <a:cubicBezTo>
                    <a:pt x="103092" y="150824"/>
                    <a:pt x="94561" y="159839"/>
                    <a:pt x="83124" y="165669"/>
                  </a:cubicBezTo>
                  <a:cubicBezTo>
                    <a:pt x="72451" y="171108"/>
                    <a:pt x="62448" y="177888"/>
                    <a:pt x="52316" y="184315"/>
                  </a:cubicBezTo>
                  <a:cubicBezTo>
                    <a:pt x="50080" y="185730"/>
                    <a:pt x="47827" y="186960"/>
                    <a:pt x="45405" y="187947"/>
                  </a:cubicBezTo>
                  <a:cubicBezTo>
                    <a:pt x="44418" y="188524"/>
                    <a:pt x="43598" y="189474"/>
                    <a:pt x="42276" y="189269"/>
                  </a:cubicBezTo>
                  <a:cubicBezTo>
                    <a:pt x="36874" y="191300"/>
                    <a:pt x="31957" y="190983"/>
                    <a:pt x="26704" y="187947"/>
                  </a:cubicBezTo>
                  <a:cubicBezTo>
                    <a:pt x="20874" y="184575"/>
                    <a:pt x="14522" y="182117"/>
                    <a:pt x="8655" y="178671"/>
                  </a:cubicBezTo>
                  <a:cubicBezTo>
                    <a:pt x="4445" y="176193"/>
                    <a:pt x="2061" y="172785"/>
                    <a:pt x="1111" y="168035"/>
                  </a:cubicBezTo>
                  <a:cubicBezTo>
                    <a:pt x="-193" y="161497"/>
                    <a:pt x="-677" y="155127"/>
                    <a:pt x="1502" y="148570"/>
                  </a:cubicBezTo>
                  <a:cubicBezTo>
                    <a:pt x="2973" y="144156"/>
                    <a:pt x="1968" y="139201"/>
                    <a:pt x="3551" y="134675"/>
                  </a:cubicBezTo>
                  <a:cubicBezTo>
                    <a:pt x="5469" y="129143"/>
                    <a:pt x="7109" y="123480"/>
                    <a:pt x="12305" y="119941"/>
                  </a:cubicBezTo>
                  <a:cubicBezTo>
                    <a:pt x="13907" y="118842"/>
                    <a:pt x="14429" y="117501"/>
                    <a:pt x="13982" y="115601"/>
                  </a:cubicBezTo>
                  <a:cubicBezTo>
                    <a:pt x="13218" y="112434"/>
                    <a:pt x="14448" y="109659"/>
                    <a:pt x="16087" y="107070"/>
                  </a:cubicBezTo>
                  <a:cubicBezTo>
                    <a:pt x="20408" y="100234"/>
                    <a:pt x="24618" y="93342"/>
                    <a:pt x="30932" y="88034"/>
                  </a:cubicBezTo>
                  <a:cubicBezTo>
                    <a:pt x="48795" y="73039"/>
                    <a:pt x="64348" y="55456"/>
                    <a:pt x="82621" y="40964"/>
                  </a:cubicBezTo>
                  <a:cubicBezTo>
                    <a:pt x="93294" y="32508"/>
                    <a:pt x="101564" y="21648"/>
                    <a:pt x="112256" y="13322"/>
                  </a:cubicBezTo>
                  <a:cubicBezTo>
                    <a:pt x="113728" y="12167"/>
                    <a:pt x="114659" y="10435"/>
                    <a:pt x="115553" y="8777"/>
                  </a:cubicBezTo>
                  <a:cubicBezTo>
                    <a:pt x="119781" y="898"/>
                    <a:pt x="123302" y="-853"/>
                    <a:pt x="132615" y="339"/>
                  </a:cubicBezTo>
                  <a:close/>
                </a:path>
              </a:pathLst>
            </a:custGeom>
            <a:solidFill>
              <a:srgbClr val="8B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0D9CB91-92B7-19B5-26E9-00C0FBD8D4AA}"/>
                </a:ext>
              </a:extLst>
            </p:cNvPr>
            <p:cNvSpPr/>
            <p:nvPr/>
          </p:nvSpPr>
          <p:spPr>
            <a:xfrm>
              <a:off x="1602084" y="5282579"/>
              <a:ext cx="168712" cy="195519"/>
            </a:xfrm>
            <a:custGeom>
              <a:avLst/>
              <a:gdLst>
                <a:gd name="csX0" fmla="*/ 151956 w 168712"/>
                <a:gd name="csY0" fmla="*/ 0 h 195519"/>
                <a:gd name="csX1" fmla="*/ 168701 w 168712"/>
                <a:gd name="csY1" fmla="*/ 55526 h 195519"/>
                <a:gd name="csX2" fmla="*/ 162257 w 168712"/>
                <a:gd name="csY2" fmla="*/ 76537 h 195519"/>
                <a:gd name="csX3" fmla="*/ 102204 w 168712"/>
                <a:gd name="csY3" fmla="*/ 141469 h 195519"/>
                <a:gd name="csX4" fmla="*/ 75121 w 168712"/>
                <a:gd name="csY4" fmla="*/ 165926 h 195519"/>
                <a:gd name="csX5" fmla="*/ 69794 w 168712"/>
                <a:gd name="csY5" fmla="*/ 166727 h 195519"/>
                <a:gd name="csX6" fmla="*/ 37756 w 168712"/>
                <a:gd name="csY6" fmla="*/ 187682 h 195519"/>
                <a:gd name="csX7" fmla="*/ 12368 w 168712"/>
                <a:gd name="csY7" fmla="*/ 195319 h 195519"/>
                <a:gd name="csX8" fmla="*/ 931 w 168712"/>
                <a:gd name="csY8" fmla="*/ 189340 h 195519"/>
                <a:gd name="csX9" fmla="*/ 3762 w 168712"/>
                <a:gd name="csY9" fmla="*/ 176301 h 195519"/>
                <a:gd name="csX10" fmla="*/ 21290 w 168712"/>
                <a:gd name="csY10" fmla="*/ 158904 h 195519"/>
                <a:gd name="csX11" fmla="*/ 25481 w 168712"/>
                <a:gd name="csY11" fmla="*/ 151099 h 195519"/>
                <a:gd name="csX12" fmla="*/ 37980 w 168712"/>
                <a:gd name="csY12" fmla="*/ 154452 h 195519"/>
                <a:gd name="csX13" fmla="*/ 24922 w 168712"/>
                <a:gd name="csY13" fmla="*/ 148454 h 195519"/>
                <a:gd name="csX14" fmla="*/ 27809 w 168712"/>
                <a:gd name="csY14" fmla="*/ 144673 h 195519"/>
                <a:gd name="csX15" fmla="*/ 70409 w 168712"/>
                <a:gd name="csY15" fmla="*/ 110661 h 195519"/>
                <a:gd name="csX16" fmla="*/ 82628 w 168712"/>
                <a:gd name="csY16" fmla="*/ 93711 h 195519"/>
                <a:gd name="csX17" fmla="*/ 83540 w 168712"/>
                <a:gd name="csY17" fmla="*/ 93152 h 195519"/>
                <a:gd name="csX18" fmla="*/ 85198 w 168712"/>
                <a:gd name="csY18" fmla="*/ 90973 h 195519"/>
                <a:gd name="csX19" fmla="*/ 108705 w 168712"/>
                <a:gd name="csY19" fmla="*/ 51186 h 195519"/>
                <a:gd name="csX20" fmla="*/ 109618 w 168712"/>
                <a:gd name="csY20" fmla="*/ 47945 h 195519"/>
                <a:gd name="csX21" fmla="*/ 115429 w 168712"/>
                <a:gd name="csY21" fmla="*/ 29430 h 195519"/>
                <a:gd name="csX22" fmla="*/ 116416 w 168712"/>
                <a:gd name="csY22" fmla="*/ 29020 h 195519"/>
                <a:gd name="csX23" fmla="*/ 136962 w 168712"/>
                <a:gd name="csY23" fmla="*/ 36303 h 195519"/>
                <a:gd name="csX24" fmla="*/ 131895 w 168712"/>
                <a:gd name="csY24" fmla="*/ 35130 h 195519"/>
                <a:gd name="csX25" fmla="*/ 116547 w 168712"/>
                <a:gd name="csY25" fmla="*/ 26245 h 195519"/>
                <a:gd name="csX26" fmla="*/ 131392 w 168712"/>
                <a:gd name="csY26" fmla="*/ 8941 h 195519"/>
                <a:gd name="csX27" fmla="*/ 146852 w 168712"/>
                <a:gd name="csY27" fmla="*/ 3967 h 195519"/>
                <a:gd name="csX28" fmla="*/ 151956 w 168712"/>
                <a:gd name="csY28" fmla="*/ 0 h 195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8712" h="195519">
                  <a:moveTo>
                    <a:pt x="151956" y="0"/>
                  </a:moveTo>
                  <a:cubicBezTo>
                    <a:pt x="160599" y="17584"/>
                    <a:pt x="168199" y="35540"/>
                    <a:pt x="168701" y="55526"/>
                  </a:cubicBezTo>
                  <a:cubicBezTo>
                    <a:pt x="168888" y="63107"/>
                    <a:pt x="166708" y="69775"/>
                    <a:pt x="162257" y="76537"/>
                  </a:cubicBezTo>
                  <a:cubicBezTo>
                    <a:pt x="145753" y="101534"/>
                    <a:pt x="123010" y="120589"/>
                    <a:pt x="102204" y="141469"/>
                  </a:cubicBezTo>
                  <a:cubicBezTo>
                    <a:pt x="93655" y="150056"/>
                    <a:pt x="83466" y="157004"/>
                    <a:pt x="75121" y="165926"/>
                  </a:cubicBezTo>
                  <a:cubicBezTo>
                    <a:pt x="72979" y="163710"/>
                    <a:pt x="71433" y="165516"/>
                    <a:pt x="69794" y="166727"/>
                  </a:cubicBezTo>
                  <a:cubicBezTo>
                    <a:pt x="59493" y="174290"/>
                    <a:pt x="49472" y="182467"/>
                    <a:pt x="37756" y="187682"/>
                  </a:cubicBezTo>
                  <a:cubicBezTo>
                    <a:pt x="29728" y="191277"/>
                    <a:pt x="21942" y="196623"/>
                    <a:pt x="12368" y="195319"/>
                  </a:cubicBezTo>
                  <a:cubicBezTo>
                    <a:pt x="7879" y="194704"/>
                    <a:pt x="3148" y="194108"/>
                    <a:pt x="931" y="189340"/>
                  </a:cubicBezTo>
                  <a:cubicBezTo>
                    <a:pt x="-1379" y="184385"/>
                    <a:pt x="1006" y="180380"/>
                    <a:pt x="3762" y="176301"/>
                  </a:cubicBezTo>
                  <a:cubicBezTo>
                    <a:pt x="8475" y="169316"/>
                    <a:pt x="14547" y="163728"/>
                    <a:pt x="21290" y="158904"/>
                  </a:cubicBezTo>
                  <a:cubicBezTo>
                    <a:pt x="24214" y="156818"/>
                    <a:pt x="25462" y="154433"/>
                    <a:pt x="25481" y="151099"/>
                  </a:cubicBezTo>
                  <a:cubicBezTo>
                    <a:pt x="30324" y="150708"/>
                    <a:pt x="34087" y="153949"/>
                    <a:pt x="37980" y="154452"/>
                  </a:cubicBezTo>
                  <a:cubicBezTo>
                    <a:pt x="34198" y="152366"/>
                    <a:pt x="28461" y="152701"/>
                    <a:pt x="24922" y="148454"/>
                  </a:cubicBezTo>
                  <a:cubicBezTo>
                    <a:pt x="24755" y="146350"/>
                    <a:pt x="26431" y="145586"/>
                    <a:pt x="27809" y="144673"/>
                  </a:cubicBezTo>
                  <a:cubicBezTo>
                    <a:pt x="43065" y="134652"/>
                    <a:pt x="56848" y="122731"/>
                    <a:pt x="70409" y="110661"/>
                  </a:cubicBezTo>
                  <a:cubicBezTo>
                    <a:pt x="75475" y="106153"/>
                    <a:pt x="81026" y="101105"/>
                    <a:pt x="82628" y="93711"/>
                  </a:cubicBezTo>
                  <a:cubicBezTo>
                    <a:pt x="82907" y="93450"/>
                    <a:pt x="83205" y="93189"/>
                    <a:pt x="83540" y="93152"/>
                  </a:cubicBezTo>
                  <a:cubicBezTo>
                    <a:pt x="85012" y="92966"/>
                    <a:pt x="85515" y="92351"/>
                    <a:pt x="85198" y="90973"/>
                  </a:cubicBezTo>
                  <a:cubicBezTo>
                    <a:pt x="97753" y="80504"/>
                    <a:pt x="104682" y="66702"/>
                    <a:pt x="108705" y="51186"/>
                  </a:cubicBezTo>
                  <a:cubicBezTo>
                    <a:pt x="108984" y="50106"/>
                    <a:pt x="109040" y="48895"/>
                    <a:pt x="109618" y="47945"/>
                  </a:cubicBezTo>
                  <a:cubicBezTo>
                    <a:pt x="113138" y="42264"/>
                    <a:pt x="114181" y="35819"/>
                    <a:pt x="115429" y="29430"/>
                  </a:cubicBezTo>
                  <a:cubicBezTo>
                    <a:pt x="115746" y="29207"/>
                    <a:pt x="116156" y="28890"/>
                    <a:pt x="116416" y="29020"/>
                  </a:cubicBezTo>
                  <a:cubicBezTo>
                    <a:pt x="123159" y="32168"/>
                    <a:pt x="129809" y="35558"/>
                    <a:pt x="136962" y="36303"/>
                  </a:cubicBezTo>
                  <a:cubicBezTo>
                    <a:pt x="135993" y="34925"/>
                    <a:pt x="133683" y="35651"/>
                    <a:pt x="131895" y="35130"/>
                  </a:cubicBezTo>
                  <a:cubicBezTo>
                    <a:pt x="126009" y="33453"/>
                    <a:pt x="119974" y="32131"/>
                    <a:pt x="116547" y="26245"/>
                  </a:cubicBezTo>
                  <a:cubicBezTo>
                    <a:pt x="121166" y="20210"/>
                    <a:pt x="125134" y="13635"/>
                    <a:pt x="131392" y="8941"/>
                  </a:cubicBezTo>
                  <a:cubicBezTo>
                    <a:pt x="136030" y="5458"/>
                    <a:pt x="140910" y="2738"/>
                    <a:pt x="146852" y="3967"/>
                  </a:cubicBezTo>
                  <a:cubicBezTo>
                    <a:pt x="150615" y="4768"/>
                    <a:pt x="150354" y="1416"/>
                    <a:pt x="151956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8853932-E4FC-8BAD-51D3-D5600BC5BC07}"/>
                </a:ext>
              </a:extLst>
            </p:cNvPr>
            <p:cNvSpPr/>
            <p:nvPr/>
          </p:nvSpPr>
          <p:spPr>
            <a:xfrm>
              <a:off x="2027145" y="5206918"/>
              <a:ext cx="300690" cy="88824"/>
            </a:xfrm>
            <a:custGeom>
              <a:avLst/>
              <a:gdLst>
                <a:gd name="csX0" fmla="*/ 0 w 300690"/>
                <a:gd name="csY0" fmla="*/ 0 h 88824"/>
                <a:gd name="csX1" fmla="*/ 10897 w 300690"/>
                <a:gd name="csY1" fmla="*/ 3632 h 88824"/>
                <a:gd name="csX2" fmla="*/ 36657 w 300690"/>
                <a:gd name="csY2" fmla="*/ 11120 h 88824"/>
                <a:gd name="csX3" fmla="*/ 60015 w 300690"/>
                <a:gd name="csY3" fmla="*/ 16671 h 88824"/>
                <a:gd name="csX4" fmla="*/ 69403 w 300690"/>
                <a:gd name="csY4" fmla="*/ 9928 h 88824"/>
                <a:gd name="csX5" fmla="*/ 70837 w 300690"/>
                <a:gd name="csY5" fmla="*/ 12480 h 88824"/>
                <a:gd name="csX6" fmla="*/ 71769 w 300690"/>
                <a:gd name="csY6" fmla="*/ 6631 h 88824"/>
                <a:gd name="csX7" fmla="*/ 72700 w 300690"/>
                <a:gd name="csY7" fmla="*/ 11437 h 88824"/>
                <a:gd name="csX8" fmla="*/ 80002 w 300690"/>
                <a:gd name="csY8" fmla="*/ 21141 h 88824"/>
                <a:gd name="csX9" fmla="*/ 115169 w 300690"/>
                <a:gd name="csY9" fmla="*/ 30678 h 88824"/>
                <a:gd name="csX10" fmla="*/ 133032 w 300690"/>
                <a:gd name="csY10" fmla="*/ 36657 h 88824"/>
                <a:gd name="csX11" fmla="*/ 140501 w 300690"/>
                <a:gd name="csY11" fmla="*/ 31758 h 88824"/>
                <a:gd name="csX12" fmla="*/ 141563 w 300690"/>
                <a:gd name="csY12" fmla="*/ 24699 h 88824"/>
                <a:gd name="csX13" fmla="*/ 142792 w 300690"/>
                <a:gd name="csY13" fmla="*/ 31069 h 88824"/>
                <a:gd name="csX14" fmla="*/ 143854 w 300690"/>
                <a:gd name="csY14" fmla="*/ 37011 h 88824"/>
                <a:gd name="csX15" fmla="*/ 147989 w 300690"/>
                <a:gd name="csY15" fmla="*/ 40718 h 88824"/>
                <a:gd name="csX16" fmla="*/ 197256 w 300690"/>
                <a:gd name="csY16" fmla="*/ 49882 h 88824"/>
                <a:gd name="csX17" fmla="*/ 219608 w 300690"/>
                <a:gd name="csY17" fmla="*/ 54520 h 88824"/>
                <a:gd name="csX18" fmla="*/ 236689 w 300690"/>
                <a:gd name="csY18" fmla="*/ 57258 h 88824"/>
                <a:gd name="csX19" fmla="*/ 256303 w 300690"/>
                <a:gd name="csY19" fmla="*/ 58562 h 88824"/>
                <a:gd name="csX20" fmla="*/ 263754 w 300690"/>
                <a:gd name="csY20" fmla="*/ 52415 h 88824"/>
                <a:gd name="csX21" fmla="*/ 265337 w 300690"/>
                <a:gd name="csY21" fmla="*/ 49882 h 88824"/>
                <a:gd name="csX22" fmla="*/ 267106 w 300690"/>
                <a:gd name="csY22" fmla="*/ 52229 h 88824"/>
                <a:gd name="csX23" fmla="*/ 275600 w 300690"/>
                <a:gd name="csY23" fmla="*/ 59754 h 88824"/>
                <a:gd name="csX24" fmla="*/ 293556 w 300690"/>
                <a:gd name="csY24" fmla="*/ 66367 h 88824"/>
                <a:gd name="csX25" fmla="*/ 296592 w 300690"/>
                <a:gd name="csY25" fmla="*/ 72122 h 88824"/>
                <a:gd name="csX26" fmla="*/ 300690 w 300690"/>
                <a:gd name="csY26" fmla="*/ 75550 h 88824"/>
                <a:gd name="csX27" fmla="*/ 265989 w 300690"/>
                <a:gd name="csY27" fmla="*/ 85794 h 88824"/>
                <a:gd name="csX28" fmla="*/ 120570 w 300690"/>
                <a:gd name="csY28" fmla="*/ 72309 h 88824"/>
                <a:gd name="csX29" fmla="*/ 36862 w 300690"/>
                <a:gd name="csY29" fmla="*/ 47274 h 88824"/>
                <a:gd name="csX30" fmla="*/ 23470 w 300690"/>
                <a:gd name="csY30" fmla="*/ 37663 h 88824"/>
                <a:gd name="csX31" fmla="*/ 7227 w 300690"/>
                <a:gd name="csY31" fmla="*/ 21290 h 88824"/>
                <a:gd name="csX32" fmla="*/ 782 w 300690"/>
                <a:gd name="csY32" fmla="*/ 8978 h 88824"/>
                <a:gd name="csX33" fmla="*/ 0 w 300690"/>
                <a:gd name="csY33" fmla="*/ 0 h 88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300690" h="88824">
                  <a:moveTo>
                    <a:pt x="0" y="0"/>
                  </a:moveTo>
                  <a:cubicBezTo>
                    <a:pt x="3129" y="2738"/>
                    <a:pt x="7004" y="2980"/>
                    <a:pt x="10897" y="3632"/>
                  </a:cubicBezTo>
                  <a:cubicBezTo>
                    <a:pt x="19744" y="5104"/>
                    <a:pt x="27754" y="9537"/>
                    <a:pt x="36657" y="11120"/>
                  </a:cubicBezTo>
                  <a:cubicBezTo>
                    <a:pt x="44518" y="12517"/>
                    <a:pt x="52304" y="14566"/>
                    <a:pt x="60015" y="16671"/>
                  </a:cubicBezTo>
                  <a:cubicBezTo>
                    <a:pt x="67354" y="18682"/>
                    <a:pt x="69068" y="17602"/>
                    <a:pt x="69403" y="9928"/>
                  </a:cubicBezTo>
                  <a:cubicBezTo>
                    <a:pt x="71415" y="9965"/>
                    <a:pt x="71023" y="11232"/>
                    <a:pt x="70837" y="12480"/>
                  </a:cubicBezTo>
                  <a:cubicBezTo>
                    <a:pt x="71638" y="10636"/>
                    <a:pt x="69422" y="8214"/>
                    <a:pt x="71769" y="6631"/>
                  </a:cubicBezTo>
                  <a:cubicBezTo>
                    <a:pt x="73147" y="8028"/>
                    <a:pt x="72923" y="9835"/>
                    <a:pt x="72700" y="11437"/>
                  </a:cubicBezTo>
                  <a:cubicBezTo>
                    <a:pt x="71918" y="17192"/>
                    <a:pt x="74283" y="19763"/>
                    <a:pt x="80002" y="21141"/>
                  </a:cubicBezTo>
                  <a:cubicBezTo>
                    <a:pt x="91792" y="23972"/>
                    <a:pt x="103639" y="26468"/>
                    <a:pt x="115169" y="30678"/>
                  </a:cubicBezTo>
                  <a:cubicBezTo>
                    <a:pt x="120962" y="32783"/>
                    <a:pt x="127220" y="34068"/>
                    <a:pt x="133032" y="36657"/>
                  </a:cubicBezTo>
                  <a:cubicBezTo>
                    <a:pt x="137055" y="38445"/>
                    <a:pt x="139756" y="36378"/>
                    <a:pt x="140501" y="31758"/>
                  </a:cubicBezTo>
                  <a:cubicBezTo>
                    <a:pt x="140873" y="29411"/>
                    <a:pt x="139681" y="26822"/>
                    <a:pt x="141563" y="24699"/>
                  </a:cubicBezTo>
                  <a:cubicBezTo>
                    <a:pt x="143556" y="26524"/>
                    <a:pt x="142550" y="28927"/>
                    <a:pt x="142792" y="31069"/>
                  </a:cubicBezTo>
                  <a:cubicBezTo>
                    <a:pt x="143016" y="33081"/>
                    <a:pt x="142308" y="35242"/>
                    <a:pt x="143854" y="37011"/>
                  </a:cubicBezTo>
                  <a:cubicBezTo>
                    <a:pt x="144059" y="39582"/>
                    <a:pt x="145772" y="40103"/>
                    <a:pt x="147989" y="40718"/>
                  </a:cubicBezTo>
                  <a:cubicBezTo>
                    <a:pt x="164175" y="45151"/>
                    <a:pt x="180958" y="46287"/>
                    <a:pt x="197256" y="49882"/>
                  </a:cubicBezTo>
                  <a:cubicBezTo>
                    <a:pt x="204670" y="51521"/>
                    <a:pt x="212549" y="50776"/>
                    <a:pt x="219608" y="54520"/>
                  </a:cubicBezTo>
                  <a:cubicBezTo>
                    <a:pt x="224842" y="57314"/>
                    <a:pt x="230989" y="56495"/>
                    <a:pt x="236689" y="57258"/>
                  </a:cubicBezTo>
                  <a:cubicBezTo>
                    <a:pt x="243134" y="58115"/>
                    <a:pt x="249765" y="57612"/>
                    <a:pt x="256303" y="58562"/>
                  </a:cubicBezTo>
                  <a:cubicBezTo>
                    <a:pt x="260624" y="59195"/>
                    <a:pt x="264406" y="58301"/>
                    <a:pt x="263754" y="52415"/>
                  </a:cubicBezTo>
                  <a:cubicBezTo>
                    <a:pt x="263623" y="51279"/>
                    <a:pt x="263884" y="49957"/>
                    <a:pt x="265337" y="49882"/>
                  </a:cubicBezTo>
                  <a:cubicBezTo>
                    <a:pt x="266808" y="49808"/>
                    <a:pt x="267181" y="51037"/>
                    <a:pt x="267106" y="52229"/>
                  </a:cubicBezTo>
                  <a:cubicBezTo>
                    <a:pt x="266715" y="58394"/>
                    <a:pt x="271242" y="59009"/>
                    <a:pt x="275600" y="59754"/>
                  </a:cubicBezTo>
                  <a:cubicBezTo>
                    <a:pt x="282008" y="60835"/>
                    <a:pt x="288788" y="60723"/>
                    <a:pt x="293556" y="66367"/>
                  </a:cubicBezTo>
                  <a:cubicBezTo>
                    <a:pt x="295028" y="68099"/>
                    <a:pt x="296686" y="69515"/>
                    <a:pt x="296592" y="72122"/>
                  </a:cubicBezTo>
                  <a:cubicBezTo>
                    <a:pt x="296481" y="74805"/>
                    <a:pt x="298269" y="75661"/>
                    <a:pt x="300690" y="75550"/>
                  </a:cubicBezTo>
                  <a:cubicBezTo>
                    <a:pt x="290278" y="82870"/>
                    <a:pt x="277984" y="83932"/>
                    <a:pt x="265989" y="85794"/>
                  </a:cubicBezTo>
                  <a:cubicBezTo>
                    <a:pt x="216405" y="93450"/>
                    <a:pt x="168311" y="85738"/>
                    <a:pt x="120570" y="72309"/>
                  </a:cubicBezTo>
                  <a:cubicBezTo>
                    <a:pt x="92519" y="64429"/>
                    <a:pt x="64802" y="55489"/>
                    <a:pt x="36862" y="47274"/>
                  </a:cubicBezTo>
                  <a:cubicBezTo>
                    <a:pt x="31125" y="45598"/>
                    <a:pt x="26934" y="42376"/>
                    <a:pt x="23470" y="37663"/>
                  </a:cubicBezTo>
                  <a:cubicBezTo>
                    <a:pt x="18869" y="31423"/>
                    <a:pt x="13504" y="25761"/>
                    <a:pt x="7227" y="21290"/>
                  </a:cubicBezTo>
                  <a:cubicBezTo>
                    <a:pt x="2682" y="18049"/>
                    <a:pt x="1006" y="14119"/>
                    <a:pt x="782" y="8978"/>
                  </a:cubicBezTo>
                  <a:cubicBezTo>
                    <a:pt x="577" y="5998"/>
                    <a:pt x="242" y="2999"/>
                    <a:pt x="0" y="0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3A257DA-FDB2-57C5-4E19-3E72BE578815}"/>
                </a:ext>
              </a:extLst>
            </p:cNvPr>
            <p:cNvSpPr/>
            <p:nvPr/>
          </p:nvSpPr>
          <p:spPr>
            <a:xfrm>
              <a:off x="1787742" y="5125126"/>
              <a:ext cx="127011" cy="147945"/>
            </a:xfrm>
            <a:custGeom>
              <a:avLst/>
              <a:gdLst>
                <a:gd name="csX0" fmla="*/ 89458 w 127011"/>
                <a:gd name="csY0" fmla="*/ 4808 h 147945"/>
                <a:gd name="csX1" fmla="*/ 117416 w 127011"/>
                <a:gd name="csY1" fmla="*/ 9092 h 147945"/>
                <a:gd name="csX2" fmla="*/ 126972 w 127011"/>
                <a:gd name="csY2" fmla="*/ 31649 h 147945"/>
                <a:gd name="csX3" fmla="*/ 119689 w 127011"/>
                <a:gd name="csY3" fmla="*/ 87957 h 147945"/>
                <a:gd name="csX4" fmla="*/ 87502 w 127011"/>
                <a:gd name="csY4" fmla="*/ 128060 h 147945"/>
                <a:gd name="csX5" fmla="*/ 43562 w 127011"/>
                <a:gd name="csY5" fmla="*/ 147674 h 147945"/>
                <a:gd name="csX6" fmla="*/ 18770 w 127011"/>
                <a:gd name="csY6" fmla="*/ 139199 h 147945"/>
                <a:gd name="csX7" fmla="*/ 31 w 127011"/>
                <a:gd name="csY7" fmla="*/ 99692 h 147945"/>
                <a:gd name="csX8" fmla="*/ 9959 w 127011"/>
                <a:gd name="csY8" fmla="*/ 50108 h 147945"/>
                <a:gd name="csX9" fmla="*/ 23985 w 127011"/>
                <a:gd name="csY9" fmla="*/ 36604 h 147945"/>
                <a:gd name="csX10" fmla="*/ 33708 w 127011"/>
                <a:gd name="csY10" fmla="*/ 28240 h 147945"/>
                <a:gd name="csX11" fmla="*/ 48684 w 127011"/>
                <a:gd name="csY11" fmla="*/ 2424 h 147945"/>
                <a:gd name="csX12" fmla="*/ 55762 w 127011"/>
                <a:gd name="csY12" fmla="*/ 170 h 147945"/>
                <a:gd name="csX13" fmla="*/ 81299 w 127011"/>
                <a:gd name="csY13" fmla="*/ 6503 h 147945"/>
                <a:gd name="csX14" fmla="*/ 89458 w 127011"/>
                <a:gd name="csY14" fmla="*/ 4808 h 147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011" h="147945">
                  <a:moveTo>
                    <a:pt x="89458" y="4808"/>
                  </a:moveTo>
                  <a:cubicBezTo>
                    <a:pt x="99088" y="4305"/>
                    <a:pt x="109239" y="2610"/>
                    <a:pt x="117416" y="9092"/>
                  </a:cubicBezTo>
                  <a:cubicBezTo>
                    <a:pt x="124364" y="14587"/>
                    <a:pt x="127400" y="22708"/>
                    <a:pt x="126972" y="31649"/>
                  </a:cubicBezTo>
                  <a:cubicBezTo>
                    <a:pt x="126096" y="50611"/>
                    <a:pt x="124811" y="69722"/>
                    <a:pt x="119689" y="87957"/>
                  </a:cubicBezTo>
                  <a:cubicBezTo>
                    <a:pt x="114790" y="105392"/>
                    <a:pt x="102515" y="118319"/>
                    <a:pt x="87502" y="128060"/>
                  </a:cubicBezTo>
                  <a:cubicBezTo>
                    <a:pt x="73960" y="136871"/>
                    <a:pt x="60102" y="145234"/>
                    <a:pt x="43562" y="147674"/>
                  </a:cubicBezTo>
                  <a:cubicBezTo>
                    <a:pt x="33634" y="149146"/>
                    <a:pt x="26313" y="144396"/>
                    <a:pt x="18770" y="139199"/>
                  </a:cubicBezTo>
                  <a:cubicBezTo>
                    <a:pt x="4837" y="129569"/>
                    <a:pt x="217" y="115767"/>
                    <a:pt x="31" y="99692"/>
                  </a:cubicBezTo>
                  <a:cubicBezTo>
                    <a:pt x="-174" y="82444"/>
                    <a:pt x="366" y="65401"/>
                    <a:pt x="9959" y="50108"/>
                  </a:cubicBezTo>
                  <a:cubicBezTo>
                    <a:pt x="13517" y="44427"/>
                    <a:pt x="17969" y="39658"/>
                    <a:pt x="23985" y="36604"/>
                  </a:cubicBezTo>
                  <a:cubicBezTo>
                    <a:pt x="27953" y="34592"/>
                    <a:pt x="31436" y="31910"/>
                    <a:pt x="33708" y="28240"/>
                  </a:cubicBezTo>
                  <a:cubicBezTo>
                    <a:pt x="38942" y="19784"/>
                    <a:pt x="43729" y="11048"/>
                    <a:pt x="48684" y="2424"/>
                  </a:cubicBezTo>
                  <a:cubicBezTo>
                    <a:pt x="50454" y="-165"/>
                    <a:pt x="53117" y="-203"/>
                    <a:pt x="55762" y="170"/>
                  </a:cubicBezTo>
                  <a:cubicBezTo>
                    <a:pt x="64479" y="1418"/>
                    <a:pt x="73308" y="2461"/>
                    <a:pt x="81299" y="6503"/>
                  </a:cubicBezTo>
                  <a:cubicBezTo>
                    <a:pt x="84764" y="8254"/>
                    <a:pt x="86980" y="6447"/>
                    <a:pt x="89458" y="4808"/>
                  </a:cubicBezTo>
                  <a:close/>
                </a:path>
              </a:pathLst>
            </a:custGeom>
            <a:solidFill>
              <a:srgbClr val="81B7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83D2258-909B-428E-79D0-218D4F7A9344}"/>
                </a:ext>
              </a:extLst>
            </p:cNvPr>
            <p:cNvSpPr/>
            <p:nvPr/>
          </p:nvSpPr>
          <p:spPr>
            <a:xfrm>
              <a:off x="1881231" y="5037126"/>
              <a:ext cx="121922" cy="89318"/>
            </a:xfrm>
            <a:custGeom>
              <a:avLst/>
              <a:gdLst>
                <a:gd name="csX0" fmla="*/ 5357 w 121922"/>
                <a:gd name="csY0" fmla="*/ 88431 h 89318"/>
                <a:gd name="csX1" fmla="*/ 1222 w 121922"/>
                <a:gd name="csY1" fmla="*/ 81296 h 89318"/>
                <a:gd name="csX2" fmla="*/ 6828 w 121922"/>
                <a:gd name="csY2" fmla="*/ 75094 h 89318"/>
                <a:gd name="csX3" fmla="*/ 11857 w 121922"/>
                <a:gd name="csY3" fmla="*/ 68016 h 89318"/>
                <a:gd name="csX4" fmla="*/ 16197 w 121922"/>
                <a:gd name="csY4" fmla="*/ 54027 h 89318"/>
                <a:gd name="csX5" fmla="*/ 27206 w 121922"/>
                <a:gd name="csY5" fmla="*/ 27764 h 89318"/>
                <a:gd name="csX6" fmla="*/ 78653 w 121922"/>
                <a:gd name="csY6" fmla="*/ 252 h 89318"/>
                <a:gd name="csX7" fmla="*/ 104953 w 121922"/>
                <a:gd name="csY7" fmla="*/ 2264 h 89318"/>
                <a:gd name="csX8" fmla="*/ 120004 w 121922"/>
                <a:gd name="csY8" fmla="*/ 33277 h 89318"/>
                <a:gd name="csX9" fmla="*/ 116334 w 121922"/>
                <a:gd name="csY9" fmla="*/ 43950 h 89318"/>
                <a:gd name="csX10" fmla="*/ 82397 w 121922"/>
                <a:gd name="csY10" fmla="*/ 83830 h 89318"/>
                <a:gd name="csX11" fmla="*/ 44082 w 121922"/>
                <a:gd name="csY11" fmla="*/ 86437 h 89318"/>
                <a:gd name="csX12" fmla="*/ 29944 w 121922"/>
                <a:gd name="csY12" fmla="*/ 82619 h 89318"/>
                <a:gd name="csX13" fmla="*/ 5357 w 121922"/>
                <a:gd name="csY13" fmla="*/ 88431 h 89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1922" h="89318">
                  <a:moveTo>
                    <a:pt x="5357" y="88431"/>
                  </a:moveTo>
                  <a:cubicBezTo>
                    <a:pt x="-306" y="87760"/>
                    <a:pt x="-1107" y="86382"/>
                    <a:pt x="1222" y="81296"/>
                  </a:cubicBezTo>
                  <a:cubicBezTo>
                    <a:pt x="2432" y="78633"/>
                    <a:pt x="4425" y="76565"/>
                    <a:pt x="6828" y="75094"/>
                  </a:cubicBezTo>
                  <a:cubicBezTo>
                    <a:pt x="9604" y="73399"/>
                    <a:pt x="11317" y="71201"/>
                    <a:pt x="11857" y="68016"/>
                  </a:cubicBezTo>
                  <a:cubicBezTo>
                    <a:pt x="15601" y="64067"/>
                    <a:pt x="16980" y="59336"/>
                    <a:pt x="16197" y="54027"/>
                  </a:cubicBezTo>
                  <a:cubicBezTo>
                    <a:pt x="14577" y="43037"/>
                    <a:pt x="19327" y="34506"/>
                    <a:pt x="27206" y="27764"/>
                  </a:cubicBezTo>
                  <a:cubicBezTo>
                    <a:pt x="42275" y="14837"/>
                    <a:pt x="58685" y="4126"/>
                    <a:pt x="78653" y="252"/>
                  </a:cubicBezTo>
                  <a:cubicBezTo>
                    <a:pt x="87500" y="-251"/>
                    <a:pt x="96255" y="-195"/>
                    <a:pt x="104953" y="2264"/>
                  </a:cubicBezTo>
                  <a:cubicBezTo>
                    <a:pt x="118551" y="6119"/>
                    <a:pt x="125573" y="20331"/>
                    <a:pt x="120004" y="33277"/>
                  </a:cubicBezTo>
                  <a:cubicBezTo>
                    <a:pt x="118514" y="36723"/>
                    <a:pt x="117396" y="40337"/>
                    <a:pt x="116334" y="43950"/>
                  </a:cubicBezTo>
                  <a:cubicBezTo>
                    <a:pt x="110989" y="62335"/>
                    <a:pt x="97950" y="74479"/>
                    <a:pt x="82397" y="83830"/>
                  </a:cubicBezTo>
                  <a:cubicBezTo>
                    <a:pt x="70513" y="90945"/>
                    <a:pt x="57195" y="90386"/>
                    <a:pt x="44082" y="86437"/>
                  </a:cubicBezTo>
                  <a:cubicBezTo>
                    <a:pt x="39406" y="85040"/>
                    <a:pt x="34787" y="83532"/>
                    <a:pt x="29944" y="82619"/>
                  </a:cubicBezTo>
                  <a:cubicBezTo>
                    <a:pt x="20780" y="80943"/>
                    <a:pt x="12994" y="84221"/>
                    <a:pt x="5357" y="88431"/>
                  </a:cubicBezTo>
                  <a:close/>
                </a:path>
              </a:pathLst>
            </a:custGeom>
            <a:solidFill>
              <a:srgbClr val="84BB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78E06B7-1130-C26F-A8CC-124931D45336}"/>
                </a:ext>
              </a:extLst>
            </p:cNvPr>
            <p:cNvSpPr/>
            <p:nvPr/>
          </p:nvSpPr>
          <p:spPr>
            <a:xfrm>
              <a:off x="1957297" y="4812061"/>
              <a:ext cx="151804" cy="223362"/>
            </a:xfrm>
            <a:custGeom>
              <a:avLst/>
              <a:gdLst>
                <a:gd name="csX0" fmla="*/ 151805 w 151804"/>
                <a:gd name="csY0" fmla="*/ 1388 h 223362"/>
                <a:gd name="csX1" fmla="*/ 139828 w 151804"/>
                <a:gd name="csY1" fmla="*/ 3865 h 223362"/>
                <a:gd name="csX2" fmla="*/ 138021 w 151804"/>
                <a:gd name="csY2" fmla="*/ 5728 h 223362"/>
                <a:gd name="csX3" fmla="*/ 122617 w 151804"/>
                <a:gd name="csY3" fmla="*/ 24410 h 223362"/>
                <a:gd name="csX4" fmla="*/ 70387 w 151804"/>
                <a:gd name="csY4" fmla="*/ 72877 h 223362"/>
                <a:gd name="csX5" fmla="*/ 50289 w 151804"/>
                <a:gd name="csY5" fmla="*/ 90814 h 223362"/>
                <a:gd name="csX6" fmla="*/ 36338 w 151804"/>
                <a:gd name="csY6" fmla="*/ 108994 h 223362"/>
                <a:gd name="csX7" fmla="*/ 34848 w 151804"/>
                <a:gd name="csY7" fmla="*/ 117413 h 223362"/>
                <a:gd name="csX8" fmla="*/ 33786 w 151804"/>
                <a:gd name="csY8" fmla="*/ 121343 h 223362"/>
                <a:gd name="csX9" fmla="*/ 22834 w 151804"/>
                <a:gd name="csY9" fmla="*/ 145222 h 223362"/>
                <a:gd name="csX10" fmla="*/ 21474 w 151804"/>
                <a:gd name="csY10" fmla="*/ 152319 h 223362"/>
                <a:gd name="csX11" fmla="*/ 30620 w 151804"/>
                <a:gd name="csY11" fmla="*/ 179440 h 223362"/>
                <a:gd name="csX12" fmla="*/ 50997 w 151804"/>
                <a:gd name="csY12" fmla="*/ 189908 h 223362"/>
                <a:gd name="csX13" fmla="*/ 61465 w 151804"/>
                <a:gd name="csY13" fmla="*/ 190299 h 223362"/>
                <a:gd name="csX14" fmla="*/ 26652 w 151804"/>
                <a:gd name="csY14" fmla="*/ 221759 h 223362"/>
                <a:gd name="csX15" fmla="*/ 22834 w 151804"/>
                <a:gd name="csY15" fmla="*/ 223324 h 223362"/>
                <a:gd name="csX16" fmla="*/ 4412 w 151804"/>
                <a:gd name="csY16" fmla="*/ 222653 h 223362"/>
                <a:gd name="csX17" fmla="*/ 12757 w 151804"/>
                <a:gd name="csY17" fmla="*/ 208590 h 223362"/>
                <a:gd name="csX18" fmla="*/ 14135 w 151804"/>
                <a:gd name="csY18" fmla="*/ 169512 h 223362"/>
                <a:gd name="csX19" fmla="*/ 4859 w 151804"/>
                <a:gd name="csY19" fmla="*/ 154685 h 223362"/>
                <a:gd name="csX20" fmla="*/ 1860 w 151804"/>
                <a:gd name="csY20" fmla="*/ 127602 h 223362"/>
                <a:gd name="csX21" fmla="*/ 11360 w 151804"/>
                <a:gd name="csY21" fmla="*/ 95769 h 223362"/>
                <a:gd name="csX22" fmla="*/ 33283 w 151804"/>
                <a:gd name="csY22" fmla="*/ 62017 h 223362"/>
                <a:gd name="csX23" fmla="*/ 96297 w 151804"/>
                <a:gd name="csY23" fmla="*/ 11576 h 223362"/>
                <a:gd name="csX24" fmla="*/ 145229 w 151804"/>
                <a:gd name="csY24" fmla="*/ 84 h 223362"/>
                <a:gd name="csX25" fmla="*/ 151805 w 151804"/>
                <a:gd name="csY25" fmla="*/ 1388 h 223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1804" h="223362">
                  <a:moveTo>
                    <a:pt x="151805" y="1388"/>
                  </a:moveTo>
                  <a:cubicBezTo>
                    <a:pt x="147483" y="624"/>
                    <a:pt x="143963" y="3735"/>
                    <a:pt x="139828" y="3865"/>
                  </a:cubicBezTo>
                  <a:cubicBezTo>
                    <a:pt x="138747" y="3902"/>
                    <a:pt x="138226" y="4759"/>
                    <a:pt x="138021" y="5728"/>
                  </a:cubicBezTo>
                  <a:cubicBezTo>
                    <a:pt x="136158" y="14650"/>
                    <a:pt x="128130" y="18524"/>
                    <a:pt x="122617" y="24410"/>
                  </a:cubicBezTo>
                  <a:cubicBezTo>
                    <a:pt x="106356" y="41789"/>
                    <a:pt x="86630" y="55423"/>
                    <a:pt x="70387" y="72877"/>
                  </a:cubicBezTo>
                  <a:cubicBezTo>
                    <a:pt x="64297" y="79415"/>
                    <a:pt x="57200" y="85077"/>
                    <a:pt x="50289" y="90814"/>
                  </a:cubicBezTo>
                  <a:cubicBezTo>
                    <a:pt x="44217" y="95862"/>
                    <a:pt x="40603" y="102661"/>
                    <a:pt x="36338" y="108994"/>
                  </a:cubicBezTo>
                  <a:cubicBezTo>
                    <a:pt x="34680" y="111452"/>
                    <a:pt x="33209" y="114153"/>
                    <a:pt x="34848" y="117413"/>
                  </a:cubicBezTo>
                  <a:cubicBezTo>
                    <a:pt x="35537" y="118773"/>
                    <a:pt x="35425" y="120337"/>
                    <a:pt x="33786" y="121343"/>
                  </a:cubicBezTo>
                  <a:cubicBezTo>
                    <a:pt x="24734" y="126801"/>
                    <a:pt x="23709" y="136021"/>
                    <a:pt x="22834" y="145222"/>
                  </a:cubicBezTo>
                  <a:cubicBezTo>
                    <a:pt x="22591" y="147663"/>
                    <a:pt x="22405" y="149972"/>
                    <a:pt x="21474" y="152319"/>
                  </a:cubicBezTo>
                  <a:cubicBezTo>
                    <a:pt x="17879" y="161521"/>
                    <a:pt x="22144" y="174485"/>
                    <a:pt x="30620" y="179440"/>
                  </a:cubicBezTo>
                  <a:cubicBezTo>
                    <a:pt x="37213" y="183295"/>
                    <a:pt x="43956" y="187002"/>
                    <a:pt x="50997" y="189908"/>
                  </a:cubicBezTo>
                  <a:cubicBezTo>
                    <a:pt x="54015" y="191156"/>
                    <a:pt x="57945" y="190243"/>
                    <a:pt x="61465" y="190299"/>
                  </a:cubicBezTo>
                  <a:cubicBezTo>
                    <a:pt x="47495" y="198159"/>
                    <a:pt x="35593" y="208330"/>
                    <a:pt x="26652" y="221759"/>
                  </a:cubicBezTo>
                  <a:cubicBezTo>
                    <a:pt x="25665" y="223231"/>
                    <a:pt x="24547" y="223473"/>
                    <a:pt x="22834" y="223324"/>
                  </a:cubicBezTo>
                  <a:cubicBezTo>
                    <a:pt x="16892" y="222821"/>
                    <a:pt x="11024" y="221499"/>
                    <a:pt x="4412" y="222653"/>
                  </a:cubicBezTo>
                  <a:cubicBezTo>
                    <a:pt x="6666" y="217047"/>
                    <a:pt x="9758" y="212837"/>
                    <a:pt x="12757" y="208590"/>
                  </a:cubicBezTo>
                  <a:cubicBezTo>
                    <a:pt x="21753" y="195831"/>
                    <a:pt x="24007" y="182997"/>
                    <a:pt x="14135" y="169512"/>
                  </a:cubicBezTo>
                  <a:cubicBezTo>
                    <a:pt x="10708" y="164818"/>
                    <a:pt x="8063" y="159565"/>
                    <a:pt x="4859" y="154685"/>
                  </a:cubicBezTo>
                  <a:cubicBezTo>
                    <a:pt x="-766" y="146135"/>
                    <a:pt x="-1139" y="136803"/>
                    <a:pt x="1860" y="127602"/>
                  </a:cubicBezTo>
                  <a:cubicBezTo>
                    <a:pt x="5306" y="117059"/>
                    <a:pt x="8286" y="106405"/>
                    <a:pt x="11360" y="95769"/>
                  </a:cubicBezTo>
                  <a:cubicBezTo>
                    <a:pt x="15253" y="82283"/>
                    <a:pt x="23970" y="71629"/>
                    <a:pt x="33283" y="62017"/>
                  </a:cubicBezTo>
                  <a:cubicBezTo>
                    <a:pt x="52096" y="42590"/>
                    <a:pt x="71635" y="23423"/>
                    <a:pt x="96297" y="11576"/>
                  </a:cubicBezTo>
                  <a:cubicBezTo>
                    <a:pt x="111422" y="4312"/>
                    <a:pt x="127851" y="-717"/>
                    <a:pt x="145229" y="84"/>
                  </a:cubicBezTo>
                  <a:cubicBezTo>
                    <a:pt x="147465" y="214"/>
                    <a:pt x="149812" y="-28"/>
                    <a:pt x="151805" y="138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1CDFD89-1855-1BA7-525E-53671BE7AD39}"/>
                </a:ext>
              </a:extLst>
            </p:cNvPr>
            <p:cNvSpPr/>
            <p:nvPr/>
          </p:nvSpPr>
          <p:spPr>
            <a:xfrm>
              <a:off x="1546979" y="5227735"/>
              <a:ext cx="188472" cy="234314"/>
            </a:xfrm>
            <a:custGeom>
              <a:avLst/>
              <a:gdLst>
                <a:gd name="csX0" fmla="*/ 157683 w 188472"/>
                <a:gd name="csY0" fmla="*/ 436 h 234314"/>
                <a:gd name="csX1" fmla="*/ 166381 w 188472"/>
                <a:gd name="csY1" fmla="*/ 511 h 234314"/>
                <a:gd name="csX2" fmla="*/ 177520 w 188472"/>
                <a:gd name="csY2" fmla="*/ 7012 h 234314"/>
                <a:gd name="csX3" fmla="*/ 179476 w 188472"/>
                <a:gd name="csY3" fmla="*/ 49760 h 234314"/>
                <a:gd name="csX4" fmla="*/ 157720 w 188472"/>
                <a:gd name="csY4" fmla="*/ 72670 h 234314"/>
                <a:gd name="csX5" fmla="*/ 126241 w 188472"/>
                <a:gd name="csY5" fmla="*/ 110985 h 234314"/>
                <a:gd name="csX6" fmla="*/ 102641 w 188472"/>
                <a:gd name="csY6" fmla="*/ 141198 h 234314"/>
                <a:gd name="csX7" fmla="*/ 93178 w 188472"/>
                <a:gd name="csY7" fmla="*/ 155205 h 234314"/>
                <a:gd name="csX8" fmla="*/ 66412 w 188472"/>
                <a:gd name="csY8" fmla="*/ 191508 h 234314"/>
                <a:gd name="csX9" fmla="*/ 64829 w 188472"/>
                <a:gd name="csY9" fmla="*/ 195159 h 234314"/>
                <a:gd name="csX10" fmla="*/ 54230 w 188472"/>
                <a:gd name="csY10" fmla="*/ 211700 h 234314"/>
                <a:gd name="csX11" fmla="*/ 32102 w 188472"/>
                <a:gd name="csY11" fmla="*/ 232114 h 234314"/>
                <a:gd name="csX12" fmla="*/ 27 w 188472"/>
                <a:gd name="csY12" fmla="*/ 211774 h 234314"/>
                <a:gd name="csX13" fmla="*/ 14499 w 188472"/>
                <a:gd name="csY13" fmla="*/ 163215 h 234314"/>
                <a:gd name="csX14" fmla="*/ 15449 w 188472"/>
                <a:gd name="csY14" fmla="*/ 161799 h 234314"/>
                <a:gd name="csX15" fmla="*/ 33834 w 188472"/>
                <a:gd name="csY15" fmla="*/ 133393 h 234314"/>
                <a:gd name="csX16" fmla="*/ 61811 w 188472"/>
                <a:gd name="csY16" fmla="*/ 93085 h 234314"/>
                <a:gd name="csX17" fmla="*/ 120299 w 188472"/>
                <a:gd name="csY17" fmla="*/ 25266 h 234314"/>
                <a:gd name="csX18" fmla="*/ 143415 w 188472"/>
                <a:gd name="csY18" fmla="*/ 4050 h 234314"/>
                <a:gd name="csX19" fmla="*/ 157683 w 188472"/>
                <a:gd name="csY19" fmla="*/ 436 h 234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8472" h="234314">
                  <a:moveTo>
                    <a:pt x="157683" y="436"/>
                  </a:moveTo>
                  <a:cubicBezTo>
                    <a:pt x="160588" y="455"/>
                    <a:pt x="163475" y="492"/>
                    <a:pt x="166381" y="511"/>
                  </a:cubicBezTo>
                  <a:cubicBezTo>
                    <a:pt x="170293" y="2318"/>
                    <a:pt x="174204" y="4180"/>
                    <a:pt x="177520" y="7012"/>
                  </a:cubicBezTo>
                  <a:cubicBezTo>
                    <a:pt x="191322" y="18765"/>
                    <a:pt x="192198" y="36125"/>
                    <a:pt x="179476" y="49760"/>
                  </a:cubicBezTo>
                  <a:cubicBezTo>
                    <a:pt x="172286" y="57453"/>
                    <a:pt x="164556" y="64624"/>
                    <a:pt x="157720" y="72670"/>
                  </a:cubicBezTo>
                  <a:cubicBezTo>
                    <a:pt x="147028" y="85281"/>
                    <a:pt x="135927" y="97500"/>
                    <a:pt x="126241" y="110985"/>
                  </a:cubicBezTo>
                  <a:cubicBezTo>
                    <a:pt x="118790" y="121342"/>
                    <a:pt x="110166" y="130841"/>
                    <a:pt x="102641" y="141198"/>
                  </a:cubicBezTo>
                  <a:cubicBezTo>
                    <a:pt x="99307" y="145780"/>
                    <a:pt x="96326" y="150548"/>
                    <a:pt x="93178" y="155205"/>
                  </a:cubicBezTo>
                  <a:cubicBezTo>
                    <a:pt x="84741" y="167666"/>
                    <a:pt x="74626" y="178898"/>
                    <a:pt x="66412" y="191508"/>
                  </a:cubicBezTo>
                  <a:cubicBezTo>
                    <a:pt x="65611" y="192607"/>
                    <a:pt x="65034" y="193781"/>
                    <a:pt x="64829" y="195159"/>
                  </a:cubicBezTo>
                  <a:cubicBezTo>
                    <a:pt x="62742" y="201604"/>
                    <a:pt x="58235" y="206596"/>
                    <a:pt x="54230" y="211700"/>
                  </a:cubicBezTo>
                  <a:cubicBezTo>
                    <a:pt x="48027" y="219635"/>
                    <a:pt x="42086" y="227942"/>
                    <a:pt x="32102" y="232114"/>
                  </a:cubicBezTo>
                  <a:cubicBezTo>
                    <a:pt x="16828" y="238503"/>
                    <a:pt x="567" y="230755"/>
                    <a:pt x="27" y="211774"/>
                  </a:cubicBezTo>
                  <a:cubicBezTo>
                    <a:pt x="-458" y="194153"/>
                    <a:pt x="5745" y="178228"/>
                    <a:pt x="14499" y="163215"/>
                  </a:cubicBezTo>
                  <a:cubicBezTo>
                    <a:pt x="14760" y="162712"/>
                    <a:pt x="15095" y="162246"/>
                    <a:pt x="15449" y="161799"/>
                  </a:cubicBezTo>
                  <a:cubicBezTo>
                    <a:pt x="21894" y="152541"/>
                    <a:pt x="27594" y="142800"/>
                    <a:pt x="33834" y="133393"/>
                  </a:cubicBezTo>
                  <a:cubicBezTo>
                    <a:pt x="42886" y="119759"/>
                    <a:pt x="52461" y="106496"/>
                    <a:pt x="61811" y="93085"/>
                  </a:cubicBezTo>
                  <a:cubicBezTo>
                    <a:pt x="78985" y="68442"/>
                    <a:pt x="100052" y="47226"/>
                    <a:pt x="120299" y="25266"/>
                  </a:cubicBezTo>
                  <a:cubicBezTo>
                    <a:pt x="127396" y="17573"/>
                    <a:pt x="134083" y="9414"/>
                    <a:pt x="143415" y="4050"/>
                  </a:cubicBezTo>
                  <a:cubicBezTo>
                    <a:pt x="147959" y="1479"/>
                    <a:pt x="152244" y="-1035"/>
                    <a:pt x="157683" y="436"/>
                  </a:cubicBezTo>
                  <a:close/>
                </a:path>
              </a:pathLst>
            </a:custGeom>
            <a:solidFill>
              <a:srgbClr val="8C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0EEE927-B5B9-033B-A1FE-CFFC04782A68}"/>
                </a:ext>
              </a:extLst>
            </p:cNvPr>
            <p:cNvSpPr/>
            <p:nvPr/>
          </p:nvSpPr>
          <p:spPr>
            <a:xfrm>
              <a:off x="2021892" y="4839489"/>
              <a:ext cx="136818" cy="168384"/>
            </a:xfrm>
            <a:custGeom>
              <a:avLst/>
              <a:gdLst>
                <a:gd name="csX0" fmla="*/ 0 w 136818"/>
                <a:gd name="csY0" fmla="*/ 161567 h 168384"/>
                <a:gd name="csX1" fmla="*/ 30585 w 136818"/>
                <a:gd name="csY1" fmla="*/ 142233 h 168384"/>
                <a:gd name="csX2" fmla="*/ 63349 w 136818"/>
                <a:gd name="csY2" fmla="*/ 115522 h 168384"/>
                <a:gd name="csX3" fmla="*/ 84099 w 136818"/>
                <a:gd name="csY3" fmla="*/ 83615 h 168384"/>
                <a:gd name="csX4" fmla="*/ 93022 w 136818"/>
                <a:gd name="csY4" fmla="*/ 68788 h 168384"/>
                <a:gd name="csX5" fmla="*/ 104272 w 136818"/>
                <a:gd name="csY5" fmla="*/ 44443 h 168384"/>
                <a:gd name="csX6" fmla="*/ 102149 w 136818"/>
                <a:gd name="csY6" fmla="*/ 36564 h 168384"/>
                <a:gd name="csX7" fmla="*/ 98591 w 136818"/>
                <a:gd name="csY7" fmla="*/ 32597 h 168384"/>
                <a:gd name="csX8" fmla="*/ 99746 w 136818"/>
                <a:gd name="csY8" fmla="*/ 32112 h 168384"/>
                <a:gd name="csX9" fmla="*/ 110568 w 136818"/>
                <a:gd name="csY9" fmla="*/ 28182 h 168384"/>
                <a:gd name="csX10" fmla="*/ 117776 w 136818"/>
                <a:gd name="csY10" fmla="*/ 13057 h 168384"/>
                <a:gd name="csX11" fmla="*/ 119173 w 136818"/>
                <a:gd name="csY11" fmla="*/ 10692 h 168384"/>
                <a:gd name="csX12" fmla="*/ 123215 w 136818"/>
                <a:gd name="csY12" fmla="*/ 0 h 168384"/>
                <a:gd name="csX13" fmla="*/ 136534 w 136818"/>
                <a:gd name="csY13" fmla="*/ 39693 h 168384"/>
                <a:gd name="csX14" fmla="*/ 83746 w 136818"/>
                <a:gd name="csY14" fmla="*/ 142699 h 168384"/>
                <a:gd name="csX15" fmla="*/ 55545 w 136818"/>
                <a:gd name="csY15" fmla="*/ 163263 h 168384"/>
                <a:gd name="csX16" fmla="*/ 24364 w 136818"/>
                <a:gd name="csY16" fmla="*/ 164734 h 168384"/>
                <a:gd name="csX17" fmla="*/ 0 w 136818"/>
                <a:gd name="csY17" fmla="*/ 161567 h 168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6818" h="168384">
                  <a:moveTo>
                    <a:pt x="0" y="161567"/>
                  </a:moveTo>
                  <a:cubicBezTo>
                    <a:pt x="9779" y="154471"/>
                    <a:pt x="19800" y="147840"/>
                    <a:pt x="30585" y="142233"/>
                  </a:cubicBezTo>
                  <a:cubicBezTo>
                    <a:pt x="43251" y="135639"/>
                    <a:pt x="54632" y="126847"/>
                    <a:pt x="63349" y="115522"/>
                  </a:cubicBezTo>
                  <a:cubicBezTo>
                    <a:pt x="71079" y="105501"/>
                    <a:pt x="78996" y="95387"/>
                    <a:pt x="84099" y="83615"/>
                  </a:cubicBezTo>
                  <a:cubicBezTo>
                    <a:pt x="86428" y="78251"/>
                    <a:pt x="90004" y="73650"/>
                    <a:pt x="93022" y="68788"/>
                  </a:cubicBezTo>
                  <a:cubicBezTo>
                    <a:pt x="97827" y="61058"/>
                    <a:pt x="99727" y="52173"/>
                    <a:pt x="104272" y="44443"/>
                  </a:cubicBezTo>
                  <a:cubicBezTo>
                    <a:pt x="106098" y="41314"/>
                    <a:pt x="104719" y="38576"/>
                    <a:pt x="102149" y="36564"/>
                  </a:cubicBezTo>
                  <a:cubicBezTo>
                    <a:pt x="100677" y="35428"/>
                    <a:pt x="99001" y="34646"/>
                    <a:pt x="98591" y="32597"/>
                  </a:cubicBezTo>
                  <a:cubicBezTo>
                    <a:pt x="99113" y="32373"/>
                    <a:pt x="99578" y="32001"/>
                    <a:pt x="99746" y="32112"/>
                  </a:cubicBezTo>
                  <a:cubicBezTo>
                    <a:pt x="105054" y="35391"/>
                    <a:pt x="108072" y="33528"/>
                    <a:pt x="110568" y="28182"/>
                  </a:cubicBezTo>
                  <a:cubicBezTo>
                    <a:pt x="112915" y="23134"/>
                    <a:pt x="114275" y="17565"/>
                    <a:pt x="117776" y="13057"/>
                  </a:cubicBezTo>
                  <a:cubicBezTo>
                    <a:pt x="118335" y="12331"/>
                    <a:pt x="118540" y="10878"/>
                    <a:pt x="119173" y="10692"/>
                  </a:cubicBezTo>
                  <a:cubicBezTo>
                    <a:pt x="125395" y="8885"/>
                    <a:pt x="123495" y="4154"/>
                    <a:pt x="123215" y="0"/>
                  </a:cubicBezTo>
                  <a:cubicBezTo>
                    <a:pt x="135733" y="10524"/>
                    <a:pt x="137688" y="24289"/>
                    <a:pt x="136534" y="39693"/>
                  </a:cubicBezTo>
                  <a:cubicBezTo>
                    <a:pt x="133367" y="81547"/>
                    <a:pt x="114591" y="115280"/>
                    <a:pt x="83746" y="142699"/>
                  </a:cubicBezTo>
                  <a:cubicBezTo>
                    <a:pt x="75084" y="150391"/>
                    <a:pt x="65119" y="156650"/>
                    <a:pt x="55545" y="163263"/>
                  </a:cubicBezTo>
                  <a:cubicBezTo>
                    <a:pt x="45579" y="170136"/>
                    <a:pt x="34627" y="169540"/>
                    <a:pt x="24364" y="164734"/>
                  </a:cubicBezTo>
                  <a:cubicBezTo>
                    <a:pt x="16261" y="160897"/>
                    <a:pt x="8587" y="158904"/>
                    <a:pt x="0" y="161567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91F8C5C-6259-BFB6-641F-3968B9AF19CC}"/>
                </a:ext>
              </a:extLst>
            </p:cNvPr>
            <p:cNvSpPr/>
            <p:nvPr/>
          </p:nvSpPr>
          <p:spPr>
            <a:xfrm>
              <a:off x="1921893" y="5215242"/>
              <a:ext cx="152227" cy="170707"/>
            </a:xfrm>
            <a:custGeom>
              <a:avLst/>
              <a:gdLst>
                <a:gd name="csX0" fmla="*/ 131832 w 152227"/>
                <a:gd name="csY0" fmla="*/ 151045 h 170707"/>
                <a:gd name="csX1" fmla="*/ 118737 w 152227"/>
                <a:gd name="csY1" fmla="*/ 160377 h 170707"/>
                <a:gd name="csX2" fmla="*/ 93461 w 152227"/>
                <a:gd name="csY2" fmla="*/ 170231 h 170707"/>
                <a:gd name="csX3" fmla="*/ 84501 w 152227"/>
                <a:gd name="csY3" fmla="*/ 170678 h 170707"/>
                <a:gd name="csX4" fmla="*/ 81223 w 152227"/>
                <a:gd name="csY4" fmla="*/ 166952 h 170707"/>
                <a:gd name="csX5" fmla="*/ 68650 w 152227"/>
                <a:gd name="csY5" fmla="*/ 140186 h 170707"/>
                <a:gd name="csX6" fmla="*/ 49018 w 152227"/>
                <a:gd name="csY6" fmla="*/ 127036 h 170707"/>
                <a:gd name="csX7" fmla="*/ 28715 w 152227"/>
                <a:gd name="csY7" fmla="*/ 103044 h 170707"/>
                <a:gd name="csX8" fmla="*/ 15322 w 152227"/>
                <a:gd name="csY8" fmla="*/ 75198 h 170707"/>
                <a:gd name="csX9" fmla="*/ 3848 w 152227"/>
                <a:gd name="csY9" fmla="*/ 57335 h 170707"/>
                <a:gd name="csX10" fmla="*/ 421 w 152227"/>
                <a:gd name="csY10" fmla="*/ 47891 h 170707"/>
                <a:gd name="csX11" fmla="*/ 8113 w 152227"/>
                <a:gd name="csY11" fmla="*/ 34443 h 170707"/>
                <a:gd name="csX12" fmla="*/ 8318 w 152227"/>
                <a:gd name="csY12" fmla="*/ 19858 h 170707"/>
                <a:gd name="csX13" fmla="*/ 8356 w 152227"/>
                <a:gd name="csY13" fmla="*/ 19914 h 170707"/>
                <a:gd name="csX14" fmla="*/ 10554 w 152227"/>
                <a:gd name="csY14" fmla="*/ 14400 h 170707"/>
                <a:gd name="csX15" fmla="*/ 23909 w 152227"/>
                <a:gd name="csY15" fmla="*/ 2759 h 170707"/>
                <a:gd name="csX16" fmla="*/ 30130 w 152227"/>
                <a:gd name="csY16" fmla="*/ 505 h 170707"/>
                <a:gd name="csX17" fmla="*/ 55649 w 152227"/>
                <a:gd name="csY17" fmla="*/ 5012 h 170707"/>
                <a:gd name="csX18" fmla="*/ 80757 w 152227"/>
                <a:gd name="csY18" fmla="*/ 4565 h 170707"/>
                <a:gd name="csX19" fmla="*/ 84334 w 152227"/>
                <a:gd name="csY19" fmla="*/ 7955 h 170707"/>
                <a:gd name="csX20" fmla="*/ 87612 w 152227"/>
                <a:gd name="csY20" fmla="*/ 27700 h 170707"/>
                <a:gd name="csX21" fmla="*/ 88320 w 152227"/>
                <a:gd name="csY21" fmla="*/ 31518 h 170707"/>
                <a:gd name="csX22" fmla="*/ 102327 w 152227"/>
                <a:gd name="csY22" fmla="*/ 45544 h 170707"/>
                <a:gd name="csX23" fmla="*/ 120879 w 152227"/>
                <a:gd name="csY23" fmla="*/ 85200 h 170707"/>
                <a:gd name="csX24" fmla="*/ 135296 w 152227"/>
                <a:gd name="csY24" fmla="*/ 107869 h 170707"/>
                <a:gd name="csX25" fmla="*/ 145392 w 152227"/>
                <a:gd name="csY25" fmla="*/ 112637 h 170707"/>
                <a:gd name="csX26" fmla="*/ 152228 w 152227"/>
                <a:gd name="csY26" fmla="*/ 119343 h 170707"/>
                <a:gd name="csX27" fmla="*/ 131757 w 152227"/>
                <a:gd name="csY27" fmla="*/ 151064 h 170707"/>
                <a:gd name="csX28" fmla="*/ 133303 w 152227"/>
                <a:gd name="csY28" fmla="*/ 145532 h 170707"/>
                <a:gd name="csX29" fmla="*/ 132279 w 152227"/>
                <a:gd name="csY29" fmla="*/ 127855 h 170707"/>
                <a:gd name="csX30" fmla="*/ 118197 w 152227"/>
                <a:gd name="csY30" fmla="*/ 102169 h 170707"/>
                <a:gd name="csX31" fmla="*/ 89195 w 152227"/>
                <a:gd name="csY31" fmla="*/ 53237 h 170707"/>
                <a:gd name="csX32" fmla="*/ 54773 w 152227"/>
                <a:gd name="csY32" fmla="*/ 18442 h 170707"/>
                <a:gd name="csX33" fmla="*/ 39332 w 152227"/>
                <a:gd name="csY33" fmla="*/ 16561 h 170707"/>
                <a:gd name="csX34" fmla="*/ 25418 w 152227"/>
                <a:gd name="csY34" fmla="*/ 24310 h 170707"/>
                <a:gd name="csX35" fmla="*/ 22102 w 152227"/>
                <a:gd name="csY35" fmla="*/ 49288 h 170707"/>
                <a:gd name="csX36" fmla="*/ 30130 w 152227"/>
                <a:gd name="csY36" fmla="*/ 62234 h 170707"/>
                <a:gd name="csX37" fmla="*/ 49074 w 152227"/>
                <a:gd name="csY37" fmla="*/ 88702 h 170707"/>
                <a:gd name="csX38" fmla="*/ 66806 w 152227"/>
                <a:gd name="csY38" fmla="*/ 108949 h 170707"/>
                <a:gd name="csX39" fmla="*/ 86942 w 152227"/>
                <a:gd name="csY39" fmla="*/ 124353 h 170707"/>
                <a:gd name="csX40" fmla="*/ 87836 w 152227"/>
                <a:gd name="csY40" fmla="*/ 125695 h 170707"/>
                <a:gd name="csX41" fmla="*/ 76641 w 152227"/>
                <a:gd name="csY41" fmla="*/ 133555 h 170707"/>
                <a:gd name="csX42" fmla="*/ 83607 w 152227"/>
                <a:gd name="csY42" fmla="*/ 129029 h 170707"/>
                <a:gd name="csX43" fmla="*/ 88022 w 152227"/>
                <a:gd name="csY43" fmla="*/ 128339 h 170707"/>
                <a:gd name="csX44" fmla="*/ 107599 w 152227"/>
                <a:gd name="csY44" fmla="*/ 152219 h 170707"/>
                <a:gd name="csX45" fmla="*/ 124344 w 152227"/>
                <a:gd name="csY45" fmla="*/ 152312 h 170707"/>
                <a:gd name="csX46" fmla="*/ 131832 w 152227"/>
                <a:gd name="csY46" fmla="*/ 151045 h 17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2227" h="170707">
                  <a:moveTo>
                    <a:pt x="131832" y="151045"/>
                  </a:moveTo>
                  <a:cubicBezTo>
                    <a:pt x="128591" y="155721"/>
                    <a:pt x="123524" y="157993"/>
                    <a:pt x="118737" y="160377"/>
                  </a:cubicBezTo>
                  <a:cubicBezTo>
                    <a:pt x="110635" y="164419"/>
                    <a:pt x="102607" y="168778"/>
                    <a:pt x="93461" y="170231"/>
                  </a:cubicBezTo>
                  <a:cubicBezTo>
                    <a:pt x="90518" y="171143"/>
                    <a:pt x="87482" y="170417"/>
                    <a:pt x="84501" y="170678"/>
                  </a:cubicBezTo>
                  <a:cubicBezTo>
                    <a:pt x="81707" y="170901"/>
                    <a:pt x="80459" y="169504"/>
                    <a:pt x="81223" y="166952"/>
                  </a:cubicBezTo>
                  <a:cubicBezTo>
                    <a:pt x="85042" y="154212"/>
                    <a:pt x="77814" y="146817"/>
                    <a:pt x="68650" y="140186"/>
                  </a:cubicBezTo>
                  <a:cubicBezTo>
                    <a:pt x="62261" y="135548"/>
                    <a:pt x="55183" y="131879"/>
                    <a:pt x="49018" y="127036"/>
                  </a:cubicBezTo>
                  <a:cubicBezTo>
                    <a:pt x="40710" y="120516"/>
                    <a:pt x="34303" y="112097"/>
                    <a:pt x="28715" y="103044"/>
                  </a:cubicBezTo>
                  <a:cubicBezTo>
                    <a:pt x="23257" y="94215"/>
                    <a:pt x="18861" y="84902"/>
                    <a:pt x="15322" y="75198"/>
                  </a:cubicBezTo>
                  <a:cubicBezTo>
                    <a:pt x="12807" y="68324"/>
                    <a:pt x="8970" y="62457"/>
                    <a:pt x="3848" y="57335"/>
                  </a:cubicBezTo>
                  <a:cubicBezTo>
                    <a:pt x="1277" y="54746"/>
                    <a:pt x="-958" y="51952"/>
                    <a:pt x="421" y="47891"/>
                  </a:cubicBezTo>
                  <a:cubicBezTo>
                    <a:pt x="2935" y="43383"/>
                    <a:pt x="4742" y="38466"/>
                    <a:pt x="8113" y="34443"/>
                  </a:cubicBezTo>
                  <a:cubicBezTo>
                    <a:pt x="9697" y="29600"/>
                    <a:pt x="9343" y="24738"/>
                    <a:pt x="8318" y="19858"/>
                  </a:cubicBezTo>
                  <a:lnTo>
                    <a:pt x="8356" y="19914"/>
                  </a:lnTo>
                  <a:cubicBezTo>
                    <a:pt x="7108" y="17287"/>
                    <a:pt x="8374" y="15574"/>
                    <a:pt x="10554" y="14400"/>
                  </a:cubicBezTo>
                  <a:cubicBezTo>
                    <a:pt x="15881" y="11513"/>
                    <a:pt x="20444" y="7825"/>
                    <a:pt x="23909" y="2759"/>
                  </a:cubicBezTo>
                  <a:cubicBezTo>
                    <a:pt x="25287" y="747"/>
                    <a:pt x="27280" y="-855"/>
                    <a:pt x="30130" y="505"/>
                  </a:cubicBezTo>
                  <a:cubicBezTo>
                    <a:pt x="37860" y="6428"/>
                    <a:pt x="46838" y="5217"/>
                    <a:pt x="55649" y="5012"/>
                  </a:cubicBezTo>
                  <a:cubicBezTo>
                    <a:pt x="64012" y="4062"/>
                    <a:pt x="72394" y="4845"/>
                    <a:pt x="80757" y="4565"/>
                  </a:cubicBezTo>
                  <a:cubicBezTo>
                    <a:pt x="83160" y="4491"/>
                    <a:pt x="84371" y="5944"/>
                    <a:pt x="84334" y="7955"/>
                  </a:cubicBezTo>
                  <a:cubicBezTo>
                    <a:pt x="84222" y="14773"/>
                    <a:pt x="86345" y="21162"/>
                    <a:pt x="87612" y="27700"/>
                  </a:cubicBezTo>
                  <a:cubicBezTo>
                    <a:pt x="89251" y="28724"/>
                    <a:pt x="83943" y="30978"/>
                    <a:pt x="88320" y="31518"/>
                  </a:cubicBezTo>
                  <a:cubicBezTo>
                    <a:pt x="95491" y="33698"/>
                    <a:pt x="98714" y="39975"/>
                    <a:pt x="102327" y="45544"/>
                  </a:cubicBezTo>
                  <a:cubicBezTo>
                    <a:pt x="110299" y="57894"/>
                    <a:pt x="115533" y="71528"/>
                    <a:pt x="120879" y="85200"/>
                  </a:cubicBezTo>
                  <a:cubicBezTo>
                    <a:pt x="124120" y="93489"/>
                    <a:pt x="129038" y="101238"/>
                    <a:pt x="135296" y="107869"/>
                  </a:cubicBezTo>
                  <a:cubicBezTo>
                    <a:pt x="138053" y="110793"/>
                    <a:pt x="141965" y="111166"/>
                    <a:pt x="145392" y="112637"/>
                  </a:cubicBezTo>
                  <a:cubicBezTo>
                    <a:pt x="148577" y="113997"/>
                    <a:pt x="151688" y="115319"/>
                    <a:pt x="152228" y="119343"/>
                  </a:cubicBezTo>
                  <a:cubicBezTo>
                    <a:pt x="147143" y="131040"/>
                    <a:pt x="142337" y="142924"/>
                    <a:pt x="131757" y="151064"/>
                  </a:cubicBezTo>
                  <a:cubicBezTo>
                    <a:pt x="130398" y="148698"/>
                    <a:pt x="132316" y="147208"/>
                    <a:pt x="133303" y="145532"/>
                  </a:cubicBezTo>
                  <a:cubicBezTo>
                    <a:pt x="137159" y="138975"/>
                    <a:pt x="136600" y="134021"/>
                    <a:pt x="132279" y="127855"/>
                  </a:cubicBezTo>
                  <a:cubicBezTo>
                    <a:pt x="126635" y="119846"/>
                    <a:pt x="122686" y="110849"/>
                    <a:pt x="118197" y="102169"/>
                  </a:cubicBezTo>
                  <a:cubicBezTo>
                    <a:pt x="109480" y="85275"/>
                    <a:pt x="101638" y="67766"/>
                    <a:pt x="89195" y="53237"/>
                  </a:cubicBezTo>
                  <a:cubicBezTo>
                    <a:pt x="78597" y="40850"/>
                    <a:pt x="68352" y="27942"/>
                    <a:pt x="54773" y="18442"/>
                  </a:cubicBezTo>
                  <a:cubicBezTo>
                    <a:pt x="49949" y="15071"/>
                    <a:pt x="45683" y="13264"/>
                    <a:pt x="39332" y="16561"/>
                  </a:cubicBezTo>
                  <a:cubicBezTo>
                    <a:pt x="34601" y="19020"/>
                    <a:pt x="29720" y="20603"/>
                    <a:pt x="25418" y="24310"/>
                  </a:cubicBezTo>
                  <a:cubicBezTo>
                    <a:pt x="16104" y="32338"/>
                    <a:pt x="18265" y="41353"/>
                    <a:pt x="22102" y="49288"/>
                  </a:cubicBezTo>
                  <a:cubicBezTo>
                    <a:pt x="24300" y="53852"/>
                    <a:pt x="26982" y="58266"/>
                    <a:pt x="30130" y="62234"/>
                  </a:cubicBezTo>
                  <a:cubicBezTo>
                    <a:pt x="36892" y="70746"/>
                    <a:pt x="42517" y="80041"/>
                    <a:pt x="49074" y="88702"/>
                  </a:cubicBezTo>
                  <a:cubicBezTo>
                    <a:pt x="54550" y="95948"/>
                    <a:pt x="60976" y="102150"/>
                    <a:pt x="66806" y="108949"/>
                  </a:cubicBezTo>
                  <a:cubicBezTo>
                    <a:pt x="72357" y="115413"/>
                    <a:pt x="77833" y="122360"/>
                    <a:pt x="86942" y="124353"/>
                  </a:cubicBezTo>
                  <a:cubicBezTo>
                    <a:pt x="87463" y="124465"/>
                    <a:pt x="87724" y="125117"/>
                    <a:pt x="87836" y="125695"/>
                  </a:cubicBezTo>
                  <a:cubicBezTo>
                    <a:pt x="84408" y="128731"/>
                    <a:pt x="80646" y="131301"/>
                    <a:pt x="76641" y="133555"/>
                  </a:cubicBezTo>
                  <a:cubicBezTo>
                    <a:pt x="79156" y="132344"/>
                    <a:pt x="81577" y="131022"/>
                    <a:pt x="83607" y="129029"/>
                  </a:cubicBezTo>
                  <a:cubicBezTo>
                    <a:pt x="84799" y="127874"/>
                    <a:pt x="86308" y="126905"/>
                    <a:pt x="88022" y="128339"/>
                  </a:cubicBezTo>
                  <a:cubicBezTo>
                    <a:pt x="91989" y="138398"/>
                    <a:pt x="99626" y="145513"/>
                    <a:pt x="107599" y="152219"/>
                  </a:cubicBezTo>
                  <a:cubicBezTo>
                    <a:pt x="111845" y="155795"/>
                    <a:pt x="119389" y="155423"/>
                    <a:pt x="124344" y="152312"/>
                  </a:cubicBezTo>
                  <a:cubicBezTo>
                    <a:pt x="126635" y="150934"/>
                    <a:pt x="128833" y="148587"/>
                    <a:pt x="131832" y="151045"/>
                  </a:cubicBezTo>
                  <a:close/>
                </a:path>
              </a:pathLst>
            </a:custGeom>
            <a:solidFill>
              <a:srgbClr val="88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0DD5F17-75A2-268E-5AD8-CB0BC816F8A3}"/>
                </a:ext>
              </a:extLst>
            </p:cNvPr>
            <p:cNvSpPr/>
            <p:nvPr/>
          </p:nvSpPr>
          <p:spPr>
            <a:xfrm>
              <a:off x="1536984" y="5229512"/>
              <a:ext cx="114919" cy="158584"/>
            </a:xfrm>
            <a:custGeom>
              <a:avLst/>
              <a:gdLst>
                <a:gd name="csX0" fmla="*/ 0 w 114919"/>
                <a:gd name="csY0" fmla="*/ 107122 h 158584"/>
                <a:gd name="csX1" fmla="*/ 21756 w 114919"/>
                <a:gd name="csY1" fmla="*/ 74805 h 158584"/>
                <a:gd name="csX2" fmla="*/ 40494 w 114919"/>
                <a:gd name="csY2" fmla="*/ 53198 h 158584"/>
                <a:gd name="csX3" fmla="*/ 69142 w 114919"/>
                <a:gd name="csY3" fmla="*/ 21383 h 158584"/>
                <a:gd name="csX4" fmla="*/ 100677 w 114919"/>
                <a:gd name="csY4" fmla="*/ 0 h 158584"/>
                <a:gd name="csX5" fmla="*/ 109748 w 114919"/>
                <a:gd name="csY5" fmla="*/ 8214 h 158584"/>
                <a:gd name="csX6" fmla="*/ 114517 w 114919"/>
                <a:gd name="csY6" fmla="*/ 20303 h 158584"/>
                <a:gd name="csX7" fmla="*/ 111332 w 114919"/>
                <a:gd name="csY7" fmla="*/ 33323 h 158584"/>
                <a:gd name="csX8" fmla="*/ 103676 w 114919"/>
                <a:gd name="csY8" fmla="*/ 31516 h 158584"/>
                <a:gd name="csX9" fmla="*/ 96542 w 114919"/>
                <a:gd name="csY9" fmla="*/ 27884 h 158584"/>
                <a:gd name="csX10" fmla="*/ 111145 w 114919"/>
                <a:gd name="csY10" fmla="*/ 33584 h 158584"/>
                <a:gd name="csX11" fmla="*/ 110531 w 114919"/>
                <a:gd name="csY11" fmla="*/ 36937 h 158584"/>
                <a:gd name="csX12" fmla="*/ 97231 w 114919"/>
                <a:gd name="csY12" fmla="*/ 46678 h 158584"/>
                <a:gd name="csX13" fmla="*/ 76965 w 114919"/>
                <a:gd name="csY13" fmla="*/ 70558 h 158584"/>
                <a:gd name="csX14" fmla="*/ 72700 w 114919"/>
                <a:gd name="csY14" fmla="*/ 81249 h 158584"/>
                <a:gd name="csX15" fmla="*/ 67894 w 114919"/>
                <a:gd name="csY15" fmla="*/ 80765 h 158584"/>
                <a:gd name="csX16" fmla="*/ 45915 w 114919"/>
                <a:gd name="csY16" fmla="*/ 67354 h 158584"/>
                <a:gd name="csX17" fmla="*/ 70353 w 114919"/>
                <a:gd name="csY17" fmla="*/ 82311 h 158584"/>
                <a:gd name="csX18" fmla="*/ 69813 w 114919"/>
                <a:gd name="csY18" fmla="*/ 84379 h 158584"/>
                <a:gd name="csX19" fmla="*/ 52322 w 114919"/>
                <a:gd name="csY19" fmla="*/ 108798 h 158584"/>
                <a:gd name="csX20" fmla="*/ 35167 w 114919"/>
                <a:gd name="csY20" fmla="*/ 135900 h 158584"/>
                <a:gd name="csX21" fmla="*/ 22818 w 114919"/>
                <a:gd name="csY21" fmla="*/ 158420 h 158584"/>
                <a:gd name="csX22" fmla="*/ 11511 w 114919"/>
                <a:gd name="csY22" fmla="*/ 153074 h 158584"/>
                <a:gd name="csX23" fmla="*/ 13355 w 114919"/>
                <a:gd name="csY23" fmla="*/ 141823 h 158584"/>
                <a:gd name="csX24" fmla="*/ 31330 w 114919"/>
                <a:gd name="csY24" fmla="*/ 102428 h 158584"/>
                <a:gd name="csX25" fmla="*/ 25835 w 114919"/>
                <a:gd name="csY25" fmla="*/ 98982 h 158584"/>
                <a:gd name="csX26" fmla="*/ 6203 w 114919"/>
                <a:gd name="csY26" fmla="*/ 108388 h 158584"/>
                <a:gd name="csX27" fmla="*/ 0 w 114919"/>
                <a:gd name="csY27" fmla="*/ 107122 h 15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4919" h="158584">
                  <a:moveTo>
                    <a:pt x="0" y="107122"/>
                  </a:moveTo>
                  <a:cubicBezTo>
                    <a:pt x="5625" y="95257"/>
                    <a:pt x="14473" y="85552"/>
                    <a:pt x="21756" y="74805"/>
                  </a:cubicBezTo>
                  <a:cubicBezTo>
                    <a:pt x="27158" y="66832"/>
                    <a:pt x="33416" y="59605"/>
                    <a:pt x="40494" y="53198"/>
                  </a:cubicBezTo>
                  <a:cubicBezTo>
                    <a:pt x="51149" y="43530"/>
                    <a:pt x="60295" y="32652"/>
                    <a:pt x="69142" y="21383"/>
                  </a:cubicBezTo>
                  <a:cubicBezTo>
                    <a:pt x="77338" y="10971"/>
                    <a:pt x="87322" y="2924"/>
                    <a:pt x="100677" y="0"/>
                  </a:cubicBezTo>
                  <a:cubicBezTo>
                    <a:pt x="102726" y="3800"/>
                    <a:pt x="106470" y="5793"/>
                    <a:pt x="109748" y="8214"/>
                  </a:cubicBezTo>
                  <a:cubicBezTo>
                    <a:pt x="113958" y="11344"/>
                    <a:pt x="115802" y="14864"/>
                    <a:pt x="114517" y="20303"/>
                  </a:cubicBezTo>
                  <a:cubicBezTo>
                    <a:pt x="113492" y="24662"/>
                    <a:pt x="112691" y="29058"/>
                    <a:pt x="111332" y="33323"/>
                  </a:cubicBezTo>
                  <a:cubicBezTo>
                    <a:pt x="108277" y="34962"/>
                    <a:pt x="106097" y="32578"/>
                    <a:pt x="103676" y="31516"/>
                  </a:cubicBezTo>
                  <a:cubicBezTo>
                    <a:pt x="101236" y="30436"/>
                    <a:pt x="99057" y="28797"/>
                    <a:pt x="96542" y="27884"/>
                  </a:cubicBezTo>
                  <a:cubicBezTo>
                    <a:pt x="101571" y="29374"/>
                    <a:pt x="105148" y="34534"/>
                    <a:pt x="111145" y="33584"/>
                  </a:cubicBezTo>
                  <a:cubicBezTo>
                    <a:pt x="113846" y="35242"/>
                    <a:pt x="112244" y="36639"/>
                    <a:pt x="110531" y="36937"/>
                  </a:cubicBezTo>
                  <a:cubicBezTo>
                    <a:pt x="104421" y="38017"/>
                    <a:pt x="100845" y="42525"/>
                    <a:pt x="97231" y="46678"/>
                  </a:cubicBezTo>
                  <a:cubicBezTo>
                    <a:pt x="90395" y="54557"/>
                    <a:pt x="82479" y="61505"/>
                    <a:pt x="76965" y="70558"/>
                  </a:cubicBezTo>
                  <a:cubicBezTo>
                    <a:pt x="74898" y="73948"/>
                    <a:pt x="72923" y="77207"/>
                    <a:pt x="72700" y="81249"/>
                  </a:cubicBezTo>
                  <a:cubicBezTo>
                    <a:pt x="71005" y="82181"/>
                    <a:pt x="69217" y="81529"/>
                    <a:pt x="67894" y="80765"/>
                  </a:cubicBezTo>
                  <a:cubicBezTo>
                    <a:pt x="60444" y="76518"/>
                    <a:pt x="52378" y="73240"/>
                    <a:pt x="45915" y="67354"/>
                  </a:cubicBezTo>
                  <a:cubicBezTo>
                    <a:pt x="52956" y="74134"/>
                    <a:pt x="62194" y="77338"/>
                    <a:pt x="70353" y="82311"/>
                  </a:cubicBezTo>
                  <a:cubicBezTo>
                    <a:pt x="70539" y="83093"/>
                    <a:pt x="70446" y="83932"/>
                    <a:pt x="69813" y="84379"/>
                  </a:cubicBezTo>
                  <a:cubicBezTo>
                    <a:pt x="61207" y="90525"/>
                    <a:pt x="57184" y="99988"/>
                    <a:pt x="52322" y="108798"/>
                  </a:cubicBezTo>
                  <a:cubicBezTo>
                    <a:pt x="47144" y="118186"/>
                    <a:pt x="39973" y="126326"/>
                    <a:pt x="35167" y="135900"/>
                  </a:cubicBezTo>
                  <a:cubicBezTo>
                    <a:pt x="31311" y="143574"/>
                    <a:pt x="25221" y="149982"/>
                    <a:pt x="22818" y="158420"/>
                  </a:cubicBezTo>
                  <a:cubicBezTo>
                    <a:pt x="17751" y="159370"/>
                    <a:pt x="14715" y="156035"/>
                    <a:pt x="11511" y="153074"/>
                  </a:cubicBezTo>
                  <a:cubicBezTo>
                    <a:pt x="8978" y="148808"/>
                    <a:pt x="10580" y="145400"/>
                    <a:pt x="13355" y="141823"/>
                  </a:cubicBezTo>
                  <a:cubicBezTo>
                    <a:pt x="22445" y="130144"/>
                    <a:pt x="29076" y="117255"/>
                    <a:pt x="31330" y="102428"/>
                  </a:cubicBezTo>
                  <a:cubicBezTo>
                    <a:pt x="32112" y="97306"/>
                    <a:pt x="28238" y="98367"/>
                    <a:pt x="25835" y="98982"/>
                  </a:cubicBezTo>
                  <a:cubicBezTo>
                    <a:pt x="18738" y="100863"/>
                    <a:pt x="11940" y="103620"/>
                    <a:pt x="6203" y="108388"/>
                  </a:cubicBezTo>
                  <a:cubicBezTo>
                    <a:pt x="3502" y="110605"/>
                    <a:pt x="1155" y="112039"/>
                    <a:pt x="0" y="107122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F052256-1CAF-B1AC-73BB-83E0533FA9B7}"/>
                </a:ext>
              </a:extLst>
            </p:cNvPr>
            <p:cNvSpPr/>
            <p:nvPr/>
          </p:nvSpPr>
          <p:spPr>
            <a:xfrm>
              <a:off x="1613297" y="5220548"/>
              <a:ext cx="140818" cy="210001"/>
            </a:xfrm>
            <a:custGeom>
              <a:avLst/>
              <a:gdLst>
                <a:gd name="csX0" fmla="*/ 104551 w 140818"/>
                <a:gd name="csY0" fmla="*/ 91480 h 210001"/>
                <a:gd name="csX1" fmla="*/ 100994 w 140818"/>
                <a:gd name="csY1" fmla="*/ 107611 h 210001"/>
                <a:gd name="csX2" fmla="*/ 98554 w 140818"/>
                <a:gd name="csY2" fmla="*/ 115602 h 210001"/>
                <a:gd name="csX3" fmla="*/ 81864 w 140818"/>
                <a:gd name="csY3" fmla="*/ 148440 h 210001"/>
                <a:gd name="csX4" fmla="*/ 73929 w 140818"/>
                <a:gd name="csY4" fmla="*/ 153619 h 210001"/>
                <a:gd name="csX5" fmla="*/ 65603 w 140818"/>
                <a:gd name="csY5" fmla="*/ 152147 h 210001"/>
                <a:gd name="csX6" fmla="*/ 53757 w 140818"/>
                <a:gd name="csY6" fmla="*/ 143858 h 210001"/>
                <a:gd name="csX7" fmla="*/ 66665 w 140818"/>
                <a:gd name="csY7" fmla="*/ 152818 h 210001"/>
                <a:gd name="csX8" fmla="*/ 71787 w 140818"/>
                <a:gd name="csY8" fmla="*/ 155910 h 210001"/>
                <a:gd name="csX9" fmla="*/ 67931 w 140818"/>
                <a:gd name="csY9" fmla="*/ 165130 h 210001"/>
                <a:gd name="csX10" fmla="*/ 31442 w 140818"/>
                <a:gd name="csY10" fmla="*/ 197708 h 210001"/>
                <a:gd name="csX11" fmla="*/ 14175 w 140818"/>
                <a:gd name="csY11" fmla="*/ 210001 h 210001"/>
                <a:gd name="csX12" fmla="*/ 0 w 140818"/>
                <a:gd name="csY12" fmla="*/ 199980 h 210001"/>
                <a:gd name="csX13" fmla="*/ 23749 w 140818"/>
                <a:gd name="csY13" fmla="*/ 171109 h 210001"/>
                <a:gd name="csX14" fmla="*/ 46455 w 140818"/>
                <a:gd name="csY14" fmla="*/ 139760 h 210001"/>
                <a:gd name="csX15" fmla="*/ 49938 w 140818"/>
                <a:gd name="csY15" fmla="*/ 134713 h 210001"/>
                <a:gd name="csX16" fmla="*/ 63889 w 140818"/>
                <a:gd name="csY16" fmla="*/ 117166 h 210001"/>
                <a:gd name="csX17" fmla="*/ 73277 w 140818"/>
                <a:gd name="csY17" fmla="*/ 105301 h 210001"/>
                <a:gd name="csX18" fmla="*/ 90079 w 140818"/>
                <a:gd name="csY18" fmla="*/ 83545 h 210001"/>
                <a:gd name="csX19" fmla="*/ 107904 w 140818"/>
                <a:gd name="csY19" fmla="*/ 64825 h 210001"/>
                <a:gd name="csX20" fmla="*/ 120496 w 140818"/>
                <a:gd name="csY20" fmla="*/ 50427 h 210001"/>
                <a:gd name="csX21" fmla="*/ 117478 w 140818"/>
                <a:gd name="csY21" fmla="*/ 17216 h 210001"/>
                <a:gd name="csX22" fmla="*/ 107643 w 140818"/>
                <a:gd name="csY22" fmla="*/ 6449 h 210001"/>
                <a:gd name="csX23" fmla="*/ 120161 w 140818"/>
                <a:gd name="csY23" fmla="*/ 843 h 210001"/>
                <a:gd name="csX24" fmla="*/ 127667 w 140818"/>
                <a:gd name="csY24" fmla="*/ 2519 h 210001"/>
                <a:gd name="csX25" fmla="*/ 138191 w 140818"/>
                <a:gd name="csY25" fmla="*/ 13416 h 210001"/>
                <a:gd name="csX26" fmla="*/ 139644 w 140818"/>
                <a:gd name="csY26" fmla="*/ 17942 h 210001"/>
                <a:gd name="csX27" fmla="*/ 133646 w 140818"/>
                <a:gd name="csY27" fmla="*/ 38040 h 210001"/>
                <a:gd name="csX28" fmla="*/ 140743 w 140818"/>
                <a:gd name="csY28" fmla="*/ 62050 h 210001"/>
                <a:gd name="csX29" fmla="*/ 134429 w 140818"/>
                <a:gd name="csY29" fmla="*/ 67135 h 210001"/>
                <a:gd name="csX30" fmla="*/ 123066 w 140818"/>
                <a:gd name="csY30" fmla="*/ 70488 h 210001"/>
                <a:gd name="csX31" fmla="*/ 110680 w 140818"/>
                <a:gd name="csY31" fmla="*/ 83843 h 210001"/>
                <a:gd name="csX32" fmla="*/ 105669 w 140818"/>
                <a:gd name="csY32" fmla="*/ 88034 h 210001"/>
                <a:gd name="csX33" fmla="*/ 100938 w 140818"/>
                <a:gd name="csY33" fmla="*/ 85110 h 210001"/>
                <a:gd name="csX34" fmla="*/ 104551 w 140818"/>
                <a:gd name="csY34" fmla="*/ 91480 h 210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40818" h="210001">
                  <a:moveTo>
                    <a:pt x="104551" y="91480"/>
                  </a:moveTo>
                  <a:cubicBezTo>
                    <a:pt x="105185" y="97254"/>
                    <a:pt x="104272" y="102712"/>
                    <a:pt x="100994" y="107611"/>
                  </a:cubicBezTo>
                  <a:cubicBezTo>
                    <a:pt x="99373" y="110032"/>
                    <a:pt x="99168" y="112845"/>
                    <a:pt x="98554" y="115602"/>
                  </a:cubicBezTo>
                  <a:cubicBezTo>
                    <a:pt x="95834" y="127970"/>
                    <a:pt x="88365" y="137972"/>
                    <a:pt x="81864" y="148440"/>
                  </a:cubicBezTo>
                  <a:cubicBezTo>
                    <a:pt x="80113" y="151272"/>
                    <a:pt x="76723" y="152091"/>
                    <a:pt x="73929" y="153619"/>
                  </a:cubicBezTo>
                  <a:cubicBezTo>
                    <a:pt x="70725" y="155649"/>
                    <a:pt x="68211" y="153078"/>
                    <a:pt x="65603" y="152147"/>
                  </a:cubicBezTo>
                  <a:cubicBezTo>
                    <a:pt x="60444" y="150284"/>
                    <a:pt x="56346" y="146745"/>
                    <a:pt x="53757" y="143858"/>
                  </a:cubicBezTo>
                  <a:cubicBezTo>
                    <a:pt x="56569" y="147192"/>
                    <a:pt x="61133" y="150620"/>
                    <a:pt x="66665" y="152818"/>
                  </a:cubicBezTo>
                  <a:cubicBezTo>
                    <a:pt x="68527" y="153563"/>
                    <a:pt x="70688" y="153861"/>
                    <a:pt x="71787" y="155910"/>
                  </a:cubicBezTo>
                  <a:cubicBezTo>
                    <a:pt x="72197" y="159710"/>
                    <a:pt x="70409" y="162150"/>
                    <a:pt x="67931" y="165130"/>
                  </a:cubicBezTo>
                  <a:cubicBezTo>
                    <a:pt x="57370" y="177852"/>
                    <a:pt x="43959" y="187258"/>
                    <a:pt x="31442" y="197708"/>
                  </a:cubicBezTo>
                  <a:cubicBezTo>
                    <a:pt x="26040" y="202234"/>
                    <a:pt x="19949" y="205941"/>
                    <a:pt x="14175" y="210001"/>
                  </a:cubicBezTo>
                  <a:cubicBezTo>
                    <a:pt x="7171" y="209871"/>
                    <a:pt x="2924" y="205866"/>
                    <a:pt x="0" y="199980"/>
                  </a:cubicBezTo>
                  <a:cubicBezTo>
                    <a:pt x="9332" y="191561"/>
                    <a:pt x="15497" y="180515"/>
                    <a:pt x="23749" y="171109"/>
                  </a:cubicBezTo>
                  <a:cubicBezTo>
                    <a:pt x="32150" y="161535"/>
                    <a:pt x="40383" y="151290"/>
                    <a:pt x="46455" y="139760"/>
                  </a:cubicBezTo>
                  <a:cubicBezTo>
                    <a:pt x="47423" y="137916"/>
                    <a:pt x="48224" y="135942"/>
                    <a:pt x="49938" y="134713"/>
                  </a:cubicBezTo>
                  <a:cubicBezTo>
                    <a:pt x="56271" y="130205"/>
                    <a:pt x="59661" y="123294"/>
                    <a:pt x="63889" y="117166"/>
                  </a:cubicBezTo>
                  <a:cubicBezTo>
                    <a:pt x="66795" y="112957"/>
                    <a:pt x="70111" y="109231"/>
                    <a:pt x="73277" y="105301"/>
                  </a:cubicBezTo>
                  <a:cubicBezTo>
                    <a:pt x="79014" y="98167"/>
                    <a:pt x="84584" y="90865"/>
                    <a:pt x="90079" y="83545"/>
                  </a:cubicBezTo>
                  <a:cubicBezTo>
                    <a:pt x="95331" y="76542"/>
                    <a:pt x="102074" y="71159"/>
                    <a:pt x="107904" y="64825"/>
                  </a:cubicBezTo>
                  <a:cubicBezTo>
                    <a:pt x="112226" y="60131"/>
                    <a:pt x="116659" y="55512"/>
                    <a:pt x="120496" y="50427"/>
                  </a:cubicBezTo>
                  <a:cubicBezTo>
                    <a:pt x="129176" y="38916"/>
                    <a:pt x="128040" y="27237"/>
                    <a:pt x="117478" y="17216"/>
                  </a:cubicBezTo>
                  <a:cubicBezTo>
                    <a:pt x="113939" y="13863"/>
                    <a:pt x="110605" y="10324"/>
                    <a:pt x="107643" y="6449"/>
                  </a:cubicBezTo>
                  <a:cubicBezTo>
                    <a:pt x="111816" y="4587"/>
                    <a:pt x="115988" y="2706"/>
                    <a:pt x="120161" y="843"/>
                  </a:cubicBezTo>
                  <a:cubicBezTo>
                    <a:pt x="123160" y="-778"/>
                    <a:pt x="125767" y="23"/>
                    <a:pt x="127667" y="2519"/>
                  </a:cubicBezTo>
                  <a:cubicBezTo>
                    <a:pt x="130759" y="6580"/>
                    <a:pt x="133963" y="10436"/>
                    <a:pt x="138191" y="13416"/>
                  </a:cubicBezTo>
                  <a:cubicBezTo>
                    <a:pt x="139607" y="14403"/>
                    <a:pt x="140296" y="16061"/>
                    <a:pt x="139644" y="17942"/>
                  </a:cubicBezTo>
                  <a:cubicBezTo>
                    <a:pt x="133367" y="23362"/>
                    <a:pt x="131281" y="30031"/>
                    <a:pt x="133646" y="38040"/>
                  </a:cubicBezTo>
                  <a:cubicBezTo>
                    <a:pt x="136031" y="46031"/>
                    <a:pt x="138378" y="54041"/>
                    <a:pt x="140743" y="62050"/>
                  </a:cubicBezTo>
                  <a:cubicBezTo>
                    <a:pt x="141004" y="66651"/>
                    <a:pt x="140948" y="69855"/>
                    <a:pt x="134429" y="67135"/>
                  </a:cubicBezTo>
                  <a:cubicBezTo>
                    <a:pt x="130796" y="65626"/>
                    <a:pt x="126252" y="67936"/>
                    <a:pt x="123066" y="70488"/>
                  </a:cubicBezTo>
                  <a:cubicBezTo>
                    <a:pt x="118317" y="74288"/>
                    <a:pt x="113269" y="78032"/>
                    <a:pt x="110680" y="83843"/>
                  </a:cubicBezTo>
                  <a:cubicBezTo>
                    <a:pt x="109655" y="86153"/>
                    <a:pt x="107699" y="87066"/>
                    <a:pt x="105669" y="88034"/>
                  </a:cubicBezTo>
                  <a:cubicBezTo>
                    <a:pt x="102894" y="88630"/>
                    <a:pt x="102205" y="86172"/>
                    <a:pt x="100938" y="85110"/>
                  </a:cubicBezTo>
                  <a:cubicBezTo>
                    <a:pt x="101795" y="87103"/>
                    <a:pt x="104924" y="88332"/>
                    <a:pt x="104551" y="91480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51E39C9-9A61-34F5-AE88-6B7588025A87}"/>
                </a:ext>
              </a:extLst>
            </p:cNvPr>
            <p:cNvSpPr/>
            <p:nvPr/>
          </p:nvSpPr>
          <p:spPr>
            <a:xfrm>
              <a:off x="1916972" y="5151058"/>
              <a:ext cx="108374" cy="70742"/>
            </a:xfrm>
            <a:custGeom>
              <a:avLst/>
              <a:gdLst>
                <a:gd name="csX0" fmla="*/ 108310 w 108374"/>
                <a:gd name="csY0" fmla="*/ 70743 h 70742"/>
                <a:gd name="csX1" fmla="*/ 59489 w 108374"/>
                <a:gd name="csY1" fmla="*/ 66887 h 70742"/>
                <a:gd name="csX2" fmla="*/ 22236 w 108374"/>
                <a:gd name="csY2" fmla="*/ 50291 h 70742"/>
                <a:gd name="csX3" fmla="*/ 2957 w 108374"/>
                <a:gd name="csY3" fmla="*/ 24716 h 70742"/>
                <a:gd name="csX4" fmla="*/ 256 w 108374"/>
                <a:gd name="csY4" fmla="*/ 13131 h 70742"/>
                <a:gd name="csX5" fmla="*/ 554 w 108374"/>
                <a:gd name="csY5" fmla="*/ 10337 h 70742"/>
                <a:gd name="csX6" fmla="*/ 11768 w 108374"/>
                <a:gd name="csY6" fmla="*/ 371 h 70742"/>
                <a:gd name="csX7" fmla="*/ 64369 w 108374"/>
                <a:gd name="csY7" fmla="*/ 16353 h 70742"/>
                <a:gd name="csX8" fmla="*/ 84039 w 108374"/>
                <a:gd name="csY8" fmla="*/ 26132 h 70742"/>
                <a:gd name="csX9" fmla="*/ 108310 w 108374"/>
                <a:gd name="csY9" fmla="*/ 70743 h 70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8374" h="70742">
                  <a:moveTo>
                    <a:pt x="108310" y="70743"/>
                  </a:moveTo>
                  <a:cubicBezTo>
                    <a:pt x="92384" y="63590"/>
                    <a:pt x="75806" y="64391"/>
                    <a:pt x="59489" y="66887"/>
                  </a:cubicBezTo>
                  <a:cubicBezTo>
                    <a:pt x="43042" y="69402"/>
                    <a:pt x="32089" y="60796"/>
                    <a:pt x="22236" y="50291"/>
                  </a:cubicBezTo>
                  <a:cubicBezTo>
                    <a:pt x="14971" y="42561"/>
                    <a:pt x="8564" y="33881"/>
                    <a:pt x="2957" y="24716"/>
                  </a:cubicBezTo>
                  <a:cubicBezTo>
                    <a:pt x="648" y="20935"/>
                    <a:pt x="-563" y="17396"/>
                    <a:pt x="256" y="13131"/>
                  </a:cubicBezTo>
                  <a:cubicBezTo>
                    <a:pt x="424" y="12218"/>
                    <a:pt x="499" y="11268"/>
                    <a:pt x="554" y="10337"/>
                  </a:cubicBezTo>
                  <a:cubicBezTo>
                    <a:pt x="1150" y="-411"/>
                    <a:pt x="1169" y="-597"/>
                    <a:pt x="11768" y="371"/>
                  </a:cubicBezTo>
                  <a:cubicBezTo>
                    <a:pt x="30376" y="2066"/>
                    <a:pt x="47512" y="8865"/>
                    <a:pt x="64369" y="16353"/>
                  </a:cubicBezTo>
                  <a:cubicBezTo>
                    <a:pt x="71056" y="19315"/>
                    <a:pt x="77464" y="22910"/>
                    <a:pt x="84039" y="26132"/>
                  </a:cubicBezTo>
                  <a:cubicBezTo>
                    <a:pt x="102535" y="35222"/>
                    <a:pt x="109111" y="50812"/>
                    <a:pt x="108310" y="70743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6CD320D-FEC8-BA7B-ED73-4CD6735B2041}"/>
                </a:ext>
              </a:extLst>
            </p:cNvPr>
            <p:cNvSpPr/>
            <p:nvPr/>
          </p:nvSpPr>
          <p:spPr>
            <a:xfrm>
              <a:off x="1517519" y="5383404"/>
              <a:ext cx="159649" cy="110090"/>
            </a:xfrm>
            <a:custGeom>
              <a:avLst/>
              <a:gdLst>
                <a:gd name="csX0" fmla="*/ 109953 w 159649"/>
                <a:gd name="csY0" fmla="*/ 50628 h 110090"/>
                <a:gd name="csX1" fmla="*/ 108985 w 159649"/>
                <a:gd name="csY1" fmla="*/ 57501 h 110090"/>
                <a:gd name="csX2" fmla="*/ 89259 w 159649"/>
                <a:gd name="csY2" fmla="*/ 76370 h 110090"/>
                <a:gd name="csX3" fmla="*/ 86633 w 159649"/>
                <a:gd name="csY3" fmla="*/ 88273 h 110090"/>
                <a:gd name="csX4" fmla="*/ 97343 w 159649"/>
                <a:gd name="csY4" fmla="*/ 93339 h 110090"/>
                <a:gd name="csX5" fmla="*/ 113064 w 159649"/>
                <a:gd name="csY5" fmla="*/ 89129 h 110090"/>
                <a:gd name="csX6" fmla="*/ 138955 w 159649"/>
                <a:gd name="csY6" fmla="*/ 75178 h 110090"/>
                <a:gd name="csX7" fmla="*/ 157023 w 159649"/>
                <a:gd name="csY7" fmla="*/ 61972 h 110090"/>
                <a:gd name="csX8" fmla="*/ 159649 w 159649"/>
                <a:gd name="csY8" fmla="*/ 65120 h 110090"/>
                <a:gd name="csX9" fmla="*/ 111350 w 159649"/>
                <a:gd name="csY9" fmla="*/ 95891 h 110090"/>
                <a:gd name="csX10" fmla="*/ 99802 w 159649"/>
                <a:gd name="csY10" fmla="*/ 100063 h 110090"/>
                <a:gd name="csX11" fmla="*/ 59289 w 159649"/>
                <a:gd name="csY11" fmla="*/ 109433 h 110090"/>
                <a:gd name="csX12" fmla="*/ 21700 w 159649"/>
                <a:gd name="csY12" fmla="*/ 108259 h 110090"/>
                <a:gd name="csX13" fmla="*/ 3558 w 159649"/>
                <a:gd name="csY13" fmla="*/ 93935 h 110090"/>
                <a:gd name="csX14" fmla="*/ 279 w 159649"/>
                <a:gd name="csY14" fmla="*/ 84957 h 110090"/>
                <a:gd name="csX15" fmla="*/ 559 w 159649"/>
                <a:gd name="csY15" fmla="*/ 82312 h 110090"/>
                <a:gd name="csX16" fmla="*/ 3595 w 159649"/>
                <a:gd name="csY16" fmla="*/ 82685 h 110090"/>
                <a:gd name="csX17" fmla="*/ 11679 w 159649"/>
                <a:gd name="csY17" fmla="*/ 86466 h 110090"/>
                <a:gd name="csX18" fmla="*/ 12368 w 159649"/>
                <a:gd name="csY18" fmla="*/ 51951 h 110090"/>
                <a:gd name="csX19" fmla="*/ 14622 w 159649"/>
                <a:gd name="csY19" fmla="*/ 19391 h 110090"/>
                <a:gd name="csX20" fmla="*/ 21644 w 159649"/>
                <a:gd name="csY20" fmla="*/ 3521 h 110090"/>
                <a:gd name="csX21" fmla="*/ 28927 w 159649"/>
                <a:gd name="csY21" fmla="*/ 1 h 110090"/>
                <a:gd name="csX22" fmla="*/ 39302 w 159649"/>
                <a:gd name="csY22" fmla="*/ 6390 h 110090"/>
                <a:gd name="csX23" fmla="*/ 26189 w 159649"/>
                <a:gd name="csY23" fmla="*/ 49473 h 110090"/>
                <a:gd name="csX24" fmla="*/ 27214 w 159649"/>
                <a:gd name="csY24" fmla="*/ 70168 h 110090"/>
                <a:gd name="csX25" fmla="*/ 47628 w 159649"/>
                <a:gd name="csY25" fmla="*/ 85628 h 110090"/>
                <a:gd name="csX26" fmla="*/ 75177 w 159649"/>
                <a:gd name="csY26" fmla="*/ 72347 h 110090"/>
                <a:gd name="csX27" fmla="*/ 86875 w 159649"/>
                <a:gd name="csY27" fmla="*/ 59420 h 110090"/>
                <a:gd name="csX28" fmla="*/ 95071 w 159649"/>
                <a:gd name="csY28" fmla="*/ 51783 h 110090"/>
                <a:gd name="csX29" fmla="*/ 100472 w 159649"/>
                <a:gd name="csY29" fmla="*/ 46158 h 110090"/>
                <a:gd name="csX30" fmla="*/ 109953 w 159649"/>
                <a:gd name="csY30" fmla="*/ 50628 h 1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9649" h="110090">
                  <a:moveTo>
                    <a:pt x="109953" y="50628"/>
                  </a:moveTo>
                  <a:cubicBezTo>
                    <a:pt x="112207" y="53273"/>
                    <a:pt x="112952" y="54931"/>
                    <a:pt x="108985" y="57501"/>
                  </a:cubicBezTo>
                  <a:cubicBezTo>
                    <a:pt x="101310" y="62475"/>
                    <a:pt x="94530" y="68677"/>
                    <a:pt x="89259" y="76370"/>
                  </a:cubicBezTo>
                  <a:cubicBezTo>
                    <a:pt x="86726" y="80077"/>
                    <a:pt x="84453" y="83802"/>
                    <a:pt x="86633" y="88273"/>
                  </a:cubicBezTo>
                  <a:cubicBezTo>
                    <a:pt x="88756" y="92594"/>
                    <a:pt x="93431" y="92370"/>
                    <a:pt x="97343" y="93339"/>
                  </a:cubicBezTo>
                  <a:cubicBezTo>
                    <a:pt x="103359" y="94829"/>
                    <a:pt x="107848" y="90638"/>
                    <a:pt x="113064" y="89129"/>
                  </a:cubicBezTo>
                  <a:cubicBezTo>
                    <a:pt x="122750" y="86298"/>
                    <a:pt x="130871" y="80766"/>
                    <a:pt x="138955" y="75178"/>
                  </a:cubicBezTo>
                  <a:cubicBezTo>
                    <a:pt x="145083" y="70931"/>
                    <a:pt x="150727" y="65939"/>
                    <a:pt x="157023" y="61972"/>
                  </a:cubicBezTo>
                  <a:cubicBezTo>
                    <a:pt x="161102" y="59401"/>
                    <a:pt x="158923" y="63890"/>
                    <a:pt x="159649" y="65120"/>
                  </a:cubicBezTo>
                  <a:cubicBezTo>
                    <a:pt x="146555" y="80096"/>
                    <a:pt x="130349" y="90173"/>
                    <a:pt x="111350" y="95891"/>
                  </a:cubicBezTo>
                  <a:cubicBezTo>
                    <a:pt x="107215" y="96487"/>
                    <a:pt x="103285" y="97623"/>
                    <a:pt x="99802" y="100063"/>
                  </a:cubicBezTo>
                  <a:cubicBezTo>
                    <a:pt x="86707" y="104906"/>
                    <a:pt x="73296" y="108483"/>
                    <a:pt x="59289" y="109433"/>
                  </a:cubicBezTo>
                  <a:cubicBezTo>
                    <a:pt x="46734" y="110010"/>
                    <a:pt x="34143" y="110997"/>
                    <a:pt x="21700" y="108259"/>
                  </a:cubicBezTo>
                  <a:cubicBezTo>
                    <a:pt x="13616" y="106061"/>
                    <a:pt x="7060" y="101926"/>
                    <a:pt x="3558" y="93935"/>
                  </a:cubicBezTo>
                  <a:cubicBezTo>
                    <a:pt x="2086" y="91085"/>
                    <a:pt x="1248" y="87993"/>
                    <a:pt x="279" y="84957"/>
                  </a:cubicBezTo>
                  <a:cubicBezTo>
                    <a:pt x="0" y="84100"/>
                    <a:pt x="-279" y="83057"/>
                    <a:pt x="559" y="82312"/>
                  </a:cubicBezTo>
                  <a:cubicBezTo>
                    <a:pt x="1639" y="81381"/>
                    <a:pt x="2682" y="82033"/>
                    <a:pt x="3595" y="82685"/>
                  </a:cubicBezTo>
                  <a:cubicBezTo>
                    <a:pt x="5867" y="84305"/>
                    <a:pt x="8158" y="85870"/>
                    <a:pt x="11679" y="86466"/>
                  </a:cubicBezTo>
                  <a:cubicBezTo>
                    <a:pt x="10897" y="74675"/>
                    <a:pt x="11567" y="63294"/>
                    <a:pt x="12368" y="51951"/>
                  </a:cubicBezTo>
                  <a:cubicBezTo>
                    <a:pt x="13150" y="41110"/>
                    <a:pt x="12964" y="30195"/>
                    <a:pt x="14622" y="19391"/>
                  </a:cubicBezTo>
                  <a:cubicBezTo>
                    <a:pt x="15535" y="13431"/>
                    <a:pt x="18683" y="8513"/>
                    <a:pt x="21644" y="3521"/>
                  </a:cubicBezTo>
                  <a:cubicBezTo>
                    <a:pt x="23172" y="951"/>
                    <a:pt x="25910" y="-36"/>
                    <a:pt x="28927" y="1"/>
                  </a:cubicBezTo>
                  <a:cubicBezTo>
                    <a:pt x="32802" y="1435"/>
                    <a:pt x="36918" y="2534"/>
                    <a:pt x="39302" y="6390"/>
                  </a:cubicBezTo>
                  <a:cubicBezTo>
                    <a:pt x="30380" y="19354"/>
                    <a:pt x="28070" y="34404"/>
                    <a:pt x="26189" y="49473"/>
                  </a:cubicBezTo>
                  <a:cubicBezTo>
                    <a:pt x="25332" y="56347"/>
                    <a:pt x="25649" y="63406"/>
                    <a:pt x="27214" y="70168"/>
                  </a:cubicBezTo>
                  <a:cubicBezTo>
                    <a:pt x="29281" y="79183"/>
                    <a:pt x="38632" y="85032"/>
                    <a:pt x="47628" y="85628"/>
                  </a:cubicBezTo>
                  <a:cubicBezTo>
                    <a:pt x="59661" y="86410"/>
                    <a:pt x="67224" y="79202"/>
                    <a:pt x="75177" y="72347"/>
                  </a:cubicBezTo>
                  <a:cubicBezTo>
                    <a:pt x="79592" y="68547"/>
                    <a:pt x="83783" y="64449"/>
                    <a:pt x="86875" y="59420"/>
                  </a:cubicBezTo>
                  <a:cubicBezTo>
                    <a:pt x="88905" y="56123"/>
                    <a:pt x="91941" y="53869"/>
                    <a:pt x="95071" y="51783"/>
                  </a:cubicBezTo>
                  <a:cubicBezTo>
                    <a:pt x="97324" y="50293"/>
                    <a:pt x="99168" y="48505"/>
                    <a:pt x="100472" y="46158"/>
                  </a:cubicBezTo>
                  <a:cubicBezTo>
                    <a:pt x="104738" y="45375"/>
                    <a:pt x="107662" y="47331"/>
                    <a:pt x="109953" y="50628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A71C532-9A63-CC0E-B3A8-41EE2954C84B}"/>
                </a:ext>
              </a:extLst>
            </p:cNvPr>
            <p:cNvSpPr/>
            <p:nvPr/>
          </p:nvSpPr>
          <p:spPr>
            <a:xfrm>
              <a:off x="1914186" y="5263114"/>
              <a:ext cx="101149" cy="123515"/>
            </a:xfrm>
            <a:custGeom>
              <a:avLst/>
              <a:gdLst>
                <a:gd name="csX0" fmla="*/ 8146 w 101149"/>
                <a:gd name="csY0" fmla="*/ 0 h 123515"/>
                <a:gd name="csX1" fmla="*/ 16677 w 101149"/>
                <a:gd name="csY1" fmla="*/ 12778 h 123515"/>
                <a:gd name="csX2" fmla="*/ 30219 w 101149"/>
                <a:gd name="csY2" fmla="*/ 40904 h 123515"/>
                <a:gd name="csX3" fmla="*/ 58904 w 101149"/>
                <a:gd name="csY3" fmla="*/ 79107 h 123515"/>
                <a:gd name="csX4" fmla="*/ 85857 w 101149"/>
                <a:gd name="csY4" fmla="*/ 98777 h 123515"/>
                <a:gd name="csX5" fmla="*/ 90420 w 101149"/>
                <a:gd name="csY5" fmla="*/ 118186 h 123515"/>
                <a:gd name="csX6" fmla="*/ 93270 w 101149"/>
                <a:gd name="csY6" fmla="*/ 122228 h 123515"/>
                <a:gd name="csX7" fmla="*/ 101149 w 101149"/>
                <a:gd name="csY7" fmla="*/ 122358 h 123515"/>
                <a:gd name="csX8" fmla="*/ 84479 w 101149"/>
                <a:gd name="csY8" fmla="*/ 122657 h 123515"/>
                <a:gd name="csX9" fmla="*/ 19173 w 101149"/>
                <a:gd name="csY9" fmla="*/ 83596 h 123515"/>
                <a:gd name="csX10" fmla="*/ 416 w 101149"/>
                <a:gd name="csY10" fmla="*/ 23824 h 123515"/>
                <a:gd name="csX11" fmla="*/ 8146 w 101149"/>
                <a:gd name="csY11" fmla="*/ 0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1149" h="123515">
                  <a:moveTo>
                    <a:pt x="8146" y="0"/>
                  </a:moveTo>
                  <a:cubicBezTo>
                    <a:pt x="8594" y="5867"/>
                    <a:pt x="13362" y="8810"/>
                    <a:pt x="16677" y="12778"/>
                  </a:cubicBezTo>
                  <a:cubicBezTo>
                    <a:pt x="23551" y="20992"/>
                    <a:pt x="25711" y="31535"/>
                    <a:pt x="30219" y="40904"/>
                  </a:cubicBezTo>
                  <a:cubicBezTo>
                    <a:pt x="37279" y="55582"/>
                    <a:pt x="45884" y="69422"/>
                    <a:pt x="58904" y="79107"/>
                  </a:cubicBezTo>
                  <a:cubicBezTo>
                    <a:pt x="67808" y="85720"/>
                    <a:pt x="77978" y="90693"/>
                    <a:pt x="85857" y="98777"/>
                  </a:cubicBezTo>
                  <a:cubicBezTo>
                    <a:pt x="91221" y="104291"/>
                    <a:pt x="93028" y="110866"/>
                    <a:pt x="90420" y="118186"/>
                  </a:cubicBezTo>
                  <a:cubicBezTo>
                    <a:pt x="89266" y="121446"/>
                    <a:pt x="90253" y="122265"/>
                    <a:pt x="93270" y="122228"/>
                  </a:cubicBezTo>
                  <a:cubicBezTo>
                    <a:pt x="95897" y="122191"/>
                    <a:pt x="98523" y="122303"/>
                    <a:pt x="101149" y="122358"/>
                  </a:cubicBezTo>
                  <a:cubicBezTo>
                    <a:pt x="95636" y="124109"/>
                    <a:pt x="89992" y="123588"/>
                    <a:pt x="84479" y="122657"/>
                  </a:cubicBezTo>
                  <a:cubicBezTo>
                    <a:pt x="57656" y="118130"/>
                    <a:pt x="37092" y="103434"/>
                    <a:pt x="19173" y="83596"/>
                  </a:cubicBezTo>
                  <a:cubicBezTo>
                    <a:pt x="3527" y="66274"/>
                    <a:pt x="-1595" y="46306"/>
                    <a:pt x="416" y="23824"/>
                  </a:cubicBezTo>
                  <a:cubicBezTo>
                    <a:pt x="1199" y="15348"/>
                    <a:pt x="3229" y="7190"/>
                    <a:pt x="8146" y="0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2FDE3D7-A3F4-058D-A455-1FE02BFC1AA6}"/>
                </a:ext>
              </a:extLst>
            </p:cNvPr>
            <p:cNvSpPr/>
            <p:nvPr/>
          </p:nvSpPr>
          <p:spPr>
            <a:xfrm>
              <a:off x="1507969" y="5326535"/>
              <a:ext cx="62752" cy="150767"/>
            </a:xfrm>
            <a:custGeom>
              <a:avLst/>
              <a:gdLst>
                <a:gd name="csX0" fmla="*/ 39073 w 62752"/>
                <a:gd name="csY0" fmla="*/ 57708 h 150767"/>
                <a:gd name="csX1" fmla="*/ 27078 w 62752"/>
                <a:gd name="csY1" fmla="*/ 71641 h 150767"/>
                <a:gd name="csX2" fmla="*/ 24731 w 62752"/>
                <a:gd name="csY2" fmla="*/ 83078 h 150767"/>
                <a:gd name="csX3" fmla="*/ 23352 w 62752"/>
                <a:gd name="csY3" fmla="*/ 111185 h 150767"/>
                <a:gd name="csX4" fmla="*/ 22254 w 62752"/>
                <a:gd name="csY4" fmla="*/ 137878 h 150767"/>
                <a:gd name="csX5" fmla="*/ 22011 w 62752"/>
                <a:gd name="csY5" fmla="*/ 145719 h 150767"/>
                <a:gd name="csX6" fmla="*/ 10929 w 62752"/>
                <a:gd name="csY6" fmla="*/ 139722 h 150767"/>
                <a:gd name="csX7" fmla="*/ 13108 w 62752"/>
                <a:gd name="csY7" fmla="*/ 150767 h 150767"/>
                <a:gd name="csX8" fmla="*/ 870 w 62752"/>
                <a:gd name="csY8" fmla="*/ 118040 h 150767"/>
                <a:gd name="csX9" fmla="*/ 28978 w 62752"/>
                <a:gd name="csY9" fmla="*/ 10117 h 150767"/>
                <a:gd name="csX10" fmla="*/ 33281 w 62752"/>
                <a:gd name="csY10" fmla="*/ 11533 h 150767"/>
                <a:gd name="csX11" fmla="*/ 53528 w 62752"/>
                <a:gd name="csY11" fmla="*/ 525 h 150767"/>
                <a:gd name="csX12" fmla="*/ 60196 w 62752"/>
                <a:gd name="csY12" fmla="*/ 245 h 150767"/>
                <a:gd name="csX13" fmla="*/ 62673 w 62752"/>
                <a:gd name="csY13" fmla="*/ 3859 h 150767"/>
                <a:gd name="csX14" fmla="*/ 46356 w 62752"/>
                <a:gd name="csY14" fmla="*/ 42807 h 150767"/>
                <a:gd name="csX15" fmla="*/ 41458 w 62752"/>
                <a:gd name="csY15" fmla="*/ 55548 h 150767"/>
                <a:gd name="csX16" fmla="*/ 30729 w 62752"/>
                <a:gd name="csY16" fmla="*/ 49289 h 150767"/>
                <a:gd name="csX17" fmla="*/ 37583 w 62752"/>
                <a:gd name="csY17" fmla="*/ 54691 h 150767"/>
                <a:gd name="csX18" fmla="*/ 39073 w 62752"/>
                <a:gd name="csY18" fmla="*/ 57708 h 150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752" h="150767">
                  <a:moveTo>
                    <a:pt x="39073" y="57708"/>
                  </a:moveTo>
                  <a:cubicBezTo>
                    <a:pt x="30598" y="58435"/>
                    <a:pt x="29965" y="66239"/>
                    <a:pt x="27078" y="71641"/>
                  </a:cubicBezTo>
                  <a:cubicBezTo>
                    <a:pt x="25308" y="74957"/>
                    <a:pt x="24619" y="79260"/>
                    <a:pt x="24731" y="83078"/>
                  </a:cubicBezTo>
                  <a:cubicBezTo>
                    <a:pt x="25029" y="92503"/>
                    <a:pt x="23371" y="101779"/>
                    <a:pt x="23352" y="111185"/>
                  </a:cubicBezTo>
                  <a:cubicBezTo>
                    <a:pt x="23334" y="120089"/>
                    <a:pt x="22850" y="128993"/>
                    <a:pt x="22254" y="137878"/>
                  </a:cubicBezTo>
                  <a:cubicBezTo>
                    <a:pt x="22067" y="140690"/>
                    <a:pt x="25290" y="145663"/>
                    <a:pt x="22011" y="145719"/>
                  </a:cubicBezTo>
                  <a:cubicBezTo>
                    <a:pt x="18621" y="145775"/>
                    <a:pt x="13536" y="143931"/>
                    <a:pt x="10929" y="139722"/>
                  </a:cubicBezTo>
                  <a:cubicBezTo>
                    <a:pt x="11655" y="143410"/>
                    <a:pt x="12381" y="147079"/>
                    <a:pt x="13108" y="150767"/>
                  </a:cubicBezTo>
                  <a:cubicBezTo>
                    <a:pt x="6235" y="140914"/>
                    <a:pt x="2211" y="130185"/>
                    <a:pt x="870" y="118040"/>
                  </a:cubicBezTo>
                  <a:cubicBezTo>
                    <a:pt x="-3526" y="78365"/>
                    <a:pt x="9178" y="43366"/>
                    <a:pt x="28978" y="10117"/>
                  </a:cubicBezTo>
                  <a:cubicBezTo>
                    <a:pt x="30021" y="11868"/>
                    <a:pt x="31548" y="13694"/>
                    <a:pt x="33281" y="11533"/>
                  </a:cubicBezTo>
                  <a:cubicBezTo>
                    <a:pt x="38533" y="4976"/>
                    <a:pt x="46524" y="3673"/>
                    <a:pt x="53528" y="525"/>
                  </a:cubicBezTo>
                  <a:cubicBezTo>
                    <a:pt x="55428" y="-314"/>
                    <a:pt x="57979" y="59"/>
                    <a:pt x="60196" y="245"/>
                  </a:cubicBezTo>
                  <a:cubicBezTo>
                    <a:pt x="62189" y="413"/>
                    <a:pt x="63027" y="1810"/>
                    <a:pt x="62673" y="3859"/>
                  </a:cubicBezTo>
                  <a:cubicBezTo>
                    <a:pt x="60233" y="18090"/>
                    <a:pt x="53714" y="30700"/>
                    <a:pt x="46356" y="42807"/>
                  </a:cubicBezTo>
                  <a:cubicBezTo>
                    <a:pt x="43860" y="46924"/>
                    <a:pt x="38105" y="49308"/>
                    <a:pt x="41458" y="55548"/>
                  </a:cubicBezTo>
                  <a:cubicBezTo>
                    <a:pt x="36168" y="55827"/>
                    <a:pt x="34249" y="50574"/>
                    <a:pt x="30729" y="49289"/>
                  </a:cubicBezTo>
                  <a:cubicBezTo>
                    <a:pt x="32349" y="51133"/>
                    <a:pt x="35329" y="52474"/>
                    <a:pt x="37583" y="54691"/>
                  </a:cubicBezTo>
                  <a:cubicBezTo>
                    <a:pt x="38477" y="55473"/>
                    <a:pt x="40023" y="56013"/>
                    <a:pt x="39073" y="5770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7B7A3E6-BD66-B697-CC50-CEDB0B33116E}"/>
                </a:ext>
              </a:extLst>
            </p:cNvPr>
            <p:cNvSpPr/>
            <p:nvPr/>
          </p:nvSpPr>
          <p:spPr>
            <a:xfrm>
              <a:off x="1977542" y="5217879"/>
              <a:ext cx="97882" cy="116743"/>
            </a:xfrm>
            <a:custGeom>
              <a:avLst/>
              <a:gdLst>
                <a:gd name="csX0" fmla="*/ 30715 w 97882"/>
                <a:gd name="csY0" fmla="*/ 27056 h 116743"/>
                <a:gd name="csX1" fmla="*/ 27176 w 97882"/>
                <a:gd name="csY1" fmla="*/ 4723 h 116743"/>
                <a:gd name="csX2" fmla="*/ 22929 w 97882"/>
                <a:gd name="csY2" fmla="*/ 2543 h 116743"/>
                <a:gd name="csX3" fmla="*/ 0 w 97882"/>
                <a:gd name="csY3" fmla="*/ 2394 h 116743"/>
                <a:gd name="csX4" fmla="*/ 68285 w 97882"/>
                <a:gd name="csY4" fmla="*/ 24951 h 116743"/>
                <a:gd name="csX5" fmla="*/ 91569 w 97882"/>
                <a:gd name="csY5" fmla="*/ 79397 h 116743"/>
                <a:gd name="csX6" fmla="*/ 97678 w 97882"/>
                <a:gd name="csY6" fmla="*/ 108007 h 116743"/>
                <a:gd name="csX7" fmla="*/ 96561 w 97882"/>
                <a:gd name="csY7" fmla="*/ 116743 h 116743"/>
                <a:gd name="csX8" fmla="*/ 88551 w 97882"/>
                <a:gd name="csY8" fmla="*/ 111099 h 116743"/>
                <a:gd name="csX9" fmla="*/ 69478 w 97882"/>
                <a:gd name="csY9" fmla="*/ 93609 h 116743"/>
                <a:gd name="csX10" fmla="*/ 57109 w 97882"/>
                <a:gd name="csY10" fmla="*/ 65129 h 116743"/>
                <a:gd name="csX11" fmla="*/ 37216 w 97882"/>
                <a:gd name="csY11" fmla="*/ 32793 h 116743"/>
                <a:gd name="csX12" fmla="*/ 31945 w 97882"/>
                <a:gd name="csY12" fmla="*/ 29664 h 116743"/>
                <a:gd name="csX13" fmla="*/ 30715 w 97882"/>
                <a:gd name="csY13" fmla="*/ 27056 h 116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882" h="116743">
                  <a:moveTo>
                    <a:pt x="30715" y="27056"/>
                  </a:moveTo>
                  <a:cubicBezTo>
                    <a:pt x="29784" y="19587"/>
                    <a:pt x="26096" y="12602"/>
                    <a:pt x="27176" y="4723"/>
                  </a:cubicBezTo>
                  <a:cubicBezTo>
                    <a:pt x="27530" y="2078"/>
                    <a:pt x="24680" y="2562"/>
                    <a:pt x="22929" y="2543"/>
                  </a:cubicBezTo>
                  <a:cubicBezTo>
                    <a:pt x="15292" y="2450"/>
                    <a:pt x="7656" y="2432"/>
                    <a:pt x="0" y="2394"/>
                  </a:cubicBezTo>
                  <a:cubicBezTo>
                    <a:pt x="25370" y="-4740"/>
                    <a:pt x="51000" y="4443"/>
                    <a:pt x="68285" y="24951"/>
                  </a:cubicBezTo>
                  <a:cubicBezTo>
                    <a:pt x="81771" y="40951"/>
                    <a:pt x="86092" y="60342"/>
                    <a:pt x="91569" y="79397"/>
                  </a:cubicBezTo>
                  <a:cubicBezTo>
                    <a:pt x="94270" y="88747"/>
                    <a:pt x="97753" y="98024"/>
                    <a:pt x="97678" y="108007"/>
                  </a:cubicBezTo>
                  <a:cubicBezTo>
                    <a:pt x="97660" y="110950"/>
                    <a:pt x="98610" y="114042"/>
                    <a:pt x="96561" y="116743"/>
                  </a:cubicBezTo>
                  <a:cubicBezTo>
                    <a:pt x="94400" y="114154"/>
                    <a:pt x="92072" y="111695"/>
                    <a:pt x="88551" y="111099"/>
                  </a:cubicBezTo>
                  <a:cubicBezTo>
                    <a:pt x="78381" y="109404"/>
                    <a:pt x="74190" y="101283"/>
                    <a:pt x="69478" y="93609"/>
                  </a:cubicBezTo>
                  <a:cubicBezTo>
                    <a:pt x="63983" y="84687"/>
                    <a:pt x="61189" y="74628"/>
                    <a:pt x="57109" y="65129"/>
                  </a:cubicBezTo>
                  <a:cubicBezTo>
                    <a:pt x="52136" y="53543"/>
                    <a:pt x="46008" y="42218"/>
                    <a:pt x="37216" y="32793"/>
                  </a:cubicBezTo>
                  <a:cubicBezTo>
                    <a:pt x="35875" y="31359"/>
                    <a:pt x="33733" y="30688"/>
                    <a:pt x="31945" y="29664"/>
                  </a:cubicBezTo>
                  <a:cubicBezTo>
                    <a:pt x="31051" y="29030"/>
                    <a:pt x="33547" y="26739"/>
                    <a:pt x="30715" y="27056"/>
                  </a:cubicBezTo>
                  <a:close/>
                </a:path>
              </a:pathLst>
            </a:custGeom>
            <a:solidFill>
              <a:srgbClr val="7AB0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7713749-FF10-2B62-DACE-11EE73EF6F6B}"/>
                </a:ext>
              </a:extLst>
            </p:cNvPr>
            <p:cNvSpPr/>
            <p:nvPr/>
          </p:nvSpPr>
          <p:spPr>
            <a:xfrm>
              <a:off x="1559577" y="5227079"/>
              <a:ext cx="145065" cy="162808"/>
            </a:xfrm>
            <a:custGeom>
              <a:avLst/>
              <a:gdLst>
                <a:gd name="csX0" fmla="*/ 57 w 145065"/>
                <a:gd name="csY0" fmla="*/ 160648 h 162808"/>
                <a:gd name="csX1" fmla="*/ 3540 w 145065"/>
                <a:gd name="csY1" fmla="*/ 150496 h 162808"/>
                <a:gd name="csX2" fmla="*/ 11996 w 145065"/>
                <a:gd name="csY2" fmla="*/ 136601 h 162808"/>
                <a:gd name="csX3" fmla="*/ 39526 w 145065"/>
                <a:gd name="csY3" fmla="*/ 91580 h 162808"/>
                <a:gd name="csX4" fmla="*/ 47573 w 145065"/>
                <a:gd name="csY4" fmla="*/ 84968 h 162808"/>
                <a:gd name="csX5" fmla="*/ 49827 w 145065"/>
                <a:gd name="csY5" fmla="*/ 83590 h 162808"/>
                <a:gd name="csX6" fmla="*/ 51075 w 145065"/>
                <a:gd name="csY6" fmla="*/ 75357 h 162808"/>
                <a:gd name="csX7" fmla="*/ 79965 w 145065"/>
                <a:gd name="csY7" fmla="*/ 41680 h 162808"/>
                <a:gd name="csX8" fmla="*/ 86931 w 145065"/>
                <a:gd name="csY8" fmla="*/ 38476 h 162808"/>
                <a:gd name="csX9" fmla="*/ 88347 w 145065"/>
                <a:gd name="csY9" fmla="*/ 36203 h 162808"/>
                <a:gd name="csX10" fmla="*/ 88272 w 145065"/>
                <a:gd name="csY10" fmla="*/ 36147 h 162808"/>
                <a:gd name="csX11" fmla="*/ 90247 w 145065"/>
                <a:gd name="csY11" fmla="*/ 24245 h 162808"/>
                <a:gd name="csX12" fmla="*/ 81641 w 145065"/>
                <a:gd name="csY12" fmla="*/ 8468 h 162808"/>
                <a:gd name="csX13" fmla="*/ 78065 w 145065"/>
                <a:gd name="csY13" fmla="*/ 2433 h 162808"/>
                <a:gd name="csX14" fmla="*/ 85646 w 145065"/>
                <a:gd name="csY14" fmla="*/ 1092 h 162808"/>
                <a:gd name="csX15" fmla="*/ 113344 w 145065"/>
                <a:gd name="csY15" fmla="*/ 1111 h 162808"/>
                <a:gd name="csX16" fmla="*/ 135696 w 145065"/>
                <a:gd name="csY16" fmla="*/ 105 h 162808"/>
                <a:gd name="csX17" fmla="*/ 145065 w 145065"/>
                <a:gd name="csY17" fmla="*/ 1111 h 162808"/>
                <a:gd name="csX18" fmla="*/ 123775 w 145065"/>
                <a:gd name="csY18" fmla="*/ 11393 h 162808"/>
                <a:gd name="csX19" fmla="*/ 108333 w 145065"/>
                <a:gd name="csY19" fmla="*/ 27374 h 162808"/>
                <a:gd name="csX20" fmla="*/ 89465 w 145065"/>
                <a:gd name="csY20" fmla="*/ 47901 h 162808"/>
                <a:gd name="csX21" fmla="*/ 50945 w 145065"/>
                <a:gd name="csY21" fmla="*/ 93816 h 162808"/>
                <a:gd name="csX22" fmla="*/ 6110 w 145065"/>
                <a:gd name="csY22" fmla="*/ 160909 h 162808"/>
                <a:gd name="csX23" fmla="*/ 3558 w 145065"/>
                <a:gd name="csY23" fmla="*/ 162809 h 162808"/>
                <a:gd name="csX24" fmla="*/ 57 w 145065"/>
                <a:gd name="csY24" fmla="*/ 160648 h 1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065" h="162808">
                  <a:moveTo>
                    <a:pt x="57" y="160648"/>
                  </a:moveTo>
                  <a:cubicBezTo>
                    <a:pt x="-279" y="156736"/>
                    <a:pt x="876" y="153700"/>
                    <a:pt x="3540" y="150496"/>
                  </a:cubicBezTo>
                  <a:cubicBezTo>
                    <a:pt x="6986" y="146380"/>
                    <a:pt x="9165" y="141239"/>
                    <a:pt x="11996" y="136601"/>
                  </a:cubicBezTo>
                  <a:cubicBezTo>
                    <a:pt x="21179" y="121606"/>
                    <a:pt x="30567" y="106724"/>
                    <a:pt x="39526" y="91580"/>
                  </a:cubicBezTo>
                  <a:cubicBezTo>
                    <a:pt x="41557" y="88153"/>
                    <a:pt x="45450" y="87818"/>
                    <a:pt x="47573" y="84968"/>
                  </a:cubicBezTo>
                  <a:cubicBezTo>
                    <a:pt x="47946" y="83888"/>
                    <a:pt x="49473" y="84688"/>
                    <a:pt x="49827" y="83590"/>
                  </a:cubicBezTo>
                  <a:cubicBezTo>
                    <a:pt x="48281" y="80535"/>
                    <a:pt x="49361" y="78076"/>
                    <a:pt x="51075" y="75357"/>
                  </a:cubicBezTo>
                  <a:cubicBezTo>
                    <a:pt x="59084" y="62709"/>
                    <a:pt x="69590" y="52260"/>
                    <a:pt x="79965" y="41680"/>
                  </a:cubicBezTo>
                  <a:cubicBezTo>
                    <a:pt x="81884" y="39724"/>
                    <a:pt x="84100" y="38494"/>
                    <a:pt x="86931" y="38476"/>
                  </a:cubicBezTo>
                  <a:cubicBezTo>
                    <a:pt x="88384" y="38457"/>
                    <a:pt x="89818" y="38159"/>
                    <a:pt x="88347" y="36203"/>
                  </a:cubicBezTo>
                  <a:lnTo>
                    <a:pt x="88272" y="36147"/>
                  </a:lnTo>
                  <a:cubicBezTo>
                    <a:pt x="87062" y="31901"/>
                    <a:pt x="88980" y="27765"/>
                    <a:pt x="90247" y="24245"/>
                  </a:cubicBezTo>
                  <a:cubicBezTo>
                    <a:pt x="93525" y="15118"/>
                    <a:pt x="87062" y="11896"/>
                    <a:pt x="81641" y="8468"/>
                  </a:cubicBezTo>
                  <a:cubicBezTo>
                    <a:pt x="78922" y="6755"/>
                    <a:pt x="77804" y="5339"/>
                    <a:pt x="78065" y="2433"/>
                  </a:cubicBezTo>
                  <a:cubicBezTo>
                    <a:pt x="80505" y="1446"/>
                    <a:pt x="82964" y="608"/>
                    <a:pt x="85646" y="1092"/>
                  </a:cubicBezTo>
                  <a:cubicBezTo>
                    <a:pt x="94885" y="384"/>
                    <a:pt x="104105" y="366"/>
                    <a:pt x="113344" y="1111"/>
                  </a:cubicBezTo>
                  <a:cubicBezTo>
                    <a:pt x="120850" y="2117"/>
                    <a:pt x="128227" y="142"/>
                    <a:pt x="135696" y="105"/>
                  </a:cubicBezTo>
                  <a:cubicBezTo>
                    <a:pt x="138862" y="86"/>
                    <a:pt x="142066" y="-454"/>
                    <a:pt x="145065" y="1111"/>
                  </a:cubicBezTo>
                  <a:cubicBezTo>
                    <a:pt x="136068" y="626"/>
                    <a:pt x="130685" y="7556"/>
                    <a:pt x="123775" y="11393"/>
                  </a:cubicBezTo>
                  <a:cubicBezTo>
                    <a:pt x="116995" y="15174"/>
                    <a:pt x="113996" y="22438"/>
                    <a:pt x="108333" y="27374"/>
                  </a:cubicBezTo>
                  <a:cubicBezTo>
                    <a:pt x="101367" y="33447"/>
                    <a:pt x="95965" y="41270"/>
                    <a:pt x="89465" y="47901"/>
                  </a:cubicBezTo>
                  <a:cubicBezTo>
                    <a:pt x="75401" y="62206"/>
                    <a:pt x="62642" y="77555"/>
                    <a:pt x="50945" y="93816"/>
                  </a:cubicBezTo>
                  <a:cubicBezTo>
                    <a:pt x="35224" y="115665"/>
                    <a:pt x="19689" y="137625"/>
                    <a:pt x="6110" y="160909"/>
                  </a:cubicBezTo>
                  <a:cubicBezTo>
                    <a:pt x="5496" y="161970"/>
                    <a:pt x="4825" y="162716"/>
                    <a:pt x="3558" y="162809"/>
                  </a:cubicBezTo>
                  <a:cubicBezTo>
                    <a:pt x="1994" y="162734"/>
                    <a:pt x="150" y="163125"/>
                    <a:pt x="57" y="160648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07877E5-4EE8-B83E-0D2B-6C7827B30E9B}"/>
                </a:ext>
              </a:extLst>
            </p:cNvPr>
            <p:cNvSpPr/>
            <p:nvPr/>
          </p:nvSpPr>
          <p:spPr>
            <a:xfrm>
              <a:off x="1910207" y="5134176"/>
              <a:ext cx="113808" cy="41318"/>
            </a:xfrm>
            <a:custGeom>
              <a:avLst/>
              <a:gdLst>
                <a:gd name="csX0" fmla="*/ 113809 w 113808"/>
                <a:gd name="csY0" fmla="*/ 3488 h 41318"/>
                <a:gd name="csX1" fmla="*/ 102987 w 113808"/>
                <a:gd name="csY1" fmla="*/ 25784 h 41318"/>
                <a:gd name="csX2" fmla="*/ 96039 w 113808"/>
                <a:gd name="csY2" fmla="*/ 32899 h 41318"/>
                <a:gd name="csX3" fmla="*/ 93487 w 113808"/>
                <a:gd name="csY3" fmla="*/ 41319 h 41318"/>
                <a:gd name="csX4" fmla="*/ 33025 w 113808"/>
                <a:gd name="csY4" fmla="*/ 16787 h 41318"/>
                <a:gd name="csX5" fmla="*/ 11884 w 113808"/>
                <a:gd name="csY5" fmla="*/ 13956 h 41318"/>
                <a:gd name="csX6" fmla="*/ 4694 w 113808"/>
                <a:gd name="csY6" fmla="*/ 9542 h 41318"/>
                <a:gd name="csX7" fmla="*/ 0 w 113808"/>
                <a:gd name="csY7" fmla="*/ 154 h 41318"/>
                <a:gd name="csX8" fmla="*/ 53440 w 113808"/>
                <a:gd name="csY8" fmla="*/ 2352 h 41318"/>
                <a:gd name="csX9" fmla="*/ 93972 w 113808"/>
                <a:gd name="csY9" fmla="*/ 8871 h 41318"/>
                <a:gd name="csX10" fmla="*/ 113809 w 113808"/>
                <a:gd name="csY10" fmla="*/ 3488 h 41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808" h="41318">
                  <a:moveTo>
                    <a:pt x="113809" y="3488"/>
                  </a:moveTo>
                  <a:cubicBezTo>
                    <a:pt x="110978" y="11293"/>
                    <a:pt x="107960" y="18985"/>
                    <a:pt x="102987" y="25784"/>
                  </a:cubicBezTo>
                  <a:cubicBezTo>
                    <a:pt x="100975" y="28522"/>
                    <a:pt x="98926" y="31242"/>
                    <a:pt x="96039" y="32899"/>
                  </a:cubicBezTo>
                  <a:cubicBezTo>
                    <a:pt x="92314" y="35041"/>
                    <a:pt x="91848" y="37761"/>
                    <a:pt x="93487" y="41319"/>
                  </a:cubicBezTo>
                  <a:cubicBezTo>
                    <a:pt x="74134" y="31167"/>
                    <a:pt x="54408" y="21984"/>
                    <a:pt x="33025" y="16787"/>
                  </a:cubicBezTo>
                  <a:cubicBezTo>
                    <a:pt x="26040" y="15092"/>
                    <a:pt x="19055" y="13639"/>
                    <a:pt x="11884" y="13956"/>
                  </a:cubicBezTo>
                  <a:cubicBezTo>
                    <a:pt x="8233" y="14124"/>
                    <a:pt x="5905" y="13379"/>
                    <a:pt x="4694" y="9542"/>
                  </a:cubicBezTo>
                  <a:cubicBezTo>
                    <a:pt x="3763" y="6580"/>
                    <a:pt x="1937" y="3916"/>
                    <a:pt x="0" y="154"/>
                  </a:cubicBezTo>
                  <a:cubicBezTo>
                    <a:pt x="18403" y="1197"/>
                    <a:pt x="36154" y="-1970"/>
                    <a:pt x="53440" y="2352"/>
                  </a:cubicBezTo>
                  <a:cubicBezTo>
                    <a:pt x="66814" y="5686"/>
                    <a:pt x="80504" y="6431"/>
                    <a:pt x="93972" y="8871"/>
                  </a:cubicBezTo>
                  <a:cubicBezTo>
                    <a:pt x="101087" y="10156"/>
                    <a:pt x="107401" y="6096"/>
                    <a:pt x="113809" y="3488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A0D33DE-36BB-A8ED-E211-577F4751B625}"/>
                </a:ext>
              </a:extLst>
            </p:cNvPr>
            <p:cNvSpPr/>
            <p:nvPr/>
          </p:nvSpPr>
          <p:spPr>
            <a:xfrm>
              <a:off x="1810321" y="5090529"/>
              <a:ext cx="65650" cy="41636"/>
            </a:xfrm>
            <a:custGeom>
              <a:avLst/>
              <a:gdLst>
                <a:gd name="csX0" fmla="*/ 22697 w 65650"/>
                <a:gd name="csY0" fmla="*/ 34766 h 41636"/>
                <a:gd name="csX1" fmla="*/ 1369 w 65650"/>
                <a:gd name="csY1" fmla="*/ 36015 h 41636"/>
                <a:gd name="csX2" fmla="*/ 289 w 65650"/>
                <a:gd name="csY2" fmla="*/ 27893 h 41636"/>
                <a:gd name="csX3" fmla="*/ 9267 w 65650"/>
                <a:gd name="csY3" fmla="*/ 6417 h 41636"/>
                <a:gd name="csX4" fmla="*/ 19959 w 65650"/>
                <a:gd name="csY4" fmla="*/ 1090 h 41636"/>
                <a:gd name="csX5" fmla="*/ 35661 w 65650"/>
                <a:gd name="csY5" fmla="*/ 9 h 41636"/>
                <a:gd name="csX6" fmla="*/ 64495 w 65650"/>
                <a:gd name="csY6" fmla="*/ 24727 h 41636"/>
                <a:gd name="csX7" fmla="*/ 65650 w 65650"/>
                <a:gd name="csY7" fmla="*/ 35847 h 41636"/>
                <a:gd name="csX8" fmla="*/ 57287 w 65650"/>
                <a:gd name="csY8" fmla="*/ 40615 h 41636"/>
                <a:gd name="csX9" fmla="*/ 22771 w 65650"/>
                <a:gd name="csY9" fmla="*/ 34804 h 41636"/>
                <a:gd name="csX10" fmla="*/ 22697 w 65650"/>
                <a:gd name="csY10" fmla="*/ 34766 h 4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650" h="41636">
                  <a:moveTo>
                    <a:pt x="22697" y="34766"/>
                  </a:moveTo>
                  <a:cubicBezTo>
                    <a:pt x="15582" y="35176"/>
                    <a:pt x="8466" y="35605"/>
                    <a:pt x="1369" y="36015"/>
                  </a:cubicBezTo>
                  <a:cubicBezTo>
                    <a:pt x="-642" y="33518"/>
                    <a:pt x="103" y="30669"/>
                    <a:pt x="289" y="27893"/>
                  </a:cubicBezTo>
                  <a:cubicBezTo>
                    <a:pt x="811" y="19698"/>
                    <a:pt x="4573" y="12768"/>
                    <a:pt x="9267" y="6417"/>
                  </a:cubicBezTo>
                  <a:cubicBezTo>
                    <a:pt x="11689" y="3120"/>
                    <a:pt x="15377" y="1145"/>
                    <a:pt x="19959" y="1090"/>
                  </a:cubicBezTo>
                  <a:cubicBezTo>
                    <a:pt x="25193" y="1034"/>
                    <a:pt x="30408" y="158"/>
                    <a:pt x="35661" y="9"/>
                  </a:cubicBezTo>
                  <a:cubicBezTo>
                    <a:pt x="48663" y="-382"/>
                    <a:pt x="62782" y="11800"/>
                    <a:pt x="64495" y="24727"/>
                  </a:cubicBezTo>
                  <a:cubicBezTo>
                    <a:pt x="64979" y="28415"/>
                    <a:pt x="65278" y="32140"/>
                    <a:pt x="65650" y="35847"/>
                  </a:cubicBezTo>
                  <a:cubicBezTo>
                    <a:pt x="64421" y="41938"/>
                    <a:pt x="63117" y="42646"/>
                    <a:pt x="57287" y="40615"/>
                  </a:cubicBezTo>
                  <a:cubicBezTo>
                    <a:pt x="46111" y="36722"/>
                    <a:pt x="34767" y="33798"/>
                    <a:pt x="22771" y="34804"/>
                  </a:cubicBezTo>
                  <a:lnTo>
                    <a:pt x="22697" y="34766"/>
                  </a:lnTo>
                  <a:close/>
                </a:path>
              </a:pathLst>
            </a:custGeom>
            <a:solidFill>
              <a:srgbClr val="81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1B5C9F3-C3E4-F5D1-62EC-B6065B576B44}"/>
                </a:ext>
              </a:extLst>
            </p:cNvPr>
            <p:cNvSpPr/>
            <p:nvPr/>
          </p:nvSpPr>
          <p:spPr>
            <a:xfrm>
              <a:off x="1612430" y="5226979"/>
              <a:ext cx="129139" cy="193541"/>
            </a:xfrm>
            <a:custGeom>
              <a:avLst/>
              <a:gdLst>
                <a:gd name="csX0" fmla="*/ 108511 w 129139"/>
                <a:gd name="csY0" fmla="*/ 0 h 193541"/>
                <a:gd name="csX1" fmla="*/ 123226 w 129139"/>
                <a:gd name="csY1" fmla="*/ 15311 h 193541"/>
                <a:gd name="csX2" fmla="*/ 127957 w 129139"/>
                <a:gd name="csY2" fmla="*/ 23507 h 193541"/>
                <a:gd name="csX3" fmla="*/ 124120 w 129139"/>
                <a:gd name="csY3" fmla="*/ 42525 h 193541"/>
                <a:gd name="csX4" fmla="*/ 99961 w 129139"/>
                <a:gd name="csY4" fmla="*/ 68770 h 193541"/>
                <a:gd name="csX5" fmla="*/ 87630 w 129139"/>
                <a:gd name="csY5" fmla="*/ 83261 h 193541"/>
                <a:gd name="csX6" fmla="*/ 69991 w 129139"/>
                <a:gd name="csY6" fmla="*/ 105557 h 193541"/>
                <a:gd name="csX7" fmla="*/ 57790 w 129139"/>
                <a:gd name="csY7" fmla="*/ 122880 h 193541"/>
                <a:gd name="csX8" fmla="*/ 27727 w 129139"/>
                <a:gd name="csY8" fmla="*/ 163505 h 193541"/>
                <a:gd name="csX9" fmla="*/ 6027 w 129139"/>
                <a:gd name="csY9" fmla="*/ 190401 h 193541"/>
                <a:gd name="csX10" fmla="*/ 1482 w 129139"/>
                <a:gd name="csY10" fmla="*/ 193438 h 193541"/>
                <a:gd name="csX11" fmla="*/ 308 w 129139"/>
                <a:gd name="csY11" fmla="*/ 192469 h 193541"/>
                <a:gd name="csX12" fmla="*/ 550 w 129139"/>
                <a:gd name="csY12" fmla="*/ 189377 h 193541"/>
                <a:gd name="csX13" fmla="*/ 33445 w 129139"/>
                <a:gd name="csY13" fmla="*/ 144785 h 193541"/>
                <a:gd name="csX14" fmla="*/ 55685 w 129139"/>
                <a:gd name="csY14" fmla="*/ 115988 h 193541"/>
                <a:gd name="csX15" fmla="*/ 65725 w 129139"/>
                <a:gd name="csY15" fmla="*/ 103210 h 193541"/>
                <a:gd name="csX16" fmla="*/ 91914 w 129139"/>
                <a:gd name="csY16" fmla="*/ 71843 h 193541"/>
                <a:gd name="csX17" fmla="*/ 116315 w 129139"/>
                <a:gd name="csY17" fmla="*/ 45430 h 193541"/>
                <a:gd name="csX18" fmla="*/ 107095 w 129139"/>
                <a:gd name="csY18" fmla="*/ 5979 h 193541"/>
                <a:gd name="csX19" fmla="*/ 100948 w 129139"/>
                <a:gd name="csY19" fmla="*/ 1267 h 193541"/>
                <a:gd name="csX20" fmla="*/ 108511 w 129139"/>
                <a:gd name="csY20" fmla="*/ 0 h 193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9139" h="193541">
                  <a:moveTo>
                    <a:pt x="108511" y="0"/>
                  </a:moveTo>
                  <a:cubicBezTo>
                    <a:pt x="114527" y="4042"/>
                    <a:pt x="119538" y="9053"/>
                    <a:pt x="123226" y="15311"/>
                  </a:cubicBezTo>
                  <a:cubicBezTo>
                    <a:pt x="124828" y="18031"/>
                    <a:pt x="126765" y="20620"/>
                    <a:pt x="127957" y="23507"/>
                  </a:cubicBezTo>
                  <a:cubicBezTo>
                    <a:pt x="130881" y="30585"/>
                    <a:pt x="127920" y="37142"/>
                    <a:pt x="124120" y="42525"/>
                  </a:cubicBezTo>
                  <a:cubicBezTo>
                    <a:pt x="117247" y="52248"/>
                    <a:pt x="108976" y="60853"/>
                    <a:pt x="99961" y="68770"/>
                  </a:cubicBezTo>
                  <a:cubicBezTo>
                    <a:pt x="95248" y="72905"/>
                    <a:pt x="91858" y="78530"/>
                    <a:pt x="87630" y="83261"/>
                  </a:cubicBezTo>
                  <a:cubicBezTo>
                    <a:pt x="81316" y="90339"/>
                    <a:pt x="76920" y="98814"/>
                    <a:pt x="69991" y="105557"/>
                  </a:cubicBezTo>
                  <a:cubicBezTo>
                    <a:pt x="65017" y="110381"/>
                    <a:pt x="62317" y="117478"/>
                    <a:pt x="57790" y="122880"/>
                  </a:cubicBezTo>
                  <a:cubicBezTo>
                    <a:pt x="46931" y="135844"/>
                    <a:pt x="38605" y="150745"/>
                    <a:pt x="27727" y="163505"/>
                  </a:cubicBezTo>
                  <a:cubicBezTo>
                    <a:pt x="20220" y="172296"/>
                    <a:pt x="13384" y="181535"/>
                    <a:pt x="6027" y="190401"/>
                  </a:cubicBezTo>
                  <a:cubicBezTo>
                    <a:pt x="4909" y="191743"/>
                    <a:pt x="3009" y="192450"/>
                    <a:pt x="1482" y="193438"/>
                  </a:cubicBezTo>
                  <a:cubicBezTo>
                    <a:pt x="569" y="193754"/>
                    <a:pt x="252" y="193326"/>
                    <a:pt x="308" y="192469"/>
                  </a:cubicBezTo>
                  <a:cubicBezTo>
                    <a:pt x="85" y="191426"/>
                    <a:pt x="-362" y="190569"/>
                    <a:pt x="550" y="189377"/>
                  </a:cubicBezTo>
                  <a:cubicBezTo>
                    <a:pt x="11950" y="174830"/>
                    <a:pt x="23238" y="160245"/>
                    <a:pt x="33445" y="144785"/>
                  </a:cubicBezTo>
                  <a:cubicBezTo>
                    <a:pt x="40095" y="134708"/>
                    <a:pt x="47583" y="125078"/>
                    <a:pt x="55685" y="115988"/>
                  </a:cubicBezTo>
                  <a:cubicBezTo>
                    <a:pt x="59280" y="111946"/>
                    <a:pt x="62838" y="107774"/>
                    <a:pt x="65725" y="103210"/>
                  </a:cubicBezTo>
                  <a:cubicBezTo>
                    <a:pt x="73083" y="91569"/>
                    <a:pt x="83588" y="82628"/>
                    <a:pt x="91914" y="71843"/>
                  </a:cubicBezTo>
                  <a:cubicBezTo>
                    <a:pt x="99290" y="62306"/>
                    <a:pt x="109032" y="55023"/>
                    <a:pt x="116315" y="45430"/>
                  </a:cubicBezTo>
                  <a:cubicBezTo>
                    <a:pt x="126169" y="32448"/>
                    <a:pt x="121717" y="13840"/>
                    <a:pt x="107095" y="5979"/>
                  </a:cubicBezTo>
                  <a:cubicBezTo>
                    <a:pt x="104841" y="4768"/>
                    <a:pt x="102345" y="3707"/>
                    <a:pt x="100948" y="1267"/>
                  </a:cubicBezTo>
                  <a:cubicBezTo>
                    <a:pt x="103444" y="857"/>
                    <a:pt x="105977" y="428"/>
                    <a:pt x="108511" y="0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7009D0A-B241-2070-03A1-756CAAB74242}"/>
                </a:ext>
              </a:extLst>
            </p:cNvPr>
            <p:cNvSpPr/>
            <p:nvPr/>
          </p:nvSpPr>
          <p:spPr>
            <a:xfrm>
              <a:off x="1733439" y="5182014"/>
              <a:ext cx="55991" cy="56457"/>
            </a:xfrm>
            <a:custGeom>
              <a:avLst/>
              <a:gdLst>
                <a:gd name="csX0" fmla="*/ 19483 w 55991"/>
                <a:gd name="csY0" fmla="*/ 56457 h 56457"/>
                <a:gd name="csX1" fmla="*/ 4768 w 55991"/>
                <a:gd name="csY1" fmla="*/ 40308 h 56457"/>
                <a:gd name="csX2" fmla="*/ 0 w 55991"/>
                <a:gd name="csY2" fmla="*/ 39339 h 56457"/>
                <a:gd name="csX3" fmla="*/ 55992 w 55991"/>
                <a:gd name="csY3" fmla="*/ 0 h 56457"/>
                <a:gd name="csX4" fmla="*/ 51167 w 55991"/>
                <a:gd name="csY4" fmla="*/ 29188 h 56457"/>
                <a:gd name="csX5" fmla="*/ 48671 w 55991"/>
                <a:gd name="csY5" fmla="*/ 32094 h 56457"/>
                <a:gd name="csX6" fmla="*/ 20955 w 55991"/>
                <a:gd name="csY6" fmla="*/ 55731 h 56457"/>
                <a:gd name="csX7" fmla="*/ 19483 w 55991"/>
                <a:gd name="csY7" fmla="*/ 56457 h 56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991" h="56457">
                  <a:moveTo>
                    <a:pt x="19483" y="56457"/>
                  </a:moveTo>
                  <a:cubicBezTo>
                    <a:pt x="15237" y="50478"/>
                    <a:pt x="8922" y="46418"/>
                    <a:pt x="4768" y="40308"/>
                  </a:cubicBezTo>
                  <a:cubicBezTo>
                    <a:pt x="3781" y="38855"/>
                    <a:pt x="1621" y="39637"/>
                    <a:pt x="0" y="39339"/>
                  </a:cubicBezTo>
                  <a:cubicBezTo>
                    <a:pt x="18664" y="26226"/>
                    <a:pt x="37328" y="13113"/>
                    <a:pt x="55992" y="0"/>
                  </a:cubicBezTo>
                  <a:cubicBezTo>
                    <a:pt x="53086" y="9649"/>
                    <a:pt x="52360" y="19446"/>
                    <a:pt x="51167" y="29188"/>
                  </a:cubicBezTo>
                  <a:cubicBezTo>
                    <a:pt x="51000" y="30585"/>
                    <a:pt x="49789" y="31423"/>
                    <a:pt x="48671" y="32094"/>
                  </a:cubicBezTo>
                  <a:cubicBezTo>
                    <a:pt x="38147" y="38464"/>
                    <a:pt x="28946" y="46380"/>
                    <a:pt x="20955" y="55731"/>
                  </a:cubicBezTo>
                  <a:cubicBezTo>
                    <a:pt x="20620" y="56122"/>
                    <a:pt x="19986" y="56234"/>
                    <a:pt x="19483" y="56457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A02B99F-EE08-F7C8-DFFE-FAF6D83EADFF}"/>
                </a:ext>
              </a:extLst>
            </p:cNvPr>
            <p:cNvSpPr/>
            <p:nvPr/>
          </p:nvSpPr>
          <p:spPr>
            <a:xfrm>
              <a:off x="1914602" y="5175849"/>
              <a:ext cx="37439" cy="59288"/>
            </a:xfrm>
            <a:custGeom>
              <a:avLst/>
              <a:gdLst>
                <a:gd name="csX0" fmla="*/ 37440 w 37439"/>
                <a:gd name="csY0" fmla="*/ 39898 h 59288"/>
                <a:gd name="csX1" fmla="*/ 15665 w 37439"/>
                <a:gd name="csY1" fmla="*/ 59289 h 59288"/>
                <a:gd name="csX2" fmla="*/ 10916 w 37439"/>
                <a:gd name="csY2" fmla="*/ 37365 h 59288"/>
                <a:gd name="csX3" fmla="*/ 4545 w 37439"/>
                <a:gd name="csY3" fmla="*/ 23712 h 59288"/>
                <a:gd name="csX4" fmla="*/ 2124 w 37439"/>
                <a:gd name="csY4" fmla="*/ 0 h 59288"/>
                <a:gd name="csX5" fmla="*/ 37440 w 37439"/>
                <a:gd name="csY5" fmla="*/ 39898 h 59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7439" h="59288">
                  <a:moveTo>
                    <a:pt x="37440" y="39898"/>
                  </a:moveTo>
                  <a:cubicBezTo>
                    <a:pt x="29691" y="45803"/>
                    <a:pt x="22259" y="52080"/>
                    <a:pt x="15665" y="59289"/>
                  </a:cubicBezTo>
                  <a:cubicBezTo>
                    <a:pt x="14101" y="51968"/>
                    <a:pt x="12760" y="44611"/>
                    <a:pt x="10916" y="37365"/>
                  </a:cubicBezTo>
                  <a:cubicBezTo>
                    <a:pt x="9668" y="32466"/>
                    <a:pt x="7898" y="27679"/>
                    <a:pt x="4545" y="23712"/>
                  </a:cubicBezTo>
                  <a:cubicBezTo>
                    <a:pt x="-1341" y="16764"/>
                    <a:pt x="-782" y="9015"/>
                    <a:pt x="2124" y="0"/>
                  </a:cubicBezTo>
                  <a:cubicBezTo>
                    <a:pt x="12741" y="14845"/>
                    <a:pt x="22539" y="29710"/>
                    <a:pt x="37440" y="39898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0C5014F-7F56-5F6F-A97D-857EA7F62F52}"/>
                </a:ext>
              </a:extLst>
            </p:cNvPr>
            <p:cNvSpPr/>
            <p:nvPr/>
          </p:nvSpPr>
          <p:spPr>
            <a:xfrm>
              <a:off x="1833055" y="5123768"/>
              <a:ext cx="44145" cy="10483"/>
            </a:xfrm>
            <a:custGeom>
              <a:avLst/>
              <a:gdLst>
                <a:gd name="csX0" fmla="*/ 0 w 44145"/>
                <a:gd name="csY0" fmla="*/ 1546 h 10483"/>
                <a:gd name="csX1" fmla="*/ 28741 w 44145"/>
                <a:gd name="csY1" fmla="*/ 4191 h 10483"/>
                <a:gd name="csX2" fmla="*/ 34515 w 44145"/>
                <a:gd name="csY2" fmla="*/ 6296 h 10483"/>
                <a:gd name="csX3" fmla="*/ 42879 w 44145"/>
                <a:gd name="csY3" fmla="*/ 2608 h 10483"/>
                <a:gd name="csX4" fmla="*/ 44145 w 44145"/>
                <a:gd name="csY4" fmla="*/ 6166 h 10483"/>
                <a:gd name="csX5" fmla="*/ 35950 w 44145"/>
                <a:gd name="csY5" fmla="*/ 9463 h 10483"/>
                <a:gd name="csX6" fmla="*/ 8829 w 44145"/>
                <a:gd name="csY6" fmla="*/ 2813 h 10483"/>
                <a:gd name="csX7" fmla="*/ 3371 w 44145"/>
                <a:gd name="csY7" fmla="*/ 3781 h 10483"/>
                <a:gd name="csX8" fmla="*/ 0 w 44145"/>
                <a:gd name="csY8" fmla="*/ 1546 h 10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145" h="10483">
                  <a:moveTo>
                    <a:pt x="0" y="1546"/>
                  </a:moveTo>
                  <a:cubicBezTo>
                    <a:pt x="10021" y="-2347"/>
                    <a:pt x="19279" y="2086"/>
                    <a:pt x="28741" y="4191"/>
                  </a:cubicBezTo>
                  <a:cubicBezTo>
                    <a:pt x="30734" y="4638"/>
                    <a:pt x="32690" y="5383"/>
                    <a:pt x="34515" y="6296"/>
                  </a:cubicBezTo>
                  <a:cubicBezTo>
                    <a:pt x="38892" y="8494"/>
                    <a:pt x="41593" y="7246"/>
                    <a:pt x="42879" y="2608"/>
                  </a:cubicBezTo>
                  <a:cubicBezTo>
                    <a:pt x="43233" y="3819"/>
                    <a:pt x="42674" y="5346"/>
                    <a:pt x="44145" y="6166"/>
                  </a:cubicBezTo>
                  <a:cubicBezTo>
                    <a:pt x="42674" y="10394"/>
                    <a:pt x="40141" y="11567"/>
                    <a:pt x="35950" y="9463"/>
                  </a:cubicBezTo>
                  <a:cubicBezTo>
                    <a:pt x="27456" y="5160"/>
                    <a:pt x="18105" y="4079"/>
                    <a:pt x="8829" y="2813"/>
                  </a:cubicBezTo>
                  <a:cubicBezTo>
                    <a:pt x="6948" y="2552"/>
                    <a:pt x="5085" y="2869"/>
                    <a:pt x="3371" y="3781"/>
                  </a:cubicBezTo>
                  <a:cubicBezTo>
                    <a:pt x="3409" y="1304"/>
                    <a:pt x="1453" y="1826"/>
                    <a:pt x="0" y="1546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52C777D-9EEA-BD8C-0099-61B0482C7F41}"/>
                </a:ext>
              </a:extLst>
            </p:cNvPr>
            <p:cNvSpPr/>
            <p:nvPr/>
          </p:nvSpPr>
          <p:spPr>
            <a:xfrm>
              <a:off x="1539238" y="5491626"/>
              <a:ext cx="37588" cy="2832"/>
            </a:xfrm>
            <a:custGeom>
              <a:avLst/>
              <a:gdLst>
                <a:gd name="csX0" fmla="*/ 0 w 37588"/>
                <a:gd name="csY0" fmla="*/ 0 h 2832"/>
                <a:gd name="csX1" fmla="*/ 37589 w 37588"/>
                <a:gd name="csY1" fmla="*/ 1173 h 2832"/>
                <a:gd name="csX2" fmla="*/ 0 w 37588"/>
                <a:gd name="csY2" fmla="*/ 0 h 2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588" h="2832">
                  <a:moveTo>
                    <a:pt x="0" y="0"/>
                  </a:moveTo>
                  <a:cubicBezTo>
                    <a:pt x="12499" y="1192"/>
                    <a:pt x="25053" y="1024"/>
                    <a:pt x="37589" y="1173"/>
                  </a:cubicBezTo>
                  <a:cubicBezTo>
                    <a:pt x="25034" y="2142"/>
                    <a:pt x="12405" y="4917"/>
                    <a:pt x="0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65AF587-CCDD-9897-8987-7895FCE9D9ED}"/>
                </a:ext>
              </a:extLst>
            </p:cNvPr>
            <p:cNvSpPr/>
            <p:nvPr/>
          </p:nvSpPr>
          <p:spPr>
            <a:xfrm>
              <a:off x="1645242" y="5227032"/>
              <a:ext cx="27697" cy="1139"/>
            </a:xfrm>
            <a:custGeom>
              <a:avLst/>
              <a:gdLst>
                <a:gd name="csX0" fmla="*/ 27698 w 27697"/>
                <a:gd name="csY0" fmla="*/ 1139 h 1139"/>
                <a:gd name="csX1" fmla="*/ 0 w 27697"/>
                <a:gd name="csY1" fmla="*/ 1120 h 1139"/>
                <a:gd name="csX2" fmla="*/ 27698 w 27697"/>
                <a:gd name="csY2" fmla="*/ 1139 h 1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697" h="1139">
                  <a:moveTo>
                    <a:pt x="27698" y="1139"/>
                  </a:moveTo>
                  <a:cubicBezTo>
                    <a:pt x="18459" y="1139"/>
                    <a:pt x="9239" y="1139"/>
                    <a:pt x="0" y="1120"/>
                  </a:cubicBezTo>
                  <a:cubicBezTo>
                    <a:pt x="9239" y="-891"/>
                    <a:pt x="18478" y="245"/>
                    <a:pt x="27698" y="1139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EF1519A-D81A-C848-0EC8-568282D336D9}"/>
                </a:ext>
              </a:extLst>
            </p:cNvPr>
            <p:cNvSpPr/>
            <p:nvPr/>
          </p:nvSpPr>
          <p:spPr>
            <a:xfrm>
              <a:off x="1617339" y="5479125"/>
              <a:ext cx="11548" cy="4323"/>
            </a:xfrm>
            <a:custGeom>
              <a:avLst/>
              <a:gdLst>
                <a:gd name="csX0" fmla="*/ 0 w 11548"/>
                <a:gd name="csY0" fmla="*/ 4324 h 4323"/>
                <a:gd name="csX1" fmla="*/ 11549 w 11548"/>
                <a:gd name="csY1" fmla="*/ 151 h 4323"/>
                <a:gd name="csX2" fmla="*/ 0 w 11548"/>
                <a:gd name="csY2" fmla="*/ 4324 h 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548" h="4323">
                  <a:moveTo>
                    <a:pt x="0" y="4324"/>
                  </a:moveTo>
                  <a:cubicBezTo>
                    <a:pt x="2757" y="-54"/>
                    <a:pt x="7041" y="-277"/>
                    <a:pt x="11549" y="151"/>
                  </a:cubicBezTo>
                  <a:cubicBezTo>
                    <a:pt x="7916" y="2107"/>
                    <a:pt x="4042" y="3411"/>
                    <a:pt x="0" y="4324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FB61816-B632-7BF0-C92A-4C7328CE3FB8}"/>
                </a:ext>
              </a:extLst>
            </p:cNvPr>
            <p:cNvSpPr/>
            <p:nvPr/>
          </p:nvSpPr>
          <p:spPr>
            <a:xfrm>
              <a:off x="1930025" y="5235100"/>
              <a:ext cx="1773" cy="14584"/>
            </a:xfrm>
            <a:custGeom>
              <a:avLst/>
              <a:gdLst>
                <a:gd name="csX0" fmla="*/ 205 w 1773"/>
                <a:gd name="csY0" fmla="*/ 0 h 14584"/>
                <a:gd name="csX1" fmla="*/ 0 w 1773"/>
                <a:gd name="csY1" fmla="*/ 14585 h 14584"/>
                <a:gd name="csX2" fmla="*/ 205 w 1773"/>
                <a:gd name="csY2" fmla="*/ 0 h 1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3" h="14584">
                  <a:moveTo>
                    <a:pt x="205" y="0"/>
                  </a:moveTo>
                  <a:cubicBezTo>
                    <a:pt x="2086" y="4880"/>
                    <a:pt x="2570" y="9760"/>
                    <a:pt x="0" y="14585"/>
                  </a:cubicBezTo>
                  <a:cubicBezTo>
                    <a:pt x="689" y="9723"/>
                    <a:pt x="447" y="4862"/>
                    <a:pt x="205" y="0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0525AF8-F63C-E263-D287-EF203057E7FC}"/>
                </a:ext>
              </a:extLst>
            </p:cNvPr>
            <p:cNvSpPr/>
            <p:nvPr/>
          </p:nvSpPr>
          <p:spPr>
            <a:xfrm>
              <a:off x="1775573" y="5007725"/>
              <a:ext cx="76516" cy="79566"/>
            </a:xfrm>
            <a:custGeom>
              <a:avLst/>
              <a:gdLst>
                <a:gd name="csX0" fmla="*/ 0 w 76516"/>
                <a:gd name="csY0" fmla="*/ 2347 h 79566"/>
                <a:gd name="csX1" fmla="*/ 1285 w 76516"/>
                <a:gd name="csY1" fmla="*/ 0 h 79566"/>
                <a:gd name="csX2" fmla="*/ 24047 w 76516"/>
                <a:gd name="csY2" fmla="*/ 12238 h 79566"/>
                <a:gd name="csX3" fmla="*/ 30846 w 76516"/>
                <a:gd name="csY3" fmla="*/ 16168 h 79566"/>
                <a:gd name="csX4" fmla="*/ 40941 w 76516"/>
                <a:gd name="csY4" fmla="*/ 18049 h 79566"/>
                <a:gd name="csX5" fmla="*/ 42562 w 76516"/>
                <a:gd name="csY5" fmla="*/ 17565 h 79566"/>
                <a:gd name="csX6" fmla="*/ 67242 w 76516"/>
                <a:gd name="csY6" fmla="*/ 29188 h 79566"/>
                <a:gd name="csX7" fmla="*/ 75736 w 76516"/>
                <a:gd name="csY7" fmla="*/ 45728 h 79566"/>
                <a:gd name="csX8" fmla="*/ 73966 w 76516"/>
                <a:gd name="csY8" fmla="*/ 49919 h 79566"/>
                <a:gd name="csX9" fmla="*/ 47517 w 76516"/>
                <a:gd name="csY9" fmla="*/ 59587 h 79566"/>
                <a:gd name="csX10" fmla="*/ 34813 w 76516"/>
                <a:gd name="csY10" fmla="*/ 75829 h 79566"/>
                <a:gd name="csX11" fmla="*/ 29784 w 76516"/>
                <a:gd name="csY11" fmla="*/ 77878 h 79566"/>
                <a:gd name="csX12" fmla="*/ 10524 w 76516"/>
                <a:gd name="csY12" fmla="*/ 64150 h 79566"/>
                <a:gd name="csX13" fmla="*/ 1714 w 76516"/>
                <a:gd name="csY13" fmla="*/ 39582 h 79566"/>
                <a:gd name="csX14" fmla="*/ 4116 w 76516"/>
                <a:gd name="csY14" fmla="*/ 24010 h 79566"/>
                <a:gd name="csX15" fmla="*/ 0 w 76516"/>
                <a:gd name="csY15" fmla="*/ 2347 h 79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6516" h="79566">
                  <a:moveTo>
                    <a:pt x="0" y="2347"/>
                  </a:moveTo>
                  <a:cubicBezTo>
                    <a:pt x="149" y="1416"/>
                    <a:pt x="242" y="447"/>
                    <a:pt x="1285" y="0"/>
                  </a:cubicBezTo>
                  <a:cubicBezTo>
                    <a:pt x="8270" y="5197"/>
                    <a:pt x="16205" y="8643"/>
                    <a:pt x="24047" y="12238"/>
                  </a:cubicBezTo>
                  <a:cubicBezTo>
                    <a:pt x="26450" y="13337"/>
                    <a:pt x="28741" y="14529"/>
                    <a:pt x="30846" y="16168"/>
                  </a:cubicBezTo>
                  <a:cubicBezTo>
                    <a:pt x="33826" y="18496"/>
                    <a:pt x="37235" y="19204"/>
                    <a:pt x="40941" y="18049"/>
                  </a:cubicBezTo>
                  <a:cubicBezTo>
                    <a:pt x="41482" y="17882"/>
                    <a:pt x="42003" y="17677"/>
                    <a:pt x="42562" y="17565"/>
                  </a:cubicBezTo>
                  <a:cubicBezTo>
                    <a:pt x="56551" y="14641"/>
                    <a:pt x="60518" y="16503"/>
                    <a:pt x="67242" y="29188"/>
                  </a:cubicBezTo>
                  <a:cubicBezTo>
                    <a:pt x="70148" y="34664"/>
                    <a:pt x="72830" y="40252"/>
                    <a:pt x="75736" y="45728"/>
                  </a:cubicBezTo>
                  <a:cubicBezTo>
                    <a:pt x="76984" y="48075"/>
                    <a:pt x="76965" y="48951"/>
                    <a:pt x="73966" y="49919"/>
                  </a:cubicBezTo>
                  <a:cubicBezTo>
                    <a:pt x="65044" y="52807"/>
                    <a:pt x="56253" y="56159"/>
                    <a:pt x="47517" y="59587"/>
                  </a:cubicBezTo>
                  <a:cubicBezTo>
                    <a:pt x="40178" y="62455"/>
                    <a:pt x="35111" y="67428"/>
                    <a:pt x="34813" y="75829"/>
                  </a:cubicBezTo>
                  <a:cubicBezTo>
                    <a:pt x="34646" y="80691"/>
                    <a:pt x="32690" y="80169"/>
                    <a:pt x="29784" y="77878"/>
                  </a:cubicBezTo>
                  <a:cubicBezTo>
                    <a:pt x="23600" y="72979"/>
                    <a:pt x="17025" y="68565"/>
                    <a:pt x="10524" y="64150"/>
                  </a:cubicBezTo>
                  <a:cubicBezTo>
                    <a:pt x="1211" y="57798"/>
                    <a:pt x="-75" y="49491"/>
                    <a:pt x="1714" y="39582"/>
                  </a:cubicBezTo>
                  <a:cubicBezTo>
                    <a:pt x="2645" y="34422"/>
                    <a:pt x="3446" y="29225"/>
                    <a:pt x="4116" y="24010"/>
                  </a:cubicBezTo>
                  <a:cubicBezTo>
                    <a:pt x="5122" y="16373"/>
                    <a:pt x="4191" y="9034"/>
                    <a:pt x="0" y="2347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833E408-DBA4-AC24-54E5-C6117CAB5DE5}"/>
                </a:ext>
              </a:extLst>
            </p:cNvPr>
            <p:cNvSpPr/>
            <p:nvPr/>
          </p:nvSpPr>
          <p:spPr>
            <a:xfrm>
              <a:off x="1862504" y="5075674"/>
              <a:ext cx="4638" cy="13969"/>
            </a:xfrm>
            <a:custGeom>
              <a:avLst/>
              <a:gdLst>
                <a:gd name="csX0" fmla="*/ 1173 w 4638"/>
                <a:gd name="csY0" fmla="*/ 0 h 13969"/>
                <a:gd name="csX1" fmla="*/ 4638 w 4638"/>
                <a:gd name="csY1" fmla="*/ 13970 h 13969"/>
                <a:gd name="csX2" fmla="*/ 0 w 4638"/>
                <a:gd name="csY2" fmla="*/ 4582 h 13969"/>
                <a:gd name="csX3" fmla="*/ 1173 w 4638"/>
                <a:gd name="csY3" fmla="*/ 0 h 13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8" h="13969">
                  <a:moveTo>
                    <a:pt x="1173" y="0"/>
                  </a:moveTo>
                  <a:cubicBezTo>
                    <a:pt x="2813" y="4135"/>
                    <a:pt x="4005" y="8382"/>
                    <a:pt x="4638" y="13970"/>
                  </a:cubicBezTo>
                  <a:cubicBezTo>
                    <a:pt x="559" y="11027"/>
                    <a:pt x="559" y="7674"/>
                    <a:pt x="0" y="4582"/>
                  </a:cubicBezTo>
                  <a:cubicBezTo>
                    <a:pt x="1937" y="3465"/>
                    <a:pt x="820" y="1546"/>
                    <a:pt x="1173" y="0"/>
                  </a:cubicBezTo>
                  <a:close/>
                </a:path>
              </a:pathLst>
            </a:custGeom>
            <a:solidFill>
              <a:srgbClr val="516F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B545FE6-1D2E-01FB-908D-2E12215DA45C}"/>
                </a:ext>
              </a:extLst>
            </p:cNvPr>
            <p:cNvSpPr/>
            <p:nvPr/>
          </p:nvSpPr>
          <p:spPr>
            <a:xfrm>
              <a:off x="1759704" y="4831993"/>
              <a:ext cx="112433" cy="181201"/>
            </a:xfrm>
            <a:custGeom>
              <a:avLst/>
              <a:gdLst>
                <a:gd name="csX0" fmla="*/ 14510 w 112433"/>
                <a:gd name="csY0" fmla="*/ 106944 h 181201"/>
                <a:gd name="csX1" fmla="*/ 5979 w 112433"/>
                <a:gd name="csY1" fmla="*/ 98953 h 181201"/>
                <a:gd name="csX2" fmla="*/ 18 w 112433"/>
                <a:gd name="csY2" fmla="*/ 70007 h 181201"/>
                <a:gd name="csX3" fmla="*/ 8400 w 112433"/>
                <a:gd name="csY3" fmla="*/ 58011 h 181201"/>
                <a:gd name="csX4" fmla="*/ 12591 w 112433"/>
                <a:gd name="csY4" fmla="*/ 55385 h 181201"/>
                <a:gd name="csX5" fmla="*/ 7841 w 112433"/>
                <a:gd name="csY5" fmla="*/ 55199 h 181201"/>
                <a:gd name="csX6" fmla="*/ 1490 w 112433"/>
                <a:gd name="csY6" fmla="*/ 49126 h 181201"/>
                <a:gd name="csX7" fmla="*/ 9983 w 112433"/>
                <a:gd name="csY7" fmla="*/ 18411 h 181201"/>
                <a:gd name="csX8" fmla="*/ 20917 w 112433"/>
                <a:gd name="csY8" fmla="*/ 3659 h 181201"/>
                <a:gd name="csX9" fmla="*/ 41071 w 112433"/>
                <a:gd name="csY9" fmla="*/ 2169 h 181201"/>
                <a:gd name="csX10" fmla="*/ 66124 w 112433"/>
                <a:gd name="csY10" fmla="*/ 18877 h 181201"/>
                <a:gd name="csX11" fmla="*/ 74897 w 112433"/>
                <a:gd name="csY11" fmla="*/ 27445 h 181201"/>
                <a:gd name="csX12" fmla="*/ 73798 w 112433"/>
                <a:gd name="csY12" fmla="*/ 35156 h 181201"/>
                <a:gd name="csX13" fmla="*/ 72141 w 112433"/>
                <a:gd name="csY13" fmla="*/ 38155 h 181201"/>
                <a:gd name="csX14" fmla="*/ 75456 w 112433"/>
                <a:gd name="csY14" fmla="*/ 37801 h 181201"/>
                <a:gd name="csX15" fmla="*/ 82609 w 112433"/>
                <a:gd name="csY15" fmla="*/ 39180 h 181201"/>
                <a:gd name="csX16" fmla="*/ 98255 w 112433"/>
                <a:gd name="csY16" fmla="*/ 79730 h 181201"/>
                <a:gd name="csX17" fmla="*/ 97100 w 112433"/>
                <a:gd name="csY17" fmla="*/ 85486 h 181201"/>
                <a:gd name="csX18" fmla="*/ 102930 w 112433"/>
                <a:gd name="csY18" fmla="*/ 90310 h 181201"/>
                <a:gd name="csX19" fmla="*/ 111629 w 112433"/>
                <a:gd name="csY19" fmla="*/ 121137 h 181201"/>
                <a:gd name="csX20" fmla="*/ 107308 w 112433"/>
                <a:gd name="csY20" fmla="*/ 131661 h 181201"/>
                <a:gd name="csX21" fmla="*/ 100528 w 112433"/>
                <a:gd name="csY21" fmla="*/ 134548 h 181201"/>
                <a:gd name="csX22" fmla="*/ 96728 w 112433"/>
                <a:gd name="csY22" fmla="*/ 118175 h 181201"/>
                <a:gd name="csX23" fmla="*/ 66515 w 112433"/>
                <a:gd name="csY23" fmla="*/ 40055 h 181201"/>
                <a:gd name="csX24" fmla="*/ 39432 w 112433"/>
                <a:gd name="csY24" fmla="*/ 16921 h 181201"/>
                <a:gd name="csX25" fmla="*/ 31255 w 112433"/>
                <a:gd name="csY25" fmla="*/ 18877 h 181201"/>
                <a:gd name="csX26" fmla="*/ 29392 w 112433"/>
                <a:gd name="csY26" fmla="*/ 21801 h 181201"/>
                <a:gd name="csX27" fmla="*/ 26431 w 112433"/>
                <a:gd name="csY27" fmla="*/ 38435 h 181201"/>
                <a:gd name="csX28" fmla="*/ 35856 w 112433"/>
                <a:gd name="csY28" fmla="*/ 58924 h 181201"/>
                <a:gd name="csX29" fmla="*/ 60611 w 112433"/>
                <a:gd name="csY29" fmla="*/ 127079 h 181201"/>
                <a:gd name="csX30" fmla="*/ 72215 w 112433"/>
                <a:gd name="csY30" fmla="*/ 154348 h 181201"/>
                <a:gd name="csX31" fmla="*/ 84341 w 112433"/>
                <a:gd name="csY31" fmla="*/ 162879 h 181201"/>
                <a:gd name="csX32" fmla="*/ 87917 w 112433"/>
                <a:gd name="csY32" fmla="*/ 165394 h 181201"/>
                <a:gd name="csX33" fmla="*/ 87079 w 112433"/>
                <a:gd name="csY33" fmla="*/ 176942 h 181201"/>
                <a:gd name="csX34" fmla="*/ 82702 w 112433"/>
                <a:gd name="csY34" fmla="*/ 181152 h 181201"/>
                <a:gd name="csX35" fmla="*/ 68173 w 112433"/>
                <a:gd name="csY35" fmla="*/ 178246 h 181201"/>
                <a:gd name="csX36" fmla="*/ 48801 w 112433"/>
                <a:gd name="csY36" fmla="*/ 164146 h 181201"/>
                <a:gd name="csX37" fmla="*/ 46287 w 112433"/>
                <a:gd name="csY37" fmla="*/ 156583 h 181201"/>
                <a:gd name="csX38" fmla="*/ 49248 w 112433"/>
                <a:gd name="csY38" fmla="*/ 152728 h 181201"/>
                <a:gd name="csX39" fmla="*/ 43958 w 112433"/>
                <a:gd name="csY39" fmla="*/ 154404 h 181201"/>
                <a:gd name="csX40" fmla="*/ 39469 w 112433"/>
                <a:gd name="csY40" fmla="*/ 152616 h 181201"/>
                <a:gd name="csX41" fmla="*/ 21178 w 112433"/>
                <a:gd name="csY41" fmla="*/ 128085 h 181201"/>
                <a:gd name="csX42" fmla="*/ 14193 w 112433"/>
                <a:gd name="csY42" fmla="*/ 116071 h 181201"/>
                <a:gd name="csX43" fmla="*/ 15869 w 112433"/>
                <a:gd name="csY43" fmla="*/ 109365 h 181201"/>
                <a:gd name="csX44" fmla="*/ 21588 w 112433"/>
                <a:gd name="csY44" fmla="*/ 103814 h 181201"/>
                <a:gd name="csX45" fmla="*/ 14510 w 112433"/>
                <a:gd name="csY45" fmla="*/ 106944 h 18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12433" h="181201">
                  <a:moveTo>
                    <a:pt x="14510" y="106944"/>
                  </a:moveTo>
                  <a:cubicBezTo>
                    <a:pt x="8326" y="107931"/>
                    <a:pt x="7376" y="102380"/>
                    <a:pt x="5979" y="98953"/>
                  </a:cubicBezTo>
                  <a:cubicBezTo>
                    <a:pt x="2216" y="89770"/>
                    <a:pt x="298" y="79991"/>
                    <a:pt x="18" y="70007"/>
                  </a:cubicBezTo>
                  <a:cubicBezTo>
                    <a:pt x="-187" y="62426"/>
                    <a:pt x="1266" y="60712"/>
                    <a:pt x="8400" y="58011"/>
                  </a:cubicBezTo>
                  <a:cubicBezTo>
                    <a:pt x="9928" y="57434"/>
                    <a:pt x="13187" y="57788"/>
                    <a:pt x="12591" y="55385"/>
                  </a:cubicBezTo>
                  <a:cubicBezTo>
                    <a:pt x="11902" y="52610"/>
                    <a:pt x="9369" y="54826"/>
                    <a:pt x="7841" y="55199"/>
                  </a:cubicBezTo>
                  <a:cubicBezTo>
                    <a:pt x="2831" y="56372"/>
                    <a:pt x="-280" y="53876"/>
                    <a:pt x="1490" y="49126"/>
                  </a:cubicBezTo>
                  <a:cubicBezTo>
                    <a:pt x="5215" y="39124"/>
                    <a:pt x="5178" y="28171"/>
                    <a:pt x="9983" y="18411"/>
                  </a:cubicBezTo>
                  <a:cubicBezTo>
                    <a:pt x="12796" y="12730"/>
                    <a:pt x="16465" y="7682"/>
                    <a:pt x="20917" y="3659"/>
                  </a:cubicBezTo>
                  <a:cubicBezTo>
                    <a:pt x="26729" y="-1575"/>
                    <a:pt x="34217" y="-365"/>
                    <a:pt x="41071" y="2169"/>
                  </a:cubicBezTo>
                  <a:cubicBezTo>
                    <a:pt x="50720" y="5726"/>
                    <a:pt x="58301" y="12525"/>
                    <a:pt x="66124" y="18877"/>
                  </a:cubicBezTo>
                  <a:cubicBezTo>
                    <a:pt x="69309" y="21466"/>
                    <a:pt x="72439" y="23980"/>
                    <a:pt x="74897" y="27445"/>
                  </a:cubicBezTo>
                  <a:cubicBezTo>
                    <a:pt x="77282" y="30779"/>
                    <a:pt x="77691" y="32996"/>
                    <a:pt x="73798" y="35156"/>
                  </a:cubicBezTo>
                  <a:cubicBezTo>
                    <a:pt x="72793" y="35715"/>
                    <a:pt x="71135" y="36591"/>
                    <a:pt x="72141" y="38155"/>
                  </a:cubicBezTo>
                  <a:cubicBezTo>
                    <a:pt x="73165" y="39739"/>
                    <a:pt x="74450" y="38714"/>
                    <a:pt x="75456" y="37801"/>
                  </a:cubicBezTo>
                  <a:cubicBezTo>
                    <a:pt x="78474" y="35026"/>
                    <a:pt x="81454" y="37094"/>
                    <a:pt x="82609" y="39180"/>
                  </a:cubicBezTo>
                  <a:cubicBezTo>
                    <a:pt x="89650" y="51958"/>
                    <a:pt x="96430" y="64922"/>
                    <a:pt x="98255" y="79730"/>
                  </a:cubicBezTo>
                  <a:cubicBezTo>
                    <a:pt x="99149" y="81909"/>
                    <a:pt x="94679" y="83008"/>
                    <a:pt x="97100" y="85486"/>
                  </a:cubicBezTo>
                  <a:cubicBezTo>
                    <a:pt x="100434" y="85430"/>
                    <a:pt x="102055" y="86994"/>
                    <a:pt x="102930" y="90310"/>
                  </a:cubicBezTo>
                  <a:cubicBezTo>
                    <a:pt x="105631" y="100648"/>
                    <a:pt x="108407" y="110967"/>
                    <a:pt x="111629" y="121137"/>
                  </a:cubicBezTo>
                  <a:cubicBezTo>
                    <a:pt x="113268" y="126278"/>
                    <a:pt x="112672" y="129761"/>
                    <a:pt x="107308" y="131661"/>
                  </a:cubicBezTo>
                  <a:cubicBezTo>
                    <a:pt x="105762" y="134325"/>
                    <a:pt x="103638" y="135591"/>
                    <a:pt x="100528" y="134548"/>
                  </a:cubicBezTo>
                  <a:cubicBezTo>
                    <a:pt x="98069" y="129370"/>
                    <a:pt x="97976" y="123652"/>
                    <a:pt x="96728" y="118175"/>
                  </a:cubicBezTo>
                  <a:cubicBezTo>
                    <a:pt x="90395" y="90682"/>
                    <a:pt x="80783" y="64456"/>
                    <a:pt x="66515" y="40055"/>
                  </a:cubicBezTo>
                  <a:cubicBezTo>
                    <a:pt x="60182" y="29233"/>
                    <a:pt x="52434" y="20032"/>
                    <a:pt x="39432" y="16921"/>
                  </a:cubicBezTo>
                  <a:cubicBezTo>
                    <a:pt x="36247" y="16157"/>
                    <a:pt x="33490" y="16139"/>
                    <a:pt x="31255" y="18877"/>
                  </a:cubicBezTo>
                  <a:cubicBezTo>
                    <a:pt x="29243" y="18970"/>
                    <a:pt x="29597" y="20553"/>
                    <a:pt x="29392" y="21801"/>
                  </a:cubicBezTo>
                  <a:cubicBezTo>
                    <a:pt x="24121" y="26588"/>
                    <a:pt x="24419" y="32418"/>
                    <a:pt x="26431" y="38435"/>
                  </a:cubicBezTo>
                  <a:cubicBezTo>
                    <a:pt x="28815" y="45587"/>
                    <a:pt x="32317" y="52274"/>
                    <a:pt x="35856" y="58924"/>
                  </a:cubicBezTo>
                  <a:cubicBezTo>
                    <a:pt x="47293" y="80494"/>
                    <a:pt x="55302" y="103274"/>
                    <a:pt x="60611" y="127079"/>
                  </a:cubicBezTo>
                  <a:cubicBezTo>
                    <a:pt x="62790" y="136839"/>
                    <a:pt x="65752" y="146302"/>
                    <a:pt x="72215" y="154348"/>
                  </a:cubicBezTo>
                  <a:cubicBezTo>
                    <a:pt x="75512" y="158446"/>
                    <a:pt x="78958" y="161873"/>
                    <a:pt x="84341" y="162879"/>
                  </a:cubicBezTo>
                  <a:cubicBezTo>
                    <a:pt x="85813" y="163159"/>
                    <a:pt x="87210" y="163867"/>
                    <a:pt x="87917" y="165394"/>
                  </a:cubicBezTo>
                  <a:cubicBezTo>
                    <a:pt x="88811" y="169343"/>
                    <a:pt x="89501" y="173254"/>
                    <a:pt x="87079" y="176942"/>
                  </a:cubicBezTo>
                  <a:cubicBezTo>
                    <a:pt x="86967" y="179774"/>
                    <a:pt x="84583" y="181525"/>
                    <a:pt x="82702" y="181152"/>
                  </a:cubicBezTo>
                  <a:cubicBezTo>
                    <a:pt x="77896" y="180183"/>
                    <a:pt x="72867" y="181133"/>
                    <a:pt x="68173" y="178246"/>
                  </a:cubicBezTo>
                  <a:cubicBezTo>
                    <a:pt x="61281" y="174055"/>
                    <a:pt x="55134" y="169007"/>
                    <a:pt x="48801" y="164146"/>
                  </a:cubicBezTo>
                  <a:cubicBezTo>
                    <a:pt x="46063" y="162041"/>
                    <a:pt x="46380" y="159340"/>
                    <a:pt x="46287" y="156583"/>
                  </a:cubicBezTo>
                  <a:cubicBezTo>
                    <a:pt x="45914" y="154237"/>
                    <a:pt x="47963" y="153696"/>
                    <a:pt x="49248" y="152728"/>
                  </a:cubicBezTo>
                  <a:cubicBezTo>
                    <a:pt x="47404" y="152914"/>
                    <a:pt x="46343" y="155578"/>
                    <a:pt x="43958" y="154404"/>
                  </a:cubicBezTo>
                  <a:cubicBezTo>
                    <a:pt x="42133" y="154628"/>
                    <a:pt x="40587" y="154088"/>
                    <a:pt x="39469" y="152616"/>
                  </a:cubicBezTo>
                  <a:cubicBezTo>
                    <a:pt x="33304" y="144495"/>
                    <a:pt x="24996" y="138069"/>
                    <a:pt x="21178" y="128085"/>
                  </a:cubicBezTo>
                  <a:cubicBezTo>
                    <a:pt x="19539" y="123801"/>
                    <a:pt x="16819" y="119889"/>
                    <a:pt x="14193" y="116071"/>
                  </a:cubicBezTo>
                  <a:cubicBezTo>
                    <a:pt x="11995" y="112885"/>
                    <a:pt x="13038" y="111023"/>
                    <a:pt x="15869" y="109365"/>
                  </a:cubicBezTo>
                  <a:cubicBezTo>
                    <a:pt x="16559" y="106068"/>
                    <a:pt x="19818" y="105528"/>
                    <a:pt x="21588" y="103814"/>
                  </a:cubicBezTo>
                  <a:cubicBezTo>
                    <a:pt x="19315" y="104541"/>
                    <a:pt x="17527" y="107186"/>
                    <a:pt x="14510" y="106944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A76E342-BD65-FB5A-4A2E-6221FABB5DA0}"/>
                </a:ext>
              </a:extLst>
            </p:cNvPr>
            <p:cNvSpPr/>
            <p:nvPr/>
          </p:nvSpPr>
          <p:spPr>
            <a:xfrm>
              <a:off x="1790214" y="4846599"/>
              <a:ext cx="76264" cy="156502"/>
            </a:xfrm>
            <a:custGeom>
              <a:avLst/>
              <a:gdLst>
                <a:gd name="csX0" fmla="*/ 0 w 76264"/>
                <a:gd name="csY0" fmla="*/ 4159 h 156502"/>
                <a:gd name="csX1" fmla="*/ 7078 w 76264"/>
                <a:gd name="csY1" fmla="*/ 284 h 156502"/>
                <a:gd name="csX2" fmla="*/ 37645 w 76264"/>
                <a:gd name="csY2" fmla="*/ 25356 h 156502"/>
                <a:gd name="csX3" fmla="*/ 69831 w 76264"/>
                <a:gd name="csY3" fmla="*/ 113981 h 156502"/>
                <a:gd name="csX4" fmla="*/ 70055 w 76264"/>
                <a:gd name="csY4" fmla="*/ 119607 h 156502"/>
                <a:gd name="csX5" fmla="*/ 68937 w 76264"/>
                <a:gd name="csY5" fmla="*/ 120668 h 156502"/>
                <a:gd name="csX6" fmla="*/ 70185 w 76264"/>
                <a:gd name="csY6" fmla="*/ 122866 h 156502"/>
                <a:gd name="csX7" fmla="*/ 76258 w 76264"/>
                <a:gd name="csY7" fmla="*/ 128920 h 156502"/>
                <a:gd name="csX8" fmla="*/ 68881 w 76264"/>
                <a:gd name="csY8" fmla="*/ 152837 h 156502"/>
                <a:gd name="csX9" fmla="*/ 59978 w 76264"/>
                <a:gd name="csY9" fmla="*/ 151123 h 156502"/>
                <a:gd name="csX10" fmla="*/ 57538 w 76264"/>
                <a:gd name="csY10" fmla="*/ 137563 h 156502"/>
                <a:gd name="csX11" fmla="*/ 19670 w 76264"/>
                <a:gd name="csY11" fmla="*/ 27759 h 156502"/>
                <a:gd name="csX12" fmla="*/ 2757 w 76264"/>
                <a:gd name="csY12" fmla="*/ 7530 h 156502"/>
                <a:gd name="csX13" fmla="*/ 0 w 76264"/>
                <a:gd name="csY13" fmla="*/ 4159 h 156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4" h="156502">
                  <a:moveTo>
                    <a:pt x="0" y="4159"/>
                  </a:moveTo>
                  <a:cubicBezTo>
                    <a:pt x="913" y="191"/>
                    <a:pt x="3129" y="-498"/>
                    <a:pt x="7078" y="284"/>
                  </a:cubicBezTo>
                  <a:cubicBezTo>
                    <a:pt x="21868" y="3171"/>
                    <a:pt x="30641" y="13118"/>
                    <a:pt x="37645" y="25356"/>
                  </a:cubicBezTo>
                  <a:cubicBezTo>
                    <a:pt x="53514" y="53035"/>
                    <a:pt x="63964" y="82670"/>
                    <a:pt x="69831" y="113981"/>
                  </a:cubicBezTo>
                  <a:cubicBezTo>
                    <a:pt x="70167" y="115807"/>
                    <a:pt x="69999" y="117725"/>
                    <a:pt x="70055" y="119607"/>
                  </a:cubicBezTo>
                  <a:cubicBezTo>
                    <a:pt x="70241" y="120557"/>
                    <a:pt x="70055" y="121115"/>
                    <a:pt x="68937" y="120668"/>
                  </a:cubicBezTo>
                  <a:cubicBezTo>
                    <a:pt x="67280" y="122587"/>
                    <a:pt x="68863" y="123071"/>
                    <a:pt x="70185" y="122866"/>
                  </a:cubicBezTo>
                  <a:cubicBezTo>
                    <a:pt x="75121" y="122084"/>
                    <a:pt x="76220" y="125530"/>
                    <a:pt x="76258" y="128920"/>
                  </a:cubicBezTo>
                  <a:cubicBezTo>
                    <a:pt x="76369" y="137600"/>
                    <a:pt x="75159" y="146056"/>
                    <a:pt x="68881" y="152837"/>
                  </a:cubicBezTo>
                  <a:cubicBezTo>
                    <a:pt x="64001" y="158108"/>
                    <a:pt x="62679" y="157828"/>
                    <a:pt x="59978" y="151123"/>
                  </a:cubicBezTo>
                  <a:cubicBezTo>
                    <a:pt x="56998" y="147006"/>
                    <a:pt x="58115" y="142052"/>
                    <a:pt x="57538" y="137563"/>
                  </a:cubicBezTo>
                  <a:cubicBezTo>
                    <a:pt x="52564" y="98298"/>
                    <a:pt x="40587" y="61492"/>
                    <a:pt x="19670" y="27759"/>
                  </a:cubicBezTo>
                  <a:cubicBezTo>
                    <a:pt x="14994" y="20233"/>
                    <a:pt x="9444" y="13398"/>
                    <a:pt x="2757" y="7530"/>
                  </a:cubicBezTo>
                  <a:cubicBezTo>
                    <a:pt x="1695" y="6562"/>
                    <a:pt x="298" y="5816"/>
                    <a:pt x="0" y="4159"/>
                  </a:cubicBezTo>
                  <a:close/>
                </a:path>
              </a:pathLst>
            </a:custGeom>
            <a:solidFill>
              <a:srgbClr val="9AC6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9E5D24F-9D52-1083-A816-F761D1AD833C}"/>
                </a:ext>
              </a:extLst>
            </p:cNvPr>
            <p:cNvSpPr/>
            <p:nvPr/>
          </p:nvSpPr>
          <p:spPr>
            <a:xfrm>
              <a:off x="1788750" y="4850758"/>
              <a:ext cx="61478" cy="158335"/>
            </a:xfrm>
            <a:custGeom>
              <a:avLst/>
              <a:gdLst>
                <a:gd name="csX0" fmla="*/ 1464 w 61478"/>
                <a:gd name="csY0" fmla="*/ 0 h 158335"/>
                <a:gd name="csX1" fmla="*/ 25175 w 61478"/>
                <a:gd name="csY1" fmla="*/ 27381 h 158335"/>
                <a:gd name="csX2" fmla="*/ 61050 w 61478"/>
                <a:gd name="csY2" fmla="*/ 137371 h 158335"/>
                <a:gd name="csX3" fmla="*/ 61479 w 61478"/>
                <a:gd name="csY3" fmla="*/ 146946 h 158335"/>
                <a:gd name="csX4" fmla="*/ 61293 w 61478"/>
                <a:gd name="csY4" fmla="*/ 155234 h 158335"/>
                <a:gd name="csX5" fmla="*/ 58014 w 61478"/>
                <a:gd name="csY5" fmla="*/ 158140 h 158335"/>
                <a:gd name="csX6" fmla="*/ 57958 w 61478"/>
                <a:gd name="csY6" fmla="*/ 145828 h 158335"/>
                <a:gd name="csX7" fmla="*/ 55611 w 61478"/>
                <a:gd name="csY7" fmla="*/ 131579 h 158335"/>
                <a:gd name="csX8" fmla="*/ 41008 w 61478"/>
                <a:gd name="csY8" fmla="*/ 70353 h 158335"/>
                <a:gd name="csX9" fmla="*/ 12975 w 61478"/>
                <a:gd name="csY9" fmla="*/ 15926 h 158335"/>
                <a:gd name="csX10" fmla="*/ 551 w 61478"/>
                <a:gd name="csY10" fmla="*/ 2179 h 158335"/>
                <a:gd name="csX11" fmla="*/ 1464 w 61478"/>
                <a:gd name="csY11" fmla="*/ 0 h 158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1478" h="158335">
                  <a:moveTo>
                    <a:pt x="1464" y="0"/>
                  </a:moveTo>
                  <a:cubicBezTo>
                    <a:pt x="12379" y="6519"/>
                    <a:pt x="18898" y="16913"/>
                    <a:pt x="25175" y="27381"/>
                  </a:cubicBezTo>
                  <a:cubicBezTo>
                    <a:pt x="45478" y="61300"/>
                    <a:pt x="56599" y="98256"/>
                    <a:pt x="61050" y="137371"/>
                  </a:cubicBezTo>
                  <a:cubicBezTo>
                    <a:pt x="61404" y="140538"/>
                    <a:pt x="61348" y="143760"/>
                    <a:pt x="61479" y="146946"/>
                  </a:cubicBezTo>
                  <a:cubicBezTo>
                    <a:pt x="61404" y="149702"/>
                    <a:pt x="61311" y="152478"/>
                    <a:pt x="61293" y="155234"/>
                  </a:cubicBezTo>
                  <a:cubicBezTo>
                    <a:pt x="61293" y="157488"/>
                    <a:pt x="60622" y="158867"/>
                    <a:pt x="58014" y="158140"/>
                  </a:cubicBezTo>
                  <a:cubicBezTo>
                    <a:pt x="57996" y="154042"/>
                    <a:pt x="57977" y="149926"/>
                    <a:pt x="57958" y="145828"/>
                  </a:cubicBezTo>
                  <a:cubicBezTo>
                    <a:pt x="55332" y="141395"/>
                    <a:pt x="55928" y="136291"/>
                    <a:pt x="55611" y="131579"/>
                  </a:cubicBezTo>
                  <a:cubicBezTo>
                    <a:pt x="54233" y="110288"/>
                    <a:pt x="48142" y="90190"/>
                    <a:pt x="41008" y="70353"/>
                  </a:cubicBezTo>
                  <a:cubicBezTo>
                    <a:pt x="34042" y="51018"/>
                    <a:pt x="25809" y="32299"/>
                    <a:pt x="12975" y="15926"/>
                  </a:cubicBezTo>
                  <a:cubicBezTo>
                    <a:pt x="9138" y="11046"/>
                    <a:pt x="3922" y="7451"/>
                    <a:pt x="551" y="2179"/>
                  </a:cubicBezTo>
                  <a:cubicBezTo>
                    <a:pt x="-287" y="987"/>
                    <a:pt x="-306" y="112"/>
                    <a:pt x="1464" y="0"/>
                  </a:cubicBezTo>
                  <a:close/>
                </a:path>
              </a:pathLst>
            </a:custGeom>
            <a:solidFill>
              <a:srgbClr val="45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ACBFE91-E780-01D6-2946-9B68F036BEE7}"/>
                </a:ext>
              </a:extLst>
            </p:cNvPr>
            <p:cNvSpPr/>
            <p:nvPr/>
          </p:nvSpPr>
          <p:spPr>
            <a:xfrm>
              <a:off x="1853595" y="4908575"/>
              <a:ext cx="9839" cy="10673"/>
            </a:xfrm>
            <a:custGeom>
              <a:avLst/>
              <a:gdLst>
                <a:gd name="csX0" fmla="*/ 3227 w 9839"/>
                <a:gd name="csY0" fmla="*/ 8904 h 10673"/>
                <a:gd name="csX1" fmla="*/ 768 w 9839"/>
                <a:gd name="csY1" fmla="*/ 10543 h 10673"/>
                <a:gd name="csX2" fmla="*/ 731 w 9839"/>
                <a:gd name="csY2" fmla="*/ 7767 h 10673"/>
                <a:gd name="csX3" fmla="*/ 4382 w 9839"/>
                <a:gd name="csY3" fmla="*/ 3129 h 10673"/>
                <a:gd name="csX4" fmla="*/ 9839 w 9839"/>
                <a:gd name="csY4" fmla="*/ 0 h 10673"/>
                <a:gd name="csX5" fmla="*/ 3227 w 9839"/>
                <a:gd name="csY5" fmla="*/ 8904 h 10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839" h="10673">
                  <a:moveTo>
                    <a:pt x="3227" y="8904"/>
                  </a:moveTo>
                  <a:cubicBezTo>
                    <a:pt x="2221" y="9220"/>
                    <a:pt x="2072" y="11195"/>
                    <a:pt x="768" y="10543"/>
                  </a:cubicBezTo>
                  <a:cubicBezTo>
                    <a:pt x="-480" y="9928"/>
                    <a:pt x="5" y="8587"/>
                    <a:pt x="731" y="7767"/>
                  </a:cubicBezTo>
                  <a:cubicBezTo>
                    <a:pt x="2035" y="6277"/>
                    <a:pt x="2370" y="4042"/>
                    <a:pt x="4382" y="3129"/>
                  </a:cubicBezTo>
                  <a:cubicBezTo>
                    <a:pt x="5946" y="2235"/>
                    <a:pt x="7511" y="1322"/>
                    <a:pt x="9839" y="0"/>
                  </a:cubicBezTo>
                  <a:cubicBezTo>
                    <a:pt x="8685" y="4452"/>
                    <a:pt x="4736" y="5793"/>
                    <a:pt x="3227" y="8904"/>
                  </a:cubicBezTo>
                  <a:close/>
                </a:path>
              </a:pathLst>
            </a:custGeom>
            <a:solidFill>
              <a:srgbClr val="5E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0DE8D64-2BC9-551D-D57F-EBAF7EB2FCE8}"/>
                </a:ext>
              </a:extLst>
            </p:cNvPr>
            <p:cNvSpPr/>
            <p:nvPr/>
          </p:nvSpPr>
          <p:spPr>
            <a:xfrm>
              <a:off x="1773964" y="4933386"/>
              <a:ext cx="11648" cy="7990"/>
            </a:xfrm>
            <a:custGeom>
              <a:avLst/>
              <a:gdLst>
                <a:gd name="csX0" fmla="*/ 249 w 11648"/>
                <a:gd name="csY0" fmla="*/ 5551 h 7990"/>
                <a:gd name="csX1" fmla="*/ 11648 w 11648"/>
                <a:gd name="csY1" fmla="*/ 0 h 7990"/>
                <a:gd name="csX2" fmla="*/ 1590 w 11648"/>
                <a:gd name="csY2" fmla="*/ 7991 h 7990"/>
                <a:gd name="csX3" fmla="*/ 249 w 11648"/>
                <a:gd name="csY3" fmla="*/ 5551 h 7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48" h="7990">
                  <a:moveTo>
                    <a:pt x="249" y="5551"/>
                  </a:moveTo>
                  <a:cubicBezTo>
                    <a:pt x="3415" y="3073"/>
                    <a:pt x="6619" y="671"/>
                    <a:pt x="11648" y="0"/>
                  </a:cubicBezTo>
                  <a:cubicBezTo>
                    <a:pt x="8575" y="3967"/>
                    <a:pt x="4701" y="5495"/>
                    <a:pt x="1590" y="7991"/>
                  </a:cubicBezTo>
                  <a:cubicBezTo>
                    <a:pt x="-273" y="7954"/>
                    <a:pt x="-161" y="6836"/>
                    <a:pt x="249" y="5551"/>
                  </a:cubicBezTo>
                  <a:close/>
                </a:path>
              </a:pathLst>
            </a:custGeom>
            <a:solidFill>
              <a:srgbClr val="5B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CF1FB28-34A3-0ECF-3E97-1938319B1E38}"/>
                </a:ext>
              </a:extLst>
            </p:cNvPr>
            <p:cNvSpPr/>
            <p:nvPr/>
          </p:nvSpPr>
          <p:spPr>
            <a:xfrm>
              <a:off x="1803625" y="4982299"/>
              <a:ext cx="8437" cy="6298"/>
            </a:xfrm>
            <a:custGeom>
              <a:avLst/>
              <a:gdLst>
                <a:gd name="csX0" fmla="*/ 0 w 8437"/>
                <a:gd name="csY0" fmla="*/ 4098 h 6298"/>
                <a:gd name="csX1" fmla="*/ 8438 w 8437"/>
                <a:gd name="csY1" fmla="*/ 0 h 6298"/>
                <a:gd name="csX2" fmla="*/ 2347 w 8437"/>
                <a:gd name="csY2" fmla="*/ 6277 h 6298"/>
                <a:gd name="csX3" fmla="*/ 0 w 8437"/>
                <a:gd name="csY3" fmla="*/ 4098 h 6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37" h="6298">
                  <a:moveTo>
                    <a:pt x="0" y="4098"/>
                  </a:moveTo>
                  <a:cubicBezTo>
                    <a:pt x="2608" y="2496"/>
                    <a:pt x="5048" y="559"/>
                    <a:pt x="8438" y="0"/>
                  </a:cubicBezTo>
                  <a:cubicBezTo>
                    <a:pt x="7358" y="3297"/>
                    <a:pt x="3967" y="3930"/>
                    <a:pt x="2347" y="6277"/>
                  </a:cubicBezTo>
                  <a:cubicBezTo>
                    <a:pt x="726" y="6445"/>
                    <a:pt x="37" y="5625"/>
                    <a:pt x="0" y="4098"/>
                  </a:cubicBezTo>
                  <a:close/>
                </a:path>
              </a:pathLst>
            </a:custGeom>
            <a:solidFill>
              <a:srgbClr val="59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61CD94E-DDAD-D7D3-92DD-3F99C8C4524A}"/>
                </a:ext>
              </a:extLst>
            </p:cNvPr>
            <p:cNvSpPr/>
            <p:nvPr/>
          </p:nvSpPr>
          <p:spPr>
            <a:xfrm>
              <a:off x="1859188" y="4963635"/>
              <a:ext cx="9592" cy="4611"/>
            </a:xfrm>
            <a:custGeom>
              <a:avLst/>
              <a:gdLst>
                <a:gd name="csX0" fmla="*/ 0 w 9592"/>
                <a:gd name="csY0" fmla="*/ 3614 h 4611"/>
                <a:gd name="csX1" fmla="*/ 1118 w 9592"/>
                <a:gd name="csY1" fmla="*/ 2552 h 4611"/>
                <a:gd name="csX2" fmla="*/ 7842 w 9592"/>
                <a:gd name="csY2" fmla="*/ 0 h 4611"/>
                <a:gd name="csX3" fmla="*/ 9593 w 9592"/>
                <a:gd name="csY3" fmla="*/ 1062 h 4611"/>
                <a:gd name="csX4" fmla="*/ 0 w 9592"/>
                <a:gd name="csY4" fmla="*/ 3614 h 4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92" h="4611">
                  <a:moveTo>
                    <a:pt x="0" y="3614"/>
                  </a:moveTo>
                  <a:cubicBezTo>
                    <a:pt x="373" y="3260"/>
                    <a:pt x="745" y="2906"/>
                    <a:pt x="1118" y="2552"/>
                  </a:cubicBezTo>
                  <a:cubicBezTo>
                    <a:pt x="3725" y="2664"/>
                    <a:pt x="5774" y="1341"/>
                    <a:pt x="7842" y="0"/>
                  </a:cubicBezTo>
                  <a:cubicBezTo>
                    <a:pt x="8419" y="354"/>
                    <a:pt x="9015" y="708"/>
                    <a:pt x="9593" y="1062"/>
                  </a:cubicBezTo>
                  <a:cubicBezTo>
                    <a:pt x="6706" y="3129"/>
                    <a:pt x="4117" y="6221"/>
                    <a:pt x="0" y="3614"/>
                  </a:cubicBezTo>
                  <a:close/>
                </a:path>
              </a:pathLst>
            </a:custGeom>
            <a:solidFill>
              <a:srgbClr val="5672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DA86835-D3B9-DFBE-0D96-EBFCB018E66A}"/>
                </a:ext>
              </a:extLst>
            </p:cNvPr>
            <p:cNvSpPr/>
            <p:nvPr/>
          </p:nvSpPr>
          <p:spPr>
            <a:xfrm>
              <a:off x="1661430" y="5017946"/>
              <a:ext cx="95479" cy="63612"/>
            </a:xfrm>
            <a:custGeom>
              <a:avLst/>
              <a:gdLst>
                <a:gd name="csX0" fmla="*/ 85811 w 95479"/>
                <a:gd name="csY0" fmla="*/ 54562 h 63612"/>
                <a:gd name="csX1" fmla="*/ 84880 w 95479"/>
                <a:gd name="csY1" fmla="*/ 61081 h 63612"/>
                <a:gd name="csX2" fmla="*/ 60479 w 95479"/>
                <a:gd name="csY2" fmla="*/ 62999 h 63612"/>
                <a:gd name="csX3" fmla="*/ 37755 w 95479"/>
                <a:gd name="csY3" fmla="*/ 57113 h 63612"/>
                <a:gd name="csX4" fmla="*/ 1861 w 95479"/>
                <a:gd name="csY4" fmla="*/ 27236 h 63612"/>
                <a:gd name="csX5" fmla="*/ 18532 w 95479"/>
                <a:gd name="csY5" fmla="*/ 41 h 63612"/>
                <a:gd name="csX6" fmla="*/ 56120 w 95479"/>
                <a:gd name="csY6" fmla="*/ 15036 h 63612"/>
                <a:gd name="csX7" fmla="*/ 58784 w 95479"/>
                <a:gd name="csY7" fmla="*/ 17066 h 63612"/>
                <a:gd name="csX8" fmla="*/ 59771 w 95479"/>
                <a:gd name="csY8" fmla="*/ 17048 h 63612"/>
                <a:gd name="csX9" fmla="*/ 86854 w 95479"/>
                <a:gd name="csY9" fmla="*/ 31055 h 63612"/>
                <a:gd name="csX10" fmla="*/ 95125 w 95479"/>
                <a:gd name="csY10" fmla="*/ 42920 h 63612"/>
                <a:gd name="csX11" fmla="*/ 88661 w 95479"/>
                <a:gd name="csY11" fmla="*/ 50967 h 63612"/>
                <a:gd name="csX12" fmla="*/ 85849 w 95479"/>
                <a:gd name="csY12" fmla="*/ 50985 h 63612"/>
                <a:gd name="csX13" fmla="*/ 69830 w 95479"/>
                <a:gd name="csY13" fmla="*/ 46198 h 63612"/>
                <a:gd name="csX14" fmla="*/ 68135 w 95479"/>
                <a:gd name="csY14" fmla="*/ 39437 h 63612"/>
                <a:gd name="csX15" fmla="*/ 30080 w 95479"/>
                <a:gd name="csY15" fmla="*/ 17457 h 63612"/>
                <a:gd name="csX16" fmla="*/ 26169 w 95479"/>
                <a:gd name="csY16" fmla="*/ 20456 h 63612"/>
                <a:gd name="csX17" fmla="*/ 20674 w 95479"/>
                <a:gd name="csY17" fmla="*/ 18649 h 63612"/>
                <a:gd name="csX18" fmla="*/ 21475 w 95479"/>
                <a:gd name="csY18" fmla="*/ 21965 h 63612"/>
                <a:gd name="csX19" fmla="*/ 21885 w 95479"/>
                <a:gd name="csY19" fmla="*/ 28391 h 63612"/>
                <a:gd name="csX20" fmla="*/ 51836 w 95479"/>
                <a:gd name="csY20" fmla="*/ 46012 h 63612"/>
                <a:gd name="csX21" fmla="*/ 58933 w 95479"/>
                <a:gd name="csY21" fmla="*/ 43702 h 63612"/>
                <a:gd name="csX22" fmla="*/ 63236 w 95479"/>
                <a:gd name="csY22" fmla="*/ 44280 h 63612"/>
                <a:gd name="csX23" fmla="*/ 85811 w 95479"/>
                <a:gd name="csY23" fmla="*/ 54562 h 6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5479" h="63612">
                  <a:moveTo>
                    <a:pt x="85811" y="54562"/>
                  </a:moveTo>
                  <a:cubicBezTo>
                    <a:pt x="89350" y="57281"/>
                    <a:pt x="88661" y="59442"/>
                    <a:pt x="84880" y="61081"/>
                  </a:cubicBezTo>
                  <a:cubicBezTo>
                    <a:pt x="76982" y="64508"/>
                    <a:pt x="68693" y="63689"/>
                    <a:pt x="60479" y="62999"/>
                  </a:cubicBezTo>
                  <a:cubicBezTo>
                    <a:pt x="52600" y="62329"/>
                    <a:pt x="44721" y="60392"/>
                    <a:pt x="37755" y="57113"/>
                  </a:cubicBezTo>
                  <a:cubicBezTo>
                    <a:pt x="23375" y="50333"/>
                    <a:pt x="9479" y="42324"/>
                    <a:pt x="1861" y="27236"/>
                  </a:cubicBezTo>
                  <a:cubicBezTo>
                    <a:pt x="-4155" y="15315"/>
                    <a:pt x="5214" y="600"/>
                    <a:pt x="18532" y="41"/>
                  </a:cubicBezTo>
                  <a:cubicBezTo>
                    <a:pt x="33433" y="-573"/>
                    <a:pt x="45317" y="5704"/>
                    <a:pt x="56120" y="15036"/>
                  </a:cubicBezTo>
                  <a:cubicBezTo>
                    <a:pt x="56959" y="15762"/>
                    <a:pt x="57890" y="16377"/>
                    <a:pt x="58784" y="17066"/>
                  </a:cubicBezTo>
                  <a:cubicBezTo>
                    <a:pt x="59101" y="16563"/>
                    <a:pt x="59436" y="16526"/>
                    <a:pt x="59771" y="17048"/>
                  </a:cubicBezTo>
                  <a:cubicBezTo>
                    <a:pt x="69550" y="20270"/>
                    <a:pt x="78491" y="25150"/>
                    <a:pt x="86854" y="31055"/>
                  </a:cubicBezTo>
                  <a:cubicBezTo>
                    <a:pt x="90971" y="33961"/>
                    <a:pt x="94324" y="37407"/>
                    <a:pt x="95125" y="42920"/>
                  </a:cubicBezTo>
                  <a:cubicBezTo>
                    <a:pt x="96112" y="49663"/>
                    <a:pt x="95367" y="50911"/>
                    <a:pt x="88661" y="50967"/>
                  </a:cubicBezTo>
                  <a:cubicBezTo>
                    <a:pt x="87730" y="50967"/>
                    <a:pt x="86799" y="50985"/>
                    <a:pt x="85849" y="50985"/>
                  </a:cubicBezTo>
                  <a:cubicBezTo>
                    <a:pt x="79441" y="52941"/>
                    <a:pt x="74728" y="49234"/>
                    <a:pt x="69830" y="46198"/>
                  </a:cubicBezTo>
                  <a:cubicBezTo>
                    <a:pt x="70724" y="43591"/>
                    <a:pt x="71096" y="41095"/>
                    <a:pt x="68135" y="39437"/>
                  </a:cubicBezTo>
                  <a:cubicBezTo>
                    <a:pt x="55357" y="32266"/>
                    <a:pt x="44032" y="22617"/>
                    <a:pt x="30080" y="17457"/>
                  </a:cubicBezTo>
                  <a:cubicBezTo>
                    <a:pt x="26951" y="16302"/>
                    <a:pt x="25033" y="16265"/>
                    <a:pt x="26169" y="20456"/>
                  </a:cubicBezTo>
                  <a:cubicBezTo>
                    <a:pt x="23580" y="22207"/>
                    <a:pt x="22350" y="19860"/>
                    <a:pt x="20674" y="18649"/>
                  </a:cubicBezTo>
                  <a:cubicBezTo>
                    <a:pt x="20879" y="19767"/>
                    <a:pt x="22332" y="20605"/>
                    <a:pt x="21475" y="21965"/>
                  </a:cubicBezTo>
                  <a:cubicBezTo>
                    <a:pt x="19240" y="24256"/>
                    <a:pt x="20134" y="26380"/>
                    <a:pt x="21885" y="28391"/>
                  </a:cubicBezTo>
                  <a:cubicBezTo>
                    <a:pt x="29913" y="37593"/>
                    <a:pt x="40101" y="43106"/>
                    <a:pt x="51836" y="46012"/>
                  </a:cubicBezTo>
                  <a:cubicBezTo>
                    <a:pt x="54668" y="46701"/>
                    <a:pt x="56959" y="45695"/>
                    <a:pt x="58933" y="43702"/>
                  </a:cubicBezTo>
                  <a:cubicBezTo>
                    <a:pt x="60460" y="43162"/>
                    <a:pt x="61895" y="43646"/>
                    <a:pt x="63236" y="44280"/>
                  </a:cubicBezTo>
                  <a:cubicBezTo>
                    <a:pt x="70705" y="47819"/>
                    <a:pt x="78677" y="50277"/>
                    <a:pt x="85811" y="54562"/>
                  </a:cubicBezTo>
                  <a:close/>
                </a:path>
              </a:pathLst>
            </a:custGeom>
            <a:solidFill>
              <a:srgbClr val="98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FA3055A-E18C-2BDA-BEE0-EDB380F772C4}"/>
                </a:ext>
              </a:extLst>
            </p:cNvPr>
            <p:cNvSpPr/>
            <p:nvPr/>
          </p:nvSpPr>
          <p:spPr>
            <a:xfrm>
              <a:off x="1678528" y="5034257"/>
              <a:ext cx="81566" cy="39357"/>
            </a:xfrm>
            <a:custGeom>
              <a:avLst/>
              <a:gdLst>
                <a:gd name="csX0" fmla="*/ 68714 w 81566"/>
                <a:gd name="csY0" fmla="*/ 38251 h 39357"/>
                <a:gd name="csX1" fmla="*/ 45319 w 81566"/>
                <a:gd name="csY1" fmla="*/ 29142 h 39357"/>
                <a:gd name="csX2" fmla="*/ 41612 w 81566"/>
                <a:gd name="csY2" fmla="*/ 28043 h 39357"/>
                <a:gd name="csX3" fmla="*/ 40532 w 81566"/>
                <a:gd name="csY3" fmla="*/ 28267 h 39357"/>
                <a:gd name="csX4" fmla="*/ 5029 w 81566"/>
                <a:gd name="csY4" fmla="*/ 6809 h 39357"/>
                <a:gd name="csX5" fmla="*/ 4452 w 81566"/>
                <a:gd name="csY5" fmla="*/ 5244 h 39357"/>
                <a:gd name="csX6" fmla="*/ 0 w 81566"/>
                <a:gd name="csY6" fmla="*/ 141 h 39357"/>
                <a:gd name="csX7" fmla="*/ 8773 w 81566"/>
                <a:gd name="csY7" fmla="*/ 4555 h 39357"/>
                <a:gd name="csX8" fmla="*/ 26599 w 81566"/>
                <a:gd name="csY8" fmla="*/ 15079 h 39357"/>
                <a:gd name="csX9" fmla="*/ 49715 w 81566"/>
                <a:gd name="csY9" fmla="*/ 26758 h 39357"/>
                <a:gd name="csX10" fmla="*/ 52769 w 81566"/>
                <a:gd name="csY10" fmla="*/ 29086 h 39357"/>
                <a:gd name="csX11" fmla="*/ 68751 w 81566"/>
                <a:gd name="csY11" fmla="*/ 34674 h 39357"/>
                <a:gd name="csX12" fmla="*/ 81566 w 81566"/>
                <a:gd name="csY12" fmla="*/ 38102 h 39357"/>
                <a:gd name="csX13" fmla="*/ 68714 w 81566"/>
                <a:gd name="csY13" fmla="*/ 38251 h 39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1566" h="39357">
                  <a:moveTo>
                    <a:pt x="68714" y="38251"/>
                  </a:moveTo>
                  <a:cubicBezTo>
                    <a:pt x="60313" y="36761"/>
                    <a:pt x="53198" y="31955"/>
                    <a:pt x="45319" y="29142"/>
                  </a:cubicBezTo>
                  <a:cubicBezTo>
                    <a:pt x="44108" y="28714"/>
                    <a:pt x="43046" y="27745"/>
                    <a:pt x="41612" y="28043"/>
                  </a:cubicBezTo>
                  <a:cubicBezTo>
                    <a:pt x="41258" y="28211"/>
                    <a:pt x="40848" y="28397"/>
                    <a:pt x="40532" y="28267"/>
                  </a:cubicBezTo>
                  <a:cubicBezTo>
                    <a:pt x="27530" y="23051"/>
                    <a:pt x="15516" y="16197"/>
                    <a:pt x="5029" y="6809"/>
                  </a:cubicBezTo>
                  <a:cubicBezTo>
                    <a:pt x="4619" y="6436"/>
                    <a:pt x="4526" y="5822"/>
                    <a:pt x="4452" y="5244"/>
                  </a:cubicBezTo>
                  <a:cubicBezTo>
                    <a:pt x="3763" y="2972"/>
                    <a:pt x="466" y="3084"/>
                    <a:pt x="0" y="141"/>
                  </a:cubicBezTo>
                  <a:cubicBezTo>
                    <a:pt x="4266" y="-865"/>
                    <a:pt x="5588" y="3829"/>
                    <a:pt x="8773" y="4555"/>
                  </a:cubicBezTo>
                  <a:cubicBezTo>
                    <a:pt x="15460" y="6790"/>
                    <a:pt x="20489" y="11801"/>
                    <a:pt x="26599" y="15079"/>
                  </a:cubicBezTo>
                  <a:cubicBezTo>
                    <a:pt x="34217" y="19158"/>
                    <a:pt x="41817" y="23238"/>
                    <a:pt x="49715" y="26758"/>
                  </a:cubicBezTo>
                  <a:cubicBezTo>
                    <a:pt x="50925" y="27298"/>
                    <a:pt x="52155" y="27783"/>
                    <a:pt x="52769" y="29086"/>
                  </a:cubicBezTo>
                  <a:cubicBezTo>
                    <a:pt x="57780" y="31825"/>
                    <a:pt x="63089" y="33780"/>
                    <a:pt x="68751" y="34674"/>
                  </a:cubicBezTo>
                  <a:cubicBezTo>
                    <a:pt x="72439" y="36910"/>
                    <a:pt x="77152" y="35550"/>
                    <a:pt x="81566" y="38102"/>
                  </a:cubicBezTo>
                  <a:cubicBezTo>
                    <a:pt x="76798" y="40952"/>
                    <a:pt x="72719" y="38027"/>
                    <a:pt x="68714" y="38251"/>
                  </a:cubicBezTo>
                  <a:close/>
                </a:path>
              </a:pathLst>
            </a:custGeom>
            <a:solidFill>
              <a:srgbClr val="4A5F2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4B10095-E1FB-F7EB-14C8-8AFDEEAE74FF}"/>
                </a:ext>
              </a:extLst>
            </p:cNvPr>
            <p:cNvSpPr/>
            <p:nvPr/>
          </p:nvSpPr>
          <p:spPr>
            <a:xfrm>
              <a:off x="1720215" y="5015287"/>
              <a:ext cx="7785" cy="19725"/>
            </a:xfrm>
            <a:custGeom>
              <a:avLst/>
              <a:gdLst>
                <a:gd name="csX0" fmla="*/ 969 w 7785"/>
                <a:gd name="csY0" fmla="*/ 19707 h 19725"/>
                <a:gd name="csX1" fmla="*/ 484 w 7785"/>
                <a:gd name="csY1" fmla="*/ 19726 h 19725"/>
                <a:gd name="csX2" fmla="*/ 0 w 7785"/>
                <a:gd name="csY2" fmla="*/ 19726 h 19725"/>
                <a:gd name="csX3" fmla="*/ 7786 w 7785"/>
                <a:gd name="csY3" fmla="*/ 0 h 19725"/>
                <a:gd name="csX4" fmla="*/ 969 w 7785"/>
                <a:gd name="csY4" fmla="*/ 19707 h 1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85" h="19725">
                  <a:moveTo>
                    <a:pt x="969" y="19707"/>
                  </a:moveTo>
                  <a:lnTo>
                    <a:pt x="484" y="19726"/>
                  </a:lnTo>
                  <a:cubicBezTo>
                    <a:pt x="484" y="19726"/>
                    <a:pt x="0" y="19726"/>
                    <a:pt x="0" y="19726"/>
                  </a:cubicBezTo>
                  <a:cubicBezTo>
                    <a:pt x="540" y="12349"/>
                    <a:pt x="4955" y="6501"/>
                    <a:pt x="7786" y="0"/>
                  </a:cubicBezTo>
                  <a:cubicBezTo>
                    <a:pt x="7022" y="7097"/>
                    <a:pt x="4005" y="13411"/>
                    <a:pt x="969" y="19707"/>
                  </a:cubicBezTo>
                  <a:close/>
                </a:path>
              </a:pathLst>
            </a:custGeom>
            <a:solidFill>
              <a:srgbClr val="58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C3DADD4-2ED2-010B-8D4A-63C27661E30B}"/>
                </a:ext>
              </a:extLst>
            </p:cNvPr>
            <p:cNvSpPr/>
            <p:nvPr/>
          </p:nvSpPr>
          <p:spPr>
            <a:xfrm>
              <a:off x="1685486" y="5082362"/>
              <a:ext cx="3845" cy="12312"/>
            </a:xfrm>
            <a:custGeom>
              <a:avLst/>
              <a:gdLst>
                <a:gd name="csX0" fmla="*/ 3846 w 3845"/>
                <a:gd name="csY0" fmla="*/ 0 h 12312"/>
                <a:gd name="csX1" fmla="*/ 381 w 3845"/>
                <a:gd name="csY1" fmla="*/ 12312 h 12312"/>
                <a:gd name="csX2" fmla="*/ 3846 w 3845"/>
                <a:gd name="csY2" fmla="*/ 0 h 1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45" h="12312">
                  <a:moveTo>
                    <a:pt x="3846" y="0"/>
                  </a:moveTo>
                  <a:cubicBezTo>
                    <a:pt x="3082" y="4340"/>
                    <a:pt x="3026" y="7805"/>
                    <a:pt x="381" y="12312"/>
                  </a:cubicBezTo>
                  <a:cubicBezTo>
                    <a:pt x="-680" y="6966"/>
                    <a:pt x="475" y="3744"/>
                    <a:pt x="3846" y="0"/>
                  </a:cubicBezTo>
                  <a:close/>
                </a:path>
              </a:pathLst>
            </a:custGeom>
            <a:solidFill>
              <a:srgbClr val="5274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963D868-9E1E-CD3E-6860-EA0127E90C39}"/>
                </a:ext>
              </a:extLst>
            </p:cNvPr>
            <p:cNvSpPr/>
            <p:nvPr/>
          </p:nvSpPr>
          <p:spPr>
            <a:xfrm>
              <a:off x="2024976" y="5143364"/>
              <a:ext cx="317636" cy="110940"/>
            </a:xfrm>
            <a:custGeom>
              <a:avLst/>
              <a:gdLst>
                <a:gd name="csX0" fmla="*/ 51063 w 317636"/>
                <a:gd name="csY0" fmla="*/ 37 h 110940"/>
                <a:gd name="csX1" fmla="*/ 123279 w 317636"/>
                <a:gd name="csY1" fmla="*/ 6575 h 110940"/>
                <a:gd name="csX2" fmla="*/ 162358 w 317636"/>
                <a:gd name="csY2" fmla="*/ 16316 h 110940"/>
                <a:gd name="csX3" fmla="*/ 209036 w 317636"/>
                <a:gd name="csY3" fmla="*/ 30212 h 110940"/>
                <a:gd name="csX4" fmla="*/ 249288 w 317636"/>
                <a:gd name="csY4" fmla="*/ 48634 h 110940"/>
                <a:gd name="csX5" fmla="*/ 273093 w 317636"/>
                <a:gd name="csY5" fmla="*/ 64559 h 110940"/>
                <a:gd name="csX6" fmla="*/ 301704 w 317636"/>
                <a:gd name="csY6" fmla="*/ 77263 h 110940"/>
                <a:gd name="csX7" fmla="*/ 313644 w 317636"/>
                <a:gd name="csY7" fmla="*/ 81901 h 110940"/>
                <a:gd name="csX8" fmla="*/ 315283 w 317636"/>
                <a:gd name="csY8" fmla="*/ 83354 h 110940"/>
                <a:gd name="csX9" fmla="*/ 314314 w 317636"/>
                <a:gd name="csY9" fmla="*/ 109040 h 110940"/>
                <a:gd name="csX10" fmla="*/ 308763 w 317636"/>
                <a:gd name="csY10" fmla="*/ 110940 h 110940"/>
                <a:gd name="csX11" fmla="*/ 271361 w 317636"/>
                <a:gd name="csY11" fmla="*/ 107587 h 110940"/>
                <a:gd name="csX12" fmla="*/ 223602 w 317636"/>
                <a:gd name="csY12" fmla="*/ 98367 h 110940"/>
                <a:gd name="csX13" fmla="*/ 196482 w 317636"/>
                <a:gd name="csY13" fmla="*/ 92406 h 110940"/>
                <a:gd name="csX14" fmla="*/ 178675 w 317636"/>
                <a:gd name="csY14" fmla="*/ 85906 h 110940"/>
                <a:gd name="csX15" fmla="*/ 157366 w 317636"/>
                <a:gd name="csY15" fmla="*/ 81621 h 110940"/>
                <a:gd name="csX16" fmla="*/ 149077 w 317636"/>
                <a:gd name="csY16" fmla="*/ 77859 h 110940"/>
                <a:gd name="csX17" fmla="*/ 136597 w 317636"/>
                <a:gd name="csY17" fmla="*/ 73854 h 110940"/>
                <a:gd name="csX18" fmla="*/ 114413 w 317636"/>
                <a:gd name="csY18" fmla="*/ 68210 h 110940"/>
                <a:gd name="csX19" fmla="*/ 104541 w 317636"/>
                <a:gd name="csY19" fmla="*/ 67186 h 110940"/>
                <a:gd name="csX20" fmla="*/ 81164 w 317636"/>
                <a:gd name="csY20" fmla="*/ 63330 h 110940"/>
                <a:gd name="csX21" fmla="*/ 23906 w 317636"/>
                <a:gd name="csY21" fmla="*/ 51912 h 110940"/>
                <a:gd name="csX22" fmla="*/ 7160 w 317636"/>
                <a:gd name="csY22" fmla="*/ 45355 h 110940"/>
                <a:gd name="csX23" fmla="*/ 809 w 317636"/>
                <a:gd name="csY23" fmla="*/ 28889 h 110940"/>
                <a:gd name="csX24" fmla="*/ 29531 w 317636"/>
                <a:gd name="csY24" fmla="*/ 3334 h 110940"/>
                <a:gd name="csX25" fmla="*/ 51063 w 317636"/>
                <a:gd name="csY25" fmla="*/ 37 h 11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17636" h="110940">
                  <a:moveTo>
                    <a:pt x="51063" y="37"/>
                  </a:moveTo>
                  <a:cubicBezTo>
                    <a:pt x="77513" y="558"/>
                    <a:pt x="100517" y="1769"/>
                    <a:pt x="123279" y="6575"/>
                  </a:cubicBezTo>
                  <a:cubicBezTo>
                    <a:pt x="136448" y="9369"/>
                    <a:pt x="149319" y="13262"/>
                    <a:pt x="162358" y="16316"/>
                  </a:cubicBezTo>
                  <a:cubicBezTo>
                    <a:pt x="178246" y="20042"/>
                    <a:pt x="193278" y="26207"/>
                    <a:pt x="209036" y="30212"/>
                  </a:cubicBezTo>
                  <a:cubicBezTo>
                    <a:pt x="223435" y="33863"/>
                    <a:pt x="236809" y="40457"/>
                    <a:pt x="249288" y="48634"/>
                  </a:cubicBezTo>
                  <a:cubicBezTo>
                    <a:pt x="257279" y="53868"/>
                    <a:pt x="265307" y="59027"/>
                    <a:pt x="273093" y="64559"/>
                  </a:cubicBezTo>
                  <a:cubicBezTo>
                    <a:pt x="281792" y="70762"/>
                    <a:pt x="291720" y="74152"/>
                    <a:pt x="301704" y="77263"/>
                  </a:cubicBezTo>
                  <a:cubicBezTo>
                    <a:pt x="305820" y="78548"/>
                    <a:pt x="309341" y="81174"/>
                    <a:pt x="313644" y="81901"/>
                  </a:cubicBezTo>
                  <a:cubicBezTo>
                    <a:pt x="314258" y="82013"/>
                    <a:pt x="314836" y="82776"/>
                    <a:pt x="315283" y="83354"/>
                  </a:cubicBezTo>
                  <a:cubicBezTo>
                    <a:pt x="318915" y="88085"/>
                    <a:pt x="318151" y="104197"/>
                    <a:pt x="314314" y="109040"/>
                  </a:cubicBezTo>
                  <a:cubicBezTo>
                    <a:pt x="312731" y="111052"/>
                    <a:pt x="310812" y="110940"/>
                    <a:pt x="308763" y="110940"/>
                  </a:cubicBezTo>
                  <a:cubicBezTo>
                    <a:pt x="296190" y="110940"/>
                    <a:pt x="283692" y="110269"/>
                    <a:pt x="271361" y="107587"/>
                  </a:cubicBezTo>
                  <a:cubicBezTo>
                    <a:pt x="255510" y="104122"/>
                    <a:pt x="239044" y="103470"/>
                    <a:pt x="223602" y="98367"/>
                  </a:cubicBezTo>
                  <a:cubicBezTo>
                    <a:pt x="214643" y="95386"/>
                    <a:pt x="205497" y="94437"/>
                    <a:pt x="196482" y="92406"/>
                  </a:cubicBezTo>
                  <a:cubicBezTo>
                    <a:pt x="190521" y="91065"/>
                    <a:pt x="184468" y="88476"/>
                    <a:pt x="178675" y="85906"/>
                  </a:cubicBezTo>
                  <a:cubicBezTo>
                    <a:pt x="171895" y="82888"/>
                    <a:pt x="164630" y="82106"/>
                    <a:pt x="157366" y="81621"/>
                  </a:cubicBezTo>
                  <a:cubicBezTo>
                    <a:pt x="154013" y="81398"/>
                    <a:pt x="151480" y="80634"/>
                    <a:pt x="149077" y="77859"/>
                  </a:cubicBezTo>
                  <a:cubicBezTo>
                    <a:pt x="145966" y="74264"/>
                    <a:pt x="140769" y="75233"/>
                    <a:pt x="136597" y="73854"/>
                  </a:cubicBezTo>
                  <a:cubicBezTo>
                    <a:pt x="129351" y="71470"/>
                    <a:pt x="121435" y="71712"/>
                    <a:pt x="114413" y="68210"/>
                  </a:cubicBezTo>
                  <a:cubicBezTo>
                    <a:pt x="111358" y="66683"/>
                    <a:pt x="107800" y="67484"/>
                    <a:pt x="104541" y="67186"/>
                  </a:cubicBezTo>
                  <a:cubicBezTo>
                    <a:pt x="96624" y="66441"/>
                    <a:pt x="88727" y="65360"/>
                    <a:pt x="81164" y="63330"/>
                  </a:cubicBezTo>
                  <a:cubicBezTo>
                    <a:pt x="62295" y="58264"/>
                    <a:pt x="42663" y="57239"/>
                    <a:pt x="23906" y="51912"/>
                  </a:cubicBezTo>
                  <a:cubicBezTo>
                    <a:pt x="18150" y="50273"/>
                    <a:pt x="12562" y="47926"/>
                    <a:pt x="7160" y="45355"/>
                  </a:cubicBezTo>
                  <a:cubicBezTo>
                    <a:pt x="1479" y="42636"/>
                    <a:pt x="-1557" y="34850"/>
                    <a:pt x="809" y="28889"/>
                  </a:cubicBezTo>
                  <a:cubicBezTo>
                    <a:pt x="6061" y="15646"/>
                    <a:pt x="14350" y="6128"/>
                    <a:pt x="29531" y="3334"/>
                  </a:cubicBezTo>
                  <a:cubicBezTo>
                    <a:pt x="37801" y="1732"/>
                    <a:pt x="45904" y="-299"/>
                    <a:pt x="51063" y="37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3CC603A4-519C-9350-F62D-0BEABA8686CA}"/>
                </a:ext>
              </a:extLst>
            </p:cNvPr>
            <p:cNvSpPr/>
            <p:nvPr/>
          </p:nvSpPr>
          <p:spPr>
            <a:xfrm>
              <a:off x="2095393" y="5121417"/>
              <a:ext cx="4417" cy="19375"/>
            </a:xfrm>
            <a:custGeom>
              <a:avLst/>
              <a:gdLst>
                <a:gd name="csX0" fmla="*/ 0 w 4417"/>
                <a:gd name="csY0" fmla="*/ 15408 h 19375"/>
                <a:gd name="csX1" fmla="*/ 1565 w 4417"/>
                <a:gd name="csY1" fmla="*/ 2929 h 19375"/>
                <a:gd name="csX2" fmla="*/ 2142 w 4417"/>
                <a:gd name="csY2" fmla="*/ 79 h 19375"/>
                <a:gd name="csX3" fmla="*/ 4415 w 4417"/>
                <a:gd name="csY3" fmla="*/ 2500 h 19375"/>
                <a:gd name="csX4" fmla="*/ 3520 w 4417"/>
                <a:gd name="csY4" fmla="*/ 14235 h 19375"/>
                <a:gd name="csX5" fmla="*/ 1099 w 4417"/>
                <a:gd name="csY5" fmla="*/ 19376 h 19375"/>
                <a:gd name="csX6" fmla="*/ 0 w 4417"/>
                <a:gd name="csY6" fmla="*/ 15408 h 19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17" h="19375">
                  <a:moveTo>
                    <a:pt x="0" y="15408"/>
                  </a:moveTo>
                  <a:cubicBezTo>
                    <a:pt x="1267" y="11348"/>
                    <a:pt x="2570" y="7269"/>
                    <a:pt x="1565" y="2929"/>
                  </a:cubicBezTo>
                  <a:cubicBezTo>
                    <a:pt x="1304" y="1830"/>
                    <a:pt x="764" y="451"/>
                    <a:pt x="2142" y="79"/>
                  </a:cubicBezTo>
                  <a:cubicBezTo>
                    <a:pt x="3837" y="-368"/>
                    <a:pt x="4470" y="1178"/>
                    <a:pt x="4415" y="2500"/>
                  </a:cubicBezTo>
                  <a:cubicBezTo>
                    <a:pt x="4228" y="6412"/>
                    <a:pt x="3837" y="10323"/>
                    <a:pt x="3520" y="14235"/>
                  </a:cubicBezTo>
                  <a:cubicBezTo>
                    <a:pt x="3204" y="16154"/>
                    <a:pt x="2999" y="18146"/>
                    <a:pt x="1099" y="19376"/>
                  </a:cubicBezTo>
                  <a:cubicBezTo>
                    <a:pt x="-559" y="18333"/>
                    <a:pt x="317" y="16712"/>
                    <a:pt x="0" y="15408"/>
                  </a:cubicBezTo>
                  <a:close/>
                </a:path>
              </a:pathLst>
            </a:custGeom>
            <a:solidFill>
              <a:srgbClr val="53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9670EDA-6181-18D1-D42A-0EFDC821E4BA}"/>
                </a:ext>
              </a:extLst>
            </p:cNvPr>
            <p:cNvSpPr/>
            <p:nvPr/>
          </p:nvSpPr>
          <p:spPr>
            <a:xfrm>
              <a:off x="2236620" y="5241141"/>
              <a:ext cx="5259" cy="10692"/>
            </a:xfrm>
            <a:custGeom>
              <a:avLst/>
              <a:gdLst>
                <a:gd name="csX0" fmla="*/ 5234 w 5259"/>
                <a:gd name="csY0" fmla="*/ 9214 h 10692"/>
                <a:gd name="csX1" fmla="*/ 3949 w 5259"/>
                <a:gd name="csY1" fmla="*/ 10574 h 10692"/>
                <a:gd name="csX2" fmla="*/ 75 w 5259"/>
                <a:gd name="csY2" fmla="*/ 1856 h 10692"/>
                <a:gd name="csX3" fmla="*/ 1528 w 5259"/>
                <a:gd name="csY3" fmla="*/ 68 h 10692"/>
                <a:gd name="csX4" fmla="*/ 5234 w 5259"/>
                <a:gd name="csY4" fmla="*/ 9214 h 10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59" h="10692">
                  <a:moveTo>
                    <a:pt x="5234" y="9214"/>
                  </a:moveTo>
                  <a:cubicBezTo>
                    <a:pt x="5421" y="9866"/>
                    <a:pt x="4527" y="11077"/>
                    <a:pt x="3949" y="10574"/>
                  </a:cubicBezTo>
                  <a:cubicBezTo>
                    <a:pt x="1379" y="8357"/>
                    <a:pt x="1081" y="4893"/>
                    <a:pt x="75" y="1856"/>
                  </a:cubicBezTo>
                  <a:cubicBezTo>
                    <a:pt x="-242" y="925"/>
                    <a:pt x="485" y="-304"/>
                    <a:pt x="1528" y="68"/>
                  </a:cubicBezTo>
                  <a:cubicBezTo>
                    <a:pt x="5793" y="1596"/>
                    <a:pt x="3875" y="5843"/>
                    <a:pt x="5234" y="9214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80333D1-96FB-3D49-B00E-70CA69CB2569}"/>
                </a:ext>
              </a:extLst>
            </p:cNvPr>
            <p:cNvSpPr/>
            <p:nvPr/>
          </p:nvSpPr>
          <p:spPr>
            <a:xfrm>
              <a:off x="2168689" y="5229236"/>
              <a:ext cx="2526" cy="14711"/>
            </a:xfrm>
            <a:custGeom>
              <a:avLst/>
              <a:gdLst>
                <a:gd name="csX0" fmla="*/ 2272 w 2526"/>
                <a:gd name="csY0" fmla="*/ 14711 h 14711"/>
                <a:gd name="csX1" fmla="*/ 205 w 2526"/>
                <a:gd name="csY1" fmla="*/ 9160 h 14711"/>
                <a:gd name="csX2" fmla="*/ 0 w 2526"/>
                <a:gd name="csY2" fmla="*/ 2399 h 14711"/>
                <a:gd name="csX3" fmla="*/ 1211 w 2526"/>
                <a:gd name="csY3" fmla="*/ 71 h 14711"/>
                <a:gd name="csX4" fmla="*/ 2515 w 2526"/>
                <a:gd name="csY4" fmla="*/ 1822 h 14711"/>
                <a:gd name="csX5" fmla="*/ 2272 w 2526"/>
                <a:gd name="csY5" fmla="*/ 14711 h 14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26" h="14711">
                  <a:moveTo>
                    <a:pt x="2272" y="14711"/>
                  </a:moveTo>
                  <a:cubicBezTo>
                    <a:pt x="-1248" y="13947"/>
                    <a:pt x="484" y="11098"/>
                    <a:pt x="205" y="9160"/>
                  </a:cubicBezTo>
                  <a:cubicBezTo>
                    <a:pt x="-112" y="6944"/>
                    <a:pt x="56" y="4653"/>
                    <a:pt x="0" y="2399"/>
                  </a:cubicBezTo>
                  <a:cubicBezTo>
                    <a:pt x="168" y="1505"/>
                    <a:pt x="130" y="350"/>
                    <a:pt x="1211" y="71"/>
                  </a:cubicBezTo>
                  <a:cubicBezTo>
                    <a:pt x="2738" y="-320"/>
                    <a:pt x="2515" y="1002"/>
                    <a:pt x="2515" y="1822"/>
                  </a:cubicBezTo>
                  <a:cubicBezTo>
                    <a:pt x="2459" y="6124"/>
                    <a:pt x="2347" y="10408"/>
                    <a:pt x="2272" y="14711"/>
                  </a:cubicBezTo>
                  <a:close/>
                </a:path>
              </a:pathLst>
            </a:custGeom>
            <a:solidFill>
              <a:srgbClr val="5F873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2FC1DFE-73D7-0E79-22DE-C6DE1F74A79E}"/>
                </a:ext>
              </a:extLst>
            </p:cNvPr>
            <p:cNvSpPr/>
            <p:nvPr/>
          </p:nvSpPr>
          <p:spPr>
            <a:xfrm>
              <a:off x="2094630" y="5208031"/>
              <a:ext cx="4283" cy="13304"/>
            </a:xfrm>
            <a:custGeom>
              <a:avLst/>
              <a:gdLst>
                <a:gd name="csX0" fmla="*/ 4283 w 4283"/>
                <a:gd name="csY0" fmla="*/ 5518 h 13304"/>
                <a:gd name="csX1" fmla="*/ 4283 w 4283"/>
                <a:gd name="csY1" fmla="*/ 13304 h 13304"/>
                <a:gd name="csX2" fmla="*/ 1918 w 4283"/>
                <a:gd name="csY2" fmla="*/ 8815 h 13304"/>
                <a:gd name="csX3" fmla="*/ 688 w 4283"/>
                <a:gd name="csY3" fmla="*/ 2929 h 13304"/>
                <a:gd name="csX4" fmla="*/ 819 w 4283"/>
                <a:gd name="csY4" fmla="*/ 154 h 13304"/>
                <a:gd name="csX5" fmla="*/ 3091 w 4283"/>
                <a:gd name="csY5" fmla="*/ 1849 h 13304"/>
                <a:gd name="csX6" fmla="*/ 4283 w 4283"/>
                <a:gd name="csY6" fmla="*/ 5518 h 13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283" h="13304">
                  <a:moveTo>
                    <a:pt x="4283" y="5518"/>
                  </a:moveTo>
                  <a:cubicBezTo>
                    <a:pt x="4283" y="7735"/>
                    <a:pt x="4283" y="9970"/>
                    <a:pt x="4283" y="13304"/>
                  </a:cubicBezTo>
                  <a:cubicBezTo>
                    <a:pt x="3147" y="11144"/>
                    <a:pt x="2532" y="9970"/>
                    <a:pt x="1918" y="8815"/>
                  </a:cubicBezTo>
                  <a:cubicBezTo>
                    <a:pt x="1936" y="6766"/>
                    <a:pt x="1601" y="4810"/>
                    <a:pt x="688" y="2929"/>
                  </a:cubicBezTo>
                  <a:cubicBezTo>
                    <a:pt x="241" y="2016"/>
                    <a:pt x="-671" y="806"/>
                    <a:pt x="819" y="154"/>
                  </a:cubicBezTo>
                  <a:cubicBezTo>
                    <a:pt x="2160" y="-424"/>
                    <a:pt x="2719" y="731"/>
                    <a:pt x="3091" y="1849"/>
                  </a:cubicBezTo>
                  <a:cubicBezTo>
                    <a:pt x="3482" y="3078"/>
                    <a:pt x="3874" y="4308"/>
                    <a:pt x="4283" y="5518"/>
                  </a:cubicBezTo>
                  <a:close/>
                </a:path>
              </a:pathLst>
            </a:custGeom>
            <a:solidFill>
              <a:srgbClr val="5273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A5B6FF0-923F-A245-BC88-DA36A3382BE9}"/>
                </a:ext>
              </a:extLst>
            </p:cNvPr>
            <p:cNvSpPr/>
            <p:nvPr/>
          </p:nvSpPr>
          <p:spPr>
            <a:xfrm>
              <a:off x="2243446" y="5154914"/>
              <a:ext cx="4508" cy="13577"/>
            </a:xfrm>
            <a:custGeom>
              <a:avLst/>
              <a:gdLst>
                <a:gd name="csX0" fmla="*/ 1109 w 4508"/>
                <a:gd name="csY0" fmla="*/ 13577 h 13577"/>
                <a:gd name="csX1" fmla="*/ 848 w 4508"/>
                <a:gd name="csY1" fmla="*/ 7915 h 13577"/>
                <a:gd name="csX2" fmla="*/ 1500 w 4508"/>
                <a:gd name="csY2" fmla="*/ 2606 h 13577"/>
                <a:gd name="csX3" fmla="*/ 2077 w 4508"/>
                <a:gd name="csY3" fmla="*/ 36 h 13577"/>
                <a:gd name="csX4" fmla="*/ 4499 w 4508"/>
                <a:gd name="csY4" fmla="*/ 2364 h 13577"/>
                <a:gd name="csX5" fmla="*/ 1165 w 4508"/>
                <a:gd name="csY5" fmla="*/ 13522 h 13577"/>
                <a:gd name="csX6" fmla="*/ 1109 w 4508"/>
                <a:gd name="csY6" fmla="*/ 13577 h 13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08" h="13577">
                  <a:moveTo>
                    <a:pt x="1109" y="13577"/>
                  </a:moveTo>
                  <a:cubicBezTo>
                    <a:pt x="-1033" y="11771"/>
                    <a:pt x="531" y="9852"/>
                    <a:pt x="848" y="7915"/>
                  </a:cubicBezTo>
                  <a:cubicBezTo>
                    <a:pt x="1146" y="6145"/>
                    <a:pt x="2860" y="4413"/>
                    <a:pt x="1500" y="2606"/>
                  </a:cubicBezTo>
                  <a:cubicBezTo>
                    <a:pt x="494" y="1265"/>
                    <a:pt x="-139" y="353"/>
                    <a:pt x="2077" y="36"/>
                  </a:cubicBezTo>
                  <a:cubicBezTo>
                    <a:pt x="3716" y="-206"/>
                    <a:pt x="4443" y="800"/>
                    <a:pt x="4499" y="2364"/>
                  </a:cubicBezTo>
                  <a:cubicBezTo>
                    <a:pt x="4666" y="6462"/>
                    <a:pt x="2711" y="9927"/>
                    <a:pt x="1165" y="13522"/>
                  </a:cubicBezTo>
                  <a:cubicBezTo>
                    <a:pt x="1146" y="13522"/>
                    <a:pt x="1109" y="13577"/>
                    <a:pt x="1109" y="13577"/>
                  </a:cubicBezTo>
                  <a:close/>
                </a:path>
              </a:pathLst>
            </a:custGeom>
            <a:solidFill>
              <a:srgbClr val="54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BF87DFC-3396-59AC-85EA-70FD41B4CBDE}"/>
                </a:ext>
              </a:extLst>
            </p:cNvPr>
            <p:cNvSpPr/>
            <p:nvPr/>
          </p:nvSpPr>
          <p:spPr>
            <a:xfrm>
              <a:off x="2169896" y="5132542"/>
              <a:ext cx="2855" cy="13187"/>
            </a:xfrm>
            <a:custGeom>
              <a:avLst/>
              <a:gdLst>
                <a:gd name="csX0" fmla="*/ 96 w 2855"/>
                <a:gd name="csY0" fmla="*/ 13188 h 13187"/>
                <a:gd name="csX1" fmla="*/ 1698 w 2855"/>
                <a:gd name="csY1" fmla="*/ 0 h 13187"/>
                <a:gd name="csX2" fmla="*/ 78 w 2855"/>
                <a:gd name="csY2" fmla="*/ 13150 h 13187"/>
                <a:gd name="csX3" fmla="*/ 96 w 2855"/>
                <a:gd name="csY3" fmla="*/ 13188 h 1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5" h="13187">
                  <a:moveTo>
                    <a:pt x="96" y="13188"/>
                  </a:moveTo>
                  <a:cubicBezTo>
                    <a:pt x="-314" y="8717"/>
                    <a:pt x="655" y="4433"/>
                    <a:pt x="1698" y="0"/>
                  </a:cubicBezTo>
                  <a:cubicBezTo>
                    <a:pt x="3766" y="2868"/>
                    <a:pt x="2965" y="8773"/>
                    <a:pt x="78" y="13150"/>
                  </a:cubicBezTo>
                  <a:cubicBezTo>
                    <a:pt x="78" y="13150"/>
                    <a:pt x="96" y="13188"/>
                    <a:pt x="96" y="13188"/>
                  </a:cubicBezTo>
                  <a:close/>
                </a:path>
              </a:pathLst>
            </a:custGeom>
            <a:solidFill>
              <a:srgbClr val="4763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A778AC2-AA47-F621-510A-D52ACFB121E0}"/>
                </a:ext>
              </a:extLst>
            </p:cNvPr>
            <p:cNvSpPr/>
            <p:nvPr/>
          </p:nvSpPr>
          <p:spPr>
            <a:xfrm>
              <a:off x="2004465" y="4840612"/>
              <a:ext cx="112301" cy="139911"/>
            </a:xfrm>
            <a:custGeom>
              <a:avLst/>
              <a:gdLst>
                <a:gd name="csX0" fmla="*/ 5263 w 112301"/>
                <a:gd name="csY0" fmla="*/ 135746 h 139911"/>
                <a:gd name="csX1" fmla="*/ 346 w 112301"/>
                <a:gd name="csY1" fmla="*/ 122502 h 139911"/>
                <a:gd name="csX2" fmla="*/ 14204 w 112301"/>
                <a:gd name="csY2" fmla="*/ 85882 h 139911"/>
                <a:gd name="csX3" fmla="*/ 57194 w 112301"/>
                <a:gd name="csY3" fmla="*/ 29891 h 139911"/>
                <a:gd name="csX4" fmla="*/ 88003 w 112301"/>
                <a:gd name="csY4" fmla="*/ 4596 h 139911"/>
                <a:gd name="csX5" fmla="*/ 102215 w 112301"/>
                <a:gd name="csY5" fmla="*/ 32 h 139911"/>
                <a:gd name="csX6" fmla="*/ 112031 w 112301"/>
                <a:gd name="csY6" fmla="*/ 12922 h 139911"/>
                <a:gd name="csX7" fmla="*/ 106518 w 112301"/>
                <a:gd name="csY7" fmla="*/ 25755 h 139911"/>
                <a:gd name="csX8" fmla="*/ 85339 w 112301"/>
                <a:gd name="csY8" fmla="*/ 50417 h 139911"/>
                <a:gd name="csX9" fmla="*/ 48310 w 112301"/>
                <a:gd name="csY9" fmla="*/ 99070 h 139911"/>
                <a:gd name="csX10" fmla="*/ 24710 w 112301"/>
                <a:gd name="csY10" fmla="*/ 132374 h 139911"/>
                <a:gd name="csX11" fmla="*/ 16085 w 112301"/>
                <a:gd name="csY11" fmla="*/ 138633 h 139911"/>
                <a:gd name="csX12" fmla="*/ 8299 w 112301"/>
                <a:gd name="csY12" fmla="*/ 136603 h 139911"/>
                <a:gd name="csX13" fmla="*/ 9790 w 112301"/>
                <a:gd name="csY13" fmla="*/ 129934 h 139911"/>
                <a:gd name="csX14" fmla="*/ 19345 w 112301"/>
                <a:gd name="csY14" fmla="*/ 112779 h 139911"/>
                <a:gd name="csX15" fmla="*/ 21971 w 112301"/>
                <a:gd name="csY15" fmla="*/ 117715 h 139911"/>
                <a:gd name="csX16" fmla="*/ 35979 w 112301"/>
                <a:gd name="csY16" fmla="*/ 98437 h 139911"/>
                <a:gd name="csX17" fmla="*/ 63975 w 112301"/>
                <a:gd name="csY17" fmla="*/ 59190 h 139911"/>
                <a:gd name="csX18" fmla="*/ 91486 w 112301"/>
                <a:gd name="csY18" fmla="*/ 27152 h 139911"/>
                <a:gd name="csX19" fmla="*/ 91952 w 112301"/>
                <a:gd name="csY19" fmla="*/ 18379 h 139911"/>
                <a:gd name="csX20" fmla="*/ 100818 w 112301"/>
                <a:gd name="csY20" fmla="*/ 10649 h 139911"/>
                <a:gd name="csX21" fmla="*/ 83290 w 112301"/>
                <a:gd name="csY21" fmla="*/ 23762 h 139911"/>
                <a:gd name="csX22" fmla="*/ 39611 w 112301"/>
                <a:gd name="csY22" fmla="*/ 77444 h 139911"/>
                <a:gd name="csX23" fmla="*/ 8542 w 112301"/>
                <a:gd name="csY23" fmla="*/ 132300 h 139911"/>
                <a:gd name="csX24" fmla="*/ 5263 w 112301"/>
                <a:gd name="csY24" fmla="*/ 135746 h 13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2301" h="139911">
                  <a:moveTo>
                    <a:pt x="5263" y="135746"/>
                  </a:moveTo>
                  <a:cubicBezTo>
                    <a:pt x="-1051" y="133101"/>
                    <a:pt x="-138" y="127271"/>
                    <a:pt x="346" y="122502"/>
                  </a:cubicBezTo>
                  <a:cubicBezTo>
                    <a:pt x="1668" y="109147"/>
                    <a:pt x="7648" y="97263"/>
                    <a:pt x="14204" y="85882"/>
                  </a:cubicBezTo>
                  <a:cubicBezTo>
                    <a:pt x="26051" y="65374"/>
                    <a:pt x="39350" y="45816"/>
                    <a:pt x="57194" y="29891"/>
                  </a:cubicBezTo>
                  <a:cubicBezTo>
                    <a:pt x="67104" y="21043"/>
                    <a:pt x="76771" y="11860"/>
                    <a:pt x="88003" y="4596"/>
                  </a:cubicBezTo>
                  <a:cubicBezTo>
                    <a:pt x="92343" y="1783"/>
                    <a:pt x="96888" y="-285"/>
                    <a:pt x="102215" y="32"/>
                  </a:cubicBezTo>
                  <a:cubicBezTo>
                    <a:pt x="109033" y="442"/>
                    <a:pt x="113466" y="6235"/>
                    <a:pt x="112031" y="12922"/>
                  </a:cubicBezTo>
                  <a:cubicBezTo>
                    <a:pt x="111026" y="17560"/>
                    <a:pt x="109014" y="21732"/>
                    <a:pt x="106518" y="25755"/>
                  </a:cubicBezTo>
                  <a:cubicBezTo>
                    <a:pt x="100725" y="35106"/>
                    <a:pt x="92269" y="42110"/>
                    <a:pt x="85339" y="50417"/>
                  </a:cubicBezTo>
                  <a:cubicBezTo>
                    <a:pt x="72282" y="66064"/>
                    <a:pt x="58051" y="80946"/>
                    <a:pt x="48310" y="99070"/>
                  </a:cubicBezTo>
                  <a:cubicBezTo>
                    <a:pt x="41790" y="111196"/>
                    <a:pt x="34470" y="122614"/>
                    <a:pt x="24710" y="132374"/>
                  </a:cubicBezTo>
                  <a:cubicBezTo>
                    <a:pt x="22139" y="134945"/>
                    <a:pt x="19122" y="136752"/>
                    <a:pt x="16085" y="138633"/>
                  </a:cubicBezTo>
                  <a:cubicBezTo>
                    <a:pt x="12677" y="140738"/>
                    <a:pt x="10088" y="140365"/>
                    <a:pt x="8299" y="136603"/>
                  </a:cubicBezTo>
                  <a:cubicBezTo>
                    <a:pt x="6772" y="133939"/>
                    <a:pt x="8914" y="131983"/>
                    <a:pt x="9790" y="129934"/>
                  </a:cubicBezTo>
                  <a:cubicBezTo>
                    <a:pt x="12360" y="123899"/>
                    <a:pt x="14651" y="117659"/>
                    <a:pt x="19345" y="112779"/>
                  </a:cubicBezTo>
                  <a:cubicBezTo>
                    <a:pt x="21450" y="113673"/>
                    <a:pt x="20314" y="116281"/>
                    <a:pt x="21971" y="117715"/>
                  </a:cubicBezTo>
                  <a:cubicBezTo>
                    <a:pt x="28193" y="112388"/>
                    <a:pt x="32645" y="105720"/>
                    <a:pt x="35979" y="98437"/>
                  </a:cubicBezTo>
                  <a:cubicBezTo>
                    <a:pt x="42815" y="83517"/>
                    <a:pt x="53357" y="71447"/>
                    <a:pt x="63975" y="59190"/>
                  </a:cubicBezTo>
                  <a:cubicBezTo>
                    <a:pt x="73195" y="48573"/>
                    <a:pt x="81707" y="37341"/>
                    <a:pt x="91486" y="27152"/>
                  </a:cubicBezTo>
                  <a:cubicBezTo>
                    <a:pt x="93777" y="24768"/>
                    <a:pt x="96888" y="21546"/>
                    <a:pt x="91952" y="18379"/>
                  </a:cubicBezTo>
                  <a:cubicBezTo>
                    <a:pt x="93051" y="13965"/>
                    <a:pt x="97242" y="13164"/>
                    <a:pt x="100818" y="10649"/>
                  </a:cubicBezTo>
                  <a:cubicBezTo>
                    <a:pt x="93759" y="14077"/>
                    <a:pt x="88487" y="18938"/>
                    <a:pt x="83290" y="23762"/>
                  </a:cubicBezTo>
                  <a:cubicBezTo>
                    <a:pt x="66228" y="39595"/>
                    <a:pt x="52445" y="58147"/>
                    <a:pt x="39611" y="77444"/>
                  </a:cubicBezTo>
                  <a:cubicBezTo>
                    <a:pt x="27951" y="94991"/>
                    <a:pt x="17129" y="113021"/>
                    <a:pt x="8542" y="132300"/>
                  </a:cubicBezTo>
                  <a:cubicBezTo>
                    <a:pt x="7871" y="133771"/>
                    <a:pt x="7368" y="135578"/>
                    <a:pt x="5263" y="135746"/>
                  </a:cubicBezTo>
                  <a:close/>
                </a:path>
              </a:pathLst>
            </a:custGeom>
            <a:solidFill>
              <a:srgbClr val="9A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2ED8074-0AA5-5539-93A7-93162E8FC466}"/>
                </a:ext>
              </a:extLst>
            </p:cNvPr>
            <p:cNvSpPr/>
            <p:nvPr/>
          </p:nvSpPr>
          <p:spPr>
            <a:xfrm>
              <a:off x="2008414" y="4848746"/>
              <a:ext cx="101396" cy="134465"/>
            </a:xfrm>
            <a:custGeom>
              <a:avLst/>
              <a:gdLst>
                <a:gd name="csX0" fmla="*/ 1315 w 101396"/>
                <a:gd name="csY0" fmla="*/ 127611 h 134465"/>
                <a:gd name="csX1" fmla="*/ 29404 w 101396"/>
                <a:gd name="csY1" fmla="*/ 76276 h 134465"/>
                <a:gd name="csX2" fmla="*/ 85601 w 101396"/>
                <a:gd name="csY2" fmla="*/ 8475 h 134465"/>
                <a:gd name="csX3" fmla="*/ 101396 w 101396"/>
                <a:gd name="csY3" fmla="*/ 0 h 134465"/>
                <a:gd name="csX4" fmla="*/ 88115 w 101396"/>
                <a:gd name="csY4" fmla="*/ 9984 h 134465"/>
                <a:gd name="csX5" fmla="*/ 79510 w 101396"/>
                <a:gd name="csY5" fmla="*/ 18627 h 134465"/>
                <a:gd name="csX6" fmla="*/ 30987 w 101396"/>
                <a:gd name="csY6" fmla="*/ 80579 h 134465"/>
                <a:gd name="csX7" fmla="*/ 15676 w 101396"/>
                <a:gd name="csY7" fmla="*/ 104738 h 134465"/>
                <a:gd name="csX8" fmla="*/ 4333 w 101396"/>
                <a:gd name="csY8" fmla="*/ 128431 h 134465"/>
                <a:gd name="csX9" fmla="*/ 458 w 101396"/>
                <a:gd name="csY9" fmla="*/ 134466 h 134465"/>
                <a:gd name="csX10" fmla="*/ 1315 w 101396"/>
                <a:gd name="csY10" fmla="*/ 127611 h 13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396" h="134465">
                  <a:moveTo>
                    <a:pt x="1315" y="127611"/>
                  </a:moveTo>
                  <a:cubicBezTo>
                    <a:pt x="9921" y="110102"/>
                    <a:pt x="18675" y="92649"/>
                    <a:pt x="29404" y="76276"/>
                  </a:cubicBezTo>
                  <a:cubicBezTo>
                    <a:pt x="45591" y="51577"/>
                    <a:pt x="62522" y="27456"/>
                    <a:pt x="85601" y="8475"/>
                  </a:cubicBezTo>
                  <a:cubicBezTo>
                    <a:pt x="89848" y="4992"/>
                    <a:pt x="94132" y="1378"/>
                    <a:pt x="101396" y="0"/>
                  </a:cubicBezTo>
                  <a:cubicBezTo>
                    <a:pt x="97205" y="5327"/>
                    <a:pt x="91356" y="6016"/>
                    <a:pt x="88115" y="9984"/>
                  </a:cubicBezTo>
                  <a:cubicBezTo>
                    <a:pt x="86607" y="14212"/>
                    <a:pt x="82378" y="15740"/>
                    <a:pt x="79510" y="18627"/>
                  </a:cubicBezTo>
                  <a:cubicBezTo>
                    <a:pt x="60902" y="37402"/>
                    <a:pt x="45106" y="58283"/>
                    <a:pt x="30987" y="80579"/>
                  </a:cubicBezTo>
                  <a:cubicBezTo>
                    <a:pt x="25884" y="88644"/>
                    <a:pt x="22047" y="97492"/>
                    <a:pt x="15676" y="104738"/>
                  </a:cubicBezTo>
                  <a:cubicBezTo>
                    <a:pt x="11224" y="112319"/>
                    <a:pt x="7406" y="120198"/>
                    <a:pt x="4333" y="128431"/>
                  </a:cubicBezTo>
                  <a:cubicBezTo>
                    <a:pt x="3066" y="130405"/>
                    <a:pt x="1799" y="132380"/>
                    <a:pt x="458" y="134466"/>
                  </a:cubicBezTo>
                  <a:cubicBezTo>
                    <a:pt x="-753" y="131858"/>
                    <a:pt x="756" y="129809"/>
                    <a:pt x="1315" y="127611"/>
                  </a:cubicBezTo>
                  <a:close/>
                </a:path>
              </a:pathLst>
            </a:custGeom>
            <a:solidFill>
              <a:srgbClr val="52682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EE74FAA-F3AB-47B1-B94B-280751B59D80}"/>
                </a:ext>
              </a:extLst>
            </p:cNvPr>
            <p:cNvSpPr/>
            <p:nvPr/>
          </p:nvSpPr>
          <p:spPr>
            <a:xfrm>
              <a:off x="2077389" y="4914495"/>
              <a:ext cx="12471" cy="8422"/>
            </a:xfrm>
            <a:custGeom>
              <a:avLst/>
              <a:gdLst>
                <a:gd name="csX0" fmla="*/ 12471 w 12471"/>
                <a:gd name="csY0" fmla="*/ 8422 h 8422"/>
                <a:gd name="csX1" fmla="*/ 1556 w 12471"/>
                <a:gd name="csY1" fmla="*/ 3244 h 8422"/>
                <a:gd name="csX2" fmla="*/ 234 w 12471"/>
                <a:gd name="csY2" fmla="*/ 618 h 8422"/>
                <a:gd name="csX3" fmla="*/ 2692 w 12471"/>
                <a:gd name="csY3" fmla="*/ 469 h 8422"/>
                <a:gd name="csX4" fmla="*/ 12471 w 12471"/>
                <a:gd name="csY4" fmla="*/ 8422 h 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71" h="8422">
                  <a:moveTo>
                    <a:pt x="12471" y="8422"/>
                  </a:moveTo>
                  <a:cubicBezTo>
                    <a:pt x="8839" y="6709"/>
                    <a:pt x="5188" y="4976"/>
                    <a:pt x="1556" y="3244"/>
                  </a:cubicBezTo>
                  <a:cubicBezTo>
                    <a:pt x="439" y="2723"/>
                    <a:pt x="-437" y="1866"/>
                    <a:pt x="234" y="618"/>
                  </a:cubicBezTo>
                  <a:cubicBezTo>
                    <a:pt x="792" y="-463"/>
                    <a:pt x="1817" y="133"/>
                    <a:pt x="2692" y="469"/>
                  </a:cubicBezTo>
                  <a:cubicBezTo>
                    <a:pt x="6679" y="2015"/>
                    <a:pt x="10404" y="3896"/>
                    <a:pt x="12471" y="8422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95FDB54-46E8-667F-01C3-B9EA41B96277}"/>
                </a:ext>
              </a:extLst>
            </p:cNvPr>
            <p:cNvSpPr/>
            <p:nvPr/>
          </p:nvSpPr>
          <p:spPr>
            <a:xfrm>
              <a:off x="2054058" y="4957165"/>
              <a:ext cx="13897" cy="5104"/>
            </a:xfrm>
            <a:custGeom>
              <a:avLst/>
              <a:gdLst>
                <a:gd name="csX0" fmla="*/ 10787 w 13897"/>
                <a:gd name="csY0" fmla="*/ 4533 h 5104"/>
                <a:gd name="csX1" fmla="*/ 2069 w 13897"/>
                <a:gd name="csY1" fmla="*/ 3192 h 5104"/>
                <a:gd name="csX2" fmla="*/ 20 w 13897"/>
                <a:gd name="csY2" fmla="*/ 1106 h 5104"/>
                <a:gd name="csX3" fmla="*/ 2274 w 13897"/>
                <a:gd name="csY3" fmla="*/ 7 h 5104"/>
                <a:gd name="csX4" fmla="*/ 13897 w 13897"/>
                <a:gd name="csY4" fmla="*/ 3378 h 5104"/>
                <a:gd name="csX5" fmla="*/ 10787 w 13897"/>
                <a:gd name="csY5" fmla="*/ 4533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897" h="5104">
                  <a:moveTo>
                    <a:pt x="10787" y="4533"/>
                  </a:moveTo>
                  <a:cubicBezTo>
                    <a:pt x="7974" y="3415"/>
                    <a:pt x="5106" y="2987"/>
                    <a:pt x="2069" y="3192"/>
                  </a:cubicBezTo>
                  <a:cubicBezTo>
                    <a:pt x="952" y="3266"/>
                    <a:pt x="-166" y="2447"/>
                    <a:pt x="20" y="1106"/>
                  </a:cubicBezTo>
                  <a:cubicBezTo>
                    <a:pt x="169" y="-68"/>
                    <a:pt x="1417" y="-12"/>
                    <a:pt x="2274" y="7"/>
                  </a:cubicBezTo>
                  <a:cubicBezTo>
                    <a:pt x="6428" y="100"/>
                    <a:pt x="10321" y="1199"/>
                    <a:pt x="13897" y="3378"/>
                  </a:cubicBezTo>
                  <a:cubicBezTo>
                    <a:pt x="13823" y="6358"/>
                    <a:pt x="11979" y="4589"/>
                    <a:pt x="10787" y="4533"/>
                  </a:cubicBezTo>
                  <a:close/>
                </a:path>
              </a:pathLst>
            </a:custGeom>
            <a:solidFill>
              <a:srgbClr val="4864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6461FB6-240D-B096-9E80-F583CE10F239}"/>
                </a:ext>
              </a:extLst>
            </p:cNvPr>
            <p:cNvSpPr/>
            <p:nvPr/>
          </p:nvSpPr>
          <p:spPr>
            <a:xfrm>
              <a:off x="2064845" y="4960525"/>
              <a:ext cx="6095" cy="4070"/>
            </a:xfrm>
            <a:custGeom>
              <a:avLst/>
              <a:gdLst>
                <a:gd name="csX0" fmla="*/ 0 w 6095"/>
                <a:gd name="csY0" fmla="*/ 1173 h 4070"/>
                <a:gd name="csX1" fmla="*/ 3092 w 6095"/>
                <a:gd name="csY1" fmla="*/ 0 h 4070"/>
                <a:gd name="csX2" fmla="*/ 5756 w 6095"/>
                <a:gd name="csY2" fmla="*/ 3204 h 4070"/>
                <a:gd name="csX3" fmla="*/ 0 w 6095"/>
                <a:gd name="csY3" fmla="*/ 1173 h 4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5" h="4070">
                  <a:moveTo>
                    <a:pt x="0" y="1173"/>
                  </a:moveTo>
                  <a:cubicBezTo>
                    <a:pt x="1099" y="969"/>
                    <a:pt x="2515" y="1602"/>
                    <a:pt x="3092" y="0"/>
                  </a:cubicBezTo>
                  <a:cubicBezTo>
                    <a:pt x="4675" y="577"/>
                    <a:pt x="6966" y="1956"/>
                    <a:pt x="5756" y="3204"/>
                  </a:cubicBezTo>
                  <a:cubicBezTo>
                    <a:pt x="3297" y="5756"/>
                    <a:pt x="1956" y="1937"/>
                    <a:pt x="0" y="1173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03B1417-1087-6215-5B8C-6D42650825E4}"/>
                </a:ext>
              </a:extLst>
            </p:cNvPr>
            <p:cNvSpPr/>
            <p:nvPr/>
          </p:nvSpPr>
          <p:spPr>
            <a:xfrm>
              <a:off x="1610597" y="5419422"/>
              <a:ext cx="30715" cy="17844"/>
            </a:xfrm>
            <a:custGeom>
              <a:avLst/>
              <a:gdLst>
                <a:gd name="csX0" fmla="*/ 2142 w 30715"/>
                <a:gd name="csY0" fmla="*/ 26 h 17844"/>
                <a:gd name="csX1" fmla="*/ 3316 w 30715"/>
                <a:gd name="csY1" fmla="*/ 994 h 17844"/>
                <a:gd name="csX2" fmla="*/ 16876 w 30715"/>
                <a:gd name="csY2" fmla="*/ 11127 h 17844"/>
                <a:gd name="csX3" fmla="*/ 30715 w 30715"/>
                <a:gd name="csY3" fmla="*/ 17554 h 17844"/>
                <a:gd name="csX4" fmla="*/ 16857 w 30715"/>
                <a:gd name="csY4" fmla="*/ 14610 h 17844"/>
                <a:gd name="csX5" fmla="*/ 7842 w 30715"/>
                <a:gd name="csY5" fmla="*/ 9972 h 17844"/>
                <a:gd name="csX6" fmla="*/ 0 w 30715"/>
                <a:gd name="csY6" fmla="*/ 1907 h 17844"/>
                <a:gd name="csX7" fmla="*/ 2142 w 30715"/>
                <a:gd name="csY7" fmla="*/ 26 h 17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715" h="17844">
                  <a:moveTo>
                    <a:pt x="2142" y="26"/>
                  </a:moveTo>
                  <a:cubicBezTo>
                    <a:pt x="2533" y="343"/>
                    <a:pt x="2924" y="678"/>
                    <a:pt x="3316" y="994"/>
                  </a:cubicBezTo>
                  <a:cubicBezTo>
                    <a:pt x="6668" y="5931"/>
                    <a:pt x="11437" y="8985"/>
                    <a:pt x="16876" y="11127"/>
                  </a:cubicBezTo>
                  <a:cubicBezTo>
                    <a:pt x="20862" y="14350"/>
                    <a:pt x="26245" y="14536"/>
                    <a:pt x="30715" y="17554"/>
                  </a:cubicBezTo>
                  <a:cubicBezTo>
                    <a:pt x="25407" y="18820"/>
                    <a:pt x="21365" y="15598"/>
                    <a:pt x="16857" y="14610"/>
                  </a:cubicBezTo>
                  <a:cubicBezTo>
                    <a:pt x="13858" y="13064"/>
                    <a:pt x="10841" y="11519"/>
                    <a:pt x="7842" y="9972"/>
                  </a:cubicBezTo>
                  <a:cubicBezTo>
                    <a:pt x="3334" y="9134"/>
                    <a:pt x="1695" y="5502"/>
                    <a:pt x="0" y="1907"/>
                  </a:cubicBezTo>
                  <a:cubicBezTo>
                    <a:pt x="19" y="510"/>
                    <a:pt x="726" y="-142"/>
                    <a:pt x="2142" y="26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9EE38A-D534-4771-0B78-8A655C3C59F0}"/>
                </a:ext>
              </a:extLst>
            </p:cNvPr>
            <p:cNvSpPr/>
            <p:nvPr/>
          </p:nvSpPr>
          <p:spPr>
            <a:xfrm>
              <a:off x="1712646" y="5300275"/>
              <a:ext cx="28859" cy="18986"/>
            </a:xfrm>
            <a:custGeom>
              <a:avLst/>
              <a:gdLst>
                <a:gd name="csX0" fmla="*/ 5203 w 28859"/>
                <a:gd name="csY0" fmla="*/ 11753 h 18986"/>
                <a:gd name="csX1" fmla="*/ 435 w 28859"/>
                <a:gd name="csY1" fmla="*/ 0 h 18986"/>
                <a:gd name="csX2" fmla="*/ 6302 w 28859"/>
                <a:gd name="csY2" fmla="*/ 8270 h 18986"/>
                <a:gd name="csX3" fmla="*/ 28859 w 28859"/>
                <a:gd name="csY3" fmla="*/ 18925 h 18986"/>
                <a:gd name="csX4" fmla="*/ 5203 w 28859"/>
                <a:gd name="csY4" fmla="*/ 11753 h 1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859" h="18986">
                  <a:moveTo>
                    <a:pt x="5203" y="11753"/>
                  </a:moveTo>
                  <a:cubicBezTo>
                    <a:pt x="3173" y="8363"/>
                    <a:pt x="-1428" y="6128"/>
                    <a:pt x="435" y="0"/>
                  </a:cubicBezTo>
                  <a:cubicBezTo>
                    <a:pt x="2223" y="3539"/>
                    <a:pt x="3210" y="6761"/>
                    <a:pt x="6302" y="8270"/>
                  </a:cubicBezTo>
                  <a:cubicBezTo>
                    <a:pt x="12039" y="14901"/>
                    <a:pt x="20663" y="15628"/>
                    <a:pt x="28859" y="18925"/>
                  </a:cubicBezTo>
                  <a:cubicBezTo>
                    <a:pt x="19490" y="19484"/>
                    <a:pt x="12188" y="16168"/>
                    <a:pt x="5203" y="11753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EB46558-A011-87FE-5BC7-8F5A1881AD27}"/>
                </a:ext>
              </a:extLst>
            </p:cNvPr>
            <p:cNvSpPr/>
            <p:nvPr/>
          </p:nvSpPr>
          <p:spPr>
            <a:xfrm>
              <a:off x="1664204" y="5359116"/>
              <a:ext cx="24438" cy="17322"/>
            </a:xfrm>
            <a:custGeom>
              <a:avLst/>
              <a:gdLst>
                <a:gd name="csX0" fmla="*/ 20881 w 24438"/>
                <a:gd name="csY0" fmla="*/ 17323 h 17322"/>
                <a:gd name="csX1" fmla="*/ 0 w 24438"/>
                <a:gd name="csY1" fmla="*/ 0 h 17322"/>
                <a:gd name="csX2" fmla="*/ 23023 w 24438"/>
                <a:gd name="csY2" fmla="*/ 15050 h 17322"/>
                <a:gd name="csX3" fmla="*/ 24438 w 24438"/>
                <a:gd name="csY3" fmla="*/ 16987 h 17322"/>
                <a:gd name="csX4" fmla="*/ 20881 w 24438"/>
                <a:gd name="csY4" fmla="*/ 17323 h 17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38" h="17322">
                  <a:moveTo>
                    <a:pt x="20881" y="17323"/>
                  </a:moveTo>
                  <a:cubicBezTo>
                    <a:pt x="11586" y="14324"/>
                    <a:pt x="3073" y="10394"/>
                    <a:pt x="0" y="0"/>
                  </a:cubicBezTo>
                  <a:cubicBezTo>
                    <a:pt x="5104" y="8959"/>
                    <a:pt x="13672" y="12592"/>
                    <a:pt x="23023" y="15050"/>
                  </a:cubicBezTo>
                  <a:cubicBezTo>
                    <a:pt x="23488" y="15702"/>
                    <a:pt x="23973" y="16335"/>
                    <a:pt x="24438" y="16987"/>
                  </a:cubicBezTo>
                  <a:cubicBezTo>
                    <a:pt x="23246" y="17099"/>
                    <a:pt x="22073" y="17211"/>
                    <a:pt x="20881" y="17323"/>
                  </a:cubicBezTo>
                  <a:close/>
                </a:path>
              </a:pathLst>
            </a:custGeom>
            <a:solidFill>
              <a:srgbClr val="57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DA83E37-BC97-AF2D-5728-6C1AA681F07F}"/>
                </a:ext>
              </a:extLst>
            </p:cNvPr>
            <p:cNvSpPr/>
            <p:nvPr/>
          </p:nvSpPr>
          <p:spPr>
            <a:xfrm>
              <a:off x="1824530" y="5137454"/>
              <a:ext cx="60381" cy="122910"/>
            </a:xfrm>
            <a:custGeom>
              <a:avLst/>
              <a:gdLst>
                <a:gd name="csX0" fmla="*/ 34546 w 60381"/>
                <a:gd name="csY0" fmla="*/ 6264 h 122910"/>
                <a:gd name="csX1" fmla="*/ 41587 w 60381"/>
                <a:gd name="csY1" fmla="*/ 24 h 122910"/>
                <a:gd name="csX2" fmla="*/ 60065 w 60381"/>
                <a:gd name="csY2" fmla="*/ 19247 h 122910"/>
                <a:gd name="csX3" fmla="*/ 60307 w 60381"/>
                <a:gd name="csY3" fmla="*/ 33887 h 122910"/>
                <a:gd name="csX4" fmla="*/ 37806 w 60381"/>
                <a:gd name="csY4" fmla="*/ 106662 h 122910"/>
                <a:gd name="csX5" fmla="*/ 26630 w 60381"/>
                <a:gd name="csY5" fmla="*/ 119067 h 122910"/>
                <a:gd name="csX6" fmla="*/ 2546 w 60381"/>
                <a:gd name="csY6" fmla="*/ 111020 h 122910"/>
                <a:gd name="csX7" fmla="*/ 3533 w 60381"/>
                <a:gd name="csY7" fmla="*/ 80025 h 122910"/>
                <a:gd name="csX8" fmla="*/ 18844 w 60381"/>
                <a:gd name="csY8" fmla="*/ 28541 h 122910"/>
                <a:gd name="csX9" fmla="*/ 25978 w 60381"/>
                <a:gd name="csY9" fmla="*/ 10846 h 122910"/>
                <a:gd name="csX10" fmla="*/ 31194 w 60381"/>
                <a:gd name="csY10" fmla="*/ 7158 h 122910"/>
                <a:gd name="csX11" fmla="*/ 40395 w 60381"/>
                <a:gd name="csY11" fmla="*/ 14367 h 122910"/>
                <a:gd name="csX12" fmla="*/ 43338 w 60381"/>
                <a:gd name="csY12" fmla="*/ 39792 h 122910"/>
                <a:gd name="csX13" fmla="*/ 18751 w 60381"/>
                <a:gd name="csY13" fmla="*/ 100701 h 122910"/>
                <a:gd name="csX14" fmla="*/ 43375 w 60381"/>
                <a:gd name="csY14" fmla="*/ 40165 h 122910"/>
                <a:gd name="csX15" fmla="*/ 42202 w 60381"/>
                <a:gd name="csY15" fmla="*/ 18315 h 122910"/>
                <a:gd name="csX16" fmla="*/ 34546 w 60381"/>
                <a:gd name="csY16" fmla="*/ 6264 h 12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381" h="122910">
                  <a:moveTo>
                    <a:pt x="34546" y="6264"/>
                  </a:moveTo>
                  <a:cubicBezTo>
                    <a:pt x="33950" y="2222"/>
                    <a:pt x="36763" y="-274"/>
                    <a:pt x="41587" y="24"/>
                  </a:cubicBezTo>
                  <a:cubicBezTo>
                    <a:pt x="52018" y="657"/>
                    <a:pt x="61369" y="9151"/>
                    <a:pt x="60065" y="19247"/>
                  </a:cubicBezTo>
                  <a:cubicBezTo>
                    <a:pt x="59394" y="24481"/>
                    <a:pt x="60698" y="29212"/>
                    <a:pt x="60307" y="33887"/>
                  </a:cubicBezTo>
                  <a:cubicBezTo>
                    <a:pt x="58202" y="59704"/>
                    <a:pt x="54887" y="85278"/>
                    <a:pt x="37806" y="106662"/>
                  </a:cubicBezTo>
                  <a:cubicBezTo>
                    <a:pt x="34286" y="111058"/>
                    <a:pt x="31287" y="115826"/>
                    <a:pt x="26630" y="119067"/>
                  </a:cubicBezTo>
                  <a:cubicBezTo>
                    <a:pt x="16050" y="126462"/>
                    <a:pt x="7333" y="122867"/>
                    <a:pt x="2546" y="111020"/>
                  </a:cubicBezTo>
                  <a:cubicBezTo>
                    <a:pt x="-1850" y="100142"/>
                    <a:pt x="87" y="90550"/>
                    <a:pt x="3533" y="80025"/>
                  </a:cubicBezTo>
                  <a:cubicBezTo>
                    <a:pt x="9121" y="63038"/>
                    <a:pt x="15026" y="46088"/>
                    <a:pt x="18844" y="28541"/>
                  </a:cubicBezTo>
                  <a:cubicBezTo>
                    <a:pt x="20204" y="22283"/>
                    <a:pt x="23426" y="16676"/>
                    <a:pt x="25978" y="10846"/>
                  </a:cubicBezTo>
                  <a:cubicBezTo>
                    <a:pt x="26984" y="8555"/>
                    <a:pt x="28753" y="7382"/>
                    <a:pt x="31194" y="7158"/>
                  </a:cubicBezTo>
                  <a:cubicBezTo>
                    <a:pt x="36074" y="7233"/>
                    <a:pt x="38477" y="10567"/>
                    <a:pt x="40395" y="14367"/>
                  </a:cubicBezTo>
                  <a:cubicBezTo>
                    <a:pt x="44474" y="22469"/>
                    <a:pt x="44567" y="31317"/>
                    <a:pt x="43338" y="39792"/>
                  </a:cubicBezTo>
                  <a:cubicBezTo>
                    <a:pt x="40134" y="62014"/>
                    <a:pt x="32162" y="82503"/>
                    <a:pt x="18751" y="100701"/>
                  </a:cubicBezTo>
                  <a:cubicBezTo>
                    <a:pt x="32144" y="82633"/>
                    <a:pt x="40078" y="62274"/>
                    <a:pt x="43375" y="40165"/>
                  </a:cubicBezTo>
                  <a:cubicBezTo>
                    <a:pt x="44437" y="32975"/>
                    <a:pt x="44046" y="25561"/>
                    <a:pt x="42202" y="18315"/>
                  </a:cubicBezTo>
                  <a:cubicBezTo>
                    <a:pt x="40935" y="13417"/>
                    <a:pt x="36968" y="10380"/>
                    <a:pt x="34546" y="6264"/>
                  </a:cubicBezTo>
                  <a:close/>
                </a:path>
              </a:pathLst>
            </a:custGeom>
            <a:solidFill>
              <a:srgbClr val="96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C503957-E261-355B-70F1-44EB0FC79274}"/>
                </a:ext>
              </a:extLst>
            </p:cNvPr>
            <p:cNvSpPr/>
            <p:nvPr/>
          </p:nvSpPr>
          <p:spPr>
            <a:xfrm>
              <a:off x="1839207" y="5143567"/>
              <a:ext cx="30062" cy="99430"/>
            </a:xfrm>
            <a:custGeom>
              <a:avLst/>
              <a:gdLst>
                <a:gd name="csX0" fmla="*/ 19869 w 30062"/>
                <a:gd name="csY0" fmla="*/ 151 h 99430"/>
                <a:gd name="csX1" fmla="*/ 30058 w 30062"/>
                <a:gd name="csY1" fmla="*/ 23323 h 99430"/>
                <a:gd name="csX2" fmla="*/ 7557 w 30062"/>
                <a:gd name="csY2" fmla="*/ 91924 h 99430"/>
                <a:gd name="csX3" fmla="*/ 3292 w 30062"/>
                <a:gd name="csY3" fmla="*/ 97885 h 99430"/>
                <a:gd name="csX4" fmla="*/ 628 w 30062"/>
                <a:gd name="csY4" fmla="*/ 99133 h 99430"/>
                <a:gd name="csX5" fmla="*/ 1112 w 30062"/>
                <a:gd name="csY5" fmla="*/ 96358 h 99430"/>
                <a:gd name="csX6" fmla="*/ 21378 w 30062"/>
                <a:gd name="csY6" fmla="*/ 58825 h 99430"/>
                <a:gd name="csX7" fmla="*/ 26817 w 30062"/>
                <a:gd name="csY7" fmla="*/ 14140 h 99430"/>
                <a:gd name="csX8" fmla="*/ 16554 w 30062"/>
                <a:gd name="csY8" fmla="*/ 1120 h 99430"/>
                <a:gd name="csX9" fmla="*/ 19869 w 30062"/>
                <a:gd name="csY9" fmla="*/ 151 h 9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0062" h="99430">
                  <a:moveTo>
                    <a:pt x="19869" y="151"/>
                  </a:moveTo>
                  <a:cubicBezTo>
                    <a:pt x="28233" y="5683"/>
                    <a:pt x="29984" y="14363"/>
                    <a:pt x="30058" y="23323"/>
                  </a:cubicBezTo>
                  <a:cubicBezTo>
                    <a:pt x="30300" y="48655"/>
                    <a:pt x="21155" y="71044"/>
                    <a:pt x="7557" y="91924"/>
                  </a:cubicBezTo>
                  <a:cubicBezTo>
                    <a:pt x="6216" y="93973"/>
                    <a:pt x="4707" y="95911"/>
                    <a:pt x="3292" y="97885"/>
                  </a:cubicBezTo>
                  <a:cubicBezTo>
                    <a:pt x="2621" y="98816"/>
                    <a:pt x="1820" y="99990"/>
                    <a:pt x="628" y="99133"/>
                  </a:cubicBezTo>
                  <a:cubicBezTo>
                    <a:pt x="-713" y="98183"/>
                    <a:pt x="404" y="97196"/>
                    <a:pt x="1112" y="96358"/>
                  </a:cubicBezTo>
                  <a:cubicBezTo>
                    <a:pt x="10314" y="85163"/>
                    <a:pt x="16740" y="72441"/>
                    <a:pt x="21378" y="58825"/>
                  </a:cubicBezTo>
                  <a:cubicBezTo>
                    <a:pt x="26296" y="44352"/>
                    <a:pt x="30002" y="29656"/>
                    <a:pt x="26817" y="14140"/>
                  </a:cubicBezTo>
                  <a:cubicBezTo>
                    <a:pt x="25550" y="8011"/>
                    <a:pt x="22328" y="3616"/>
                    <a:pt x="16554" y="1120"/>
                  </a:cubicBezTo>
                  <a:cubicBezTo>
                    <a:pt x="17336" y="-240"/>
                    <a:pt x="18603" y="-72"/>
                    <a:pt x="19869" y="151"/>
                  </a:cubicBezTo>
                  <a:close/>
                </a:path>
              </a:pathLst>
            </a:custGeom>
            <a:solidFill>
              <a:srgbClr val="5B75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86932C3-4175-8298-617D-DFA088979952}"/>
                </a:ext>
              </a:extLst>
            </p:cNvPr>
            <p:cNvSpPr/>
            <p:nvPr/>
          </p:nvSpPr>
          <p:spPr>
            <a:xfrm>
              <a:off x="1807531" y="5213581"/>
              <a:ext cx="14347" cy="4411"/>
            </a:xfrm>
            <a:custGeom>
              <a:avLst/>
              <a:gdLst>
                <a:gd name="csX0" fmla="*/ 14348 w 14347"/>
                <a:gd name="csY0" fmla="*/ 434 h 4411"/>
                <a:gd name="csX1" fmla="*/ 2315 w 14347"/>
                <a:gd name="csY1" fmla="*/ 4196 h 4411"/>
                <a:gd name="csX2" fmla="*/ 43 w 14347"/>
                <a:gd name="csY2" fmla="*/ 3451 h 4411"/>
                <a:gd name="csX3" fmla="*/ 1644 w 14347"/>
                <a:gd name="csY3" fmla="*/ 1477 h 4411"/>
                <a:gd name="csX4" fmla="*/ 14348 w 14347"/>
                <a:gd name="csY4" fmla="*/ 434 h 4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47" h="4411">
                  <a:moveTo>
                    <a:pt x="14348" y="434"/>
                  </a:moveTo>
                  <a:cubicBezTo>
                    <a:pt x="9691" y="1905"/>
                    <a:pt x="6022" y="3079"/>
                    <a:pt x="2315" y="4196"/>
                  </a:cubicBezTo>
                  <a:cubicBezTo>
                    <a:pt x="1440" y="4457"/>
                    <a:pt x="322" y="4718"/>
                    <a:pt x="43" y="3451"/>
                  </a:cubicBezTo>
                  <a:cubicBezTo>
                    <a:pt x="-218" y="2315"/>
                    <a:pt x="769" y="1682"/>
                    <a:pt x="1644" y="1477"/>
                  </a:cubicBezTo>
                  <a:cubicBezTo>
                    <a:pt x="5444" y="564"/>
                    <a:pt x="9226" y="-665"/>
                    <a:pt x="14348" y="434"/>
                  </a:cubicBezTo>
                  <a:close/>
                </a:path>
              </a:pathLst>
            </a:custGeom>
            <a:solidFill>
              <a:srgbClr val="5A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88D9208-0EB4-CC47-7306-A81818423342}"/>
                </a:ext>
              </a:extLst>
            </p:cNvPr>
            <p:cNvSpPr/>
            <p:nvPr/>
          </p:nvSpPr>
          <p:spPr>
            <a:xfrm>
              <a:off x="1881447" y="5211966"/>
              <a:ext cx="9592" cy="6742"/>
            </a:xfrm>
            <a:custGeom>
              <a:avLst/>
              <a:gdLst>
                <a:gd name="csX0" fmla="*/ 0 w 9592"/>
                <a:gd name="csY0" fmla="*/ 6743 h 6742"/>
                <a:gd name="csX1" fmla="*/ 9593 w 9592"/>
                <a:gd name="csY1" fmla="*/ 0 h 6742"/>
                <a:gd name="csX2" fmla="*/ 0 w 9592"/>
                <a:gd name="csY2" fmla="*/ 6743 h 6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92" h="6742">
                  <a:moveTo>
                    <a:pt x="0" y="6743"/>
                  </a:moveTo>
                  <a:cubicBezTo>
                    <a:pt x="2161" y="3036"/>
                    <a:pt x="5681" y="1248"/>
                    <a:pt x="9593" y="0"/>
                  </a:cubicBezTo>
                  <a:cubicBezTo>
                    <a:pt x="7283" y="3446"/>
                    <a:pt x="3930" y="5476"/>
                    <a:pt x="0" y="6743"/>
                  </a:cubicBezTo>
                  <a:close/>
                </a:path>
              </a:pathLst>
            </a:custGeom>
            <a:solidFill>
              <a:srgbClr val="5E83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9669CAB-B455-B3D3-83D2-0CE38D442E31}"/>
                </a:ext>
              </a:extLst>
            </p:cNvPr>
            <p:cNvSpPr/>
            <p:nvPr/>
          </p:nvSpPr>
          <p:spPr>
            <a:xfrm>
              <a:off x="1920470" y="5057998"/>
              <a:ext cx="69328" cy="39354"/>
            </a:xfrm>
            <a:custGeom>
              <a:avLst/>
              <a:gdLst>
                <a:gd name="csX0" fmla="*/ 69328 w 69328"/>
                <a:gd name="csY0" fmla="*/ 0 h 39354"/>
                <a:gd name="csX1" fmla="*/ 0 w 69328"/>
                <a:gd name="csY1" fmla="*/ 39265 h 39354"/>
                <a:gd name="csX2" fmla="*/ 69328 w 69328"/>
                <a:gd name="csY2" fmla="*/ 0 h 3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328" h="39354">
                  <a:moveTo>
                    <a:pt x="69328" y="0"/>
                  </a:moveTo>
                  <a:cubicBezTo>
                    <a:pt x="65696" y="12890"/>
                    <a:pt x="15553" y="41146"/>
                    <a:pt x="0" y="39265"/>
                  </a:cubicBezTo>
                  <a:cubicBezTo>
                    <a:pt x="26375" y="31162"/>
                    <a:pt x="49323" y="19204"/>
                    <a:pt x="69328" y="0"/>
                  </a:cubicBezTo>
                  <a:close/>
                </a:path>
              </a:pathLst>
            </a:custGeom>
            <a:solidFill>
              <a:srgbClr val="40532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FA735A3-5F4E-96C9-AC55-1BBD262D52A4}"/>
                </a:ext>
              </a:extLst>
            </p:cNvPr>
            <p:cNvSpPr/>
            <p:nvPr/>
          </p:nvSpPr>
          <p:spPr>
            <a:xfrm>
              <a:off x="1957202" y="5095530"/>
              <a:ext cx="6109" cy="11883"/>
            </a:xfrm>
            <a:custGeom>
              <a:avLst/>
              <a:gdLst>
                <a:gd name="csX0" fmla="*/ 0 w 6109"/>
                <a:gd name="csY0" fmla="*/ 0 h 11883"/>
                <a:gd name="csX1" fmla="*/ 6110 w 6109"/>
                <a:gd name="csY1" fmla="*/ 11884 h 11883"/>
                <a:gd name="csX2" fmla="*/ 0 w 6109"/>
                <a:gd name="csY2" fmla="*/ 0 h 11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09" h="11883">
                  <a:moveTo>
                    <a:pt x="0" y="0"/>
                  </a:moveTo>
                  <a:cubicBezTo>
                    <a:pt x="3912" y="2570"/>
                    <a:pt x="4955" y="6557"/>
                    <a:pt x="6110" y="11884"/>
                  </a:cubicBezTo>
                  <a:cubicBezTo>
                    <a:pt x="2459" y="7842"/>
                    <a:pt x="745" y="4191"/>
                    <a:pt x="0" y="0"/>
                  </a:cubicBezTo>
                  <a:close/>
                </a:path>
              </a:pathLst>
            </a:custGeom>
            <a:solidFill>
              <a:srgbClr val="6083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947A6D1-73E5-FDA0-14E5-26248669AE9F}"/>
                </a:ext>
              </a:extLst>
            </p:cNvPr>
            <p:cNvSpPr/>
            <p:nvPr/>
          </p:nvSpPr>
          <p:spPr>
            <a:xfrm>
              <a:off x="1937763" y="5055651"/>
              <a:ext cx="3622" cy="11213"/>
            </a:xfrm>
            <a:custGeom>
              <a:avLst/>
              <a:gdLst>
                <a:gd name="csX0" fmla="*/ 3494 w 3622"/>
                <a:gd name="csY0" fmla="*/ 11213 h 11213"/>
                <a:gd name="csX1" fmla="*/ 235 w 3622"/>
                <a:gd name="csY1" fmla="*/ 0 h 11213"/>
                <a:gd name="csX2" fmla="*/ 3494 w 3622"/>
                <a:gd name="csY2" fmla="*/ 11213 h 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22" h="11213">
                  <a:moveTo>
                    <a:pt x="3494" y="11213"/>
                  </a:moveTo>
                  <a:cubicBezTo>
                    <a:pt x="1483" y="8177"/>
                    <a:pt x="-734" y="5234"/>
                    <a:pt x="235" y="0"/>
                  </a:cubicBezTo>
                  <a:cubicBezTo>
                    <a:pt x="2861" y="4172"/>
                    <a:pt x="4034" y="7451"/>
                    <a:pt x="3494" y="11213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99DD0B57-079F-C106-D905-0BC546BCBC8F}"/>
                </a:ext>
              </a:extLst>
            </p:cNvPr>
            <p:cNvSpPr/>
            <p:nvPr/>
          </p:nvSpPr>
          <p:spPr>
            <a:xfrm>
              <a:off x="2055681" y="4842293"/>
              <a:ext cx="10617" cy="4497"/>
            </a:xfrm>
            <a:custGeom>
              <a:avLst/>
              <a:gdLst>
                <a:gd name="csX0" fmla="*/ 0 w 10617"/>
                <a:gd name="csY0" fmla="*/ 64 h 4497"/>
                <a:gd name="csX1" fmla="*/ 10617 w 10617"/>
                <a:gd name="csY1" fmla="*/ 4498 h 4497"/>
                <a:gd name="csX2" fmla="*/ 0 w 10617"/>
                <a:gd name="csY2" fmla="*/ 64 h 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7" h="4497">
                  <a:moveTo>
                    <a:pt x="0" y="64"/>
                  </a:moveTo>
                  <a:cubicBezTo>
                    <a:pt x="4489" y="-439"/>
                    <a:pt x="7525" y="2095"/>
                    <a:pt x="10617" y="4498"/>
                  </a:cubicBezTo>
                  <a:cubicBezTo>
                    <a:pt x="6445" y="4479"/>
                    <a:pt x="2962" y="2840"/>
                    <a:pt x="0" y="64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7FA34AF-A924-4F69-2D02-4101C1E05FCC}"/>
                </a:ext>
              </a:extLst>
            </p:cNvPr>
            <p:cNvSpPr/>
            <p:nvPr/>
          </p:nvSpPr>
          <p:spPr>
            <a:xfrm>
              <a:off x="2014539" y="4877072"/>
              <a:ext cx="9178" cy="4224"/>
            </a:xfrm>
            <a:custGeom>
              <a:avLst/>
              <a:gdLst>
                <a:gd name="csX0" fmla="*/ 9178 w 9178"/>
                <a:gd name="csY0" fmla="*/ 3581 h 4224"/>
                <a:gd name="csX1" fmla="*/ 7875 w 9178"/>
                <a:gd name="csY1" fmla="*/ 4214 h 4224"/>
                <a:gd name="csX2" fmla="*/ 14 w 9178"/>
                <a:gd name="csY2" fmla="*/ 1216 h 4224"/>
                <a:gd name="csX3" fmla="*/ 796 w 9178"/>
                <a:gd name="csY3" fmla="*/ 42 h 4224"/>
                <a:gd name="csX4" fmla="*/ 9178 w 9178"/>
                <a:gd name="csY4" fmla="*/ 3581 h 4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78" h="4224">
                  <a:moveTo>
                    <a:pt x="9178" y="3581"/>
                  </a:moveTo>
                  <a:cubicBezTo>
                    <a:pt x="8489" y="3935"/>
                    <a:pt x="8117" y="4289"/>
                    <a:pt x="7875" y="4214"/>
                  </a:cubicBezTo>
                  <a:cubicBezTo>
                    <a:pt x="5174" y="3413"/>
                    <a:pt x="1895" y="4084"/>
                    <a:pt x="14" y="1216"/>
                  </a:cubicBezTo>
                  <a:cubicBezTo>
                    <a:pt x="-98" y="1048"/>
                    <a:pt x="480" y="79"/>
                    <a:pt x="796" y="42"/>
                  </a:cubicBezTo>
                  <a:cubicBezTo>
                    <a:pt x="4168" y="-293"/>
                    <a:pt x="6645" y="1420"/>
                    <a:pt x="9178" y="3581"/>
                  </a:cubicBezTo>
                  <a:close/>
                </a:path>
              </a:pathLst>
            </a:custGeom>
            <a:solidFill>
              <a:srgbClr val="5578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0BE9240-3A19-07FC-F995-E300AD5609B5}"/>
                </a:ext>
              </a:extLst>
            </p:cNvPr>
            <p:cNvSpPr/>
            <p:nvPr/>
          </p:nvSpPr>
          <p:spPr>
            <a:xfrm>
              <a:off x="1981360" y="4928131"/>
              <a:ext cx="9052" cy="3564"/>
            </a:xfrm>
            <a:custGeom>
              <a:avLst/>
              <a:gdLst>
                <a:gd name="csX0" fmla="*/ 0 w 9052"/>
                <a:gd name="csY0" fmla="*/ 169 h 3564"/>
                <a:gd name="csX1" fmla="*/ 9053 w 9052"/>
                <a:gd name="csY1" fmla="*/ 3261 h 3564"/>
                <a:gd name="csX2" fmla="*/ 0 w 9052"/>
                <a:gd name="csY2" fmla="*/ 169 h 3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52" h="3564">
                  <a:moveTo>
                    <a:pt x="0" y="169"/>
                  </a:moveTo>
                  <a:cubicBezTo>
                    <a:pt x="4750" y="-613"/>
                    <a:pt x="6836" y="1473"/>
                    <a:pt x="9053" y="3261"/>
                  </a:cubicBezTo>
                  <a:cubicBezTo>
                    <a:pt x="5905" y="4230"/>
                    <a:pt x="3558" y="2795"/>
                    <a:pt x="0" y="169"/>
                  </a:cubicBezTo>
                  <a:close/>
                </a:path>
              </a:pathLst>
            </a:custGeom>
            <a:solidFill>
              <a:srgbClr val="5579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AE56DB4C-14A2-F607-EB5E-24A3961CC4ED}"/>
                </a:ext>
              </a:extLst>
            </p:cNvPr>
            <p:cNvSpPr/>
            <p:nvPr/>
          </p:nvSpPr>
          <p:spPr>
            <a:xfrm>
              <a:off x="1558582" y="5242281"/>
              <a:ext cx="163965" cy="205329"/>
            </a:xfrm>
            <a:custGeom>
              <a:avLst/>
              <a:gdLst>
                <a:gd name="csX0" fmla="*/ 12339 w 163965"/>
                <a:gd name="csY0" fmla="*/ 205330 h 205329"/>
                <a:gd name="csX1" fmla="*/ 325 w 163965"/>
                <a:gd name="csY1" fmla="*/ 187541 h 205329"/>
                <a:gd name="csX2" fmla="*/ 23553 w 163965"/>
                <a:gd name="csY2" fmla="*/ 135443 h 205329"/>
                <a:gd name="csX3" fmla="*/ 55348 w 163965"/>
                <a:gd name="csY3" fmla="*/ 89062 h 205329"/>
                <a:gd name="csX4" fmla="*/ 87666 w 163965"/>
                <a:gd name="csY4" fmla="*/ 50189 h 205329"/>
                <a:gd name="csX5" fmla="*/ 114376 w 163965"/>
                <a:gd name="csY5" fmla="*/ 22696 h 205329"/>
                <a:gd name="csX6" fmla="*/ 138796 w 163965"/>
                <a:gd name="csY6" fmla="*/ 3044 h 205329"/>
                <a:gd name="csX7" fmla="*/ 153865 w 163965"/>
                <a:gd name="csY7" fmla="*/ 791 h 205329"/>
                <a:gd name="csX8" fmla="*/ 162489 w 163965"/>
                <a:gd name="csY8" fmla="*/ 21299 h 205329"/>
                <a:gd name="csX9" fmla="*/ 148742 w 163965"/>
                <a:gd name="csY9" fmla="*/ 38137 h 205329"/>
                <a:gd name="csX10" fmla="*/ 112551 w 163965"/>
                <a:gd name="csY10" fmla="*/ 74534 h 205329"/>
                <a:gd name="csX11" fmla="*/ 86008 w 163965"/>
                <a:gd name="csY11" fmla="*/ 108676 h 205329"/>
                <a:gd name="csX12" fmla="*/ 73453 w 163965"/>
                <a:gd name="csY12" fmla="*/ 126558 h 205329"/>
                <a:gd name="csX13" fmla="*/ 32624 w 163965"/>
                <a:gd name="csY13" fmla="*/ 191229 h 205329"/>
                <a:gd name="csX14" fmla="*/ 12339 w 163965"/>
                <a:gd name="csY14" fmla="*/ 205330 h 20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3965" h="205329">
                  <a:moveTo>
                    <a:pt x="12339" y="205330"/>
                  </a:moveTo>
                  <a:cubicBezTo>
                    <a:pt x="3827" y="205218"/>
                    <a:pt x="-1389" y="197078"/>
                    <a:pt x="325" y="187541"/>
                  </a:cubicBezTo>
                  <a:cubicBezTo>
                    <a:pt x="3808" y="168226"/>
                    <a:pt x="13122" y="151611"/>
                    <a:pt x="23553" y="135443"/>
                  </a:cubicBezTo>
                  <a:cubicBezTo>
                    <a:pt x="33741" y="119703"/>
                    <a:pt x="43856" y="103871"/>
                    <a:pt x="55348" y="89062"/>
                  </a:cubicBezTo>
                  <a:cubicBezTo>
                    <a:pt x="65667" y="75763"/>
                    <a:pt x="76992" y="63246"/>
                    <a:pt x="87666" y="50189"/>
                  </a:cubicBezTo>
                  <a:cubicBezTo>
                    <a:pt x="95787" y="40242"/>
                    <a:pt x="104988" y="31320"/>
                    <a:pt x="114376" y="22696"/>
                  </a:cubicBezTo>
                  <a:cubicBezTo>
                    <a:pt x="122050" y="15655"/>
                    <a:pt x="128812" y="7217"/>
                    <a:pt x="138796" y="3044"/>
                  </a:cubicBezTo>
                  <a:cubicBezTo>
                    <a:pt x="143546" y="1051"/>
                    <a:pt x="148277" y="-1240"/>
                    <a:pt x="153865" y="791"/>
                  </a:cubicBezTo>
                  <a:cubicBezTo>
                    <a:pt x="162154" y="3808"/>
                    <a:pt x="166419" y="13308"/>
                    <a:pt x="162489" y="21299"/>
                  </a:cubicBezTo>
                  <a:cubicBezTo>
                    <a:pt x="159229" y="27948"/>
                    <a:pt x="153976" y="33052"/>
                    <a:pt x="148742" y="38137"/>
                  </a:cubicBezTo>
                  <a:cubicBezTo>
                    <a:pt x="136467" y="50058"/>
                    <a:pt x="124360" y="62147"/>
                    <a:pt x="112551" y="74534"/>
                  </a:cubicBezTo>
                  <a:cubicBezTo>
                    <a:pt x="102511" y="85058"/>
                    <a:pt x="95656" y="97891"/>
                    <a:pt x="86008" y="108676"/>
                  </a:cubicBezTo>
                  <a:cubicBezTo>
                    <a:pt x="81183" y="114078"/>
                    <a:pt x="77775" y="120690"/>
                    <a:pt x="73453" y="126558"/>
                  </a:cubicBezTo>
                  <a:cubicBezTo>
                    <a:pt x="58235" y="147103"/>
                    <a:pt x="45402" y="169138"/>
                    <a:pt x="32624" y="191229"/>
                  </a:cubicBezTo>
                  <a:cubicBezTo>
                    <a:pt x="28433" y="198550"/>
                    <a:pt x="22193" y="205181"/>
                    <a:pt x="12339" y="205330"/>
                  </a:cubicBezTo>
                  <a:close/>
                </a:path>
              </a:pathLst>
            </a:custGeom>
            <a:solidFill>
              <a:srgbClr val="9E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D70E10A-9B46-12DD-C5E8-4ACB25E93FFC}"/>
                </a:ext>
              </a:extLst>
            </p:cNvPr>
            <p:cNvSpPr/>
            <p:nvPr/>
          </p:nvSpPr>
          <p:spPr>
            <a:xfrm>
              <a:off x="1542214" y="5389310"/>
              <a:ext cx="76268" cy="81506"/>
            </a:xfrm>
            <a:custGeom>
              <a:avLst/>
              <a:gdLst>
                <a:gd name="csX0" fmla="*/ 68383 w 76268"/>
                <a:gd name="csY0" fmla="*/ 32019 h 81506"/>
                <a:gd name="csX1" fmla="*/ 76225 w 76268"/>
                <a:gd name="csY1" fmla="*/ 40084 h 81506"/>
                <a:gd name="csX2" fmla="*/ 73449 w 76268"/>
                <a:gd name="csY2" fmla="*/ 45579 h 81506"/>
                <a:gd name="csX3" fmla="*/ 61379 w 76268"/>
                <a:gd name="csY3" fmla="*/ 56997 h 81506"/>
                <a:gd name="csX4" fmla="*/ 35618 w 76268"/>
                <a:gd name="csY4" fmla="*/ 79088 h 81506"/>
                <a:gd name="csX5" fmla="*/ 4 w 76268"/>
                <a:gd name="csY5" fmla="*/ 54278 h 81506"/>
                <a:gd name="csX6" fmla="*/ 3022 w 76268"/>
                <a:gd name="csY6" fmla="*/ 25649 h 81506"/>
                <a:gd name="csX7" fmla="*/ 14049 w 76268"/>
                <a:gd name="csY7" fmla="*/ 540 h 81506"/>
                <a:gd name="csX8" fmla="*/ 20754 w 76268"/>
                <a:gd name="csY8" fmla="*/ 1564 h 81506"/>
                <a:gd name="csX9" fmla="*/ 6933 w 76268"/>
                <a:gd name="csY9" fmla="*/ 38687 h 81506"/>
                <a:gd name="csX10" fmla="*/ 8461 w 76268"/>
                <a:gd name="csY10" fmla="*/ 60089 h 81506"/>
                <a:gd name="csX11" fmla="*/ 35525 w 76268"/>
                <a:gd name="csY11" fmla="*/ 69663 h 81506"/>
                <a:gd name="csX12" fmla="*/ 58250 w 76268"/>
                <a:gd name="csY12" fmla="*/ 48559 h 81506"/>
                <a:gd name="csX13" fmla="*/ 68383 w 76268"/>
                <a:gd name="csY13" fmla="*/ 32019 h 81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8" h="81506">
                  <a:moveTo>
                    <a:pt x="68383" y="32019"/>
                  </a:moveTo>
                  <a:cubicBezTo>
                    <a:pt x="70990" y="34701"/>
                    <a:pt x="73617" y="37383"/>
                    <a:pt x="76225" y="40084"/>
                  </a:cubicBezTo>
                  <a:cubicBezTo>
                    <a:pt x="76448" y="42506"/>
                    <a:pt x="75871" y="44238"/>
                    <a:pt x="73449" y="45579"/>
                  </a:cubicBezTo>
                  <a:cubicBezTo>
                    <a:pt x="68495" y="48317"/>
                    <a:pt x="64825" y="52378"/>
                    <a:pt x="61379" y="56997"/>
                  </a:cubicBezTo>
                  <a:cubicBezTo>
                    <a:pt x="54487" y="66199"/>
                    <a:pt x="46143" y="74953"/>
                    <a:pt x="35618" y="79088"/>
                  </a:cubicBezTo>
                  <a:cubicBezTo>
                    <a:pt x="17048" y="86409"/>
                    <a:pt x="-312" y="76816"/>
                    <a:pt x="4" y="54278"/>
                  </a:cubicBezTo>
                  <a:cubicBezTo>
                    <a:pt x="135" y="44499"/>
                    <a:pt x="936" y="34943"/>
                    <a:pt x="3022" y="25649"/>
                  </a:cubicBezTo>
                  <a:cubicBezTo>
                    <a:pt x="5015" y="16764"/>
                    <a:pt x="6244" y="7059"/>
                    <a:pt x="14049" y="540"/>
                  </a:cubicBezTo>
                  <a:cubicBezTo>
                    <a:pt x="16545" y="-801"/>
                    <a:pt x="18612" y="670"/>
                    <a:pt x="20754" y="1564"/>
                  </a:cubicBezTo>
                  <a:cubicBezTo>
                    <a:pt x="13769" y="13057"/>
                    <a:pt x="9411" y="25555"/>
                    <a:pt x="6933" y="38687"/>
                  </a:cubicBezTo>
                  <a:cubicBezTo>
                    <a:pt x="5574" y="45840"/>
                    <a:pt x="5704" y="52806"/>
                    <a:pt x="8461" y="60089"/>
                  </a:cubicBezTo>
                  <a:cubicBezTo>
                    <a:pt x="12391" y="70520"/>
                    <a:pt x="26566" y="73333"/>
                    <a:pt x="35525" y="69663"/>
                  </a:cubicBezTo>
                  <a:cubicBezTo>
                    <a:pt x="45882" y="65416"/>
                    <a:pt x="52010" y="56867"/>
                    <a:pt x="58250" y="48559"/>
                  </a:cubicBezTo>
                  <a:cubicBezTo>
                    <a:pt x="62106" y="43418"/>
                    <a:pt x="67191" y="38836"/>
                    <a:pt x="68383" y="32019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D5EA62F-7874-45F5-B0B9-540FAD1118BF}"/>
                </a:ext>
              </a:extLst>
            </p:cNvPr>
            <p:cNvSpPr/>
            <p:nvPr/>
          </p:nvSpPr>
          <p:spPr>
            <a:xfrm>
              <a:off x="1535028" y="5371652"/>
              <a:ext cx="28126" cy="19355"/>
            </a:xfrm>
            <a:custGeom>
              <a:avLst/>
              <a:gdLst>
                <a:gd name="csX0" fmla="*/ 27977 w 28126"/>
                <a:gd name="csY0" fmla="*/ 19204 h 19355"/>
                <a:gd name="csX1" fmla="*/ 21272 w 28126"/>
                <a:gd name="csY1" fmla="*/ 18180 h 19355"/>
                <a:gd name="csX2" fmla="*/ 12033 w 28126"/>
                <a:gd name="csY2" fmla="*/ 12610 h 19355"/>
                <a:gd name="csX3" fmla="*/ 0 w 28126"/>
                <a:gd name="csY3" fmla="*/ 0 h 19355"/>
                <a:gd name="csX4" fmla="*/ 14454 w 28126"/>
                <a:gd name="csY4" fmla="*/ 10412 h 19355"/>
                <a:gd name="csX5" fmla="*/ 24606 w 28126"/>
                <a:gd name="csY5" fmla="*/ 16075 h 19355"/>
                <a:gd name="csX6" fmla="*/ 28126 w 28126"/>
                <a:gd name="csY6" fmla="*/ 18235 h 19355"/>
                <a:gd name="csX7" fmla="*/ 27977 w 28126"/>
                <a:gd name="csY7" fmla="*/ 19204 h 1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126" h="19355">
                  <a:moveTo>
                    <a:pt x="27977" y="19204"/>
                  </a:moveTo>
                  <a:cubicBezTo>
                    <a:pt x="25593" y="19781"/>
                    <a:pt x="23507" y="18552"/>
                    <a:pt x="21272" y="18180"/>
                  </a:cubicBezTo>
                  <a:cubicBezTo>
                    <a:pt x="18198" y="16317"/>
                    <a:pt x="15106" y="14454"/>
                    <a:pt x="12033" y="12610"/>
                  </a:cubicBezTo>
                  <a:cubicBezTo>
                    <a:pt x="8792" y="8177"/>
                    <a:pt x="2515" y="6668"/>
                    <a:pt x="0" y="0"/>
                  </a:cubicBezTo>
                  <a:cubicBezTo>
                    <a:pt x="5793" y="3260"/>
                    <a:pt x="9164" y="8233"/>
                    <a:pt x="14454" y="10412"/>
                  </a:cubicBezTo>
                  <a:cubicBezTo>
                    <a:pt x="17453" y="13001"/>
                    <a:pt x="20731" y="15088"/>
                    <a:pt x="24606" y="16075"/>
                  </a:cubicBezTo>
                  <a:cubicBezTo>
                    <a:pt x="25779" y="16801"/>
                    <a:pt x="26953" y="17509"/>
                    <a:pt x="28126" y="18235"/>
                  </a:cubicBezTo>
                  <a:cubicBezTo>
                    <a:pt x="28033" y="18552"/>
                    <a:pt x="27977" y="18869"/>
                    <a:pt x="27977" y="19204"/>
                  </a:cubicBezTo>
                  <a:close/>
                </a:path>
              </a:pathLst>
            </a:custGeom>
            <a:solidFill>
              <a:srgbClr val="587C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87A875F-B777-FAE3-59D9-8620746D8CD4}"/>
                </a:ext>
              </a:extLst>
            </p:cNvPr>
            <p:cNvSpPr/>
            <p:nvPr/>
          </p:nvSpPr>
          <p:spPr>
            <a:xfrm>
              <a:off x="1939419" y="5227407"/>
              <a:ext cx="120029" cy="144068"/>
            </a:xfrm>
            <a:custGeom>
              <a:avLst/>
              <a:gdLst>
                <a:gd name="csX0" fmla="*/ 70068 w 120029"/>
                <a:gd name="csY0" fmla="*/ 113753 h 144068"/>
                <a:gd name="csX1" fmla="*/ 47231 w 120029"/>
                <a:gd name="csY1" fmla="*/ 96411 h 144068"/>
                <a:gd name="csX2" fmla="*/ 36707 w 120029"/>
                <a:gd name="csY2" fmla="*/ 86371 h 144068"/>
                <a:gd name="csX3" fmla="*/ 3887 w 120029"/>
                <a:gd name="csY3" fmla="*/ 39190 h 144068"/>
                <a:gd name="csX4" fmla="*/ 14169 w 120029"/>
                <a:gd name="csY4" fmla="*/ 5290 h 144068"/>
                <a:gd name="csX5" fmla="*/ 27096 w 120029"/>
                <a:gd name="csY5" fmla="*/ 447 h 144068"/>
                <a:gd name="csX6" fmla="*/ 31753 w 120029"/>
                <a:gd name="csY6" fmla="*/ 1546 h 144068"/>
                <a:gd name="csX7" fmla="*/ 57476 w 120029"/>
                <a:gd name="csY7" fmla="*/ 23097 h 144068"/>
                <a:gd name="csX8" fmla="*/ 75749 w 120029"/>
                <a:gd name="csY8" fmla="*/ 43679 h 144068"/>
                <a:gd name="csX9" fmla="*/ 96070 w 120029"/>
                <a:gd name="csY9" fmla="*/ 77933 h 144068"/>
                <a:gd name="csX10" fmla="*/ 112332 w 120029"/>
                <a:gd name="csY10" fmla="*/ 110083 h 144068"/>
                <a:gd name="csX11" fmla="*/ 115144 w 120029"/>
                <a:gd name="csY11" fmla="*/ 114293 h 144068"/>
                <a:gd name="csX12" fmla="*/ 115945 w 120029"/>
                <a:gd name="csY12" fmla="*/ 135415 h 144068"/>
                <a:gd name="csX13" fmla="*/ 114231 w 120029"/>
                <a:gd name="csY13" fmla="*/ 138954 h 144068"/>
                <a:gd name="csX14" fmla="*/ 114325 w 120029"/>
                <a:gd name="csY14" fmla="*/ 138917 h 144068"/>
                <a:gd name="csX15" fmla="*/ 109556 w 120029"/>
                <a:gd name="csY15" fmla="*/ 140016 h 144068"/>
                <a:gd name="csX16" fmla="*/ 93575 w 120029"/>
                <a:gd name="csY16" fmla="*/ 143499 h 144068"/>
                <a:gd name="csX17" fmla="*/ 84671 w 120029"/>
                <a:gd name="csY17" fmla="*/ 137315 h 144068"/>
                <a:gd name="csX18" fmla="*/ 69956 w 120029"/>
                <a:gd name="csY18" fmla="*/ 115969 h 144068"/>
                <a:gd name="csX19" fmla="*/ 70068 w 120029"/>
                <a:gd name="csY19" fmla="*/ 113753 h 144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029" h="144068">
                  <a:moveTo>
                    <a:pt x="70068" y="113753"/>
                  </a:moveTo>
                  <a:cubicBezTo>
                    <a:pt x="59618" y="111722"/>
                    <a:pt x="53490" y="103899"/>
                    <a:pt x="47231" y="96411"/>
                  </a:cubicBezTo>
                  <a:cubicBezTo>
                    <a:pt x="44065" y="92611"/>
                    <a:pt x="39464" y="90264"/>
                    <a:pt x="36707" y="86371"/>
                  </a:cubicBezTo>
                  <a:cubicBezTo>
                    <a:pt x="25643" y="70725"/>
                    <a:pt x="13796" y="55637"/>
                    <a:pt x="3887" y="39190"/>
                  </a:cubicBezTo>
                  <a:cubicBezTo>
                    <a:pt x="-3899" y="26245"/>
                    <a:pt x="255" y="11343"/>
                    <a:pt x="14169" y="5290"/>
                  </a:cubicBezTo>
                  <a:cubicBezTo>
                    <a:pt x="18341" y="3483"/>
                    <a:pt x="23222" y="3464"/>
                    <a:pt x="27096" y="447"/>
                  </a:cubicBezTo>
                  <a:cubicBezTo>
                    <a:pt x="28679" y="-801"/>
                    <a:pt x="30262" y="894"/>
                    <a:pt x="31753" y="1546"/>
                  </a:cubicBezTo>
                  <a:cubicBezTo>
                    <a:pt x="42370" y="6258"/>
                    <a:pt x="50118" y="14640"/>
                    <a:pt x="57476" y="23097"/>
                  </a:cubicBezTo>
                  <a:cubicBezTo>
                    <a:pt x="63492" y="30007"/>
                    <a:pt x="70366" y="36135"/>
                    <a:pt x="75749" y="43679"/>
                  </a:cubicBezTo>
                  <a:cubicBezTo>
                    <a:pt x="83497" y="54557"/>
                    <a:pt x="89905" y="66162"/>
                    <a:pt x="96070" y="77933"/>
                  </a:cubicBezTo>
                  <a:cubicBezTo>
                    <a:pt x="101640" y="88569"/>
                    <a:pt x="106893" y="99373"/>
                    <a:pt x="112332" y="110083"/>
                  </a:cubicBezTo>
                  <a:cubicBezTo>
                    <a:pt x="113095" y="111573"/>
                    <a:pt x="114101" y="112970"/>
                    <a:pt x="115144" y="114293"/>
                  </a:cubicBezTo>
                  <a:cubicBezTo>
                    <a:pt x="121421" y="122209"/>
                    <a:pt x="121608" y="127276"/>
                    <a:pt x="115945" y="135415"/>
                  </a:cubicBezTo>
                  <a:cubicBezTo>
                    <a:pt x="115200" y="136477"/>
                    <a:pt x="114790" y="137762"/>
                    <a:pt x="114231" y="138954"/>
                  </a:cubicBezTo>
                  <a:cubicBezTo>
                    <a:pt x="114231" y="138954"/>
                    <a:pt x="114306" y="138917"/>
                    <a:pt x="114325" y="138917"/>
                  </a:cubicBezTo>
                  <a:cubicBezTo>
                    <a:pt x="112574" y="138582"/>
                    <a:pt x="110692" y="138824"/>
                    <a:pt x="109556" y="140016"/>
                  </a:cubicBezTo>
                  <a:cubicBezTo>
                    <a:pt x="104955" y="144915"/>
                    <a:pt x="99572" y="144356"/>
                    <a:pt x="93575" y="143499"/>
                  </a:cubicBezTo>
                  <a:cubicBezTo>
                    <a:pt x="89216" y="142866"/>
                    <a:pt x="86664" y="139811"/>
                    <a:pt x="84671" y="137315"/>
                  </a:cubicBezTo>
                  <a:cubicBezTo>
                    <a:pt x="79288" y="130591"/>
                    <a:pt x="70384" y="126102"/>
                    <a:pt x="69956" y="115969"/>
                  </a:cubicBezTo>
                  <a:cubicBezTo>
                    <a:pt x="69341" y="115168"/>
                    <a:pt x="69360" y="114442"/>
                    <a:pt x="70068" y="113753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3AC2A9C0-8565-0EE0-1C96-BE6C6FD2E089}"/>
                </a:ext>
              </a:extLst>
            </p:cNvPr>
            <p:cNvSpPr/>
            <p:nvPr/>
          </p:nvSpPr>
          <p:spPr>
            <a:xfrm>
              <a:off x="1995163" y="5341160"/>
              <a:ext cx="14323" cy="9304"/>
            </a:xfrm>
            <a:custGeom>
              <a:avLst/>
              <a:gdLst>
                <a:gd name="csX0" fmla="*/ 14324 w 14323"/>
                <a:gd name="csY0" fmla="*/ 0 h 9304"/>
                <a:gd name="csX1" fmla="*/ 14194 w 14323"/>
                <a:gd name="csY1" fmla="*/ 2179 h 9304"/>
                <a:gd name="csX2" fmla="*/ 0 w 14323"/>
                <a:gd name="csY2" fmla="*/ 9239 h 9304"/>
                <a:gd name="csX3" fmla="*/ 14324 w 14323"/>
                <a:gd name="csY3" fmla="*/ 0 h 9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323" h="9304">
                  <a:moveTo>
                    <a:pt x="14324" y="0"/>
                  </a:moveTo>
                  <a:cubicBezTo>
                    <a:pt x="14287" y="726"/>
                    <a:pt x="14249" y="1453"/>
                    <a:pt x="14194" y="2179"/>
                  </a:cubicBezTo>
                  <a:cubicBezTo>
                    <a:pt x="9313" y="4210"/>
                    <a:pt x="6352" y="9984"/>
                    <a:pt x="0" y="9239"/>
                  </a:cubicBezTo>
                  <a:cubicBezTo>
                    <a:pt x="4266" y="5364"/>
                    <a:pt x="8829" y="1993"/>
                    <a:pt x="14324" y="0"/>
                  </a:cubicBezTo>
                  <a:close/>
                </a:path>
              </a:pathLst>
            </a:custGeom>
            <a:solidFill>
              <a:srgbClr val="4E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137F1FD4-2C5A-58AF-36D4-E14A6DCF06E6}"/>
                </a:ext>
              </a:extLst>
            </p:cNvPr>
            <p:cNvSpPr/>
            <p:nvPr/>
          </p:nvSpPr>
          <p:spPr>
            <a:xfrm>
              <a:off x="1949658" y="5289766"/>
              <a:ext cx="6848" cy="8459"/>
            </a:xfrm>
            <a:custGeom>
              <a:avLst/>
              <a:gdLst>
                <a:gd name="csX0" fmla="*/ 0 w 6848"/>
                <a:gd name="csY0" fmla="*/ 8460 h 8459"/>
                <a:gd name="csX1" fmla="*/ 4117 w 6848"/>
                <a:gd name="csY1" fmla="*/ 1344 h 8459"/>
                <a:gd name="csX2" fmla="*/ 6147 w 6848"/>
                <a:gd name="csY2" fmla="*/ 227 h 8459"/>
                <a:gd name="csX3" fmla="*/ 6557 w 6848"/>
                <a:gd name="csY3" fmla="*/ 2760 h 8459"/>
                <a:gd name="csX4" fmla="*/ 0 w 6848"/>
                <a:gd name="csY4" fmla="*/ 8460 h 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48" h="8459">
                  <a:moveTo>
                    <a:pt x="0" y="8460"/>
                  </a:moveTo>
                  <a:cubicBezTo>
                    <a:pt x="1378" y="6094"/>
                    <a:pt x="2775" y="3729"/>
                    <a:pt x="4117" y="1344"/>
                  </a:cubicBezTo>
                  <a:cubicBezTo>
                    <a:pt x="4582" y="506"/>
                    <a:pt x="5066" y="-444"/>
                    <a:pt x="6147" y="227"/>
                  </a:cubicBezTo>
                  <a:cubicBezTo>
                    <a:pt x="7041" y="786"/>
                    <a:pt x="6966" y="1903"/>
                    <a:pt x="6557" y="2760"/>
                  </a:cubicBezTo>
                  <a:cubicBezTo>
                    <a:pt x="5271" y="5479"/>
                    <a:pt x="3353" y="7659"/>
                    <a:pt x="0" y="8460"/>
                  </a:cubicBezTo>
                  <a:close/>
                </a:path>
              </a:pathLst>
            </a:custGeom>
            <a:solidFill>
              <a:srgbClr val="4E6D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DDF57BEF-D190-CEB2-1D1E-9DF9BB577E6F}"/>
                </a:ext>
              </a:extLst>
            </p:cNvPr>
            <p:cNvSpPr/>
            <p:nvPr/>
          </p:nvSpPr>
          <p:spPr>
            <a:xfrm>
              <a:off x="2005743" y="5242256"/>
              <a:ext cx="7737" cy="6237"/>
            </a:xfrm>
            <a:custGeom>
              <a:avLst/>
              <a:gdLst>
                <a:gd name="csX0" fmla="*/ 2515 w 7737"/>
                <a:gd name="csY0" fmla="*/ 2679 h 6237"/>
                <a:gd name="csX1" fmla="*/ 7693 w 7737"/>
                <a:gd name="csY1" fmla="*/ 71 h 6237"/>
                <a:gd name="csX2" fmla="*/ 3781 w 7737"/>
                <a:gd name="csY2" fmla="*/ 5268 h 6237"/>
                <a:gd name="csX3" fmla="*/ 0 w 7737"/>
                <a:gd name="csY3" fmla="*/ 5938 h 6237"/>
                <a:gd name="csX4" fmla="*/ 2515 w 7737"/>
                <a:gd name="csY4" fmla="*/ 2679 h 6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37" h="6237">
                  <a:moveTo>
                    <a:pt x="2515" y="2679"/>
                  </a:moveTo>
                  <a:cubicBezTo>
                    <a:pt x="4601" y="2623"/>
                    <a:pt x="5066" y="-506"/>
                    <a:pt x="7693" y="71"/>
                  </a:cubicBezTo>
                  <a:cubicBezTo>
                    <a:pt x="8158" y="3182"/>
                    <a:pt x="4880" y="3442"/>
                    <a:pt x="3781" y="5268"/>
                  </a:cubicBezTo>
                  <a:cubicBezTo>
                    <a:pt x="2552" y="5510"/>
                    <a:pt x="1527" y="6814"/>
                    <a:pt x="0" y="5938"/>
                  </a:cubicBezTo>
                  <a:cubicBezTo>
                    <a:pt x="112" y="4299"/>
                    <a:pt x="1453" y="3591"/>
                    <a:pt x="2515" y="2679"/>
                  </a:cubicBezTo>
                  <a:close/>
                </a:path>
              </a:pathLst>
            </a:custGeom>
            <a:solidFill>
              <a:srgbClr val="4D6D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289686D-7BA7-1E56-7A42-DA66C9CE3705}"/>
                </a:ext>
              </a:extLst>
            </p:cNvPr>
            <p:cNvSpPr/>
            <p:nvPr/>
          </p:nvSpPr>
          <p:spPr>
            <a:xfrm>
              <a:off x="1580906" y="5295301"/>
              <a:ext cx="28579" cy="16745"/>
            </a:xfrm>
            <a:custGeom>
              <a:avLst/>
              <a:gdLst>
                <a:gd name="csX0" fmla="*/ 28517 w 28579"/>
                <a:gd name="csY0" fmla="*/ 15367 h 16745"/>
                <a:gd name="csX1" fmla="*/ 26264 w 28579"/>
                <a:gd name="csY1" fmla="*/ 16745 h 16745"/>
                <a:gd name="csX2" fmla="*/ 0 w 28579"/>
                <a:gd name="csY2" fmla="*/ 0 h 16745"/>
                <a:gd name="csX3" fmla="*/ 28517 w 28579"/>
                <a:gd name="csY3" fmla="*/ 15367 h 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79" h="16745">
                  <a:moveTo>
                    <a:pt x="28517" y="15367"/>
                  </a:moveTo>
                  <a:cubicBezTo>
                    <a:pt x="28964" y="17788"/>
                    <a:pt x="26878" y="16056"/>
                    <a:pt x="26264" y="16745"/>
                  </a:cubicBezTo>
                  <a:cubicBezTo>
                    <a:pt x="16410" y="12945"/>
                    <a:pt x="6761" y="8810"/>
                    <a:pt x="0" y="0"/>
                  </a:cubicBezTo>
                  <a:cubicBezTo>
                    <a:pt x="9500" y="5141"/>
                    <a:pt x="18254" y="11660"/>
                    <a:pt x="28517" y="15367"/>
                  </a:cubicBezTo>
                  <a:close/>
                </a:path>
              </a:pathLst>
            </a:custGeom>
            <a:solidFill>
              <a:srgbClr val="5C82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186A5D2-CFFF-4F05-2D44-86A8E27A2F38}"/>
                </a:ext>
              </a:extLst>
            </p:cNvPr>
            <p:cNvSpPr/>
            <p:nvPr/>
          </p:nvSpPr>
          <p:spPr>
            <a:xfrm>
              <a:off x="1630583" y="5254658"/>
              <a:ext cx="17360" cy="9855"/>
            </a:xfrm>
            <a:custGeom>
              <a:avLst/>
              <a:gdLst>
                <a:gd name="csX0" fmla="*/ 17360 w 17360"/>
                <a:gd name="csY0" fmla="*/ 8605 h 9855"/>
                <a:gd name="csX1" fmla="*/ 14436 w 17360"/>
                <a:gd name="csY1" fmla="*/ 9704 h 9855"/>
                <a:gd name="csX2" fmla="*/ 0 w 17360"/>
                <a:gd name="csY2" fmla="*/ 0 h 9855"/>
                <a:gd name="csX3" fmla="*/ 17267 w 17360"/>
                <a:gd name="csY3" fmla="*/ 8550 h 9855"/>
                <a:gd name="csX4" fmla="*/ 17360 w 17360"/>
                <a:gd name="csY4" fmla="*/ 8605 h 9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60" h="9855">
                  <a:moveTo>
                    <a:pt x="17360" y="8605"/>
                  </a:moveTo>
                  <a:cubicBezTo>
                    <a:pt x="16689" y="9779"/>
                    <a:pt x="15516" y="10077"/>
                    <a:pt x="14436" y="9704"/>
                  </a:cubicBezTo>
                  <a:cubicBezTo>
                    <a:pt x="8829" y="7786"/>
                    <a:pt x="4116" y="4396"/>
                    <a:pt x="0" y="0"/>
                  </a:cubicBezTo>
                  <a:cubicBezTo>
                    <a:pt x="5756" y="2850"/>
                    <a:pt x="11511" y="5700"/>
                    <a:pt x="17267" y="8550"/>
                  </a:cubicBezTo>
                  <a:cubicBezTo>
                    <a:pt x="17286" y="8568"/>
                    <a:pt x="17360" y="8605"/>
                    <a:pt x="17360" y="8605"/>
                  </a:cubicBezTo>
                  <a:close/>
                </a:path>
              </a:pathLst>
            </a:custGeom>
            <a:solidFill>
              <a:srgbClr val="60893C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599EE70-997B-14FC-FD2A-41D6F446CBDB}"/>
                </a:ext>
              </a:extLst>
            </p:cNvPr>
            <p:cNvSpPr/>
            <p:nvPr/>
          </p:nvSpPr>
          <p:spPr>
            <a:xfrm>
              <a:off x="2043816" y="5295488"/>
              <a:ext cx="5303" cy="7655"/>
            </a:xfrm>
            <a:custGeom>
              <a:avLst/>
              <a:gdLst>
                <a:gd name="csX0" fmla="*/ 0 w 5303"/>
                <a:gd name="csY0" fmla="*/ 7656 h 7655"/>
                <a:gd name="csX1" fmla="*/ 4657 w 5303"/>
                <a:gd name="csY1" fmla="*/ 0 h 7655"/>
                <a:gd name="csX2" fmla="*/ 0 w 5303"/>
                <a:gd name="csY2" fmla="*/ 7656 h 7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03" h="7655">
                  <a:moveTo>
                    <a:pt x="0" y="7656"/>
                  </a:moveTo>
                  <a:cubicBezTo>
                    <a:pt x="1546" y="5104"/>
                    <a:pt x="3111" y="2552"/>
                    <a:pt x="4657" y="0"/>
                  </a:cubicBezTo>
                  <a:cubicBezTo>
                    <a:pt x="6799" y="4713"/>
                    <a:pt x="3204" y="6072"/>
                    <a:pt x="0" y="7656"/>
                  </a:cubicBezTo>
                  <a:close/>
                </a:path>
              </a:pathLst>
            </a:custGeom>
            <a:solidFill>
              <a:srgbClr val="4D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A6E77141-11D0-1DCF-BC94-CB12069907AA}"/>
                </a:ext>
              </a:extLst>
            </p:cNvPr>
            <p:cNvSpPr/>
            <p:nvPr/>
          </p:nvSpPr>
          <p:spPr>
            <a:xfrm>
              <a:off x="1783022" y="4852956"/>
              <a:ext cx="63955" cy="143648"/>
            </a:xfrm>
            <a:custGeom>
              <a:avLst/>
              <a:gdLst>
                <a:gd name="csX0" fmla="*/ 6279 w 63955"/>
                <a:gd name="csY0" fmla="*/ 0 h 143648"/>
                <a:gd name="csX1" fmla="*/ 26508 w 63955"/>
                <a:gd name="csY1" fmla="*/ 22259 h 143648"/>
                <a:gd name="csX2" fmla="*/ 62122 w 63955"/>
                <a:gd name="csY2" fmla="*/ 120775 h 143648"/>
                <a:gd name="csX3" fmla="*/ 63705 w 63955"/>
                <a:gd name="csY3" fmla="*/ 143649 h 143648"/>
                <a:gd name="csX4" fmla="*/ 39956 w 63955"/>
                <a:gd name="csY4" fmla="*/ 120328 h 143648"/>
                <a:gd name="csX5" fmla="*/ 32170 w 63955"/>
                <a:gd name="csY5" fmla="*/ 91047 h 143648"/>
                <a:gd name="csX6" fmla="*/ 11681 w 63955"/>
                <a:gd name="csY6" fmla="*/ 39433 h 143648"/>
                <a:gd name="csX7" fmla="*/ 1194 w 63955"/>
                <a:gd name="csY7" fmla="*/ 16373 h 143648"/>
                <a:gd name="csX8" fmla="*/ 6279 w 63955"/>
                <a:gd name="csY8" fmla="*/ 0 h 143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955" h="143648">
                  <a:moveTo>
                    <a:pt x="6279" y="0"/>
                  </a:moveTo>
                  <a:cubicBezTo>
                    <a:pt x="15369" y="5271"/>
                    <a:pt x="21218" y="13728"/>
                    <a:pt x="26508" y="22259"/>
                  </a:cubicBezTo>
                  <a:cubicBezTo>
                    <a:pt x="45284" y="52546"/>
                    <a:pt x="56366" y="85776"/>
                    <a:pt x="62122" y="120775"/>
                  </a:cubicBezTo>
                  <a:cubicBezTo>
                    <a:pt x="63351" y="128226"/>
                    <a:pt x="64469" y="135937"/>
                    <a:pt x="63705" y="143649"/>
                  </a:cubicBezTo>
                  <a:cubicBezTo>
                    <a:pt x="49400" y="142382"/>
                    <a:pt x="44818" y="131150"/>
                    <a:pt x="39956" y="120328"/>
                  </a:cubicBezTo>
                  <a:cubicBezTo>
                    <a:pt x="35765" y="111015"/>
                    <a:pt x="35356" y="100677"/>
                    <a:pt x="32170" y="91047"/>
                  </a:cubicBezTo>
                  <a:cubicBezTo>
                    <a:pt x="26322" y="73445"/>
                    <a:pt x="20789" y="55750"/>
                    <a:pt x="11681" y="39433"/>
                  </a:cubicBezTo>
                  <a:cubicBezTo>
                    <a:pt x="7565" y="32056"/>
                    <a:pt x="3709" y="24494"/>
                    <a:pt x="1194" y="16373"/>
                  </a:cubicBezTo>
                  <a:cubicBezTo>
                    <a:pt x="-1376" y="8103"/>
                    <a:pt x="151" y="3390"/>
                    <a:pt x="6279" y="0"/>
                  </a:cubicBezTo>
                  <a:close/>
                </a:path>
              </a:pathLst>
            </a:custGeom>
            <a:solidFill>
              <a:srgbClr val="9F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40A7AE24-A919-897D-B0BC-280BA66F4EA2}"/>
                </a:ext>
              </a:extLst>
            </p:cNvPr>
            <p:cNvSpPr/>
            <p:nvPr/>
          </p:nvSpPr>
          <p:spPr>
            <a:xfrm>
              <a:off x="1684742" y="5032650"/>
              <a:ext cx="49805" cy="30693"/>
            </a:xfrm>
            <a:custGeom>
              <a:avLst/>
              <a:gdLst>
                <a:gd name="csX0" fmla="*/ 46555 w 49805"/>
                <a:gd name="csY0" fmla="*/ 30694 h 30693"/>
                <a:gd name="csX1" fmla="*/ 2559 w 49805"/>
                <a:gd name="csY1" fmla="*/ 6162 h 30693"/>
                <a:gd name="csX2" fmla="*/ 454 w 49805"/>
                <a:gd name="csY2" fmla="*/ 1021 h 30693"/>
                <a:gd name="csX3" fmla="*/ 6750 w 49805"/>
                <a:gd name="csY3" fmla="*/ 1319 h 30693"/>
                <a:gd name="csX4" fmla="*/ 26625 w 49805"/>
                <a:gd name="csY4" fmla="*/ 11713 h 30693"/>
                <a:gd name="csX5" fmla="*/ 47803 w 49805"/>
                <a:gd name="csY5" fmla="*/ 25534 h 30693"/>
                <a:gd name="csX6" fmla="*/ 46555 w 49805"/>
                <a:gd name="csY6" fmla="*/ 30694 h 30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805" h="30693">
                  <a:moveTo>
                    <a:pt x="46555" y="30694"/>
                  </a:moveTo>
                  <a:cubicBezTo>
                    <a:pt x="30704" y="24659"/>
                    <a:pt x="15877" y="16761"/>
                    <a:pt x="2559" y="6162"/>
                  </a:cubicBezTo>
                  <a:cubicBezTo>
                    <a:pt x="2745" y="4020"/>
                    <a:pt x="-1334" y="3219"/>
                    <a:pt x="454" y="1021"/>
                  </a:cubicBezTo>
                  <a:cubicBezTo>
                    <a:pt x="2187" y="-1139"/>
                    <a:pt x="4664" y="705"/>
                    <a:pt x="6750" y="1319"/>
                  </a:cubicBezTo>
                  <a:cubicBezTo>
                    <a:pt x="14070" y="3443"/>
                    <a:pt x="20515" y="7429"/>
                    <a:pt x="26625" y="11713"/>
                  </a:cubicBezTo>
                  <a:cubicBezTo>
                    <a:pt x="33535" y="16575"/>
                    <a:pt x="41508" y="19760"/>
                    <a:pt x="47803" y="25534"/>
                  </a:cubicBezTo>
                  <a:cubicBezTo>
                    <a:pt x="50392" y="27918"/>
                    <a:pt x="50951" y="29911"/>
                    <a:pt x="46555" y="30694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9060046-8F43-CA52-9BEB-2681E2880658}"/>
                </a:ext>
              </a:extLst>
            </p:cNvPr>
            <p:cNvSpPr/>
            <p:nvPr/>
          </p:nvSpPr>
          <p:spPr>
            <a:xfrm>
              <a:off x="1679505" y="5039517"/>
              <a:ext cx="40634" cy="26684"/>
            </a:xfrm>
            <a:custGeom>
              <a:avLst/>
              <a:gdLst>
                <a:gd name="csX0" fmla="*/ 3493 w 40634"/>
                <a:gd name="csY0" fmla="*/ 3 h 26684"/>
                <a:gd name="csX1" fmla="*/ 40635 w 40634"/>
                <a:gd name="csY1" fmla="*/ 22802 h 26684"/>
                <a:gd name="csX2" fmla="*/ 32812 w 40634"/>
                <a:gd name="csY2" fmla="*/ 25671 h 26684"/>
                <a:gd name="csX3" fmla="*/ 6381 w 40634"/>
                <a:gd name="csY3" fmla="*/ 11533 h 26684"/>
                <a:gd name="csX4" fmla="*/ 606 w 40634"/>
                <a:gd name="csY4" fmla="*/ 4716 h 26684"/>
                <a:gd name="csX5" fmla="*/ 3493 w 40634"/>
                <a:gd name="csY5" fmla="*/ 3 h 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0634" h="26684">
                  <a:moveTo>
                    <a:pt x="3493" y="3"/>
                  </a:moveTo>
                  <a:cubicBezTo>
                    <a:pt x="14837" y="9298"/>
                    <a:pt x="27727" y="16060"/>
                    <a:pt x="40635" y="22802"/>
                  </a:cubicBezTo>
                  <a:cubicBezTo>
                    <a:pt x="39909" y="28707"/>
                    <a:pt x="35177" y="26286"/>
                    <a:pt x="32812" y="25671"/>
                  </a:cubicBezTo>
                  <a:cubicBezTo>
                    <a:pt x="22940" y="23119"/>
                    <a:pt x="13813" y="18779"/>
                    <a:pt x="6381" y="11533"/>
                  </a:cubicBezTo>
                  <a:cubicBezTo>
                    <a:pt x="4257" y="9466"/>
                    <a:pt x="1798" y="7622"/>
                    <a:pt x="606" y="4716"/>
                  </a:cubicBezTo>
                  <a:cubicBezTo>
                    <a:pt x="-604" y="1754"/>
                    <a:pt x="-176" y="-90"/>
                    <a:pt x="3493" y="3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3F7CEB2C-049E-7150-8A16-66F20D1B5DDE}"/>
                </a:ext>
              </a:extLst>
            </p:cNvPr>
            <p:cNvSpPr/>
            <p:nvPr/>
          </p:nvSpPr>
          <p:spPr>
            <a:xfrm>
              <a:off x="2039386" y="5151487"/>
              <a:ext cx="284050" cy="86928"/>
            </a:xfrm>
            <a:custGeom>
              <a:avLst/>
              <a:gdLst>
                <a:gd name="csX0" fmla="*/ 25441 w 284050"/>
                <a:gd name="csY0" fmla="*/ 16762 h 86928"/>
                <a:gd name="csX1" fmla="*/ 4840 w 284050"/>
                <a:gd name="csY1" fmla="*/ 15719 h 86928"/>
                <a:gd name="csX2" fmla="*/ 220 w 284050"/>
                <a:gd name="csY2" fmla="*/ 14825 h 86928"/>
                <a:gd name="csX3" fmla="*/ 2437 w 284050"/>
                <a:gd name="csY3" fmla="*/ 9405 h 86928"/>
                <a:gd name="csX4" fmla="*/ 22740 w 284050"/>
                <a:gd name="csY4" fmla="*/ 1190 h 86928"/>
                <a:gd name="csX5" fmla="*/ 48799 w 284050"/>
                <a:gd name="csY5" fmla="*/ 54 h 86928"/>
                <a:gd name="csX6" fmla="*/ 79533 w 284050"/>
                <a:gd name="csY6" fmla="*/ 2401 h 86928"/>
                <a:gd name="csX7" fmla="*/ 106150 w 284050"/>
                <a:gd name="csY7" fmla="*/ 5922 h 86928"/>
                <a:gd name="csX8" fmla="*/ 141522 w 284050"/>
                <a:gd name="csY8" fmla="*/ 14751 h 86928"/>
                <a:gd name="csX9" fmla="*/ 206566 w 284050"/>
                <a:gd name="csY9" fmla="*/ 34234 h 86928"/>
                <a:gd name="csX10" fmla="*/ 243689 w 284050"/>
                <a:gd name="csY10" fmla="*/ 51799 h 86928"/>
                <a:gd name="csX11" fmla="*/ 278447 w 284050"/>
                <a:gd name="csY11" fmla="*/ 75474 h 86928"/>
                <a:gd name="csX12" fmla="*/ 283215 w 284050"/>
                <a:gd name="csY12" fmla="*/ 81564 h 86928"/>
                <a:gd name="csX13" fmla="*/ 279881 w 284050"/>
                <a:gd name="csY13" fmla="*/ 86929 h 86928"/>
                <a:gd name="csX14" fmla="*/ 276416 w 284050"/>
                <a:gd name="csY14" fmla="*/ 85215 h 86928"/>
                <a:gd name="csX15" fmla="*/ 228211 w 284050"/>
                <a:gd name="csY15" fmla="*/ 58840 h 86928"/>
                <a:gd name="csX16" fmla="*/ 146514 w 284050"/>
                <a:gd name="csY16" fmla="*/ 35016 h 86928"/>
                <a:gd name="csX17" fmla="*/ 65376 w 284050"/>
                <a:gd name="csY17" fmla="*/ 21680 h 86928"/>
                <a:gd name="csX18" fmla="*/ 31196 w 284050"/>
                <a:gd name="csY18" fmla="*/ 18327 h 86928"/>
                <a:gd name="csX19" fmla="*/ 25441 w 284050"/>
                <a:gd name="csY19" fmla="*/ 16762 h 8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4050" h="86928">
                  <a:moveTo>
                    <a:pt x="25441" y="16762"/>
                  </a:moveTo>
                  <a:cubicBezTo>
                    <a:pt x="18661" y="14490"/>
                    <a:pt x="11694" y="16371"/>
                    <a:pt x="4840" y="15719"/>
                  </a:cubicBezTo>
                  <a:cubicBezTo>
                    <a:pt x="3238" y="15570"/>
                    <a:pt x="947" y="16613"/>
                    <a:pt x="220" y="14825"/>
                  </a:cubicBezTo>
                  <a:cubicBezTo>
                    <a:pt x="-618" y="12795"/>
                    <a:pt x="1114" y="10895"/>
                    <a:pt x="2437" y="9405"/>
                  </a:cubicBezTo>
                  <a:cubicBezTo>
                    <a:pt x="7838" y="3370"/>
                    <a:pt x="15308" y="1935"/>
                    <a:pt x="22740" y="1190"/>
                  </a:cubicBezTo>
                  <a:cubicBezTo>
                    <a:pt x="31383" y="315"/>
                    <a:pt x="40137" y="-169"/>
                    <a:pt x="48799" y="54"/>
                  </a:cubicBezTo>
                  <a:cubicBezTo>
                    <a:pt x="59062" y="334"/>
                    <a:pt x="69307" y="1414"/>
                    <a:pt x="79533" y="2401"/>
                  </a:cubicBezTo>
                  <a:cubicBezTo>
                    <a:pt x="88436" y="3258"/>
                    <a:pt x="97377" y="4432"/>
                    <a:pt x="106150" y="5922"/>
                  </a:cubicBezTo>
                  <a:cubicBezTo>
                    <a:pt x="118090" y="7933"/>
                    <a:pt x="129843" y="11398"/>
                    <a:pt x="141522" y="14751"/>
                  </a:cubicBezTo>
                  <a:cubicBezTo>
                    <a:pt x="163278" y="21009"/>
                    <a:pt x="185034" y="27268"/>
                    <a:pt x="206566" y="34234"/>
                  </a:cubicBezTo>
                  <a:cubicBezTo>
                    <a:pt x="219605" y="38462"/>
                    <a:pt x="232010" y="44646"/>
                    <a:pt x="243689" y="51799"/>
                  </a:cubicBezTo>
                  <a:cubicBezTo>
                    <a:pt x="255629" y="59119"/>
                    <a:pt x="267327" y="66868"/>
                    <a:pt x="278447" y="75474"/>
                  </a:cubicBezTo>
                  <a:cubicBezTo>
                    <a:pt x="280663" y="77187"/>
                    <a:pt x="282042" y="79199"/>
                    <a:pt x="283215" y="81564"/>
                  </a:cubicBezTo>
                  <a:cubicBezTo>
                    <a:pt x="285041" y="85197"/>
                    <a:pt x="283848" y="86910"/>
                    <a:pt x="279881" y="86929"/>
                  </a:cubicBezTo>
                  <a:cubicBezTo>
                    <a:pt x="278465" y="86910"/>
                    <a:pt x="277385" y="86109"/>
                    <a:pt x="276416" y="85215"/>
                  </a:cubicBezTo>
                  <a:cubicBezTo>
                    <a:pt x="262614" y="72288"/>
                    <a:pt x="245366" y="65639"/>
                    <a:pt x="228211" y="58840"/>
                  </a:cubicBezTo>
                  <a:cubicBezTo>
                    <a:pt x="201742" y="48335"/>
                    <a:pt x="174212" y="41275"/>
                    <a:pt x="146514" y="35016"/>
                  </a:cubicBezTo>
                  <a:cubicBezTo>
                    <a:pt x="119748" y="28981"/>
                    <a:pt x="92683" y="24604"/>
                    <a:pt x="65376" y="21680"/>
                  </a:cubicBezTo>
                  <a:cubicBezTo>
                    <a:pt x="53995" y="20450"/>
                    <a:pt x="42559" y="19780"/>
                    <a:pt x="31196" y="18327"/>
                  </a:cubicBezTo>
                  <a:cubicBezTo>
                    <a:pt x="29296" y="18085"/>
                    <a:pt x="27005" y="18644"/>
                    <a:pt x="25441" y="16762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4ADCBF35-0470-04DB-53C4-3406807619C7}"/>
                </a:ext>
              </a:extLst>
            </p:cNvPr>
            <p:cNvSpPr/>
            <p:nvPr/>
          </p:nvSpPr>
          <p:spPr>
            <a:xfrm>
              <a:off x="2041370" y="5170294"/>
              <a:ext cx="272178" cy="70945"/>
            </a:xfrm>
            <a:custGeom>
              <a:avLst/>
              <a:gdLst>
                <a:gd name="csX0" fmla="*/ 272178 w 272178"/>
                <a:gd name="csY0" fmla="*/ 67879 h 70945"/>
                <a:gd name="csX1" fmla="*/ 258171 w 272178"/>
                <a:gd name="csY1" fmla="*/ 69555 h 70945"/>
                <a:gd name="csX2" fmla="*/ 203353 w 272178"/>
                <a:gd name="csY2" fmla="*/ 52922 h 70945"/>
                <a:gd name="csX3" fmla="*/ 139706 w 272178"/>
                <a:gd name="csY3" fmla="*/ 32600 h 70945"/>
                <a:gd name="csX4" fmla="*/ 68477 w 272178"/>
                <a:gd name="csY4" fmla="*/ 17680 h 70945"/>
                <a:gd name="csX5" fmla="*/ 32397 w 272178"/>
                <a:gd name="csY5" fmla="*/ 13694 h 70945"/>
                <a:gd name="csX6" fmla="*/ 3638 w 272178"/>
                <a:gd name="csY6" fmla="*/ 7398 h 70945"/>
                <a:gd name="csX7" fmla="*/ 99 w 272178"/>
                <a:gd name="csY7" fmla="*/ 2928 h 70945"/>
                <a:gd name="csX8" fmla="*/ 4998 w 272178"/>
                <a:gd name="csY8" fmla="*/ 1531 h 70945"/>
                <a:gd name="csX9" fmla="*/ 28132 w 272178"/>
                <a:gd name="csY9" fmla="*/ 1400 h 70945"/>
                <a:gd name="csX10" fmla="*/ 35676 w 272178"/>
                <a:gd name="csY10" fmla="*/ 451 h 70945"/>
                <a:gd name="csX11" fmla="*/ 46945 w 272178"/>
                <a:gd name="csY11" fmla="*/ 1084 h 70945"/>
                <a:gd name="csX12" fmla="*/ 130448 w 272178"/>
                <a:gd name="csY12" fmla="*/ 13396 h 70945"/>
                <a:gd name="csX13" fmla="*/ 228424 w 272178"/>
                <a:gd name="csY13" fmla="*/ 40516 h 70945"/>
                <a:gd name="csX14" fmla="*/ 263703 w 272178"/>
                <a:gd name="csY14" fmla="*/ 57970 h 70945"/>
                <a:gd name="csX15" fmla="*/ 272178 w 272178"/>
                <a:gd name="csY15" fmla="*/ 67879 h 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72178" h="70945">
                  <a:moveTo>
                    <a:pt x="272178" y="67879"/>
                  </a:moveTo>
                  <a:cubicBezTo>
                    <a:pt x="268025" y="72517"/>
                    <a:pt x="262716" y="70859"/>
                    <a:pt x="258171" y="69555"/>
                  </a:cubicBezTo>
                  <a:cubicBezTo>
                    <a:pt x="239805" y="64303"/>
                    <a:pt x="221514" y="58789"/>
                    <a:pt x="203353" y="52922"/>
                  </a:cubicBezTo>
                  <a:cubicBezTo>
                    <a:pt x="182156" y="46086"/>
                    <a:pt x="161406" y="37797"/>
                    <a:pt x="139706" y="32600"/>
                  </a:cubicBezTo>
                  <a:cubicBezTo>
                    <a:pt x="116106" y="26956"/>
                    <a:pt x="92562" y="20828"/>
                    <a:pt x="68477" y="17680"/>
                  </a:cubicBezTo>
                  <a:cubicBezTo>
                    <a:pt x="56519" y="16116"/>
                    <a:pt x="44523" y="14402"/>
                    <a:pt x="32397" y="13694"/>
                  </a:cubicBezTo>
                  <a:cubicBezTo>
                    <a:pt x="22637" y="13117"/>
                    <a:pt x="12486" y="12875"/>
                    <a:pt x="3638" y="7398"/>
                  </a:cubicBezTo>
                  <a:cubicBezTo>
                    <a:pt x="1868" y="6299"/>
                    <a:pt x="-516" y="5312"/>
                    <a:pt x="99" y="2928"/>
                  </a:cubicBezTo>
                  <a:cubicBezTo>
                    <a:pt x="713" y="525"/>
                    <a:pt x="3284" y="1568"/>
                    <a:pt x="4998" y="1531"/>
                  </a:cubicBezTo>
                  <a:cubicBezTo>
                    <a:pt x="12709" y="1400"/>
                    <a:pt x="20420" y="1419"/>
                    <a:pt x="28132" y="1400"/>
                  </a:cubicBezTo>
                  <a:cubicBezTo>
                    <a:pt x="30442" y="-630"/>
                    <a:pt x="33068" y="22"/>
                    <a:pt x="35676" y="451"/>
                  </a:cubicBezTo>
                  <a:cubicBezTo>
                    <a:pt x="39382" y="1475"/>
                    <a:pt x="43182" y="953"/>
                    <a:pt x="46945" y="1084"/>
                  </a:cubicBezTo>
                  <a:cubicBezTo>
                    <a:pt x="74903" y="4399"/>
                    <a:pt x="102862" y="7696"/>
                    <a:pt x="130448" y="13396"/>
                  </a:cubicBezTo>
                  <a:cubicBezTo>
                    <a:pt x="163715" y="20251"/>
                    <a:pt x="196685" y="28186"/>
                    <a:pt x="228424" y="40516"/>
                  </a:cubicBezTo>
                  <a:cubicBezTo>
                    <a:pt x="240681" y="45285"/>
                    <a:pt x="252788" y="50482"/>
                    <a:pt x="263703" y="57970"/>
                  </a:cubicBezTo>
                  <a:cubicBezTo>
                    <a:pt x="267336" y="60428"/>
                    <a:pt x="271359" y="62868"/>
                    <a:pt x="272178" y="67879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627457A-0F46-0604-2A98-412F1FB9AC35}"/>
                </a:ext>
              </a:extLst>
            </p:cNvPr>
            <p:cNvSpPr/>
            <p:nvPr/>
          </p:nvSpPr>
          <p:spPr>
            <a:xfrm>
              <a:off x="2033925" y="5168113"/>
              <a:ext cx="285341" cy="72641"/>
            </a:xfrm>
            <a:custGeom>
              <a:avLst/>
              <a:gdLst>
                <a:gd name="csX0" fmla="*/ 279623 w 285341"/>
                <a:gd name="csY0" fmla="*/ 70060 h 72641"/>
                <a:gd name="csX1" fmla="*/ 252596 w 285341"/>
                <a:gd name="csY1" fmla="*/ 51247 h 72641"/>
                <a:gd name="csX2" fmla="*/ 182970 w 285341"/>
                <a:gd name="csY2" fmla="*/ 27349 h 72641"/>
                <a:gd name="csX3" fmla="*/ 123979 w 285341"/>
                <a:gd name="csY3" fmla="*/ 14236 h 72641"/>
                <a:gd name="csX4" fmla="*/ 72905 w 285341"/>
                <a:gd name="csY4" fmla="*/ 7084 h 72641"/>
                <a:gd name="csX5" fmla="*/ 54818 w 285341"/>
                <a:gd name="csY5" fmla="*/ 4718 h 72641"/>
                <a:gd name="csX6" fmla="*/ 43344 w 285341"/>
                <a:gd name="csY6" fmla="*/ 3693 h 72641"/>
                <a:gd name="csX7" fmla="*/ 35577 w 285341"/>
                <a:gd name="csY7" fmla="*/ 3563 h 72641"/>
                <a:gd name="csX8" fmla="*/ 8084 w 285341"/>
                <a:gd name="csY8" fmla="*/ 2483 h 72641"/>
                <a:gd name="csX9" fmla="*/ 0 w 285341"/>
                <a:gd name="csY9" fmla="*/ 844 h 72641"/>
                <a:gd name="csX10" fmla="*/ 30883 w 285341"/>
                <a:gd name="csY10" fmla="*/ 136 h 72641"/>
                <a:gd name="csX11" fmla="*/ 223054 w 285341"/>
                <a:gd name="csY11" fmla="*/ 36663 h 72641"/>
                <a:gd name="csX12" fmla="*/ 270310 w 285341"/>
                <a:gd name="csY12" fmla="*/ 57748 h 72641"/>
                <a:gd name="csX13" fmla="*/ 285342 w 285341"/>
                <a:gd name="csY13" fmla="*/ 70321 h 72641"/>
                <a:gd name="csX14" fmla="*/ 279623 w 285341"/>
                <a:gd name="csY14" fmla="*/ 70060 h 72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5341" h="72641">
                  <a:moveTo>
                    <a:pt x="279623" y="70060"/>
                  </a:moveTo>
                  <a:cubicBezTo>
                    <a:pt x="272545" y="61026"/>
                    <a:pt x="262655" y="55941"/>
                    <a:pt x="252596" y="51247"/>
                  </a:cubicBezTo>
                  <a:cubicBezTo>
                    <a:pt x="230244" y="40816"/>
                    <a:pt x="206905" y="33310"/>
                    <a:pt x="182970" y="27349"/>
                  </a:cubicBezTo>
                  <a:cubicBezTo>
                    <a:pt x="163412" y="22469"/>
                    <a:pt x="143816" y="17589"/>
                    <a:pt x="123979" y="14236"/>
                  </a:cubicBezTo>
                  <a:cubicBezTo>
                    <a:pt x="107047" y="11368"/>
                    <a:pt x="90079" y="8369"/>
                    <a:pt x="72905" y="7084"/>
                  </a:cubicBezTo>
                  <a:cubicBezTo>
                    <a:pt x="66851" y="6636"/>
                    <a:pt x="60835" y="5519"/>
                    <a:pt x="54818" y="4718"/>
                  </a:cubicBezTo>
                  <a:cubicBezTo>
                    <a:pt x="51093" y="3302"/>
                    <a:pt x="47070" y="5128"/>
                    <a:pt x="43344" y="3693"/>
                  </a:cubicBezTo>
                  <a:cubicBezTo>
                    <a:pt x="40755" y="3656"/>
                    <a:pt x="38166" y="3619"/>
                    <a:pt x="35577" y="3563"/>
                  </a:cubicBezTo>
                  <a:cubicBezTo>
                    <a:pt x="26487" y="1533"/>
                    <a:pt x="17248" y="3023"/>
                    <a:pt x="8084" y="2483"/>
                  </a:cubicBezTo>
                  <a:cubicBezTo>
                    <a:pt x="5774" y="2352"/>
                    <a:pt x="3297" y="3191"/>
                    <a:pt x="0" y="844"/>
                  </a:cubicBezTo>
                  <a:cubicBezTo>
                    <a:pt x="11008" y="-740"/>
                    <a:pt x="20974" y="452"/>
                    <a:pt x="30883" y="136"/>
                  </a:cubicBezTo>
                  <a:cubicBezTo>
                    <a:pt x="96542" y="3898"/>
                    <a:pt x="160711" y="15521"/>
                    <a:pt x="223054" y="36663"/>
                  </a:cubicBezTo>
                  <a:cubicBezTo>
                    <a:pt x="239427" y="42213"/>
                    <a:pt x="255483" y="48658"/>
                    <a:pt x="270310" y="57748"/>
                  </a:cubicBezTo>
                  <a:cubicBezTo>
                    <a:pt x="275935" y="61194"/>
                    <a:pt x="281039" y="65273"/>
                    <a:pt x="285342" y="70321"/>
                  </a:cubicBezTo>
                  <a:cubicBezTo>
                    <a:pt x="283218" y="75499"/>
                    <a:pt x="281523" y="70451"/>
                    <a:pt x="279623" y="70060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00754F1E-1BF0-C457-80A6-FF0E14056307}"/>
                </a:ext>
              </a:extLst>
            </p:cNvPr>
            <p:cNvSpPr/>
            <p:nvPr/>
          </p:nvSpPr>
          <p:spPr>
            <a:xfrm>
              <a:off x="2024090" y="4858700"/>
              <a:ext cx="76852" cy="102398"/>
            </a:xfrm>
            <a:custGeom>
              <a:avLst/>
              <a:gdLst>
                <a:gd name="csX0" fmla="*/ 0 w 76852"/>
                <a:gd name="csY0" fmla="*/ 94821 h 102398"/>
                <a:gd name="csX1" fmla="*/ 33044 w 76852"/>
                <a:gd name="csY1" fmla="*/ 42462 h 102398"/>
                <a:gd name="csX2" fmla="*/ 70092 w 76852"/>
                <a:gd name="csY2" fmla="*/ 1595 h 102398"/>
                <a:gd name="csX3" fmla="*/ 72420 w 76852"/>
                <a:gd name="csY3" fmla="*/ 49 h 102398"/>
                <a:gd name="csX4" fmla="*/ 75866 w 76852"/>
                <a:gd name="csY4" fmla="*/ 5413 h 102398"/>
                <a:gd name="csX5" fmla="*/ 73277 w 76852"/>
                <a:gd name="csY5" fmla="*/ 9735 h 102398"/>
                <a:gd name="csX6" fmla="*/ 52676 w 76852"/>
                <a:gd name="csY6" fmla="*/ 32776 h 102398"/>
                <a:gd name="csX7" fmla="*/ 13448 w 76852"/>
                <a:gd name="csY7" fmla="*/ 88451 h 102398"/>
                <a:gd name="csX8" fmla="*/ 3390 w 76852"/>
                <a:gd name="csY8" fmla="*/ 101173 h 102398"/>
                <a:gd name="csX9" fmla="*/ 1043 w 76852"/>
                <a:gd name="csY9" fmla="*/ 102309 h 102398"/>
                <a:gd name="csX10" fmla="*/ 74 w 76852"/>
                <a:gd name="csY10" fmla="*/ 99925 h 102398"/>
                <a:gd name="csX11" fmla="*/ 0 w 76852"/>
                <a:gd name="csY11" fmla="*/ 94821 h 102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852" h="102398">
                  <a:moveTo>
                    <a:pt x="0" y="94821"/>
                  </a:moveTo>
                  <a:cubicBezTo>
                    <a:pt x="9295" y="76288"/>
                    <a:pt x="20601" y="58984"/>
                    <a:pt x="33044" y="42462"/>
                  </a:cubicBezTo>
                  <a:cubicBezTo>
                    <a:pt x="44145" y="27747"/>
                    <a:pt x="55638" y="13311"/>
                    <a:pt x="70092" y="1595"/>
                  </a:cubicBezTo>
                  <a:cubicBezTo>
                    <a:pt x="70819" y="1017"/>
                    <a:pt x="71638" y="552"/>
                    <a:pt x="72420" y="49"/>
                  </a:cubicBezTo>
                  <a:cubicBezTo>
                    <a:pt x="76928" y="-342"/>
                    <a:pt x="77841" y="1632"/>
                    <a:pt x="75866" y="5413"/>
                  </a:cubicBezTo>
                  <a:cubicBezTo>
                    <a:pt x="75084" y="6903"/>
                    <a:pt x="74451" y="8617"/>
                    <a:pt x="73277" y="9735"/>
                  </a:cubicBezTo>
                  <a:cubicBezTo>
                    <a:pt x="65827" y="16906"/>
                    <a:pt x="59121" y="24729"/>
                    <a:pt x="52676" y="32776"/>
                  </a:cubicBezTo>
                  <a:cubicBezTo>
                    <a:pt x="38464" y="50508"/>
                    <a:pt x="22352" y="66937"/>
                    <a:pt x="13448" y="88451"/>
                  </a:cubicBezTo>
                  <a:cubicBezTo>
                    <a:pt x="11325" y="93573"/>
                    <a:pt x="6352" y="96609"/>
                    <a:pt x="3390" y="101173"/>
                  </a:cubicBezTo>
                  <a:cubicBezTo>
                    <a:pt x="2924" y="101899"/>
                    <a:pt x="2105" y="102663"/>
                    <a:pt x="1043" y="102309"/>
                  </a:cubicBezTo>
                  <a:cubicBezTo>
                    <a:pt x="-112" y="101918"/>
                    <a:pt x="112" y="100819"/>
                    <a:pt x="74" y="99925"/>
                  </a:cubicBezTo>
                  <a:cubicBezTo>
                    <a:pt x="0" y="98211"/>
                    <a:pt x="19" y="96516"/>
                    <a:pt x="0" y="94821"/>
                  </a:cubicBezTo>
                  <a:close/>
                </a:path>
              </a:pathLst>
            </a:custGeom>
            <a:solidFill>
              <a:srgbClr val="9DC8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89C573A-5CCC-0FED-D9CE-19CB9E4A1280}"/>
                </a:ext>
              </a:extLst>
            </p:cNvPr>
            <p:cNvSpPr/>
            <p:nvPr/>
          </p:nvSpPr>
          <p:spPr>
            <a:xfrm>
              <a:off x="1574704" y="5263096"/>
              <a:ext cx="133552" cy="167828"/>
            </a:xfrm>
            <a:custGeom>
              <a:avLst/>
              <a:gdLst>
                <a:gd name="csX0" fmla="*/ 128299 w 133552"/>
                <a:gd name="csY0" fmla="*/ 149 h 167828"/>
                <a:gd name="csX1" fmla="*/ 133552 w 133552"/>
                <a:gd name="csY1" fmla="*/ 466 h 167828"/>
                <a:gd name="csX2" fmla="*/ 128765 w 133552"/>
                <a:gd name="csY2" fmla="*/ 8270 h 167828"/>
                <a:gd name="csX3" fmla="*/ 87265 w 133552"/>
                <a:gd name="csY3" fmla="*/ 47032 h 167828"/>
                <a:gd name="csX4" fmla="*/ 77635 w 133552"/>
                <a:gd name="csY4" fmla="*/ 60089 h 167828"/>
                <a:gd name="csX5" fmla="*/ 31031 w 133552"/>
                <a:gd name="csY5" fmla="*/ 126754 h 167828"/>
                <a:gd name="csX6" fmla="*/ 15962 w 133552"/>
                <a:gd name="csY6" fmla="*/ 153092 h 167828"/>
                <a:gd name="csX7" fmla="*/ 7990 w 133552"/>
                <a:gd name="csY7" fmla="*/ 164585 h 167828"/>
                <a:gd name="csX8" fmla="*/ 3277 w 133552"/>
                <a:gd name="csY8" fmla="*/ 167658 h 167828"/>
                <a:gd name="csX9" fmla="*/ 781 w 133552"/>
                <a:gd name="csY9" fmla="*/ 162368 h 167828"/>
                <a:gd name="csX10" fmla="*/ 763 w 133552"/>
                <a:gd name="csY10" fmla="*/ 159556 h 167828"/>
                <a:gd name="csX11" fmla="*/ 1433 w 133552"/>
                <a:gd name="csY11" fmla="*/ 153875 h 167828"/>
                <a:gd name="csX12" fmla="*/ 32856 w 133552"/>
                <a:gd name="csY12" fmla="*/ 101646 h 167828"/>
                <a:gd name="csX13" fmla="*/ 39469 w 133552"/>
                <a:gd name="csY13" fmla="*/ 92630 h 167828"/>
                <a:gd name="csX14" fmla="*/ 71581 w 133552"/>
                <a:gd name="csY14" fmla="*/ 53589 h 167828"/>
                <a:gd name="csX15" fmla="*/ 99912 w 133552"/>
                <a:gd name="csY15" fmla="*/ 23134 h 167828"/>
                <a:gd name="csX16" fmla="*/ 122842 w 133552"/>
                <a:gd name="csY16" fmla="*/ 2366 h 167828"/>
                <a:gd name="csX17" fmla="*/ 128299 w 133552"/>
                <a:gd name="csY17" fmla="*/ 149 h 16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3552" h="167828">
                  <a:moveTo>
                    <a:pt x="128299" y="149"/>
                  </a:moveTo>
                  <a:cubicBezTo>
                    <a:pt x="129938" y="242"/>
                    <a:pt x="131596" y="354"/>
                    <a:pt x="133552" y="466"/>
                  </a:cubicBezTo>
                  <a:cubicBezTo>
                    <a:pt x="132621" y="3763"/>
                    <a:pt x="131019" y="6407"/>
                    <a:pt x="128765" y="8270"/>
                  </a:cubicBezTo>
                  <a:cubicBezTo>
                    <a:pt x="114199" y="20415"/>
                    <a:pt x="101179" y="34180"/>
                    <a:pt x="87265" y="47032"/>
                  </a:cubicBezTo>
                  <a:cubicBezTo>
                    <a:pt x="83372" y="50627"/>
                    <a:pt x="80745" y="55656"/>
                    <a:pt x="77635" y="60089"/>
                  </a:cubicBezTo>
                  <a:cubicBezTo>
                    <a:pt x="62044" y="82274"/>
                    <a:pt x="46286" y="104346"/>
                    <a:pt x="31031" y="126754"/>
                  </a:cubicBezTo>
                  <a:cubicBezTo>
                    <a:pt x="25350" y="135099"/>
                    <a:pt x="20693" y="144152"/>
                    <a:pt x="15962" y="153092"/>
                  </a:cubicBezTo>
                  <a:cubicBezTo>
                    <a:pt x="13745" y="157302"/>
                    <a:pt x="11138" y="161065"/>
                    <a:pt x="7990" y="164585"/>
                  </a:cubicBezTo>
                  <a:cubicBezTo>
                    <a:pt x="6593" y="166150"/>
                    <a:pt x="5531" y="168478"/>
                    <a:pt x="3277" y="167658"/>
                  </a:cubicBezTo>
                  <a:cubicBezTo>
                    <a:pt x="1284" y="166932"/>
                    <a:pt x="856" y="164510"/>
                    <a:pt x="781" y="162368"/>
                  </a:cubicBezTo>
                  <a:cubicBezTo>
                    <a:pt x="744" y="161437"/>
                    <a:pt x="763" y="160487"/>
                    <a:pt x="763" y="159556"/>
                  </a:cubicBezTo>
                  <a:cubicBezTo>
                    <a:pt x="-970" y="157432"/>
                    <a:pt x="688" y="155644"/>
                    <a:pt x="1433" y="153875"/>
                  </a:cubicBezTo>
                  <a:cubicBezTo>
                    <a:pt x="9219" y="134857"/>
                    <a:pt x="20972" y="118205"/>
                    <a:pt x="32856" y="101646"/>
                  </a:cubicBezTo>
                  <a:cubicBezTo>
                    <a:pt x="35017" y="98628"/>
                    <a:pt x="36712" y="95219"/>
                    <a:pt x="39469" y="92630"/>
                  </a:cubicBezTo>
                  <a:cubicBezTo>
                    <a:pt x="49844" y="79349"/>
                    <a:pt x="60275" y="66143"/>
                    <a:pt x="71581" y="53589"/>
                  </a:cubicBezTo>
                  <a:cubicBezTo>
                    <a:pt x="80857" y="43270"/>
                    <a:pt x="90077" y="32932"/>
                    <a:pt x="99912" y="23134"/>
                  </a:cubicBezTo>
                  <a:cubicBezTo>
                    <a:pt x="107233" y="15833"/>
                    <a:pt x="115056" y="9127"/>
                    <a:pt x="122842" y="2366"/>
                  </a:cubicBezTo>
                  <a:cubicBezTo>
                    <a:pt x="124388" y="1024"/>
                    <a:pt x="125934" y="-484"/>
                    <a:pt x="128299" y="149"/>
                  </a:cubicBezTo>
                  <a:close/>
                </a:path>
              </a:pathLst>
            </a:custGeom>
            <a:solidFill>
              <a:srgbClr val="A1CA4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FB0020B6-CE1E-370E-F73D-EC4EE7835D57}"/>
                </a:ext>
              </a:extLst>
            </p:cNvPr>
            <p:cNvSpPr/>
            <p:nvPr/>
          </p:nvSpPr>
          <p:spPr>
            <a:xfrm>
              <a:off x="1613686" y="5252296"/>
              <a:ext cx="100735" cy="103811"/>
            </a:xfrm>
            <a:custGeom>
              <a:avLst/>
              <a:gdLst>
                <a:gd name="csX0" fmla="*/ 89318 w 100735"/>
                <a:gd name="csY0" fmla="*/ 10949 h 103811"/>
                <a:gd name="csX1" fmla="*/ 44912 w 100735"/>
                <a:gd name="csY1" fmla="*/ 52225 h 103811"/>
                <a:gd name="csX2" fmla="*/ 1437 w 100735"/>
                <a:gd name="csY2" fmla="*/ 103747 h 103811"/>
                <a:gd name="csX3" fmla="*/ 77 w 100735"/>
                <a:gd name="csY3" fmla="*/ 102387 h 103811"/>
                <a:gd name="csX4" fmla="*/ 74882 w 100735"/>
                <a:gd name="csY4" fmla="*/ 18921 h 103811"/>
                <a:gd name="csX5" fmla="*/ 96470 w 100735"/>
                <a:gd name="csY5" fmla="*/ 1132 h 103811"/>
                <a:gd name="csX6" fmla="*/ 100736 w 100735"/>
                <a:gd name="csY6" fmla="*/ 630 h 103811"/>
                <a:gd name="csX7" fmla="*/ 89318 w 100735"/>
                <a:gd name="csY7" fmla="*/ 10949 h 103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0735" h="103811">
                  <a:moveTo>
                    <a:pt x="89318" y="10949"/>
                  </a:moveTo>
                  <a:cubicBezTo>
                    <a:pt x="72926" y="23000"/>
                    <a:pt x="58658" y="37361"/>
                    <a:pt x="44912" y="52225"/>
                  </a:cubicBezTo>
                  <a:cubicBezTo>
                    <a:pt x="29656" y="68729"/>
                    <a:pt x="15277" y="86014"/>
                    <a:pt x="1437" y="103747"/>
                  </a:cubicBezTo>
                  <a:cubicBezTo>
                    <a:pt x="282" y="103989"/>
                    <a:pt x="-202" y="103560"/>
                    <a:pt x="77" y="102387"/>
                  </a:cubicBezTo>
                  <a:cubicBezTo>
                    <a:pt x="22280" y="72119"/>
                    <a:pt x="47445" y="44495"/>
                    <a:pt x="74882" y="18921"/>
                  </a:cubicBezTo>
                  <a:cubicBezTo>
                    <a:pt x="81699" y="12569"/>
                    <a:pt x="88610" y="6255"/>
                    <a:pt x="96470" y="1132"/>
                  </a:cubicBezTo>
                  <a:cubicBezTo>
                    <a:pt x="97811" y="257"/>
                    <a:pt x="98873" y="-637"/>
                    <a:pt x="100736" y="630"/>
                  </a:cubicBezTo>
                  <a:cubicBezTo>
                    <a:pt x="97960" y="5230"/>
                    <a:pt x="92615" y="7018"/>
                    <a:pt x="89318" y="10949"/>
                  </a:cubicBezTo>
                  <a:close/>
                </a:path>
              </a:pathLst>
            </a:custGeom>
            <a:solidFill>
              <a:srgbClr val="46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845967D-FA73-4873-7481-A9619168F02B}"/>
                </a:ext>
              </a:extLst>
            </p:cNvPr>
            <p:cNvSpPr/>
            <p:nvPr/>
          </p:nvSpPr>
          <p:spPr>
            <a:xfrm>
              <a:off x="1570678" y="5354683"/>
              <a:ext cx="44463" cy="80243"/>
            </a:xfrm>
            <a:custGeom>
              <a:avLst/>
              <a:gdLst>
                <a:gd name="csX0" fmla="*/ 43104 w 44463"/>
                <a:gd name="csY0" fmla="*/ 0 h 80243"/>
                <a:gd name="csX1" fmla="*/ 44464 w 44463"/>
                <a:gd name="csY1" fmla="*/ 1360 h 80243"/>
                <a:gd name="csX2" fmla="*/ 12705 w 44463"/>
                <a:gd name="csY2" fmla="*/ 49528 h 80243"/>
                <a:gd name="csX3" fmla="*/ 4826 w 44463"/>
                <a:gd name="csY3" fmla="*/ 67969 h 80243"/>
                <a:gd name="csX4" fmla="*/ 4621 w 44463"/>
                <a:gd name="csY4" fmla="*/ 80243 h 80243"/>
                <a:gd name="csX5" fmla="*/ 766 w 44463"/>
                <a:gd name="csY5" fmla="*/ 70912 h 80243"/>
                <a:gd name="csX6" fmla="*/ 41819 w 44463"/>
                <a:gd name="csY6" fmla="*/ 1062 h 80243"/>
                <a:gd name="csX7" fmla="*/ 43104 w 44463"/>
                <a:gd name="csY7" fmla="*/ 0 h 80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4463" h="80243">
                  <a:moveTo>
                    <a:pt x="43104" y="0"/>
                  </a:moveTo>
                  <a:cubicBezTo>
                    <a:pt x="43551" y="447"/>
                    <a:pt x="43998" y="913"/>
                    <a:pt x="44464" y="1360"/>
                  </a:cubicBezTo>
                  <a:cubicBezTo>
                    <a:pt x="33455" y="17136"/>
                    <a:pt x="21777" y="32466"/>
                    <a:pt x="12705" y="49528"/>
                  </a:cubicBezTo>
                  <a:cubicBezTo>
                    <a:pt x="9557" y="55433"/>
                    <a:pt x="6223" y="61300"/>
                    <a:pt x="4826" y="67969"/>
                  </a:cubicBezTo>
                  <a:cubicBezTo>
                    <a:pt x="2572" y="71768"/>
                    <a:pt x="3709" y="75792"/>
                    <a:pt x="4621" y="80243"/>
                  </a:cubicBezTo>
                  <a:cubicBezTo>
                    <a:pt x="-948" y="78306"/>
                    <a:pt x="-408" y="74153"/>
                    <a:pt x="766" y="70912"/>
                  </a:cubicBezTo>
                  <a:cubicBezTo>
                    <a:pt x="10098" y="45095"/>
                    <a:pt x="25725" y="22929"/>
                    <a:pt x="41819" y="1062"/>
                  </a:cubicBezTo>
                  <a:cubicBezTo>
                    <a:pt x="42135" y="633"/>
                    <a:pt x="42657" y="354"/>
                    <a:pt x="43104" y="0"/>
                  </a:cubicBezTo>
                  <a:close/>
                </a:path>
              </a:pathLst>
            </a:custGeom>
            <a:solidFill>
              <a:srgbClr val="5C74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0FDACB8-C8D2-664B-FA0D-A4EEDD876192}"/>
                </a:ext>
              </a:extLst>
            </p:cNvPr>
            <p:cNvSpPr/>
            <p:nvPr/>
          </p:nvSpPr>
          <p:spPr>
            <a:xfrm>
              <a:off x="1951267" y="5249309"/>
              <a:ext cx="82415" cy="100510"/>
            </a:xfrm>
            <a:custGeom>
              <a:avLst/>
              <a:gdLst>
                <a:gd name="csX0" fmla="*/ 81950 w 82415"/>
                <a:gd name="csY0" fmla="*/ 96414 h 100510"/>
                <a:gd name="csX1" fmla="*/ 75487 w 82415"/>
                <a:gd name="csY1" fmla="*/ 98780 h 100510"/>
                <a:gd name="csX2" fmla="*/ 59803 w 82415"/>
                <a:gd name="csY2" fmla="*/ 82202 h 100510"/>
                <a:gd name="csX3" fmla="*/ 42182 w 82415"/>
                <a:gd name="csY3" fmla="*/ 62626 h 100510"/>
                <a:gd name="csX4" fmla="*/ 15993 w 82415"/>
                <a:gd name="csY4" fmla="*/ 32096 h 100510"/>
                <a:gd name="csX5" fmla="*/ 1539 w 82415"/>
                <a:gd name="csY5" fmla="*/ 11514 h 100510"/>
                <a:gd name="csX6" fmla="*/ 3942 w 82415"/>
                <a:gd name="csY6" fmla="*/ 413 h 100510"/>
                <a:gd name="csX7" fmla="*/ 14801 w 82415"/>
                <a:gd name="csY7" fmla="*/ 4734 h 100510"/>
                <a:gd name="csX8" fmla="*/ 45405 w 82415"/>
                <a:gd name="csY8" fmla="*/ 33717 h 100510"/>
                <a:gd name="csX9" fmla="*/ 79156 w 82415"/>
                <a:gd name="csY9" fmla="*/ 84810 h 100510"/>
                <a:gd name="csX10" fmla="*/ 81950 w 82415"/>
                <a:gd name="csY10" fmla="*/ 96414 h 10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415" h="100510">
                  <a:moveTo>
                    <a:pt x="81950" y="96414"/>
                  </a:moveTo>
                  <a:cubicBezTo>
                    <a:pt x="80926" y="100251"/>
                    <a:pt x="79659" y="102114"/>
                    <a:pt x="75487" y="98780"/>
                  </a:cubicBezTo>
                  <a:cubicBezTo>
                    <a:pt x="69470" y="93937"/>
                    <a:pt x="64180" y="88312"/>
                    <a:pt x="59803" y="82202"/>
                  </a:cubicBezTo>
                  <a:cubicBezTo>
                    <a:pt x="54606" y="74938"/>
                    <a:pt x="47826" y="69350"/>
                    <a:pt x="42182" y="62626"/>
                  </a:cubicBezTo>
                  <a:cubicBezTo>
                    <a:pt x="33558" y="52362"/>
                    <a:pt x="24562" y="42397"/>
                    <a:pt x="15993" y="32096"/>
                  </a:cubicBezTo>
                  <a:cubicBezTo>
                    <a:pt x="10629" y="25652"/>
                    <a:pt x="4855" y="19449"/>
                    <a:pt x="1539" y="11514"/>
                  </a:cubicBezTo>
                  <a:cubicBezTo>
                    <a:pt x="-1013" y="5367"/>
                    <a:pt x="-510" y="2722"/>
                    <a:pt x="3942" y="413"/>
                  </a:cubicBezTo>
                  <a:cubicBezTo>
                    <a:pt x="8766" y="-1245"/>
                    <a:pt x="11672" y="2480"/>
                    <a:pt x="14801" y="4734"/>
                  </a:cubicBezTo>
                  <a:cubicBezTo>
                    <a:pt x="26275" y="13023"/>
                    <a:pt x="36296" y="22858"/>
                    <a:pt x="45405" y="33717"/>
                  </a:cubicBezTo>
                  <a:cubicBezTo>
                    <a:pt x="58630" y="49475"/>
                    <a:pt x="70588" y="66034"/>
                    <a:pt x="79156" y="84810"/>
                  </a:cubicBezTo>
                  <a:cubicBezTo>
                    <a:pt x="80833" y="88423"/>
                    <a:pt x="83496" y="91963"/>
                    <a:pt x="81950" y="96414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9294257-E6A4-CC1B-7DFC-6C1C1B336C3E}"/>
                </a:ext>
              </a:extLst>
            </p:cNvPr>
            <p:cNvSpPr/>
            <p:nvPr/>
          </p:nvSpPr>
          <p:spPr>
            <a:xfrm>
              <a:off x="1957367" y="5240771"/>
              <a:ext cx="86194" cy="108027"/>
            </a:xfrm>
            <a:custGeom>
              <a:avLst/>
              <a:gdLst>
                <a:gd name="csX0" fmla="*/ 3 w 86194"/>
                <a:gd name="csY0" fmla="*/ 5859 h 108027"/>
                <a:gd name="csX1" fmla="*/ 8459 w 86194"/>
                <a:gd name="csY1" fmla="*/ 234 h 108027"/>
                <a:gd name="csX2" fmla="*/ 27253 w 86194"/>
                <a:gd name="csY2" fmla="*/ 9771 h 108027"/>
                <a:gd name="csX3" fmla="*/ 78141 w 86194"/>
                <a:gd name="csY3" fmla="*/ 81241 h 108027"/>
                <a:gd name="csX4" fmla="*/ 83599 w 86194"/>
                <a:gd name="csY4" fmla="*/ 94802 h 108027"/>
                <a:gd name="csX5" fmla="*/ 85778 w 86194"/>
                <a:gd name="csY5" fmla="*/ 101153 h 108027"/>
                <a:gd name="csX6" fmla="*/ 84791 w 86194"/>
                <a:gd name="csY6" fmla="*/ 107505 h 108027"/>
                <a:gd name="csX7" fmla="*/ 79278 w 86194"/>
                <a:gd name="csY7" fmla="*/ 105046 h 108027"/>
                <a:gd name="csX8" fmla="*/ 72255 w 86194"/>
                <a:gd name="csY8" fmla="*/ 91933 h 108027"/>
                <a:gd name="csX9" fmla="*/ 43831 w 86194"/>
                <a:gd name="csY9" fmla="*/ 48086 h 108027"/>
                <a:gd name="csX10" fmla="*/ 1716 w 86194"/>
                <a:gd name="csY10" fmla="*/ 8597 h 108027"/>
                <a:gd name="csX11" fmla="*/ 3 w 86194"/>
                <a:gd name="csY11" fmla="*/ 5859 h 108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194" h="108027">
                  <a:moveTo>
                    <a:pt x="3" y="5859"/>
                  </a:moveTo>
                  <a:cubicBezTo>
                    <a:pt x="599" y="1054"/>
                    <a:pt x="3355" y="-679"/>
                    <a:pt x="8459" y="234"/>
                  </a:cubicBezTo>
                  <a:cubicBezTo>
                    <a:pt x="15705" y="1519"/>
                    <a:pt x="21703" y="5319"/>
                    <a:pt x="27253" y="9771"/>
                  </a:cubicBezTo>
                  <a:cubicBezTo>
                    <a:pt x="50984" y="28751"/>
                    <a:pt x="67226" y="53115"/>
                    <a:pt x="78141" y="81241"/>
                  </a:cubicBezTo>
                  <a:cubicBezTo>
                    <a:pt x="79911" y="85786"/>
                    <a:pt x="81289" y="90462"/>
                    <a:pt x="83599" y="94802"/>
                  </a:cubicBezTo>
                  <a:cubicBezTo>
                    <a:pt x="84642" y="96757"/>
                    <a:pt x="85462" y="98974"/>
                    <a:pt x="85778" y="101153"/>
                  </a:cubicBezTo>
                  <a:cubicBezTo>
                    <a:pt x="86095" y="103277"/>
                    <a:pt x="86896" y="106015"/>
                    <a:pt x="84791" y="107505"/>
                  </a:cubicBezTo>
                  <a:cubicBezTo>
                    <a:pt x="82090" y="109405"/>
                    <a:pt x="81289" y="105549"/>
                    <a:pt x="79278" y="105046"/>
                  </a:cubicBezTo>
                  <a:cubicBezTo>
                    <a:pt x="74938" y="101768"/>
                    <a:pt x="74397" y="96366"/>
                    <a:pt x="72255" y="91933"/>
                  </a:cubicBezTo>
                  <a:cubicBezTo>
                    <a:pt x="64581" y="76119"/>
                    <a:pt x="54765" y="61795"/>
                    <a:pt x="43831" y="48086"/>
                  </a:cubicBezTo>
                  <a:cubicBezTo>
                    <a:pt x="31686" y="32849"/>
                    <a:pt x="18052" y="19308"/>
                    <a:pt x="1716" y="8597"/>
                  </a:cubicBezTo>
                  <a:cubicBezTo>
                    <a:pt x="822" y="7946"/>
                    <a:pt x="-53" y="7182"/>
                    <a:pt x="3" y="5859"/>
                  </a:cubicBezTo>
                  <a:close/>
                </a:path>
              </a:pathLst>
            </a:custGeom>
            <a:solidFill>
              <a:srgbClr val="97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00E81F8-53CC-FD26-9031-C6017A62C61C}"/>
                </a:ext>
              </a:extLst>
            </p:cNvPr>
            <p:cNvSpPr/>
            <p:nvPr/>
          </p:nvSpPr>
          <p:spPr>
            <a:xfrm>
              <a:off x="1952209" y="5245596"/>
              <a:ext cx="85781" cy="107284"/>
            </a:xfrm>
            <a:custGeom>
              <a:avLst/>
              <a:gdLst>
                <a:gd name="csX0" fmla="*/ 5161 w 85781"/>
                <a:gd name="csY0" fmla="*/ 1034 h 107284"/>
                <a:gd name="csX1" fmla="*/ 84454 w 85781"/>
                <a:gd name="csY1" fmla="*/ 100202 h 107284"/>
                <a:gd name="csX2" fmla="*/ 84380 w 85781"/>
                <a:gd name="csY2" fmla="*/ 107224 h 107284"/>
                <a:gd name="csX3" fmla="*/ 81642 w 85781"/>
                <a:gd name="csY3" fmla="*/ 100984 h 107284"/>
                <a:gd name="csX4" fmla="*/ 80990 w 85781"/>
                <a:gd name="csY4" fmla="*/ 100128 h 107284"/>
                <a:gd name="csX5" fmla="*/ 61879 w 85781"/>
                <a:gd name="csY5" fmla="*/ 62632 h 107284"/>
                <a:gd name="csX6" fmla="*/ 13729 w 85781"/>
                <a:gd name="csY6" fmla="*/ 10030 h 107284"/>
                <a:gd name="csX7" fmla="*/ 3018 w 85781"/>
                <a:gd name="csY7" fmla="*/ 4126 h 107284"/>
                <a:gd name="csX8" fmla="*/ 1 w 85781"/>
                <a:gd name="csY8" fmla="*/ 643 h 107284"/>
                <a:gd name="csX9" fmla="*/ 5161 w 85781"/>
                <a:gd name="csY9" fmla="*/ 1034 h 107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781" h="107284">
                  <a:moveTo>
                    <a:pt x="5161" y="1034"/>
                  </a:moveTo>
                  <a:cubicBezTo>
                    <a:pt x="41836" y="25900"/>
                    <a:pt x="67225" y="59801"/>
                    <a:pt x="84454" y="100202"/>
                  </a:cubicBezTo>
                  <a:cubicBezTo>
                    <a:pt x="84268" y="102679"/>
                    <a:pt x="87584" y="106200"/>
                    <a:pt x="84380" y="107224"/>
                  </a:cubicBezTo>
                  <a:cubicBezTo>
                    <a:pt x="82387" y="107876"/>
                    <a:pt x="82834" y="103108"/>
                    <a:pt x="81642" y="100984"/>
                  </a:cubicBezTo>
                  <a:cubicBezTo>
                    <a:pt x="81474" y="100668"/>
                    <a:pt x="81213" y="100407"/>
                    <a:pt x="80990" y="100128"/>
                  </a:cubicBezTo>
                  <a:cubicBezTo>
                    <a:pt x="77115" y="86362"/>
                    <a:pt x="69776" y="74348"/>
                    <a:pt x="61879" y="62632"/>
                  </a:cubicBezTo>
                  <a:cubicBezTo>
                    <a:pt x="48449" y="42720"/>
                    <a:pt x="33007" y="24596"/>
                    <a:pt x="13729" y="10030"/>
                  </a:cubicBezTo>
                  <a:cubicBezTo>
                    <a:pt x="10469" y="7572"/>
                    <a:pt x="7358" y="4703"/>
                    <a:pt x="3018" y="4126"/>
                  </a:cubicBezTo>
                  <a:cubicBezTo>
                    <a:pt x="2478" y="2598"/>
                    <a:pt x="-55" y="2729"/>
                    <a:pt x="1" y="643"/>
                  </a:cubicBezTo>
                  <a:cubicBezTo>
                    <a:pt x="1957" y="-997"/>
                    <a:pt x="3484" y="1015"/>
                    <a:pt x="5161" y="1034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3727606-4A58-7E64-E078-5FA5107572F3}"/>
                </a:ext>
              </a:extLst>
            </p:cNvPr>
            <p:cNvSpPr/>
            <p:nvPr/>
          </p:nvSpPr>
          <p:spPr>
            <a:xfrm>
              <a:off x="2077269" y="5171807"/>
              <a:ext cx="11474" cy="1235"/>
            </a:xfrm>
            <a:custGeom>
              <a:avLst/>
              <a:gdLst>
                <a:gd name="csX0" fmla="*/ 0 w 11474"/>
                <a:gd name="csY0" fmla="*/ 0 h 1235"/>
                <a:gd name="csX1" fmla="*/ 11474 w 11474"/>
                <a:gd name="csY1" fmla="*/ 1025 h 1235"/>
                <a:gd name="csX2" fmla="*/ 0 w 11474"/>
                <a:gd name="csY2" fmla="*/ 0 h 1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74" h="1235">
                  <a:moveTo>
                    <a:pt x="0" y="0"/>
                  </a:moveTo>
                  <a:cubicBezTo>
                    <a:pt x="3837" y="130"/>
                    <a:pt x="7730" y="-335"/>
                    <a:pt x="11474" y="1025"/>
                  </a:cubicBezTo>
                  <a:cubicBezTo>
                    <a:pt x="7637" y="708"/>
                    <a:pt x="3651" y="2217"/>
                    <a:pt x="0" y="0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</p:grpSp>
      <p:grpSp>
        <p:nvGrpSpPr>
          <p:cNvPr id="121" name="Graphic 9">
            <a:extLst>
              <a:ext uri="{FF2B5EF4-FFF2-40B4-BE49-F238E27FC236}">
                <a16:creationId xmlns:a16="http://schemas.microsoft.com/office/drawing/2014/main" id="{F0518892-08ED-A0E3-1139-CF6AEFB7785D}"/>
              </a:ext>
            </a:extLst>
          </p:cNvPr>
          <p:cNvGrpSpPr/>
          <p:nvPr/>
        </p:nvGrpSpPr>
        <p:grpSpPr>
          <a:xfrm>
            <a:off x="4488021" y="5399699"/>
            <a:ext cx="373604" cy="304956"/>
            <a:chOff x="1505087" y="4809315"/>
            <a:chExt cx="842483" cy="687679"/>
          </a:xfrm>
        </p:grpSpPr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1E04486-62DF-B8DA-FCA2-32CD9CF59AFC}"/>
                </a:ext>
              </a:extLst>
            </p:cNvPr>
            <p:cNvSpPr/>
            <p:nvPr/>
          </p:nvSpPr>
          <p:spPr>
            <a:xfrm>
              <a:off x="1505087" y="4809315"/>
              <a:ext cx="842483" cy="687679"/>
            </a:xfrm>
            <a:custGeom>
              <a:avLst/>
              <a:gdLst>
                <a:gd name="csX0" fmla="*/ 320275 w 842483"/>
                <a:gd name="csY0" fmla="*/ 319221 h 687679"/>
                <a:gd name="csX1" fmla="*/ 309025 w 842483"/>
                <a:gd name="csY1" fmla="*/ 319799 h 687679"/>
                <a:gd name="csX2" fmla="*/ 302747 w 842483"/>
                <a:gd name="csY2" fmla="*/ 313633 h 687679"/>
                <a:gd name="csX3" fmla="*/ 303660 w 842483"/>
                <a:gd name="csY3" fmla="*/ 304693 h 687679"/>
                <a:gd name="csX4" fmla="*/ 299227 w 842483"/>
                <a:gd name="csY4" fmla="*/ 295789 h 687679"/>
                <a:gd name="csX5" fmla="*/ 269219 w 842483"/>
                <a:gd name="csY5" fmla="*/ 282844 h 687679"/>
                <a:gd name="csX6" fmla="*/ 260390 w 842483"/>
                <a:gd name="csY6" fmla="*/ 281167 h 687679"/>
                <a:gd name="csX7" fmla="*/ 257689 w 842483"/>
                <a:gd name="csY7" fmla="*/ 280199 h 687679"/>
                <a:gd name="csX8" fmla="*/ 267226 w 842483"/>
                <a:gd name="csY8" fmla="*/ 278094 h 687679"/>
                <a:gd name="csX9" fmla="*/ 294980 w 842483"/>
                <a:gd name="csY9" fmla="*/ 289084 h 687679"/>
                <a:gd name="csX10" fmla="*/ 296917 w 842483"/>
                <a:gd name="csY10" fmla="*/ 290238 h 687679"/>
                <a:gd name="csX11" fmla="*/ 309881 w 842483"/>
                <a:gd name="csY11" fmla="*/ 287314 h 687679"/>
                <a:gd name="csX12" fmla="*/ 315115 w 842483"/>
                <a:gd name="csY12" fmla="*/ 281745 h 687679"/>
                <a:gd name="csX13" fmla="*/ 331730 w 842483"/>
                <a:gd name="csY13" fmla="*/ 277684 h 687679"/>
                <a:gd name="csX14" fmla="*/ 369468 w 842483"/>
                <a:gd name="csY14" fmla="*/ 294280 h 687679"/>
                <a:gd name="csX15" fmla="*/ 374516 w 842483"/>
                <a:gd name="csY15" fmla="*/ 310821 h 687679"/>
                <a:gd name="csX16" fmla="*/ 380476 w 842483"/>
                <a:gd name="csY16" fmla="*/ 314826 h 687679"/>
                <a:gd name="csX17" fmla="*/ 417879 w 842483"/>
                <a:gd name="csY17" fmla="*/ 311864 h 687679"/>
                <a:gd name="csX18" fmla="*/ 442764 w 842483"/>
                <a:gd name="csY18" fmla="*/ 315012 h 687679"/>
                <a:gd name="csX19" fmla="*/ 470406 w 842483"/>
                <a:gd name="csY19" fmla="*/ 301042 h 687679"/>
                <a:gd name="csX20" fmla="*/ 492590 w 842483"/>
                <a:gd name="csY20" fmla="*/ 265968 h 687679"/>
                <a:gd name="csX21" fmla="*/ 494043 w 842483"/>
                <a:gd name="csY21" fmla="*/ 262317 h 687679"/>
                <a:gd name="csX22" fmla="*/ 478304 w 842483"/>
                <a:gd name="csY22" fmla="*/ 230652 h 687679"/>
                <a:gd name="csX23" fmla="*/ 454182 w 842483"/>
                <a:gd name="csY23" fmla="*/ 229124 h 687679"/>
                <a:gd name="csX24" fmla="*/ 452208 w 842483"/>
                <a:gd name="csY24" fmla="*/ 226535 h 687679"/>
                <a:gd name="csX25" fmla="*/ 468320 w 842483"/>
                <a:gd name="csY25" fmla="*/ 198819 h 687679"/>
                <a:gd name="csX26" fmla="*/ 466141 w 842483"/>
                <a:gd name="csY26" fmla="*/ 177286 h 687679"/>
                <a:gd name="csX27" fmla="*/ 454294 w 842483"/>
                <a:gd name="csY27" fmla="*/ 158064 h 687679"/>
                <a:gd name="csX28" fmla="*/ 450289 w 842483"/>
                <a:gd name="csY28" fmla="*/ 135879 h 687679"/>
                <a:gd name="csX29" fmla="*/ 463812 w 842483"/>
                <a:gd name="csY29" fmla="*/ 91138 h 687679"/>
                <a:gd name="csX30" fmla="*/ 492795 w 842483"/>
                <a:gd name="csY30" fmla="*/ 53270 h 687679"/>
                <a:gd name="csX31" fmla="*/ 529080 w 842483"/>
                <a:gd name="csY31" fmla="*/ 22797 h 687679"/>
                <a:gd name="csX32" fmla="*/ 575833 w 842483"/>
                <a:gd name="csY32" fmla="*/ 2624 h 687679"/>
                <a:gd name="csX33" fmla="*/ 638456 w 842483"/>
                <a:gd name="csY33" fmla="*/ 23579 h 687679"/>
                <a:gd name="csX34" fmla="*/ 645050 w 842483"/>
                <a:gd name="csY34" fmla="*/ 31291 h 687679"/>
                <a:gd name="csX35" fmla="*/ 655425 w 842483"/>
                <a:gd name="csY35" fmla="*/ 75641 h 687679"/>
                <a:gd name="csX36" fmla="*/ 607238 w 842483"/>
                <a:gd name="csY36" fmla="*/ 170711 h 687679"/>
                <a:gd name="csX37" fmla="*/ 574045 w 842483"/>
                <a:gd name="csY37" fmla="*/ 195988 h 687679"/>
                <a:gd name="csX38" fmla="*/ 537630 w 842483"/>
                <a:gd name="csY38" fmla="*/ 196286 h 687679"/>
                <a:gd name="csX39" fmla="*/ 515538 w 842483"/>
                <a:gd name="csY39" fmla="*/ 195596 h 687679"/>
                <a:gd name="csX40" fmla="*/ 481955 w 842483"/>
                <a:gd name="csY40" fmla="*/ 224281 h 687679"/>
                <a:gd name="csX41" fmla="*/ 483221 w 842483"/>
                <a:gd name="csY41" fmla="*/ 228100 h 687679"/>
                <a:gd name="csX42" fmla="*/ 500693 w 842483"/>
                <a:gd name="csY42" fmla="*/ 250415 h 687679"/>
                <a:gd name="csX43" fmla="*/ 500507 w 842483"/>
                <a:gd name="csY43" fmla="*/ 256543 h 687679"/>
                <a:gd name="csX44" fmla="*/ 487803 w 842483"/>
                <a:gd name="csY44" fmla="*/ 287780 h 687679"/>
                <a:gd name="csX45" fmla="*/ 432333 w 842483"/>
                <a:gd name="csY45" fmla="*/ 319650 h 687679"/>
                <a:gd name="csX46" fmla="*/ 414787 w 842483"/>
                <a:gd name="csY46" fmla="*/ 315627 h 687679"/>
                <a:gd name="csX47" fmla="*/ 399289 w 842483"/>
                <a:gd name="csY47" fmla="*/ 312888 h 687679"/>
                <a:gd name="csX48" fmla="*/ 387536 w 842483"/>
                <a:gd name="csY48" fmla="*/ 317452 h 687679"/>
                <a:gd name="csX49" fmla="*/ 408770 w 842483"/>
                <a:gd name="csY49" fmla="*/ 322928 h 687679"/>
                <a:gd name="csX50" fmla="*/ 454424 w 842483"/>
                <a:gd name="csY50" fmla="*/ 323841 h 687679"/>
                <a:gd name="csX51" fmla="*/ 497228 w 842483"/>
                <a:gd name="csY51" fmla="*/ 330751 h 687679"/>
                <a:gd name="csX52" fmla="*/ 522840 w 842483"/>
                <a:gd name="csY52" fmla="*/ 320265 h 687679"/>
                <a:gd name="csX53" fmla="*/ 546477 w 842483"/>
                <a:gd name="csY53" fmla="*/ 295398 h 687679"/>
                <a:gd name="csX54" fmla="*/ 587605 w 842483"/>
                <a:gd name="csY54" fmla="*/ 280832 h 687679"/>
                <a:gd name="csX55" fmla="*/ 665669 w 842483"/>
                <a:gd name="csY55" fmla="*/ 287985 h 687679"/>
                <a:gd name="csX56" fmla="*/ 752712 w 842483"/>
                <a:gd name="csY56" fmla="*/ 319911 h 687679"/>
                <a:gd name="csX57" fmla="*/ 817197 w 842483"/>
                <a:gd name="csY57" fmla="*/ 369532 h 687679"/>
                <a:gd name="csX58" fmla="*/ 840704 w 842483"/>
                <a:gd name="csY58" fmla="*/ 410883 h 687679"/>
                <a:gd name="csX59" fmla="*/ 834930 w 842483"/>
                <a:gd name="csY59" fmla="*/ 459201 h 687679"/>
                <a:gd name="csX60" fmla="*/ 803414 w 842483"/>
                <a:gd name="csY60" fmla="*/ 483471 h 687679"/>
                <a:gd name="csX61" fmla="*/ 679006 w 842483"/>
                <a:gd name="csY61" fmla="*/ 481609 h 687679"/>
                <a:gd name="csX62" fmla="*/ 578050 w 842483"/>
                <a:gd name="csY62" fmla="*/ 453184 h 687679"/>
                <a:gd name="csX63" fmla="*/ 553611 w 842483"/>
                <a:gd name="csY63" fmla="*/ 445957 h 687679"/>
                <a:gd name="csX64" fmla="*/ 561863 w 842483"/>
                <a:gd name="csY64" fmla="*/ 470135 h 687679"/>
                <a:gd name="csX65" fmla="*/ 572871 w 842483"/>
                <a:gd name="csY65" fmla="*/ 513255 h 687679"/>
                <a:gd name="csX66" fmla="*/ 570170 w 842483"/>
                <a:gd name="csY66" fmla="*/ 529628 h 687679"/>
                <a:gd name="csX67" fmla="*/ 550277 w 842483"/>
                <a:gd name="csY67" fmla="*/ 559449 h 687679"/>
                <a:gd name="csX68" fmla="*/ 464855 w 842483"/>
                <a:gd name="csY68" fmla="*/ 569843 h 687679"/>
                <a:gd name="csX69" fmla="*/ 411732 w 842483"/>
                <a:gd name="csY69" fmla="*/ 515863 h 687679"/>
                <a:gd name="csX70" fmla="*/ 414470 w 842483"/>
                <a:gd name="csY70" fmla="*/ 452551 h 687679"/>
                <a:gd name="csX71" fmla="*/ 420915 w 842483"/>
                <a:gd name="csY71" fmla="*/ 440630 h 687679"/>
                <a:gd name="csX72" fmla="*/ 422740 w 842483"/>
                <a:gd name="csY72" fmla="*/ 431391 h 687679"/>
                <a:gd name="csX73" fmla="*/ 414899 w 842483"/>
                <a:gd name="csY73" fmla="*/ 396187 h 687679"/>
                <a:gd name="csX74" fmla="*/ 408714 w 842483"/>
                <a:gd name="csY74" fmla="*/ 385979 h 687679"/>
                <a:gd name="csX75" fmla="*/ 406926 w 842483"/>
                <a:gd name="csY75" fmla="*/ 396652 h 687679"/>
                <a:gd name="csX76" fmla="*/ 366227 w 842483"/>
                <a:gd name="csY76" fmla="*/ 449552 h 687679"/>
                <a:gd name="csX77" fmla="*/ 347489 w 842483"/>
                <a:gd name="csY77" fmla="*/ 459964 h 687679"/>
                <a:gd name="csX78" fmla="*/ 324280 w 842483"/>
                <a:gd name="csY78" fmla="*/ 466465 h 687679"/>
                <a:gd name="csX79" fmla="*/ 299152 w 842483"/>
                <a:gd name="csY79" fmla="*/ 456872 h 687679"/>
                <a:gd name="csX80" fmla="*/ 279781 w 842483"/>
                <a:gd name="csY80" fmla="*/ 415111 h 687679"/>
                <a:gd name="csX81" fmla="*/ 279669 w 842483"/>
                <a:gd name="csY81" fmla="*/ 410585 h 687679"/>
                <a:gd name="csX82" fmla="*/ 276447 w 842483"/>
                <a:gd name="csY82" fmla="*/ 408592 h 687679"/>
                <a:gd name="csX83" fmla="*/ 245713 w 842483"/>
                <a:gd name="csY83" fmla="*/ 436607 h 687679"/>
                <a:gd name="csX84" fmla="*/ 245061 w 842483"/>
                <a:gd name="csY84" fmla="*/ 451266 h 687679"/>
                <a:gd name="csX85" fmla="*/ 260223 w 842483"/>
                <a:gd name="csY85" fmla="*/ 491928 h 687679"/>
                <a:gd name="csX86" fmla="*/ 267189 w 842483"/>
                <a:gd name="csY86" fmla="*/ 538718 h 687679"/>
                <a:gd name="csX87" fmla="*/ 262588 w 842483"/>
                <a:gd name="csY87" fmla="*/ 549484 h 687679"/>
                <a:gd name="csX88" fmla="*/ 201158 w 842483"/>
                <a:gd name="csY88" fmla="*/ 616074 h 687679"/>
                <a:gd name="csX89" fmla="*/ 170312 w 842483"/>
                <a:gd name="csY89" fmla="*/ 645746 h 687679"/>
                <a:gd name="csX90" fmla="*/ 134865 w 842483"/>
                <a:gd name="csY90" fmla="*/ 669123 h 687679"/>
                <a:gd name="csX91" fmla="*/ 74217 w 842483"/>
                <a:gd name="csY91" fmla="*/ 686148 h 687679"/>
                <a:gd name="csX92" fmla="*/ 29662 w 842483"/>
                <a:gd name="csY92" fmla="*/ 683708 h 687679"/>
                <a:gd name="csX93" fmla="*/ 14872 w 842483"/>
                <a:gd name="csY93" fmla="*/ 671973 h 687679"/>
                <a:gd name="csX94" fmla="*/ 269 w 842483"/>
                <a:gd name="csY94" fmla="*/ 625928 h 687679"/>
                <a:gd name="csX95" fmla="*/ 28079 w 842483"/>
                <a:gd name="csY95" fmla="*/ 528156 h 687679"/>
                <a:gd name="csX96" fmla="*/ 74645 w 842483"/>
                <a:gd name="csY96" fmla="*/ 467545 h 687679"/>
                <a:gd name="csX97" fmla="*/ 99661 w 842483"/>
                <a:gd name="csY97" fmla="*/ 439233 h 687679"/>
                <a:gd name="csX98" fmla="*/ 151350 w 842483"/>
                <a:gd name="csY98" fmla="*/ 415149 h 687679"/>
                <a:gd name="csX99" fmla="*/ 183406 w 842483"/>
                <a:gd name="csY99" fmla="*/ 415391 h 687679"/>
                <a:gd name="csX100" fmla="*/ 200841 w 842483"/>
                <a:gd name="csY100" fmla="*/ 415409 h 687679"/>
                <a:gd name="csX101" fmla="*/ 233959 w 842483"/>
                <a:gd name="csY101" fmla="*/ 404867 h 687679"/>
                <a:gd name="csX102" fmla="*/ 281550 w 842483"/>
                <a:gd name="csY102" fmla="*/ 371506 h 687679"/>
                <a:gd name="csX103" fmla="*/ 298277 w 842483"/>
                <a:gd name="csY103" fmla="*/ 354873 h 687679"/>
                <a:gd name="csX104" fmla="*/ 302617 w 842483"/>
                <a:gd name="csY104" fmla="*/ 351297 h 687679"/>
                <a:gd name="csX105" fmla="*/ 327893 w 842483"/>
                <a:gd name="csY105" fmla="*/ 318123 h 687679"/>
                <a:gd name="csX106" fmla="*/ 327577 w 842483"/>
                <a:gd name="csY106" fmla="*/ 316427 h 687679"/>
                <a:gd name="csX107" fmla="*/ 328936 w 842483"/>
                <a:gd name="csY107" fmla="*/ 315329 h 687679"/>
                <a:gd name="csX108" fmla="*/ 332308 w 842483"/>
                <a:gd name="csY108" fmla="*/ 318514 h 687679"/>
                <a:gd name="csX109" fmla="*/ 316922 w 842483"/>
                <a:gd name="csY109" fmla="*/ 345373 h 687679"/>
                <a:gd name="csX110" fmla="*/ 309006 w 842483"/>
                <a:gd name="csY110" fmla="*/ 352507 h 687679"/>
                <a:gd name="csX111" fmla="*/ 286058 w 842483"/>
                <a:gd name="csY111" fmla="*/ 386482 h 687679"/>
                <a:gd name="csX112" fmla="*/ 285425 w 842483"/>
                <a:gd name="csY112" fmla="*/ 427498 h 687679"/>
                <a:gd name="csX113" fmla="*/ 318859 w 842483"/>
                <a:gd name="csY113" fmla="*/ 461883 h 687679"/>
                <a:gd name="csX114" fmla="*/ 339740 w 842483"/>
                <a:gd name="csY114" fmla="*/ 458400 h 687679"/>
                <a:gd name="csX115" fmla="*/ 383848 w 842483"/>
                <a:gd name="csY115" fmla="*/ 430534 h 687679"/>
                <a:gd name="csX116" fmla="*/ 404673 w 842483"/>
                <a:gd name="csY116" fmla="*/ 383074 h 687679"/>
                <a:gd name="csX117" fmla="*/ 407932 w 842483"/>
                <a:gd name="csY117" fmla="*/ 347143 h 687679"/>
                <a:gd name="csX118" fmla="*/ 406870 w 842483"/>
                <a:gd name="csY118" fmla="*/ 338202 h 687679"/>
                <a:gd name="csX119" fmla="*/ 385841 w 842483"/>
                <a:gd name="csY119" fmla="*/ 322127 h 687679"/>
                <a:gd name="csX120" fmla="*/ 371778 w 842483"/>
                <a:gd name="csY120" fmla="*/ 321066 h 687679"/>
                <a:gd name="csX121" fmla="*/ 369543 w 842483"/>
                <a:gd name="csY121" fmla="*/ 317415 h 687679"/>
                <a:gd name="csX122" fmla="*/ 361477 w 842483"/>
                <a:gd name="csY122" fmla="*/ 292772 h 687679"/>
                <a:gd name="csX123" fmla="*/ 334785 w 842483"/>
                <a:gd name="csY123" fmla="*/ 282769 h 687679"/>
                <a:gd name="csX124" fmla="*/ 330892 w 842483"/>
                <a:gd name="csY124" fmla="*/ 283421 h 687679"/>
                <a:gd name="csX125" fmla="*/ 307032 w 842483"/>
                <a:gd name="csY125" fmla="*/ 308232 h 687679"/>
                <a:gd name="csX126" fmla="*/ 308354 w 842483"/>
                <a:gd name="csY126" fmla="*/ 315794 h 687679"/>
                <a:gd name="csX127" fmla="*/ 314687 w 842483"/>
                <a:gd name="csY127" fmla="*/ 316875 h 687679"/>
                <a:gd name="csX128" fmla="*/ 320275 w 842483"/>
                <a:gd name="csY128" fmla="*/ 319221 h 68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842483" h="687679">
                  <a:moveTo>
                    <a:pt x="320275" y="319221"/>
                  </a:moveTo>
                  <a:cubicBezTo>
                    <a:pt x="316531" y="319408"/>
                    <a:pt x="312769" y="319557"/>
                    <a:pt x="309025" y="319799"/>
                  </a:cubicBezTo>
                  <a:cubicBezTo>
                    <a:pt x="304573" y="320097"/>
                    <a:pt x="302803" y="317526"/>
                    <a:pt x="302747" y="313633"/>
                  </a:cubicBezTo>
                  <a:cubicBezTo>
                    <a:pt x="302710" y="310635"/>
                    <a:pt x="302673" y="307431"/>
                    <a:pt x="303660" y="304693"/>
                  </a:cubicBezTo>
                  <a:cubicBezTo>
                    <a:pt x="305467" y="299775"/>
                    <a:pt x="303511" y="297819"/>
                    <a:pt x="299227" y="295789"/>
                  </a:cubicBezTo>
                  <a:cubicBezTo>
                    <a:pt x="289373" y="291114"/>
                    <a:pt x="279594" y="286290"/>
                    <a:pt x="269219" y="282844"/>
                  </a:cubicBezTo>
                  <a:cubicBezTo>
                    <a:pt x="266332" y="281894"/>
                    <a:pt x="263426" y="281223"/>
                    <a:pt x="260390" y="281167"/>
                  </a:cubicBezTo>
                  <a:cubicBezTo>
                    <a:pt x="259124" y="281838"/>
                    <a:pt x="258155" y="281707"/>
                    <a:pt x="257689" y="280199"/>
                  </a:cubicBezTo>
                  <a:cubicBezTo>
                    <a:pt x="260111" y="276119"/>
                    <a:pt x="263892" y="277237"/>
                    <a:pt x="267226" y="278094"/>
                  </a:cubicBezTo>
                  <a:cubicBezTo>
                    <a:pt x="276931" y="280590"/>
                    <a:pt x="286058" y="284576"/>
                    <a:pt x="294980" y="289084"/>
                  </a:cubicBezTo>
                  <a:cubicBezTo>
                    <a:pt x="295651" y="289419"/>
                    <a:pt x="296265" y="289866"/>
                    <a:pt x="296917" y="290238"/>
                  </a:cubicBezTo>
                  <a:cubicBezTo>
                    <a:pt x="304536" y="294504"/>
                    <a:pt x="304983" y="294411"/>
                    <a:pt x="309881" y="287314"/>
                  </a:cubicBezTo>
                  <a:cubicBezTo>
                    <a:pt x="311073" y="284948"/>
                    <a:pt x="313029" y="283291"/>
                    <a:pt x="315115" y="281745"/>
                  </a:cubicBezTo>
                  <a:cubicBezTo>
                    <a:pt x="319809" y="277032"/>
                    <a:pt x="326124" y="278522"/>
                    <a:pt x="331730" y="277684"/>
                  </a:cubicBezTo>
                  <a:cubicBezTo>
                    <a:pt x="347619" y="275337"/>
                    <a:pt x="360658" y="279957"/>
                    <a:pt x="369468" y="294280"/>
                  </a:cubicBezTo>
                  <a:cubicBezTo>
                    <a:pt x="372635" y="299440"/>
                    <a:pt x="374125" y="304991"/>
                    <a:pt x="374516" y="310821"/>
                  </a:cubicBezTo>
                  <a:cubicBezTo>
                    <a:pt x="374814" y="315217"/>
                    <a:pt x="376323" y="316707"/>
                    <a:pt x="380476" y="314826"/>
                  </a:cubicBezTo>
                  <a:cubicBezTo>
                    <a:pt x="392453" y="307729"/>
                    <a:pt x="404859" y="307449"/>
                    <a:pt x="417879" y="311864"/>
                  </a:cubicBezTo>
                  <a:cubicBezTo>
                    <a:pt x="425870" y="314565"/>
                    <a:pt x="434010" y="316055"/>
                    <a:pt x="442764" y="315012"/>
                  </a:cubicBezTo>
                  <a:cubicBezTo>
                    <a:pt x="453903" y="313671"/>
                    <a:pt x="462303" y="308008"/>
                    <a:pt x="470406" y="301042"/>
                  </a:cubicBezTo>
                  <a:cubicBezTo>
                    <a:pt x="481396" y="291580"/>
                    <a:pt x="489349" y="280292"/>
                    <a:pt x="492590" y="265968"/>
                  </a:cubicBezTo>
                  <a:cubicBezTo>
                    <a:pt x="492870" y="264683"/>
                    <a:pt x="493298" y="263379"/>
                    <a:pt x="494043" y="262317"/>
                  </a:cubicBezTo>
                  <a:cubicBezTo>
                    <a:pt x="502258" y="250694"/>
                    <a:pt x="491082" y="232626"/>
                    <a:pt x="478304" y="230652"/>
                  </a:cubicBezTo>
                  <a:cubicBezTo>
                    <a:pt x="470220" y="229404"/>
                    <a:pt x="462192" y="230149"/>
                    <a:pt x="454182" y="229124"/>
                  </a:cubicBezTo>
                  <a:cubicBezTo>
                    <a:pt x="453046" y="228640"/>
                    <a:pt x="451686" y="228286"/>
                    <a:pt x="452208" y="226535"/>
                  </a:cubicBezTo>
                  <a:cubicBezTo>
                    <a:pt x="457460" y="217222"/>
                    <a:pt x="464520" y="208989"/>
                    <a:pt x="468320" y="198819"/>
                  </a:cubicBezTo>
                  <a:cubicBezTo>
                    <a:pt x="471170" y="191238"/>
                    <a:pt x="470536" y="184141"/>
                    <a:pt x="466141" y="177286"/>
                  </a:cubicBezTo>
                  <a:cubicBezTo>
                    <a:pt x="462080" y="170953"/>
                    <a:pt x="458280" y="164453"/>
                    <a:pt x="454294" y="158064"/>
                  </a:cubicBezTo>
                  <a:cubicBezTo>
                    <a:pt x="450010" y="151191"/>
                    <a:pt x="448278" y="143665"/>
                    <a:pt x="450289" y="135879"/>
                  </a:cubicBezTo>
                  <a:cubicBezTo>
                    <a:pt x="454182" y="120792"/>
                    <a:pt x="457609" y="105462"/>
                    <a:pt x="463812" y="91138"/>
                  </a:cubicBezTo>
                  <a:cubicBezTo>
                    <a:pt x="470238" y="76274"/>
                    <a:pt x="481265" y="64297"/>
                    <a:pt x="492795" y="53270"/>
                  </a:cubicBezTo>
                  <a:cubicBezTo>
                    <a:pt x="504176" y="42374"/>
                    <a:pt x="516824" y="32762"/>
                    <a:pt x="529080" y="22797"/>
                  </a:cubicBezTo>
                  <a:cubicBezTo>
                    <a:pt x="542733" y="11696"/>
                    <a:pt x="559311" y="7300"/>
                    <a:pt x="575833" y="2624"/>
                  </a:cubicBezTo>
                  <a:cubicBezTo>
                    <a:pt x="601612" y="-4659"/>
                    <a:pt x="621953" y="3500"/>
                    <a:pt x="638456" y="23579"/>
                  </a:cubicBezTo>
                  <a:cubicBezTo>
                    <a:pt x="640598" y="26187"/>
                    <a:pt x="642610" y="28981"/>
                    <a:pt x="645050" y="31291"/>
                  </a:cubicBezTo>
                  <a:cubicBezTo>
                    <a:pt x="658386" y="43808"/>
                    <a:pt x="656784" y="59845"/>
                    <a:pt x="655425" y="75641"/>
                  </a:cubicBezTo>
                  <a:cubicBezTo>
                    <a:pt x="652128" y="113714"/>
                    <a:pt x="633818" y="144522"/>
                    <a:pt x="607238" y="170711"/>
                  </a:cubicBezTo>
                  <a:cubicBezTo>
                    <a:pt x="597365" y="180434"/>
                    <a:pt x="585500" y="188053"/>
                    <a:pt x="574045" y="195988"/>
                  </a:cubicBezTo>
                  <a:cubicBezTo>
                    <a:pt x="561956" y="204351"/>
                    <a:pt x="549476" y="201874"/>
                    <a:pt x="537630" y="196286"/>
                  </a:cubicBezTo>
                  <a:cubicBezTo>
                    <a:pt x="529937" y="192653"/>
                    <a:pt x="522952" y="191964"/>
                    <a:pt x="515538" y="195596"/>
                  </a:cubicBezTo>
                  <a:cubicBezTo>
                    <a:pt x="501904" y="202265"/>
                    <a:pt x="490933" y="212118"/>
                    <a:pt x="481955" y="224281"/>
                  </a:cubicBezTo>
                  <a:cubicBezTo>
                    <a:pt x="480409" y="226368"/>
                    <a:pt x="480483" y="227206"/>
                    <a:pt x="483221" y="228100"/>
                  </a:cubicBezTo>
                  <a:cubicBezTo>
                    <a:pt x="493931" y="231602"/>
                    <a:pt x="498495" y="240189"/>
                    <a:pt x="500693" y="250415"/>
                  </a:cubicBezTo>
                  <a:cubicBezTo>
                    <a:pt x="501121" y="252370"/>
                    <a:pt x="501326" y="254848"/>
                    <a:pt x="500507" y="256543"/>
                  </a:cubicBezTo>
                  <a:cubicBezTo>
                    <a:pt x="495571" y="266694"/>
                    <a:pt x="494546" y="278615"/>
                    <a:pt x="487803" y="287780"/>
                  </a:cubicBezTo>
                  <a:cubicBezTo>
                    <a:pt x="474113" y="306406"/>
                    <a:pt x="457945" y="321419"/>
                    <a:pt x="432333" y="319650"/>
                  </a:cubicBezTo>
                  <a:cubicBezTo>
                    <a:pt x="426261" y="319240"/>
                    <a:pt x="420449" y="317694"/>
                    <a:pt x="414787" y="315627"/>
                  </a:cubicBezTo>
                  <a:cubicBezTo>
                    <a:pt x="409758" y="313801"/>
                    <a:pt x="404542" y="313280"/>
                    <a:pt x="399289" y="312888"/>
                  </a:cubicBezTo>
                  <a:cubicBezTo>
                    <a:pt x="395192" y="312590"/>
                    <a:pt x="391485" y="313708"/>
                    <a:pt x="387536" y="317452"/>
                  </a:cubicBezTo>
                  <a:cubicBezTo>
                    <a:pt x="395322" y="318458"/>
                    <a:pt x="401059" y="323021"/>
                    <a:pt x="408770" y="322928"/>
                  </a:cubicBezTo>
                  <a:cubicBezTo>
                    <a:pt x="423988" y="322742"/>
                    <a:pt x="439374" y="320991"/>
                    <a:pt x="454424" y="323841"/>
                  </a:cubicBezTo>
                  <a:cubicBezTo>
                    <a:pt x="468636" y="326523"/>
                    <a:pt x="482830" y="329243"/>
                    <a:pt x="497228" y="330751"/>
                  </a:cubicBezTo>
                  <a:cubicBezTo>
                    <a:pt x="507510" y="331832"/>
                    <a:pt x="515892" y="327734"/>
                    <a:pt x="522840" y="320265"/>
                  </a:cubicBezTo>
                  <a:cubicBezTo>
                    <a:pt x="530626" y="311883"/>
                    <a:pt x="538002" y="303016"/>
                    <a:pt x="546477" y="295398"/>
                  </a:cubicBezTo>
                  <a:cubicBezTo>
                    <a:pt x="557989" y="285060"/>
                    <a:pt x="572462" y="280590"/>
                    <a:pt x="587605" y="280832"/>
                  </a:cubicBezTo>
                  <a:cubicBezTo>
                    <a:pt x="613757" y="281260"/>
                    <a:pt x="639965" y="283309"/>
                    <a:pt x="665669" y="287985"/>
                  </a:cubicBezTo>
                  <a:cubicBezTo>
                    <a:pt x="696348" y="293573"/>
                    <a:pt x="725237" y="304898"/>
                    <a:pt x="752712" y="319911"/>
                  </a:cubicBezTo>
                  <a:cubicBezTo>
                    <a:pt x="776852" y="333117"/>
                    <a:pt x="798962" y="348875"/>
                    <a:pt x="817197" y="369532"/>
                  </a:cubicBezTo>
                  <a:cubicBezTo>
                    <a:pt x="827833" y="381583"/>
                    <a:pt x="836606" y="395013"/>
                    <a:pt x="840704" y="410883"/>
                  </a:cubicBezTo>
                  <a:cubicBezTo>
                    <a:pt x="845044" y="427722"/>
                    <a:pt x="840797" y="443219"/>
                    <a:pt x="834930" y="459201"/>
                  </a:cubicBezTo>
                  <a:cubicBezTo>
                    <a:pt x="829193" y="474847"/>
                    <a:pt x="817849" y="480435"/>
                    <a:pt x="803414" y="483471"/>
                  </a:cubicBezTo>
                  <a:cubicBezTo>
                    <a:pt x="761802" y="492244"/>
                    <a:pt x="720245" y="490531"/>
                    <a:pt x="679006" y="481609"/>
                  </a:cubicBezTo>
                  <a:cubicBezTo>
                    <a:pt x="644807" y="474214"/>
                    <a:pt x="611131" y="464751"/>
                    <a:pt x="578050" y="453184"/>
                  </a:cubicBezTo>
                  <a:cubicBezTo>
                    <a:pt x="570301" y="450483"/>
                    <a:pt x="562124" y="448881"/>
                    <a:pt x="553611" y="445957"/>
                  </a:cubicBezTo>
                  <a:cubicBezTo>
                    <a:pt x="556517" y="454395"/>
                    <a:pt x="559479" y="462181"/>
                    <a:pt x="561863" y="470135"/>
                  </a:cubicBezTo>
                  <a:cubicBezTo>
                    <a:pt x="566128" y="484347"/>
                    <a:pt x="570841" y="498466"/>
                    <a:pt x="572871" y="513255"/>
                  </a:cubicBezTo>
                  <a:cubicBezTo>
                    <a:pt x="573672" y="519048"/>
                    <a:pt x="572909" y="524413"/>
                    <a:pt x="570170" y="529628"/>
                  </a:cubicBezTo>
                  <a:cubicBezTo>
                    <a:pt x="564564" y="540264"/>
                    <a:pt x="560019" y="551757"/>
                    <a:pt x="550277" y="559449"/>
                  </a:cubicBezTo>
                  <a:cubicBezTo>
                    <a:pt x="524014" y="580144"/>
                    <a:pt x="496018" y="586626"/>
                    <a:pt x="464855" y="569843"/>
                  </a:cubicBezTo>
                  <a:cubicBezTo>
                    <a:pt x="441460" y="557233"/>
                    <a:pt x="422070" y="540543"/>
                    <a:pt x="411732" y="515863"/>
                  </a:cubicBezTo>
                  <a:cubicBezTo>
                    <a:pt x="402959" y="494889"/>
                    <a:pt x="403611" y="473227"/>
                    <a:pt x="414470" y="452551"/>
                  </a:cubicBezTo>
                  <a:cubicBezTo>
                    <a:pt x="416575" y="448546"/>
                    <a:pt x="418661" y="444542"/>
                    <a:pt x="420915" y="440630"/>
                  </a:cubicBezTo>
                  <a:cubicBezTo>
                    <a:pt x="422591" y="437724"/>
                    <a:pt x="423132" y="434632"/>
                    <a:pt x="422740" y="431391"/>
                  </a:cubicBezTo>
                  <a:cubicBezTo>
                    <a:pt x="421232" y="419414"/>
                    <a:pt x="418847" y="407605"/>
                    <a:pt x="414899" y="396187"/>
                  </a:cubicBezTo>
                  <a:cubicBezTo>
                    <a:pt x="413762" y="392927"/>
                    <a:pt x="411304" y="390133"/>
                    <a:pt x="408714" y="385979"/>
                  </a:cubicBezTo>
                  <a:cubicBezTo>
                    <a:pt x="407988" y="390338"/>
                    <a:pt x="407597" y="393523"/>
                    <a:pt x="406926" y="396652"/>
                  </a:cubicBezTo>
                  <a:cubicBezTo>
                    <a:pt x="401804" y="420774"/>
                    <a:pt x="386567" y="437184"/>
                    <a:pt x="366227" y="449552"/>
                  </a:cubicBezTo>
                  <a:cubicBezTo>
                    <a:pt x="360118" y="453259"/>
                    <a:pt x="353747" y="456518"/>
                    <a:pt x="347489" y="459964"/>
                  </a:cubicBezTo>
                  <a:cubicBezTo>
                    <a:pt x="340261" y="463932"/>
                    <a:pt x="332196" y="465329"/>
                    <a:pt x="324280" y="466465"/>
                  </a:cubicBezTo>
                  <a:cubicBezTo>
                    <a:pt x="314482" y="467881"/>
                    <a:pt x="306771" y="462311"/>
                    <a:pt x="299152" y="456872"/>
                  </a:cubicBezTo>
                  <a:cubicBezTo>
                    <a:pt x="284698" y="446553"/>
                    <a:pt x="280097" y="431875"/>
                    <a:pt x="279781" y="415111"/>
                  </a:cubicBezTo>
                  <a:cubicBezTo>
                    <a:pt x="279743" y="413603"/>
                    <a:pt x="279706" y="412094"/>
                    <a:pt x="279669" y="410585"/>
                  </a:cubicBezTo>
                  <a:cubicBezTo>
                    <a:pt x="279632" y="408257"/>
                    <a:pt x="279259" y="406878"/>
                    <a:pt x="276447" y="408592"/>
                  </a:cubicBezTo>
                  <a:cubicBezTo>
                    <a:pt x="264358" y="415912"/>
                    <a:pt x="254672" y="425915"/>
                    <a:pt x="245713" y="436607"/>
                  </a:cubicBezTo>
                  <a:cubicBezTo>
                    <a:pt x="242043" y="440965"/>
                    <a:pt x="243533" y="446441"/>
                    <a:pt x="245061" y="451266"/>
                  </a:cubicBezTo>
                  <a:cubicBezTo>
                    <a:pt x="249475" y="465050"/>
                    <a:pt x="254448" y="478610"/>
                    <a:pt x="260223" y="491928"/>
                  </a:cubicBezTo>
                  <a:cubicBezTo>
                    <a:pt x="266630" y="506736"/>
                    <a:pt x="269834" y="522382"/>
                    <a:pt x="267189" y="538718"/>
                  </a:cubicBezTo>
                  <a:cubicBezTo>
                    <a:pt x="266556" y="542685"/>
                    <a:pt x="264805" y="546094"/>
                    <a:pt x="262588" y="549484"/>
                  </a:cubicBezTo>
                  <a:cubicBezTo>
                    <a:pt x="245862" y="575152"/>
                    <a:pt x="222876" y="595008"/>
                    <a:pt x="201158" y="616074"/>
                  </a:cubicBezTo>
                  <a:cubicBezTo>
                    <a:pt x="190913" y="626002"/>
                    <a:pt x="179383" y="634589"/>
                    <a:pt x="170312" y="645746"/>
                  </a:cubicBezTo>
                  <a:cubicBezTo>
                    <a:pt x="160961" y="657239"/>
                    <a:pt x="148072" y="663759"/>
                    <a:pt x="134865" y="669123"/>
                  </a:cubicBezTo>
                  <a:cubicBezTo>
                    <a:pt x="115344" y="677058"/>
                    <a:pt x="95470" y="684378"/>
                    <a:pt x="74217" y="686148"/>
                  </a:cubicBezTo>
                  <a:cubicBezTo>
                    <a:pt x="59315" y="687377"/>
                    <a:pt x="44265" y="689817"/>
                    <a:pt x="29662" y="683708"/>
                  </a:cubicBezTo>
                  <a:cubicBezTo>
                    <a:pt x="23571" y="681156"/>
                    <a:pt x="18635" y="677430"/>
                    <a:pt x="14872" y="671973"/>
                  </a:cubicBezTo>
                  <a:cubicBezTo>
                    <a:pt x="5298" y="658096"/>
                    <a:pt x="1349" y="642822"/>
                    <a:pt x="269" y="625928"/>
                  </a:cubicBezTo>
                  <a:cubicBezTo>
                    <a:pt x="-2022" y="589829"/>
                    <a:pt x="10588" y="558276"/>
                    <a:pt x="28079" y="528156"/>
                  </a:cubicBezTo>
                  <a:cubicBezTo>
                    <a:pt x="40931" y="506009"/>
                    <a:pt x="55758" y="485203"/>
                    <a:pt x="74645" y="467545"/>
                  </a:cubicBezTo>
                  <a:cubicBezTo>
                    <a:pt x="83865" y="458921"/>
                    <a:pt x="91782" y="449105"/>
                    <a:pt x="99661" y="439233"/>
                  </a:cubicBezTo>
                  <a:cubicBezTo>
                    <a:pt x="112811" y="422748"/>
                    <a:pt x="130097" y="414553"/>
                    <a:pt x="151350" y="415149"/>
                  </a:cubicBezTo>
                  <a:cubicBezTo>
                    <a:pt x="162042" y="415447"/>
                    <a:pt x="172677" y="416881"/>
                    <a:pt x="183406" y="415391"/>
                  </a:cubicBezTo>
                  <a:cubicBezTo>
                    <a:pt x="189143" y="414609"/>
                    <a:pt x="194992" y="414571"/>
                    <a:pt x="200841" y="415409"/>
                  </a:cubicBezTo>
                  <a:cubicBezTo>
                    <a:pt x="213507" y="417235"/>
                    <a:pt x="224068" y="411572"/>
                    <a:pt x="233959" y="404867"/>
                  </a:cubicBezTo>
                  <a:cubicBezTo>
                    <a:pt x="249978" y="393989"/>
                    <a:pt x="265531" y="382403"/>
                    <a:pt x="281550" y="371506"/>
                  </a:cubicBezTo>
                  <a:cubicBezTo>
                    <a:pt x="288256" y="366943"/>
                    <a:pt x="292410" y="360107"/>
                    <a:pt x="298277" y="354873"/>
                  </a:cubicBezTo>
                  <a:cubicBezTo>
                    <a:pt x="299674" y="353625"/>
                    <a:pt x="300978" y="352079"/>
                    <a:pt x="302617" y="351297"/>
                  </a:cubicBezTo>
                  <a:cubicBezTo>
                    <a:pt x="316755" y="344554"/>
                    <a:pt x="320759" y="330155"/>
                    <a:pt x="327893" y="318123"/>
                  </a:cubicBezTo>
                  <a:cubicBezTo>
                    <a:pt x="327521" y="317601"/>
                    <a:pt x="327428" y="317042"/>
                    <a:pt x="327577" y="316427"/>
                  </a:cubicBezTo>
                  <a:cubicBezTo>
                    <a:pt x="327856" y="315869"/>
                    <a:pt x="328322" y="315496"/>
                    <a:pt x="328936" y="315329"/>
                  </a:cubicBezTo>
                  <a:cubicBezTo>
                    <a:pt x="331302" y="315086"/>
                    <a:pt x="332308" y="316260"/>
                    <a:pt x="332308" y="318514"/>
                  </a:cubicBezTo>
                  <a:cubicBezTo>
                    <a:pt x="328136" y="328013"/>
                    <a:pt x="322473" y="336675"/>
                    <a:pt x="316922" y="345373"/>
                  </a:cubicBezTo>
                  <a:cubicBezTo>
                    <a:pt x="315022" y="348335"/>
                    <a:pt x="312210" y="350812"/>
                    <a:pt x="309006" y="352507"/>
                  </a:cubicBezTo>
                  <a:cubicBezTo>
                    <a:pt x="295297" y="359753"/>
                    <a:pt x="288926" y="372363"/>
                    <a:pt x="286058" y="386482"/>
                  </a:cubicBezTo>
                  <a:cubicBezTo>
                    <a:pt x="283338" y="399931"/>
                    <a:pt x="283152" y="413808"/>
                    <a:pt x="285425" y="427498"/>
                  </a:cubicBezTo>
                  <a:cubicBezTo>
                    <a:pt x="288070" y="443517"/>
                    <a:pt x="302841" y="458791"/>
                    <a:pt x="318859" y="461883"/>
                  </a:cubicBezTo>
                  <a:cubicBezTo>
                    <a:pt x="326142" y="463299"/>
                    <a:pt x="333332" y="461026"/>
                    <a:pt x="339740" y="458400"/>
                  </a:cubicBezTo>
                  <a:cubicBezTo>
                    <a:pt x="355964" y="451713"/>
                    <a:pt x="371312" y="443275"/>
                    <a:pt x="383848" y="430534"/>
                  </a:cubicBezTo>
                  <a:cubicBezTo>
                    <a:pt x="396831" y="417328"/>
                    <a:pt x="403574" y="401607"/>
                    <a:pt x="404673" y="383074"/>
                  </a:cubicBezTo>
                  <a:cubicBezTo>
                    <a:pt x="405380" y="371078"/>
                    <a:pt x="408230" y="359250"/>
                    <a:pt x="407932" y="347143"/>
                  </a:cubicBezTo>
                  <a:cubicBezTo>
                    <a:pt x="407858" y="344125"/>
                    <a:pt x="407709" y="341126"/>
                    <a:pt x="406870" y="338202"/>
                  </a:cubicBezTo>
                  <a:cubicBezTo>
                    <a:pt x="403685" y="327287"/>
                    <a:pt x="397203" y="322202"/>
                    <a:pt x="385841" y="322127"/>
                  </a:cubicBezTo>
                  <a:cubicBezTo>
                    <a:pt x="381110" y="322090"/>
                    <a:pt x="376528" y="320786"/>
                    <a:pt x="371778" y="321066"/>
                  </a:cubicBezTo>
                  <a:cubicBezTo>
                    <a:pt x="370083" y="320432"/>
                    <a:pt x="369785" y="318942"/>
                    <a:pt x="369543" y="317415"/>
                  </a:cubicBezTo>
                  <a:cubicBezTo>
                    <a:pt x="368667" y="308623"/>
                    <a:pt x="367717" y="300148"/>
                    <a:pt x="361477" y="292772"/>
                  </a:cubicBezTo>
                  <a:cubicBezTo>
                    <a:pt x="354176" y="284148"/>
                    <a:pt x="345272" y="281856"/>
                    <a:pt x="334785" y="282769"/>
                  </a:cubicBezTo>
                  <a:cubicBezTo>
                    <a:pt x="333481" y="282881"/>
                    <a:pt x="332196" y="283253"/>
                    <a:pt x="330892" y="283421"/>
                  </a:cubicBezTo>
                  <a:cubicBezTo>
                    <a:pt x="316512" y="285228"/>
                    <a:pt x="308168" y="293852"/>
                    <a:pt x="307032" y="308232"/>
                  </a:cubicBezTo>
                  <a:cubicBezTo>
                    <a:pt x="306827" y="310821"/>
                    <a:pt x="306491" y="313522"/>
                    <a:pt x="308354" y="315794"/>
                  </a:cubicBezTo>
                  <a:cubicBezTo>
                    <a:pt x="310273" y="317396"/>
                    <a:pt x="312564" y="316577"/>
                    <a:pt x="314687" y="316875"/>
                  </a:cubicBezTo>
                  <a:cubicBezTo>
                    <a:pt x="316792" y="317173"/>
                    <a:pt x="319306" y="316390"/>
                    <a:pt x="320275" y="319221"/>
                  </a:cubicBezTo>
                  <a:close/>
                </a:path>
              </a:pathLst>
            </a:custGeom>
            <a:solidFill>
              <a:srgbClr val="32382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93F830E6-0F8F-DEFE-0263-A3C6E7B6918F}"/>
                </a:ext>
              </a:extLst>
            </p:cNvPr>
            <p:cNvSpPr/>
            <p:nvPr/>
          </p:nvSpPr>
          <p:spPr>
            <a:xfrm>
              <a:off x="1687301" y="4813444"/>
              <a:ext cx="272564" cy="294707"/>
            </a:xfrm>
            <a:custGeom>
              <a:avLst/>
              <a:gdLst>
                <a:gd name="csX0" fmla="*/ 133367 w 272564"/>
                <a:gd name="csY0" fmla="*/ 279125 h 294707"/>
                <a:gd name="csX1" fmla="*/ 129008 w 272564"/>
                <a:gd name="csY1" fmla="*/ 283744 h 294707"/>
                <a:gd name="csX2" fmla="*/ 97715 w 272564"/>
                <a:gd name="csY2" fmla="*/ 262733 h 294707"/>
                <a:gd name="csX3" fmla="*/ 86037 w 272564"/>
                <a:gd name="csY3" fmla="*/ 232335 h 294707"/>
                <a:gd name="csX4" fmla="*/ 88253 w 272564"/>
                <a:gd name="csY4" fmla="*/ 217284 h 294707"/>
                <a:gd name="csX5" fmla="*/ 82777 w 272564"/>
                <a:gd name="csY5" fmla="*/ 196143 h 294707"/>
                <a:gd name="csX6" fmla="*/ 44965 w 272564"/>
                <a:gd name="csY6" fmla="*/ 165372 h 294707"/>
                <a:gd name="csX7" fmla="*/ 5327 w 272564"/>
                <a:gd name="csY7" fmla="*/ 160920 h 294707"/>
                <a:gd name="csX8" fmla="*/ 0 w 272564"/>
                <a:gd name="csY8" fmla="*/ 158405 h 294707"/>
                <a:gd name="csX9" fmla="*/ 21737 w 272564"/>
                <a:gd name="csY9" fmla="*/ 155220 h 294707"/>
                <a:gd name="csX10" fmla="*/ 53533 w 272564"/>
                <a:gd name="csY10" fmla="*/ 166005 h 294707"/>
                <a:gd name="csX11" fmla="*/ 75755 w 272564"/>
                <a:gd name="csY11" fmla="*/ 183179 h 294707"/>
                <a:gd name="csX12" fmla="*/ 89427 w 272564"/>
                <a:gd name="csY12" fmla="*/ 196646 h 294707"/>
                <a:gd name="csX13" fmla="*/ 93748 w 272564"/>
                <a:gd name="csY13" fmla="*/ 218849 h 294707"/>
                <a:gd name="csX14" fmla="*/ 90730 w 272564"/>
                <a:gd name="csY14" fmla="*/ 242356 h 294707"/>
                <a:gd name="csX15" fmla="*/ 95033 w 272564"/>
                <a:gd name="csY15" fmla="*/ 252973 h 294707"/>
                <a:gd name="csX16" fmla="*/ 118037 w 272564"/>
                <a:gd name="csY16" fmla="*/ 270240 h 294707"/>
                <a:gd name="csX17" fmla="*/ 121856 w 272564"/>
                <a:gd name="csY17" fmla="*/ 268694 h 294707"/>
                <a:gd name="csX18" fmla="*/ 136794 w 272564"/>
                <a:gd name="csY18" fmla="*/ 251892 h 294707"/>
                <a:gd name="csX19" fmla="*/ 158587 w 272564"/>
                <a:gd name="csY19" fmla="*/ 244051 h 294707"/>
                <a:gd name="csX20" fmla="*/ 160879 w 272564"/>
                <a:gd name="csY20" fmla="*/ 237494 h 294707"/>
                <a:gd name="csX21" fmla="*/ 151267 w 272564"/>
                <a:gd name="csY21" fmla="*/ 218979 h 294707"/>
                <a:gd name="csX22" fmla="*/ 136571 w 272564"/>
                <a:gd name="csY22" fmla="*/ 212534 h 294707"/>
                <a:gd name="csX23" fmla="*/ 113492 w 272564"/>
                <a:gd name="csY23" fmla="*/ 208958 h 294707"/>
                <a:gd name="csX24" fmla="*/ 89296 w 272564"/>
                <a:gd name="csY24" fmla="*/ 195677 h 294707"/>
                <a:gd name="csX25" fmla="*/ 77878 w 272564"/>
                <a:gd name="csY25" fmla="*/ 182341 h 294707"/>
                <a:gd name="csX26" fmla="*/ 55340 w 272564"/>
                <a:gd name="csY26" fmla="*/ 132421 h 294707"/>
                <a:gd name="csX27" fmla="*/ 46604 w 272564"/>
                <a:gd name="csY27" fmla="*/ 92206 h 294707"/>
                <a:gd name="csX28" fmla="*/ 50404 w 272564"/>
                <a:gd name="csY28" fmla="*/ 48694 h 294707"/>
                <a:gd name="csX29" fmla="*/ 58767 w 272564"/>
                <a:gd name="csY29" fmla="*/ 24759 h 294707"/>
                <a:gd name="csX30" fmla="*/ 94512 w 272564"/>
                <a:gd name="csY30" fmla="*/ 1346 h 294707"/>
                <a:gd name="csX31" fmla="*/ 162387 w 272564"/>
                <a:gd name="csY31" fmla="*/ 25467 h 294707"/>
                <a:gd name="csX32" fmla="*/ 194407 w 272564"/>
                <a:gd name="csY32" fmla="*/ 80900 h 294707"/>
                <a:gd name="csX33" fmla="*/ 202826 w 272564"/>
                <a:gd name="csY33" fmla="*/ 172673 h 294707"/>
                <a:gd name="csX34" fmla="*/ 191780 w 272564"/>
                <a:gd name="csY34" fmla="*/ 197708 h 294707"/>
                <a:gd name="csX35" fmla="*/ 183789 w 272564"/>
                <a:gd name="csY35" fmla="*/ 210653 h 294707"/>
                <a:gd name="csX36" fmla="*/ 182783 w 272564"/>
                <a:gd name="csY36" fmla="*/ 224828 h 294707"/>
                <a:gd name="csX37" fmla="*/ 202919 w 272564"/>
                <a:gd name="csY37" fmla="*/ 286762 h 294707"/>
                <a:gd name="csX38" fmla="*/ 204148 w 272564"/>
                <a:gd name="csY38" fmla="*/ 289444 h 294707"/>
                <a:gd name="csX39" fmla="*/ 207687 w 272564"/>
                <a:gd name="csY39" fmla="*/ 280261 h 294707"/>
                <a:gd name="csX40" fmla="*/ 221210 w 272564"/>
                <a:gd name="csY40" fmla="*/ 248149 h 294707"/>
                <a:gd name="csX41" fmla="*/ 270031 w 272564"/>
                <a:gd name="csY41" fmla="*/ 222444 h 294707"/>
                <a:gd name="csX42" fmla="*/ 272564 w 272564"/>
                <a:gd name="csY42" fmla="*/ 223953 h 294707"/>
                <a:gd name="csX43" fmla="*/ 267665 w 272564"/>
                <a:gd name="csY43" fmla="*/ 226784 h 294707"/>
                <a:gd name="csX44" fmla="*/ 219571 w 272564"/>
                <a:gd name="csY44" fmla="*/ 254891 h 294707"/>
                <a:gd name="csX45" fmla="*/ 211487 w 272564"/>
                <a:gd name="csY45" fmla="*/ 276796 h 294707"/>
                <a:gd name="csX46" fmla="*/ 206179 w 272564"/>
                <a:gd name="csY46" fmla="*/ 292610 h 294707"/>
                <a:gd name="csX47" fmla="*/ 202192 w 272564"/>
                <a:gd name="csY47" fmla="*/ 294622 h 294707"/>
                <a:gd name="csX48" fmla="*/ 198449 w 272564"/>
                <a:gd name="csY48" fmla="*/ 291828 h 294707"/>
                <a:gd name="csX49" fmla="*/ 181368 w 272564"/>
                <a:gd name="csY49" fmla="*/ 232111 h 294707"/>
                <a:gd name="csX50" fmla="*/ 183063 w 272564"/>
                <a:gd name="csY50" fmla="*/ 203053 h 294707"/>
                <a:gd name="csX51" fmla="*/ 199659 w 272564"/>
                <a:gd name="csY51" fmla="*/ 166582 h 294707"/>
                <a:gd name="csX52" fmla="*/ 198393 w 272564"/>
                <a:gd name="csY52" fmla="*/ 114297 h 294707"/>
                <a:gd name="csX53" fmla="*/ 161866 w 272564"/>
                <a:gd name="csY53" fmla="*/ 30906 h 294707"/>
                <a:gd name="csX54" fmla="*/ 85049 w 272564"/>
                <a:gd name="csY54" fmla="*/ 7306 h 294707"/>
                <a:gd name="csX55" fmla="*/ 59438 w 272564"/>
                <a:gd name="csY55" fmla="*/ 33123 h 294707"/>
                <a:gd name="csX56" fmla="*/ 50366 w 272564"/>
                <a:gd name="csY56" fmla="*/ 88853 h 294707"/>
                <a:gd name="csX57" fmla="*/ 60816 w 272564"/>
                <a:gd name="csY57" fmla="*/ 138475 h 294707"/>
                <a:gd name="csX58" fmla="*/ 76667 w 272564"/>
                <a:gd name="csY58" fmla="*/ 173232 h 294707"/>
                <a:gd name="csX59" fmla="*/ 108482 w 272564"/>
                <a:gd name="csY59" fmla="*/ 200110 h 294707"/>
                <a:gd name="csX60" fmla="*/ 111015 w 272564"/>
                <a:gd name="csY60" fmla="*/ 201340 h 294707"/>
                <a:gd name="csX61" fmla="*/ 138638 w 272564"/>
                <a:gd name="csY61" fmla="*/ 206779 h 294707"/>
                <a:gd name="csX62" fmla="*/ 153763 w 272564"/>
                <a:gd name="csY62" fmla="*/ 213056 h 294707"/>
                <a:gd name="csX63" fmla="*/ 161381 w 272564"/>
                <a:gd name="csY63" fmla="*/ 225554 h 294707"/>
                <a:gd name="csX64" fmla="*/ 177494 w 272564"/>
                <a:gd name="csY64" fmla="*/ 262193 h 294707"/>
                <a:gd name="csX65" fmla="*/ 175948 w 272564"/>
                <a:gd name="csY65" fmla="*/ 266999 h 294707"/>
                <a:gd name="csX66" fmla="*/ 172334 w 272564"/>
                <a:gd name="csY66" fmla="*/ 263199 h 294707"/>
                <a:gd name="csX67" fmla="*/ 167864 w 272564"/>
                <a:gd name="csY67" fmla="*/ 252265 h 294707"/>
                <a:gd name="csX68" fmla="*/ 160748 w 272564"/>
                <a:gd name="csY68" fmla="*/ 248838 h 294707"/>
                <a:gd name="csX69" fmla="*/ 136981 w 272564"/>
                <a:gd name="csY69" fmla="*/ 257536 h 294707"/>
                <a:gd name="csX70" fmla="*/ 127090 w 272564"/>
                <a:gd name="csY70" fmla="*/ 269066 h 294707"/>
                <a:gd name="csX71" fmla="*/ 131504 w 272564"/>
                <a:gd name="csY71" fmla="*/ 277877 h 294707"/>
                <a:gd name="csX72" fmla="*/ 133367 w 272564"/>
                <a:gd name="csY72" fmla="*/ 279125 h 294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</a:cxnLst>
              <a:rect l="l" t="t" r="r" b="b"/>
              <a:pathLst>
                <a:path w="272564" h="294707">
                  <a:moveTo>
                    <a:pt x="133367" y="279125"/>
                  </a:moveTo>
                  <a:cubicBezTo>
                    <a:pt x="131597" y="280354"/>
                    <a:pt x="129846" y="281621"/>
                    <a:pt x="129008" y="283744"/>
                  </a:cubicBezTo>
                  <a:cubicBezTo>
                    <a:pt x="118205" y="277299"/>
                    <a:pt x="108072" y="269867"/>
                    <a:pt x="97715" y="262733"/>
                  </a:cubicBezTo>
                  <a:cubicBezTo>
                    <a:pt x="86502" y="255003"/>
                    <a:pt x="83913" y="244777"/>
                    <a:pt x="86037" y="232335"/>
                  </a:cubicBezTo>
                  <a:cubicBezTo>
                    <a:pt x="86893" y="227343"/>
                    <a:pt x="87452" y="222295"/>
                    <a:pt x="88253" y="217284"/>
                  </a:cubicBezTo>
                  <a:cubicBezTo>
                    <a:pt x="89520" y="209331"/>
                    <a:pt x="87601" y="202364"/>
                    <a:pt x="82777" y="196143"/>
                  </a:cubicBezTo>
                  <a:cubicBezTo>
                    <a:pt x="72569" y="182955"/>
                    <a:pt x="58525" y="174499"/>
                    <a:pt x="44965" y="165372"/>
                  </a:cubicBezTo>
                  <a:cubicBezTo>
                    <a:pt x="32373" y="156897"/>
                    <a:pt x="18962" y="158722"/>
                    <a:pt x="5327" y="160920"/>
                  </a:cubicBezTo>
                  <a:cubicBezTo>
                    <a:pt x="3297" y="160622"/>
                    <a:pt x="726" y="161460"/>
                    <a:pt x="0" y="158405"/>
                  </a:cubicBezTo>
                  <a:cubicBezTo>
                    <a:pt x="7246" y="157325"/>
                    <a:pt x="14454" y="156021"/>
                    <a:pt x="21737" y="155220"/>
                  </a:cubicBezTo>
                  <a:cubicBezTo>
                    <a:pt x="33938" y="153898"/>
                    <a:pt x="43866" y="159616"/>
                    <a:pt x="53533" y="166005"/>
                  </a:cubicBezTo>
                  <a:cubicBezTo>
                    <a:pt x="61375" y="171183"/>
                    <a:pt x="68434" y="177349"/>
                    <a:pt x="75755" y="183179"/>
                  </a:cubicBezTo>
                  <a:cubicBezTo>
                    <a:pt x="82460" y="185489"/>
                    <a:pt x="85105" y="191915"/>
                    <a:pt x="89427" y="196646"/>
                  </a:cubicBezTo>
                  <a:cubicBezTo>
                    <a:pt x="93990" y="203426"/>
                    <a:pt x="94735" y="210933"/>
                    <a:pt x="93748" y="218849"/>
                  </a:cubicBezTo>
                  <a:cubicBezTo>
                    <a:pt x="92761" y="226691"/>
                    <a:pt x="90768" y="234383"/>
                    <a:pt x="90730" y="242356"/>
                  </a:cubicBezTo>
                  <a:cubicBezTo>
                    <a:pt x="90712" y="246584"/>
                    <a:pt x="91997" y="250011"/>
                    <a:pt x="95033" y="252973"/>
                  </a:cubicBezTo>
                  <a:cubicBezTo>
                    <a:pt x="101944" y="259753"/>
                    <a:pt x="110009" y="264968"/>
                    <a:pt x="118037" y="270240"/>
                  </a:cubicBezTo>
                  <a:cubicBezTo>
                    <a:pt x="120105" y="271600"/>
                    <a:pt x="121483" y="271581"/>
                    <a:pt x="121856" y="268694"/>
                  </a:cubicBezTo>
                  <a:cubicBezTo>
                    <a:pt x="122973" y="259678"/>
                    <a:pt x="129139" y="255134"/>
                    <a:pt x="136794" y="251892"/>
                  </a:cubicBezTo>
                  <a:cubicBezTo>
                    <a:pt x="143910" y="248875"/>
                    <a:pt x="151323" y="246677"/>
                    <a:pt x="158587" y="244051"/>
                  </a:cubicBezTo>
                  <a:cubicBezTo>
                    <a:pt x="162611" y="242598"/>
                    <a:pt x="162965" y="240921"/>
                    <a:pt x="160879" y="237494"/>
                  </a:cubicBezTo>
                  <a:cubicBezTo>
                    <a:pt x="157265" y="231552"/>
                    <a:pt x="155309" y="224735"/>
                    <a:pt x="151267" y="218979"/>
                  </a:cubicBezTo>
                  <a:cubicBezTo>
                    <a:pt x="147616" y="213782"/>
                    <a:pt x="143463" y="210597"/>
                    <a:pt x="136571" y="212534"/>
                  </a:cubicBezTo>
                  <a:cubicBezTo>
                    <a:pt x="128449" y="214825"/>
                    <a:pt x="120924" y="213727"/>
                    <a:pt x="113492" y="208958"/>
                  </a:cubicBezTo>
                  <a:cubicBezTo>
                    <a:pt x="105781" y="204003"/>
                    <a:pt x="96635" y="201452"/>
                    <a:pt x="89296" y="195677"/>
                  </a:cubicBezTo>
                  <a:cubicBezTo>
                    <a:pt x="85236" y="191449"/>
                    <a:pt x="81566" y="186886"/>
                    <a:pt x="77878" y="182341"/>
                  </a:cubicBezTo>
                  <a:cubicBezTo>
                    <a:pt x="65976" y="167700"/>
                    <a:pt x="60239" y="150154"/>
                    <a:pt x="55340" y="132421"/>
                  </a:cubicBezTo>
                  <a:cubicBezTo>
                    <a:pt x="51689" y="119215"/>
                    <a:pt x="48765" y="105748"/>
                    <a:pt x="46604" y="92206"/>
                  </a:cubicBezTo>
                  <a:cubicBezTo>
                    <a:pt x="44276" y="77547"/>
                    <a:pt x="46175" y="62944"/>
                    <a:pt x="50404" y="48694"/>
                  </a:cubicBezTo>
                  <a:cubicBezTo>
                    <a:pt x="52807" y="40592"/>
                    <a:pt x="55023" y="32415"/>
                    <a:pt x="58767" y="24759"/>
                  </a:cubicBezTo>
                  <a:cubicBezTo>
                    <a:pt x="66069" y="9895"/>
                    <a:pt x="79256" y="4084"/>
                    <a:pt x="94512" y="1346"/>
                  </a:cubicBezTo>
                  <a:cubicBezTo>
                    <a:pt x="121744" y="-3535"/>
                    <a:pt x="144915" y="4940"/>
                    <a:pt x="162387" y="25467"/>
                  </a:cubicBezTo>
                  <a:cubicBezTo>
                    <a:pt x="176246" y="41747"/>
                    <a:pt x="187161" y="60448"/>
                    <a:pt x="194407" y="80900"/>
                  </a:cubicBezTo>
                  <a:cubicBezTo>
                    <a:pt x="204986" y="110777"/>
                    <a:pt x="207687" y="141362"/>
                    <a:pt x="202826" y="172673"/>
                  </a:cubicBezTo>
                  <a:cubicBezTo>
                    <a:pt x="201373" y="182043"/>
                    <a:pt x="197070" y="190052"/>
                    <a:pt x="191780" y="197708"/>
                  </a:cubicBezTo>
                  <a:cubicBezTo>
                    <a:pt x="188893" y="201880"/>
                    <a:pt x="186155" y="206183"/>
                    <a:pt x="183789" y="210653"/>
                  </a:cubicBezTo>
                  <a:cubicBezTo>
                    <a:pt x="181405" y="215124"/>
                    <a:pt x="180343" y="220525"/>
                    <a:pt x="182783" y="224828"/>
                  </a:cubicBezTo>
                  <a:cubicBezTo>
                    <a:pt x="193736" y="244144"/>
                    <a:pt x="197312" y="265751"/>
                    <a:pt x="202919" y="286762"/>
                  </a:cubicBezTo>
                  <a:cubicBezTo>
                    <a:pt x="203142" y="287600"/>
                    <a:pt x="203645" y="288363"/>
                    <a:pt x="204148" y="289444"/>
                  </a:cubicBezTo>
                  <a:cubicBezTo>
                    <a:pt x="207780" y="287041"/>
                    <a:pt x="208209" y="283409"/>
                    <a:pt x="207687" y="280261"/>
                  </a:cubicBezTo>
                  <a:cubicBezTo>
                    <a:pt x="205415" y="266589"/>
                    <a:pt x="211059" y="256177"/>
                    <a:pt x="221210" y="248149"/>
                  </a:cubicBezTo>
                  <a:cubicBezTo>
                    <a:pt x="235814" y="236581"/>
                    <a:pt x="250734" y="225238"/>
                    <a:pt x="270031" y="222444"/>
                  </a:cubicBezTo>
                  <a:cubicBezTo>
                    <a:pt x="270515" y="223543"/>
                    <a:pt x="271521" y="223804"/>
                    <a:pt x="272564" y="223953"/>
                  </a:cubicBezTo>
                  <a:cubicBezTo>
                    <a:pt x="272042" y="226784"/>
                    <a:pt x="269491" y="226374"/>
                    <a:pt x="267665" y="226784"/>
                  </a:cubicBezTo>
                  <a:cubicBezTo>
                    <a:pt x="248685" y="231124"/>
                    <a:pt x="233597" y="242356"/>
                    <a:pt x="219571" y="254891"/>
                  </a:cubicBezTo>
                  <a:cubicBezTo>
                    <a:pt x="213536" y="260293"/>
                    <a:pt x="210295" y="267986"/>
                    <a:pt x="211487" y="276796"/>
                  </a:cubicBezTo>
                  <a:cubicBezTo>
                    <a:pt x="212307" y="282831"/>
                    <a:pt x="211208" y="288438"/>
                    <a:pt x="206179" y="292610"/>
                  </a:cubicBezTo>
                  <a:cubicBezTo>
                    <a:pt x="205005" y="293579"/>
                    <a:pt x="203701" y="294399"/>
                    <a:pt x="202192" y="294622"/>
                  </a:cubicBezTo>
                  <a:cubicBezTo>
                    <a:pt x="200069" y="294939"/>
                    <a:pt x="198933" y="294454"/>
                    <a:pt x="198449" y="291828"/>
                  </a:cubicBezTo>
                  <a:cubicBezTo>
                    <a:pt x="194798" y="271357"/>
                    <a:pt x="192060" y="250626"/>
                    <a:pt x="181368" y="232111"/>
                  </a:cubicBezTo>
                  <a:cubicBezTo>
                    <a:pt x="175649" y="222202"/>
                    <a:pt x="175985" y="212292"/>
                    <a:pt x="183063" y="203053"/>
                  </a:cubicBezTo>
                  <a:cubicBezTo>
                    <a:pt x="191408" y="192157"/>
                    <a:pt x="198225" y="180701"/>
                    <a:pt x="199659" y="166582"/>
                  </a:cubicBezTo>
                  <a:cubicBezTo>
                    <a:pt x="201429" y="149073"/>
                    <a:pt x="200833" y="131751"/>
                    <a:pt x="198393" y="114297"/>
                  </a:cubicBezTo>
                  <a:cubicBezTo>
                    <a:pt x="193997" y="82986"/>
                    <a:pt x="180772" y="55437"/>
                    <a:pt x="161866" y="30906"/>
                  </a:cubicBezTo>
                  <a:cubicBezTo>
                    <a:pt x="144096" y="7828"/>
                    <a:pt x="114163" y="-2752"/>
                    <a:pt x="85049" y="7306"/>
                  </a:cubicBezTo>
                  <a:cubicBezTo>
                    <a:pt x="72048" y="11795"/>
                    <a:pt x="64057" y="20587"/>
                    <a:pt x="59438" y="33123"/>
                  </a:cubicBezTo>
                  <a:cubicBezTo>
                    <a:pt x="52807" y="51135"/>
                    <a:pt x="47964" y="69575"/>
                    <a:pt x="50366" y="88853"/>
                  </a:cubicBezTo>
                  <a:cubicBezTo>
                    <a:pt x="52471" y="105617"/>
                    <a:pt x="55396" y="122381"/>
                    <a:pt x="60816" y="138475"/>
                  </a:cubicBezTo>
                  <a:cubicBezTo>
                    <a:pt x="64895" y="150564"/>
                    <a:pt x="68695" y="162876"/>
                    <a:pt x="76667" y="173232"/>
                  </a:cubicBezTo>
                  <a:cubicBezTo>
                    <a:pt x="85329" y="184501"/>
                    <a:pt x="94419" y="195249"/>
                    <a:pt x="108482" y="200110"/>
                  </a:cubicBezTo>
                  <a:cubicBezTo>
                    <a:pt x="109376" y="200408"/>
                    <a:pt x="110233" y="200837"/>
                    <a:pt x="111015" y="201340"/>
                  </a:cubicBezTo>
                  <a:cubicBezTo>
                    <a:pt x="119509" y="206816"/>
                    <a:pt x="128245" y="209778"/>
                    <a:pt x="138638" y="206779"/>
                  </a:cubicBezTo>
                  <a:cubicBezTo>
                    <a:pt x="144692" y="205028"/>
                    <a:pt x="149907" y="207636"/>
                    <a:pt x="153763" y="213056"/>
                  </a:cubicBezTo>
                  <a:cubicBezTo>
                    <a:pt x="156632" y="217061"/>
                    <a:pt x="159221" y="221159"/>
                    <a:pt x="161381" y="225554"/>
                  </a:cubicBezTo>
                  <a:cubicBezTo>
                    <a:pt x="167286" y="237531"/>
                    <a:pt x="173750" y="249266"/>
                    <a:pt x="177494" y="262193"/>
                  </a:cubicBezTo>
                  <a:cubicBezTo>
                    <a:pt x="177680" y="264018"/>
                    <a:pt x="177810" y="265844"/>
                    <a:pt x="175948" y="266999"/>
                  </a:cubicBezTo>
                  <a:cubicBezTo>
                    <a:pt x="173563" y="266868"/>
                    <a:pt x="173135" y="264819"/>
                    <a:pt x="172334" y="263199"/>
                  </a:cubicBezTo>
                  <a:cubicBezTo>
                    <a:pt x="170583" y="259660"/>
                    <a:pt x="169242" y="255953"/>
                    <a:pt x="167864" y="252265"/>
                  </a:cubicBezTo>
                  <a:cubicBezTo>
                    <a:pt x="166616" y="248912"/>
                    <a:pt x="164231" y="247571"/>
                    <a:pt x="160748" y="248838"/>
                  </a:cubicBezTo>
                  <a:cubicBezTo>
                    <a:pt x="152813" y="251706"/>
                    <a:pt x="144617" y="253867"/>
                    <a:pt x="136981" y="257536"/>
                  </a:cubicBezTo>
                  <a:cubicBezTo>
                    <a:pt x="131989" y="259939"/>
                    <a:pt x="128431" y="263534"/>
                    <a:pt x="127090" y="269066"/>
                  </a:cubicBezTo>
                  <a:cubicBezTo>
                    <a:pt x="125655" y="274971"/>
                    <a:pt x="125898" y="275548"/>
                    <a:pt x="131504" y="277877"/>
                  </a:cubicBezTo>
                  <a:cubicBezTo>
                    <a:pt x="132193" y="278231"/>
                    <a:pt x="132864" y="278529"/>
                    <a:pt x="133367" y="279125"/>
                  </a:cubicBezTo>
                  <a:close/>
                </a:path>
              </a:pathLst>
            </a:custGeom>
            <a:solidFill>
              <a:srgbClr val="3C44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F2034A86-F932-6AB5-896C-DD773CF4F0CB}"/>
                </a:ext>
              </a:extLst>
            </p:cNvPr>
            <p:cNvSpPr/>
            <p:nvPr/>
          </p:nvSpPr>
          <p:spPr>
            <a:xfrm>
              <a:off x="1629077" y="5011338"/>
              <a:ext cx="136419" cy="111786"/>
            </a:xfrm>
            <a:custGeom>
              <a:avLst/>
              <a:gdLst>
                <a:gd name="csX0" fmla="*/ 133979 w 136419"/>
                <a:gd name="csY0" fmla="*/ 77953 h 111786"/>
                <a:gd name="csX1" fmla="*/ 136419 w 136419"/>
                <a:gd name="csY1" fmla="*/ 79163 h 111786"/>
                <a:gd name="csX2" fmla="*/ 126212 w 136419"/>
                <a:gd name="csY2" fmla="*/ 89240 h 111786"/>
                <a:gd name="csX3" fmla="*/ 100824 w 136419"/>
                <a:gd name="csY3" fmla="*/ 109655 h 111786"/>
                <a:gd name="csX4" fmla="*/ 75212 w 136419"/>
                <a:gd name="csY4" fmla="*/ 110884 h 111786"/>
                <a:gd name="csX5" fmla="*/ 45018 w 136419"/>
                <a:gd name="csY5" fmla="*/ 104570 h 111786"/>
                <a:gd name="csX6" fmla="*/ 11565 w 136419"/>
                <a:gd name="csY6" fmla="*/ 74730 h 111786"/>
                <a:gd name="csX7" fmla="*/ 6517 w 136419"/>
                <a:gd name="csY7" fmla="*/ 65305 h 111786"/>
                <a:gd name="csX8" fmla="*/ 2084 w 136419"/>
                <a:gd name="csY8" fmla="*/ 23935 h 111786"/>
                <a:gd name="csX9" fmla="*/ 7765 w 136419"/>
                <a:gd name="csY9" fmla="*/ 0 h 111786"/>
                <a:gd name="csX10" fmla="*/ 9646 w 136419"/>
                <a:gd name="csY10" fmla="*/ 2645 h 111786"/>
                <a:gd name="csX11" fmla="*/ 5083 w 136419"/>
                <a:gd name="csY11" fmla="*/ 32150 h 111786"/>
                <a:gd name="csX12" fmla="*/ 11043 w 136419"/>
                <a:gd name="csY12" fmla="*/ 65771 h 111786"/>
                <a:gd name="csX13" fmla="*/ 41144 w 136419"/>
                <a:gd name="csY13" fmla="*/ 98498 h 111786"/>
                <a:gd name="csX14" fmla="*/ 55505 w 136419"/>
                <a:gd name="csY14" fmla="*/ 103247 h 111786"/>
                <a:gd name="csX15" fmla="*/ 84544 w 136419"/>
                <a:gd name="csY15" fmla="*/ 107196 h 111786"/>
                <a:gd name="csX16" fmla="*/ 119823 w 136419"/>
                <a:gd name="csY16" fmla="*/ 90954 h 111786"/>
                <a:gd name="csX17" fmla="*/ 124982 w 136419"/>
                <a:gd name="csY17" fmla="*/ 83559 h 111786"/>
                <a:gd name="csX18" fmla="*/ 133979 w 136419"/>
                <a:gd name="csY18" fmla="*/ 77953 h 111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6419" h="111786">
                  <a:moveTo>
                    <a:pt x="133979" y="77953"/>
                  </a:moveTo>
                  <a:cubicBezTo>
                    <a:pt x="134482" y="78958"/>
                    <a:pt x="135507" y="78958"/>
                    <a:pt x="136419" y="79163"/>
                  </a:cubicBezTo>
                  <a:cubicBezTo>
                    <a:pt x="131763" y="81249"/>
                    <a:pt x="128875" y="85012"/>
                    <a:pt x="126212" y="89240"/>
                  </a:cubicBezTo>
                  <a:cubicBezTo>
                    <a:pt x="120121" y="98926"/>
                    <a:pt x="111627" y="106153"/>
                    <a:pt x="100824" y="109655"/>
                  </a:cubicBezTo>
                  <a:cubicBezTo>
                    <a:pt x="92628" y="112319"/>
                    <a:pt x="83929" y="112188"/>
                    <a:pt x="75212" y="110884"/>
                  </a:cubicBezTo>
                  <a:cubicBezTo>
                    <a:pt x="64986" y="109338"/>
                    <a:pt x="54257" y="109022"/>
                    <a:pt x="45018" y="104570"/>
                  </a:cubicBezTo>
                  <a:cubicBezTo>
                    <a:pt x="31253" y="97939"/>
                    <a:pt x="18848" y="89017"/>
                    <a:pt x="11565" y="74730"/>
                  </a:cubicBezTo>
                  <a:cubicBezTo>
                    <a:pt x="9944" y="71545"/>
                    <a:pt x="8435" y="68285"/>
                    <a:pt x="6517" y="65305"/>
                  </a:cubicBezTo>
                  <a:cubicBezTo>
                    <a:pt x="-1865" y="52229"/>
                    <a:pt x="-748" y="38185"/>
                    <a:pt x="2084" y="23935"/>
                  </a:cubicBezTo>
                  <a:cubicBezTo>
                    <a:pt x="3686" y="15889"/>
                    <a:pt x="3332" y="7376"/>
                    <a:pt x="7765" y="0"/>
                  </a:cubicBezTo>
                  <a:cubicBezTo>
                    <a:pt x="9385" y="168"/>
                    <a:pt x="9460" y="1453"/>
                    <a:pt x="9646" y="2645"/>
                  </a:cubicBezTo>
                  <a:cubicBezTo>
                    <a:pt x="7821" y="12443"/>
                    <a:pt x="6964" y="22408"/>
                    <a:pt x="5083" y="32150"/>
                  </a:cubicBezTo>
                  <a:cubicBezTo>
                    <a:pt x="2736" y="44387"/>
                    <a:pt x="5939" y="54855"/>
                    <a:pt x="11043" y="65771"/>
                  </a:cubicBezTo>
                  <a:cubicBezTo>
                    <a:pt x="17730" y="80095"/>
                    <a:pt x="28403" y="90078"/>
                    <a:pt x="41144" y="98498"/>
                  </a:cubicBezTo>
                  <a:cubicBezTo>
                    <a:pt x="45521" y="101385"/>
                    <a:pt x="50550" y="102372"/>
                    <a:pt x="55505" y="103247"/>
                  </a:cubicBezTo>
                  <a:cubicBezTo>
                    <a:pt x="65116" y="104961"/>
                    <a:pt x="74746" y="106451"/>
                    <a:pt x="84544" y="107196"/>
                  </a:cubicBezTo>
                  <a:cubicBezTo>
                    <a:pt x="99576" y="108351"/>
                    <a:pt x="110659" y="101981"/>
                    <a:pt x="119823" y="90954"/>
                  </a:cubicBezTo>
                  <a:cubicBezTo>
                    <a:pt x="121760" y="88626"/>
                    <a:pt x="123008" y="85794"/>
                    <a:pt x="124982" y="83559"/>
                  </a:cubicBezTo>
                  <a:cubicBezTo>
                    <a:pt x="127404" y="80877"/>
                    <a:pt x="129378" y="77226"/>
                    <a:pt x="133979" y="77953"/>
                  </a:cubicBezTo>
                  <a:close/>
                </a:path>
              </a:pathLst>
            </a:custGeom>
            <a:solidFill>
              <a:srgbClr val="434D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82A8FC96-651A-1DFC-4172-49538AC56508}"/>
                </a:ext>
              </a:extLst>
            </p:cNvPr>
            <p:cNvSpPr/>
            <p:nvPr/>
          </p:nvSpPr>
          <p:spPr>
            <a:xfrm>
              <a:off x="1636860" y="4971850"/>
              <a:ext cx="56162" cy="41760"/>
            </a:xfrm>
            <a:custGeom>
              <a:avLst/>
              <a:gdLst>
                <a:gd name="csX0" fmla="*/ 857 w 56162"/>
                <a:gd name="csY0" fmla="*/ 41761 h 41760"/>
                <a:gd name="csX1" fmla="*/ 0 w 56162"/>
                <a:gd name="csY1" fmla="*/ 39507 h 41760"/>
                <a:gd name="csX2" fmla="*/ 50478 w 56162"/>
                <a:gd name="csY2" fmla="*/ 0 h 41760"/>
                <a:gd name="csX3" fmla="*/ 56159 w 56162"/>
                <a:gd name="csY3" fmla="*/ 1099 h 41760"/>
                <a:gd name="csX4" fmla="*/ 53030 w 56162"/>
                <a:gd name="csY4" fmla="*/ 3483 h 41760"/>
                <a:gd name="csX5" fmla="*/ 5346 w 56162"/>
                <a:gd name="csY5" fmla="*/ 37272 h 41760"/>
                <a:gd name="csX6" fmla="*/ 857 w 56162"/>
                <a:gd name="csY6" fmla="*/ 41761 h 41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162" h="41760">
                  <a:moveTo>
                    <a:pt x="857" y="41761"/>
                  </a:moveTo>
                  <a:cubicBezTo>
                    <a:pt x="577" y="41016"/>
                    <a:pt x="279" y="40271"/>
                    <a:pt x="0" y="39507"/>
                  </a:cubicBezTo>
                  <a:cubicBezTo>
                    <a:pt x="11213" y="19167"/>
                    <a:pt x="28573" y="6668"/>
                    <a:pt x="50478" y="0"/>
                  </a:cubicBezTo>
                  <a:cubicBezTo>
                    <a:pt x="52099" y="1751"/>
                    <a:pt x="54297" y="615"/>
                    <a:pt x="56159" y="1099"/>
                  </a:cubicBezTo>
                  <a:cubicBezTo>
                    <a:pt x="56253" y="3371"/>
                    <a:pt x="54371" y="3148"/>
                    <a:pt x="53030" y="3483"/>
                  </a:cubicBezTo>
                  <a:cubicBezTo>
                    <a:pt x="32783" y="8624"/>
                    <a:pt x="17099" y="20154"/>
                    <a:pt x="5346" y="37272"/>
                  </a:cubicBezTo>
                  <a:cubicBezTo>
                    <a:pt x="4172" y="39004"/>
                    <a:pt x="3763" y="41705"/>
                    <a:pt x="857" y="41761"/>
                  </a:cubicBezTo>
                  <a:close/>
                </a:path>
              </a:pathLst>
            </a:custGeom>
            <a:solidFill>
              <a:srgbClr val="56654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5C968E6-E55C-0247-A7FA-B15521C3F2F4}"/>
                </a:ext>
              </a:extLst>
            </p:cNvPr>
            <p:cNvSpPr/>
            <p:nvPr/>
          </p:nvSpPr>
          <p:spPr>
            <a:xfrm>
              <a:off x="1763074" y="4995748"/>
              <a:ext cx="13783" cy="14323"/>
            </a:xfrm>
            <a:custGeom>
              <a:avLst/>
              <a:gdLst>
                <a:gd name="csX0" fmla="*/ 12499 w 13783"/>
                <a:gd name="csY0" fmla="*/ 14324 h 14323"/>
                <a:gd name="csX1" fmla="*/ 0 w 13783"/>
                <a:gd name="csY1" fmla="*/ 857 h 14323"/>
                <a:gd name="csX2" fmla="*/ 2086 w 13783"/>
                <a:gd name="csY2" fmla="*/ 0 h 14323"/>
                <a:gd name="csX3" fmla="*/ 13784 w 13783"/>
                <a:gd name="csY3" fmla="*/ 11977 h 14323"/>
                <a:gd name="csX4" fmla="*/ 12499 w 13783"/>
                <a:gd name="csY4" fmla="*/ 14324 h 1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83" h="14323">
                  <a:moveTo>
                    <a:pt x="12499" y="14324"/>
                  </a:moveTo>
                  <a:cubicBezTo>
                    <a:pt x="8568" y="9611"/>
                    <a:pt x="4675" y="4880"/>
                    <a:pt x="0" y="857"/>
                  </a:cubicBezTo>
                  <a:cubicBezTo>
                    <a:pt x="689" y="577"/>
                    <a:pt x="1397" y="279"/>
                    <a:pt x="2086" y="0"/>
                  </a:cubicBezTo>
                  <a:cubicBezTo>
                    <a:pt x="7022" y="2980"/>
                    <a:pt x="9723" y="8140"/>
                    <a:pt x="13784" y="11977"/>
                  </a:cubicBezTo>
                  <a:cubicBezTo>
                    <a:pt x="13635" y="12908"/>
                    <a:pt x="13393" y="13802"/>
                    <a:pt x="12499" y="14324"/>
                  </a:cubicBezTo>
                  <a:close/>
                </a:path>
              </a:pathLst>
            </a:custGeom>
            <a:solidFill>
              <a:srgbClr val="BABAB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9E8D8BC-5DE7-A02D-0B6D-7A5F2A9ED4F6}"/>
                </a:ext>
              </a:extLst>
            </p:cNvPr>
            <p:cNvSpPr/>
            <p:nvPr/>
          </p:nvSpPr>
          <p:spPr>
            <a:xfrm>
              <a:off x="1811690" y="5124260"/>
              <a:ext cx="21327" cy="4277"/>
            </a:xfrm>
            <a:custGeom>
              <a:avLst/>
              <a:gdLst>
                <a:gd name="csX0" fmla="*/ 13672 w 21327"/>
                <a:gd name="csY0" fmla="*/ 4277 h 4277"/>
                <a:gd name="csX1" fmla="*/ 0 w 21327"/>
                <a:gd name="csY1" fmla="*/ 2284 h 4277"/>
                <a:gd name="csX2" fmla="*/ 21328 w 21327"/>
                <a:gd name="csY2" fmla="*/ 1036 h 4277"/>
                <a:gd name="csX3" fmla="*/ 21328 w 21327"/>
                <a:gd name="csY3" fmla="*/ 3234 h 4277"/>
                <a:gd name="csX4" fmla="*/ 13672 w 21327"/>
                <a:gd name="csY4" fmla="*/ 4277 h 4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27" h="4277">
                  <a:moveTo>
                    <a:pt x="13672" y="4277"/>
                  </a:moveTo>
                  <a:cubicBezTo>
                    <a:pt x="9388" y="1763"/>
                    <a:pt x="4228" y="5227"/>
                    <a:pt x="0" y="2284"/>
                  </a:cubicBezTo>
                  <a:cubicBezTo>
                    <a:pt x="7004" y="86"/>
                    <a:pt x="14082" y="-901"/>
                    <a:pt x="21328" y="1036"/>
                  </a:cubicBezTo>
                  <a:cubicBezTo>
                    <a:pt x="21328" y="1763"/>
                    <a:pt x="21328" y="2508"/>
                    <a:pt x="21328" y="3234"/>
                  </a:cubicBezTo>
                  <a:cubicBezTo>
                    <a:pt x="18776" y="3588"/>
                    <a:pt x="16224" y="3942"/>
                    <a:pt x="13672" y="4277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9CF43648-EE7F-95E4-C9AB-D23488C4F9A9}"/>
                </a:ext>
              </a:extLst>
            </p:cNvPr>
            <p:cNvSpPr/>
            <p:nvPr/>
          </p:nvSpPr>
          <p:spPr>
            <a:xfrm>
              <a:off x="1735543" y="4815322"/>
              <a:ext cx="158087" cy="311143"/>
            </a:xfrm>
            <a:custGeom>
              <a:avLst/>
              <a:gdLst>
                <a:gd name="csX0" fmla="*/ 85125 w 158087"/>
                <a:gd name="csY0" fmla="*/ 277247 h 311143"/>
                <a:gd name="csX1" fmla="*/ 77208 w 158087"/>
                <a:gd name="csY1" fmla="*/ 267990 h 311143"/>
                <a:gd name="csX2" fmla="*/ 86820 w 158087"/>
                <a:gd name="csY2" fmla="*/ 255044 h 311143"/>
                <a:gd name="csX3" fmla="*/ 113605 w 158087"/>
                <a:gd name="csY3" fmla="*/ 245023 h 311143"/>
                <a:gd name="csX4" fmla="*/ 120534 w 158087"/>
                <a:gd name="csY4" fmla="*/ 248749 h 311143"/>
                <a:gd name="csX5" fmla="*/ 126923 w 158087"/>
                <a:gd name="csY5" fmla="*/ 264935 h 311143"/>
                <a:gd name="csX6" fmla="*/ 128935 w 158087"/>
                <a:gd name="csY6" fmla="*/ 268530 h 311143"/>
                <a:gd name="csX7" fmla="*/ 128115 w 158087"/>
                <a:gd name="csY7" fmla="*/ 260334 h 311143"/>
                <a:gd name="csX8" fmla="*/ 110550 w 158087"/>
                <a:gd name="csY8" fmla="*/ 221926 h 311143"/>
                <a:gd name="csX9" fmla="*/ 103919 w 158087"/>
                <a:gd name="csY9" fmla="*/ 211495 h 311143"/>
                <a:gd name="csX10" fmla="*/ 91868 w 158087"/>
                <a:gd name="csY10" fmla="*/ 206298 h 311143"/>
                <a:gd name="csX11" fmla="*/ 59643 w 158087"/>
                <a:gd name="csY11" fmla="*/ 199891 h 311143"/>
                <a:gd name="csX12" fmla="*/ 19466 w 158087"/>
                <a:gd name="csY12" fmla="*/ 158987 h 311143"/>
                <a:gd name="csX13" fmla="*/ 4006 w 158087"/>
                <a:gd name="csY13" fmla="*/ 106869 h 311143"/>
                <a:gd name="csX14" fmla="*/ 1 w 158087"/>
                <a:gd name="csY14" fmla="*/ 77365 h 311143"/>
                <a:gd name="csX15" fmla="*/ 12574 w 158087"/>
                <a:gd name="csY15" fmla="*/ 24540 h 311143"/>
                <a:gd name="csX16" fmla="*/ 40924 w 158087"/>
                <a:gd name="csY16" fmla="*/ 2579 h 311143"/>
                <a:gd name="csX17" fmla="*/ 100510 w 158087"/>
                <a:gd name="csY17" fmla="*/ 14519 h 311143"/>
                <a:gd name="csX18" fmla="*/ 141806 w 158087"/>
                <a:gd name="csY18" fmla="*/ 76061 h 311143"/>
                <a:gd name="csX19" fmla="*/ 152144 w 158087"/>
                <a:gd name="csY19" fmla="*/ 169176 h 311143"/>
                <a:gd name="csX20" fmla="*/ 136516 w 158087"/>
                <a:gd name="csY20" fmla="*/ 201232 h 311143"/>
                <a:gd name="csX21" fmla="*/ 135305 w 158087"/>
                <a:gd name="csY21" fmla="*/ 231016 h 311143"/>
                <a:gd name="csX22" fmla="*/ 148120 w 158087"/>
                <a:gd name="csY22" fmla="*/ 270393 h 311143"/>
                <a:gd name="csX23" fmla="*/ 152460 w 158087"/>
                <a:gd name="csY23" fmla="*/ 286095 h 311143"/>
                <a:gd name="csX24" fmla="*/ 151231 w 158087"/>
                <a:gd name="csY24" fmla="*/ 291068 h 311143"/>
                <a:gd name="csX25" fmla="*/ 157527 w 158087"/>
                <a:gd name="csY25" fmla="*/ 289802 h 311143"/>
                <a:gd name="csX26" fmla="*/ 155161 w 158087"/>
                <a:gd name="csY26" fmla="*/ 296451 h 311143"/>
                <a:gd name="csX27" fmla="*/ 150188 w 158087"/>
                <a:gd name="csY27" fmla="*/ 300847 h 311143"/>
                <a:gd name="csX28" fmla="*/ 151045 w 158087"/>
                <a:gd name="csY28" fmla="*/ 310198 h 311143"/>
                <a:gd name="csX29" fmla="*/ 142663 w 158087"/>
                <a:gd name="csY29" fmla="*/ 305057 h 311143"/>
                <a:gd name="csX30" fmla="*/ 116473 w 158087"/>
                <a:gd name="csY30" fmla="*/ 273373 h 311143"/>
                <a:gd name="csX31" fmla="*/ 85125 w 158087"/>
                <a:gd name="csY31" fmla="*/ 277247 h 311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8087" h="311143">
                  <a:moveTo>
                    <a:pt x="85125" y="277247"/>
                  </a:moveTo>
                  <a:cubicBezTo>
                    <a:pt x="77171" y="276931"/>
                    <a:pt x="76035" y="275422"/>
                    <a:pt x="77208" y="267990"/>
                  </a:cubicBezTo>
                  <a:cubicBezTo>
                    <a:pt x="78177" y="261880"/>
                    <a:pt x="81344" y="257354"/>
                    <a:pt x="86820" y="255044"/>
                  </a:cubicBezTo>
                  <a:cubicBezTo>
                    <a:pt x="95612" y="251356"/>
                    <a:pt x="104627" y="248227"/>
                    <a:pt x="113605" y="245023"/>
                  </a:cubicBezTo>
                  <a:cubicBezTo>
                    <a:pt x="117069" y="243794"/>
                    <a:pt x="119267" y="245359"/>
                    <a:pt x="120534" y="248749"/>
                  </a:cubicBezTo>
                  <a:cubicBezTo>
                    <a:pt x="122564" y="254188"/>
                    <a:pt x="124781" y="259552"/>
                    <a:pt x="126923" y="264935"/>
                  </a:cubicBezTo>
                  <a:cubicBezTo>
                    <a:pt x="128525" y="266071"/>
                    <a:pt x="128674" y="268046"/>
                    <a:pt x="128935" y="268530"/>
                  </a:cubicBezTo>
                  <a:cubicBezTo>
                    <a:pt x="127631" y="266742"/>
                    <a:pt x="129531" y="263277"/>
                    <a:pt x="128115" y="260334"/>
                  </a:cubicBezTo>
                  <a:cubicBezTo>
                    <a:pt x="123216" y="247091"/>
                    <a:pt x="116976" y="234462"/>
                    <a:pt x="110550" y="221926"/>
                  </a:cubicBezTo>
                  <a:cubicBezTo>
                    <a:pt x="108669" y="218238"/>
                    <a:pt x="106322" y="214885"/>
                    <a:pt x="103919" y="211495"/>
                  </a:cubicBezTo>
                  <a:cubicBezTo>
                    <a:pt x="100790" y="207081"/>
                    <a:pt x="96636" y="204771"/>
                    <a:pt x="91868" y="206298"/>
                  </a:cubicBezTo>
                  <a:cubicBezTo>
                    <a:pt x="79704" y="210191"/>
                    <a:pt x="70149" y="204510"/>
                    <a:pt x="59643" y="199891"/>
                  </a:cubicBezTo>
                  <a:cubicBezTo>
                    <a:pt x="40533" y="191509"/>
                    <a:pt x="28109" y="176906"/>
                    <a:pt x="19466" y="158987"/>
                  </a:cubicBezTo>
                  <a:cubicBezTo>
                    <a:pt x="11531" y="142595"/>
                    <a:pt x="6632" y="124993"/>
                    <a:pt x="4006" y="106869"/>
                  </a:cubicBezTo>
                  <a:cubicBezTo>
                    <a:pt x="2590" y="97053"/>
                    <a:pt x="-55" y="87498"/>
                    <a:pt x="1" y="77365"/>
                  </a:cubicBezTo>
                  <a:cubicBezTo>
                    <a:pt x="113" y="58682"/>
                    <a:pt x="5589" y="41490"/>
                    <a:pt x="12574" y="24540"/>
                  </a:cubicBezTo>
                  <a:cubicBezTo>
                    <a:pt x="17845" y="11780"/>
                    <a:pt x="28649" y="5932"/>
                    <a:pt x="40924" y="2579"/>
                  </a:cubicBezTo>
                  <a:cubicBezTo>
                    <a:pt x="62624" y="-3326"/>
                    <a:pt x="82592" y="1014"/>
                    <a:pt x="100510" y="14519"/>
                  </a:cubicBezTo>
                  <a:cubicBezTo>
                    <a:pt x="121354" y="30239"/>
                    <a:pt x="132418" y="52871"/>
                    <a:pt x="141806" y="76061"/>
                  </a:cubicBezTo>
                  <a:cubicBezTo>
                    <a:pt x="153894" y="105920"/>
                    <a:pt x="156726" y="137212"/>
                    <a:pt x="152144" y="169176"/>
                  </a:cubicBezTo>
                  <a:cubicBezTo>
                    <a:pt x="150355" y="181655"/>
                    <a:pt x="143575" y="191453"/>
                    <a:pt x="136516" y="201232"/>
                  </a:cubicBezTo>
                  <a:cubicBezTo>
                    <a:pt x="129009" y="211663"/>
                    <a:pt x="128618" y="220250"/>
                    <a:pt x="135305" y="231016"/>
                  </a:cubicBezTo>
                  <a:cubicBezTo>
                    <a:pt x="142793" y="243105"/>
                    <a:pt x="145047" y="256870"/>
                    <a:pt x="148120" y="270393"/>
                  </a:cubicBezTo>
                  <a:cubicBezTo>
                    <a:pt x="149331" y="275683"/>
                    <a:pt x="150076" y="281159"/>
                    <a:pt x="152460" y="286095"/>
                  </a:cubicBezTo>
                  <a:cubicBezTo>
                    <a:pt x="153503" y="288274"/>
                    <a:pt x="152162" y="289504"/>
                    <a:pt x="151231" y="291068"/>
                  </a:cubicBezTo>
                  <a:cubicBezTo>
                    <a:pt x="153876" y="292745"/>
                    <a:pt x="155478" y="290156"/>
                    <a:pt x="157527" y="289802"/>
                  </a:cubicBezTo>
                  <a:cubicBezTo>
                    <a:pt x="159147" y="292856"/>
                    <a:pt x="156912" y="294645"/>
                    <a:pt x="155161" y="296451"/>
                  </a:cubicBezTo>
                  <a:cubicBezTo>
                    <a:pt x="153634" y="298035"/>
                    <a:pt x="151641" y="299152"/>
                    <a:pt x="150188" y="300847"/>
                  </a:cubicBezTo>
                  <a:cubicBezTo>
                    <a:pt x="146649" y="304982"/>
                    <a:pt x="146816" y="306826"/>
                    <a:pt x="151045" y="310198"/>
                  </a:cubicBezTo>
                  <a:cubicBezTo>
                    <a:pt x="143948" y="312023"/>
                    <a:pt x="143333" y="311651"/>
                    <a:pt x="142663" y="305057"/>
                  </a:cubicBezTo>
                  <a:cubicBezTo>
                    <a:pt x="140949" y="288405"/>
                    <a:pt x="132008" y="276484"/>
                    <a:pt x="116473" y="273373"/>
                  </a:cubicBezTo>
                  <a:cubicBezTo>
                    <a:pt x="106024" y="271324"/>
                    <a:pt x="95034" y="271641"/>
                    <a:pt x="85125" y="277247"/>
                  </a:cubicBezTo>
                  <a:close/>
                </a:path>
              </a:pathLst>
            </a:custGeom>
            <a:solidFill>
              <a:srgbClr val="7D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4D7EF43-658D-0785-BCBD-376854ACFEE0}"/>
                </a:ext>
              </a:extLst>
            </p:cNvPr>
            <p:cNvSpPr/>
            <p:nvPr/>
          </p:nvSpPr>
          <p:spPr>
            <a:xfrm>
              <a:off x="1631378" y="4971048"/>
              <a:ext cx="184967" cy="149354"/>
            </a:xfrm>
            <a:custGeom>
              <a:avLst/>
              <a:gdLst>
                <a:gd name="csX0" fmla="*/ 6339 w 184967"/>
                <a:gd name="csY0" fmla="*/ 42563 h 149354"/>
                <a:gd name="csX1" fmla="*/ 61642 w 184967"/>
                <a:gd name="csY1" fmla="*/ 1901 h 149354"/>
                <a:gd name="csX2" fmla="*/ 74997 w 184967"/>
                <a:gd name="csY2" fmla="*/ 57 h 149354"/>
                <a:gd name="csX3" fmla="*/ 97740 w 184967"/>
                <a:gd name="csY3" fmla="*/ 4378 h 149354"/>
                <a:gd name="csX4" fmla="*/ 132423 w 184967"/>
                <a:gd name="csY4" fmla="*/ 29319 h 149354"/>
                <a:gd name="csX5" fmla="*/ 144623 w 184967"/>
                <a:gd name="csY5" fmla="*/ 67709 h 149354"/>
                <a:gd name="csX6" fmla="*/ 142742 w 184967"/>
                <a:gd name="csY6" fmla="*/ 82759 h 149354"/>
                <a:gd name="csX7" fmla="*/ 151161 w 184967"/>
                <a:gd name="csY7" fmla="*/ 101125 h 149354"/>
                <a:gd name="csX8" fmla="*/ 182678 w 184967"/>
                <a:gd name="csY8" fmla="*/ 122732 h 149354"/>
                <a:gd name="csX9" fmla="*/ 184932 w 184967"/>
                <a:gd name="csY9" fmla="*/ 126141 h 149354"/>
                <a:gd name="csX10" fmla="*/ 184578 w 184967"/>
                <a:gd name="csY10" fmla="*/ 126588 h 149354"/>
                <a:gd name="csX11" fmla="*/ 169304 w 184967"/>
                <a:gd name="csY11" fmla="*/ 129437 h 149354"/>
                <a:gd name="csX12" fmla="*/ 139781 w 184967"/>
                <a:gd name="csY12" fmla="*/ 117479 h 149354"/>
                <a:gd name="csX13" fmla="*/ 131678 w 184967"/>
                <a:gd name="csY13" fmla="*/ 118243 h 149354"/>
                <a:gd name="csX14" fmla="*/ 122048 w 184967"/>
                <a:gd name="csY14" fmla="*/ 127295 h 149354"/>
                <a:gd name="csX15" fmla="*/ 86825 w 184967"/>
                <a:gd name="csY15" fmla="*/ 149331 h 149354"/>
                <a:gd name="csX16" fmla="*/ 51714 w 184967"/>
                <a:gd name="csY16" fmla="*/ 144711 h 149354"/>
                <a:gd name="csX17" fmla="*/ 9822 w 184967"/>
                <a:gd name="csY17" fmla="*/ 110960 h 149354"/>
                <a:gd name="csX18" fmla="*/ 3825 w 184967"/>
                <a:gd name="csY18" fmla="*/ 98853 h 149354"/>
                <a:gd name="csX19" fmla="*/ 379 w 184967"/>
                <a:gd name="csY19" fmla="*/ 79760 h 149354"/>
                <a:gd name="csX20" fmla="*/ 6339 w 184967"/>
                <a:gd name="csY20" fmla="*/ 42563 h 14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4967" h="149354">
                  <a:moveTo>
                    <a:pt x="6339" y="42563"/>
                  </a:moveTo>
                  <a:cubicBezTo>
                    <a:pt x="18875" y="20975"/>
                    <a:pt x="37427" y="7582"/>
                    <a:pt x="61642" y="1901"/>
                  </a:cubicBezTo>
                  <a:cubicBezTo>
                    <a:pt x="66093" y="1249"/>
                    <a:pt x="70527" y="187"/>
                    <a:pt x="74997" y="57"/>
                  </a:cubicBezTo>
                  <a:cubicBezTo>
                    <a:pt x="82839" y="-185"/>
                    <a:pt x="90401" y="187"/>
                    <a:pt x="97740" y="4378"/>
                  </a:cubicBezTo>
                  <a:cubicBezTo>
                    <a:pt x="110220" y="11512"/>
                    <a:pt x="121526" y="20043"/>
                    <a:pt x="132423" y="29319"/>
                  </a:cubicBezTo>
                  <a:cubicBezTo>
                    <a:pt x="144549" y="39657"/>
                    <a:pt x="148312" y="52416"/>
                    <a:pt x="144623" y="67709"/>
                  </a:cubicBezTo>
                  <a:cubicBezTo>
                    <a:pt x="143431" y="72626"/>
                    <a:pt x="143320" y="77730"/>
                    <a:pt x="142742" y="82759"/>
                  </a:cubicBezTo>
                  <a:cubicBezTo>
                    <a:pt x="141811" y="90824"/>
                    <a:pt x="145071" y="96301"/>
                    <a:pt x="151161" y="101125"/>
                  </a:cubicBezTo>
                  <a:cubicBezTo>
                    <a:pt x="161183" y="109060"/>
                    <a:pt x="171446" y="116622"/>
                    <a:pt x="182678" y="122732"/>
                  </a:cubicBezTo>
                  <a:cubicBezTo>
                    <a:pt x="184149" y="123533"/>
                    <a:pt x="185174" y="124334"/>
                    <a:pt x="184932" y="126141"/>
                  </a:cubicBezTo>
                  <a:cubicBezTo>
                    <a:pt x="184820" y="126290"/>
                    <a:pt x="184689" y="126420"/>
                    <a:pt x="184578" y="126588"/>
                  </a:cubicBezTo>
                  <a:cubicBezTo>
                    <a:pt x="178748" y="134970"/>
                    <a:pt x="178822" y="134821"/>
                    <a:pt x="169304" y="129437"/>
                  </a:cubicBezTo>
                  <a:cubicBezTo>
                    <a:pt x="160009" y="124185"/>
                    <a:pt x="150062" y="120348"/>
                    <a:pt x="139781" y="117479"/>
                  </a:cubicBezTo>
                  <a:cubicBezTo>
                    <a:pt x="137042" y="116715"/>
                    <a:pt x="134230" y="116492"/>
                    <a:pt x="131678" y="118243"/>
                  </a:cubicBezTo>
                  <a:cubicBezTo>
                    <a:pt x="127263" y="119994"/>
                    <a:pt x="124525" y="123365"/>
                    <a:pt x="122048" y="127295"/>
                  </a:cubicBezTo>
                  <a:cubicBezTo>
                    <a:pt x="113889" y="140278"/>
                    <a:pt x="102509" y="148958"/>
                    <a:pt x="86825" y="149331"/>
                  </a:cubicBezTo>
                  <a:cubicBezTo>
                    <a:pt x="75016" y="149610"/>
                    <a:pt x="63244" y="147375"/>
                    <a:pt x="51714" y="144711"/>
                  </a:cubicBezTo>
                  <a:cubicBezTo>
                    <a:pt x="32435" y="140241"/>
                    <a:pt x="18893" y="128264"/>
                    <a:pt x="9822" y="110960"/>
                  </a:cubicBezTo>
                  <a:cubicBezTo>
                    <a:pt x="7736" y="106974"/>
                    <a:pt x="5836" y="102876"/>
                    <a:pt x="3825" y="98853"/>
                  </a:cubicBezTo>
                  <a:cubicBezTo>
                    <a:pt x="807" y="92817"/>
                    <a:pt x="-776" y="86447"/>
                    <a:pt x="379" y="79760"/>
                  </a:cubicBezTo>
                  <a:cubicBezTo>
                    <a:pt x="2521" y="67373"/>
                    <a:pt x="2856" y="54707"/>
                    <a:pt x="6339" y="42563"/>
                  </a:cubicBezTo>
                  <a:close/>
                </a:path>
              </a:pathLst>
            </a:custGeom>
            <a:solidFill>
              <a:srgbClr val="82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0678396-4035-5FA8-5103-21B21198C01A}"/>
                </a:ext>
              </a:extLst>
            </p:cNvPr>
            <p:cNvSpPr/>
            <p:nvPr/>
          </p:nvSpPr>
          <p:spPr>
            <a:xfrm>
              <a:off x="2001601" y="5127937"/>
              <a:ext cx="343690" cy="155147"/>
            </a:xfrm>
            <a:custGeom>
              <a:avLst/>
              <a:gdLst>
                <a:gd name="csX0" fmla="*/ 333182 w 343690"/>
                <a:gd name="csY0" fmla="*/ 73244 h 155147"/>
                <a:gd name="csX1" fmla="*/ 335343 w 343690"/>
                <a:gd name="csY1" fmla="*/ 140728 h 155147"/>
                <a:gd name="csX2" fmla="*/ 326160 w 343690"/>
                <a:gd name="csY2" fmla="*/ 154530 h 155147"/>
                <a:gd name="csX3" fmla="*/ 320721 w 343690"/>
                <a:gd name="csY3" fmla="*/ 151736 h 155147"/>
                <a:gd name="csX4" fmla="*/ 306676 w 343690"/>
                <a:gd name="csY4" fmla="*/ 141194 h 155147"/>
                <a:gd name="csX5" fmla="*/ 298890 w 343690"/>
                <a:gd name="csY5" fmla="*/ 139853 h 155147"/>
                <a:gd name="csX6" fmla="*/ 291011 w 343690"/>
                <a:gd name="csY6" fmla="*/ 132365 h 155147"/>
                <a:gd name="csX7" fmla="*/ 281996 w 343690"/>
                <a:gd name="csY7" fmla="*/ 139070 h 155147"/>
                <a:gd name="csX8" fmla="*/ 240179 w 343690"/>
                <a:gd name="csY8" fmla="*/ 133836 h 155147"/>
                <a:gd name="csX9" fmla="*/ 201976 w 343690"/>
                <a:gd name="csY9" fmla="*/ 126963 h 155147"/>
                <a:gd name="csX10" fmla="*/ 173309 w 343690"/>
                <a:gd name="csY10" fmla="*/ 121282 h 155147"/>
                <a:gd name="csX11" fmla="*/ 168355 w 343690"/>
                <a:gd name="csY11" fmla="*/ 117147 h 155147"/>
                <a:gd name="csX12" fmla="*/ 168056 w 343690"/>
                <a:gd name="csY12" fmla="*/ 106529 h 155147"/>
                <a:gd name="csX13" fmla="*/ 167814 w 343690"/>
                <a:gd name="csY13" fmla="*/ 105598 h 155147"/>
                <a:gd name="csX14" fmla="*/ 167684 w 343690"/>
                <a:gd name="csY14" fmla="*/ 106045 h 155147"/>
                <a:gd name="csX15" fmla="*/ 167293 w 343690"/>
                <a:gd name="csY15" fmla="*/ 111167 h 155147"/>
                <a:gd name="csX16" fmla="*/ 157775 w 343690"/>
                <a:gd name="csY16" fmla="*/ 116811 h 155147"/>
                <a:gd name="csX17" fmla="*/ 106607 w 343690"/>
                <a:gd name="csY17" fmla="*/ 101780 h 155147"/>
                <a:gd name="csX18" fmla="*/ 96716 w 343690"/>
                <a:gd name="csY18" fmla="*/ 89579 h 155147"/>
                <a:gd name="csX19" fmla="*/ 96418 w 343690"/>
                <a:gd name="csY19" fmla="*/ 86785 h 155147"/>
                <a:gd name="csX20" fmla="*/ 95226 w 343690"/>
                <a:gd name="csY20" fmla="*/ 83414 h 155147"/>
                <a:gd name="csX21" fmla="*/ 96325 w 343690"/>
                <a:gd name="csY21" fmla="*/ 90101 h 155147"/>
                <a:gd name="csX22" fmla="*/ 86192 w 343690"/>
                <a:gd name="csY22" fmla="*/ 97421 h 155147"/>
                <a:gd name="csX23" fmla="*/ 30852 w 343690"/>
                <a:gd name="csY23" fmla="*/ 83358 h 155147"/>
                <a:gd name="csX24" fmla="*/ 25544 w 343690"/>
                <a:gd name="csY24" fmla="*/ 78999 h 155147"/>
                <a:gd name="csX25" fmla="*/ 2093 w 343690"/>
                <a:gd name="csY25" fmla="*/ 47558 h 155147"/>
                <a:gd name="csX26" fmla="*/ 2689 w 343690"/>
                <a:gd name="csY26" fmla="*/ 39008 h 155147"/>
                <a:gd name="csX27" fmla="*/ 19006 w 343690"/>
                <a:gd name="csY27" fmla="*/ 14048 h 155147"/>
                <a:gd name="csX28" fmla="*/ 22415 w 343690"/>
                <a:gd name="csY28" fmla="*/ 9745 h 155147"/>
                <a:gd name="csX29" fmla="*/ 22359 w 343690"/>
                <a:gd name="csY29" fmla="*/ 9783 h 155147"/>
                <a:gd name="csX30" fmla="*/ 31355 w 343690"/>
                <a:gd name="csY30" fmla="*/ 3338 h 155147"/>
                <a:gd name="csX31" fmla="*/ 41414 w 343690"/>
                <a:gd name="csY31" fmla="*/ 823 h 155147"/>
                <a:gd name="csX32" fmla="*/ 55738 w 343690"/>
                <a:gd name="csY32" fmla="*/ 2146 h 155147"/>
                <a:gd name="csX33" fmla="*/ 86472 w 343690"/>
                <a:gd name="csY33" fmla="*/ 1755 h 155147"/>
                <a:gd name="csX34" fmla="*/ 94891 w 343690"/>
                <a:gd name="csY34" fmla="*/ 7212 h 155147"/>
                <a:gd name="csX35" fmla="*/ 96120 w 343690"/>
                <a:gd name="csY35" fmla="*/ 8255 h 155147"/>
                <a:gd name="csX36" fmla="*/ 97219 w 343690"/>
                <a:gd name="csY36" fmla="*/ 6411 h 155147"/>
                <a:gd name="csX37" fmla="*/ 106384 w 343690"/>
                <a:gd name="csY37" fmla="*/ 3450 h 155147"/>
                <a:gd name="csX38" fmla="*/ 150864 w 343690"/>
                <a:gd name="csY38" fmla="*/ 8646 h 155147"/>
                <a:gd name="csX39" fmla="*/ 167628 w 343690"/>
                <a:gd name="csY39" fmla="*/ 15501 h 155147"/>
                <a:gd name="csX40" fmla="*/ 169081 w 343690"/>
                <a:gd name="csY40" fmla="*/ 16339 h 155147"/>
                <a:gd name="csX41" fmla="*/ 192551 w 343690"/>
                <a:gd name="csY41" fmla="*/ 19860 h 155147"/>
                <a:gd name="csX42" fmla="*/ 227792 w 343690"/>
                <a:gd name="csY42" fmla="*/ 31650 h 155147"/>
                <a:gd name="csX43" fmla="*/ 242768 w 343690"/>
                <a:gd name="csY43" fmla="*/ 39026 h 155147"/>
                <a:gd name="csX44" fmla="*/ 244389 w 343690"/>
                <a:gd name="csY44" fmla="*/ 39138 h 155147"/>
                <a:gd name="csX45" fmla="*/ 254764 w 343690"/>
                <a:gd name="csY45" fmla="*/ 41280 h 155147"/>
                <a:gd name="csX46" fmla="*/ 283411 w 343690"/>
                <a:gd name="csY46" fmla="*/ 58026 h 155147"/>
                <a:gd name="csX47" fmla="*/ 303510 w 343690"/>
                <a:gd name="csY47" fmla="*/ 71604 h 155147"/>
                <a:gd name="csX48" fmla="*/ 325806 w 343690"/>
                <a:gd name="csY48" fmla="*/ 73355 h 155147"/>
                <a:gd name="csX49" fmla="*/ 333182 w 343690"/>
                <a:gd name="csY49" fmla="*/ 73244 h 155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43690" h="155147">
                  <a:moveTo>
                    <a:pt x="333182" y="73244"/>
                  </a:moveTo>
                  <a:cubicBezTo>
                    <a:pt x="346966" y="95316"/>
                    <a:pt x="346668" y="117799"/>
                    <a:pt x="335343" y="140728"/>
                  </a:cubicBezTo>
                  <a:cubicBezTo>
                    <a:pt x="332865" y="145757"/>
                    <a:pt x="330723" y="150917"/>
                    <a:pt x="326160" y="154530"/>
                  </a:cubicBezTo>
                  <a:cubicBezTo>
                    <a:pt x="323012" y="156207"/>
                    <a:pt x="321615" y="154195"/>
                    <a:pt x="320721" y="151736"/>
                  </a:cubicBezTo>
                  <a:cubicBezTo>
                    <a:pt x="318336" y="145105"/>
                    <a:pt x="313382" y="142088"/>
                    <a:pt x="306676" y="141194"/>
                  </a:cubicBezTo>
                  <a:cubicBezTo>
                    <a:pt x="304068" y="140858"/>
                    <a:pt x="301461" y="140430"/>
                    <a:pt x="298890" y="139853"/>
                  </a:cubicBezTo>
                  <a:cubicBezTo>
                    <a:pt x="295221" y="139033"/>
                    <a:pt x="292240" y="137301"/>
                    <a:pt x="291011" y="132365"/>
                  </a:cubicBezTo>
                  <a:cubicBezTo>
                    <a:pt x="289819" y="138269"/>
                    <a:pt x="286094" y="139573"/>
                    <a:pt x="281996" y="139070"/>
                  </a:cubicBezTo>
                  <a:cubicBezTo>
                    <a:pt x="268082" y="137338"/>
                    <a:pt x="254056" y="137710"/>
                    <a:pt x="240179" y="133836"/>
                  </a:cubicBezTo>
                  <a:cubicBezTo>
                    <a:pt x="227848" y="130390"/>
                    <a:pt x="214828" y="128732"/>
                    <a:pt x="201976" y="126963"/>
                  </a:cubicBezTo>
                  <a:cubicBezTo>
                    <a:pt x="192327" y="125640"/>
                    <a:pt x="182678" y="124057"/>
                    <a:pt x="173309" y="121282"/>
                  </a:cubicBezTo>
                  <a:cubicBezTo>
                    <a:pt x="171055" y="120611"/>
                    <a:pt x="169100" y="119605"/>
                    <a:pt x="168355" y="117147"/>
                  </a:cubicBezTo>
                  <a:cubicBezTo>
                    <a:pt x="167703" y="113626"/>
                    <a:pt x="168112" y="110069"/>
                    <a:pt x="168056" y="106529"/>
                  </a:cubicBezTo>
                  <a:cubicBezTo>
                    <a:pt x="168056" y="106101"/>
                    <a:pt x="168056" y="105784"/>
                    <a:pt x="167814" y="105598"/>
                  </a:cubicBezTo>
                  <a:cubicBezTo>
                    <a:pt x="167777" y="105728"/>
                    <a:pt x="167721" y="105840"/>
                    <a:pt x="167684" y="106045"/>
                  </a:cubicBezTo>
                  <a:cubicBezTo>
                    <a:pt x="167572" y="107815"/>
                    <a:pt x="167647" y="109510"/>
                    <a:pt x="167293" y="111167"/>
                  </a:cubicBezTo>
                  <a:cubicBezTo>
                    <a:pt x="166194" y="116402"/>
                    <a:pt x="162692" y="118748"/>
                    <a:pt x="157775" y="116811"/>
                  </a:cubicBezTo>
                  <a:cubicBezTo>
                    <a:pt x="141141" y="110311"/>
                    <a:pt x="123874" y="106101"/>
                    <a:pt x="106607" y="101780"/>
                  </a:cubicBezTo>
                  <a:cubicBezTo>
                    <a:pt x="97517" y="99507"/>
                    <a:pt x="97108" y="98874"/>
                    <a:pt x="96716" y="89579"/>
                  </a:cubicBezTo>
                  <a:cubicBezTo>
                    <a:pt x="96679" y="88648"/>
                    <a:pt x="96623" y="87698"/>
                    <a:pt x="96418" y="86785"/>
                  </a:cubicBezTo>
                  <a:cubicBezTo>
                    <a:pt x="96083" y="85742"/>
                    <a:pt x="95934" y="84643"/>
                    <a:pt x="95226" y="83414"/>
                  </a:cubicBezTo>
                  <a:cubicBezTo>
                    <a:pt x="96008" y="85742"/>
                    <a:pt x="96362" y="87884"/>
                    <a:pt x="96325" y="90101"/>
                  </a:cubicBezTo>
                  <a:cubicBezTo>
                    <a:pt x="95357" y="97049"/>
                    <a:pt x="92730" y="98837"/>
                    <a:pt x="86192" y="97421"/>
                  </a:cubicBezTo>
                  <a:cubicBezTo>
                    <a:pt x="67584" y="93379"/>
                    <a:pt x="49423" y="87568"/>
                    <a:pt x="30852" y="83358"/>
                  </a:cubicBezTo>
                  <a:cubicBezTo>
                    <a:pt x="28207" y="82762"/>
                    <a:pt x="26885" y="80974"/>
                    <a:pt x="25544" y="78999"/>
                  </a:cubicBezTo>
                  <a:cubicBezTo>
                    <a:pt x="22564" y="64918"/>
                    <a:pt x="14666" y="54505"/>
                    <a:pt x="2093" y="47558"/>
                  </a:cubicBezTo>
                  <a:cubicBezTo>
                    <a:pt x="-1092" y="44465"/>
                    <a:pt x="-440" y="41523"/>
                    <a:pt x="2689" y="39008"/>
                  </a:cubicBezTo>
                  <a:cubicBezTo>
                    <a:pt x="10866" y="32451"/>
                    <a:pt x="15988" y="23920"/>
                    <a:pt x="19006" y="14048"/>
                  </a:cubicBezTo>
                  <a:cubicBezTo>
                    <a:pt x="19621" y="12036"/>
                    <a:pt x="21278" y="11161"/>
                    <a:pt x="22415" y="9745"/>
                  </a:cubicBezTo>
                  <a:lnTo>
                    <a:pt x="22359" y="9783"/>
                  </a:lnTo>
                  <a:cubicBezTo>
                    <a:pt x="26028" y="8572"/>
                    <a:pt x="28859" y="6225"/>
                    <a:pt x="31355" y="3338"/>
                  </a:cubicBezTo>
                  <a:cubicBezTo>
                    <a:pt x="34056" y="209"/>
                    <a:pt x="37353" y="-928"/>
                    <a:pt x="41414" y="823"/>
                  </a:cubicBezTo>
                  <a:cubicBezTo>
                    <a:pt x="46015" y="2798"/>
                    <a:pt x="50783" y="2593"/>
                    <a:pt x="55738" y="2146"/>
                  </a:cubicBezTo>
                  <a:cubicBezTo>
                    <a:pt x="65945" y="1214"/>
                    <a:pt x="76208" y="283"/>
                    <a:pt x="86472" y="1755"/>
                  </a:cubicBezTo>
                  <a:cubicBezTo>
                    <a:pt x="90067" y="2276"/>
                    <a:pt x="93513" y="3189"/>
                    <a:pt x="94891" y="7212"/>
                  </a:cubicBezTo>
                  <a:cubicBezTo>
                    <a:pt x="95394" y="9615"/>
                    <a:pt x="95412" y="9615"/>
                    <a:pt x="96120" y="8255"/>
                  </a:cubicBezTo>
                  <a:cubicBezTo>
                    <a:pt x="96456" y="7622"/>
                    <a:pt x="96772" y="6989"/>
                    <a:pt x="97219" y="6411"/>
                  </a:cubicBezTo>
                  <a:cubicBezTo>
                    <a:pt x="99715" y="3673"/>
                    <a:pt x="102770" y="3226"/>
                    <a:pt x="106384" y="3450"/>
                  </a:cubicBezTo>
                  <a:cubicBezTo>
                    <a:pt x="121304" y="4400"/>
                    <a:pt x="136093" y="6486"/>
                    <a:pt x="150864" y="8646"/>
                  </a:cubicBezTo>
                  <a:cubicBezTo>
                    <a:pt x="156992" y="9540"/>
                    <a:pt x="163102" y="10639"/>
                    <a:pt x="167628" y="15501"/>
                  </a:cubicBezTo>
                  <a:cubicBezTo>
                    <a:pt x="168075" y="15836"/>
                    <a:pt x="168559" y="16116"/>
                    <a:pt x="169081" y="16339"/>
                  </a:cubicBezTo>
                  <a:cubicBezTo>
                    <a:pt x="177370" y="14477"/>
                    <a:pt x="184914" y="17066"/>
                    <a:pt x="192551" y="19860"/>
                  </a:cubicBezTo>
                  <a:cubicBezTo>
                    <a:pt x="204174" y="24125"/>
                    <a:pt x="215927" y="28130"/>
                    <a:pt x="227792" y="31650"/>
                  </a:cubicBezTo>
                  <a:cubicBezTo>
                    <a:pt x="233287" y="33289"/>
                    <a:pt x="238391" y="35338"/>
                    <a:pt x="242768" y="39026"/>
                  </a:cubicBezTo>
                  <a:cubicBezTo>
                    <a:pt x="243308" y="39082"/>
                    <a:pt x="243848" y="39138"/>
                    <a:pt x="244389" y="39138"/>
                  </a:cubicBezTo>
                  <a:cubicBezTo>
                    <a:pt x="248058" y="38803"/>
                    <a:pt x="251374" y="39902"/>
                    <a:pt x="254764" y="41280"/>
                  </a:cubicBezTo>
                  <a:cubicBezTo>
                    <a:pt x="265157" y="45471"/>
                    <a:pt x="274676" y="51097"/>
                    <a:pt x="283411" y="58026"/>
                  </a:cubicBezTo>
                  <a:cubicBezTo>
                    <a:pt x="289763" y="63074"/>
                    <a:pt x="296618" y="67451"/>
                    <a:pt x="303510" y="71604"/>
                  </a:cubicBezTo>
                  <a:cubicBezTo>
                    <a:pt x="310290" y="75665"/>
                    <a:pt x="317871" y="78534"/>
                    <a:pt x="325806" y="73355"/>
                  </a:cubicBezTo>
                  <a:cubicBezTo>
                    <a:pt x="328078" y="71847"/>
                    <a:pt x="330704" y="71306"/>
                    <a:pt x="333182" y="73244"/>
                  </a:cubicBezTo>
                  <a:close/>
                </a:path>
              </a:pathLst>
            </a:custGeom>
            <a:solidFill>
              <a:srgbClr val="88BE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8F69F4D-636C-D42F-8CC1-132FD2F4368C}"/>
                </a:ext>
              </a:extLst>
            </p:cNvPr>
            <p:cNvSpPr/>
            <p:nvPr/>
          </p:nvSpPr>
          <p:spPr>
            <a:xfrm>
              <a:off x="2023960" y="5092760"/>
              <a:ext cx="310823" cy="112743"/>
            </a:xfrm>
            <a:custGeom>
              <a:avLst/>
              <a:gdLst>
                <a:gd name="csX0" fmla="*/ 310823 w 310823"/>
                <a:gd name="csY0" fmla="*/ 108421 h 112743"/>
                <a:gd name="csX1" fmla="*/ 304807 w 310823"/>
                <a:gd name="csY1" fmla="*/ 109259 h 112743"/>
                <a:gd name="csX2" fmla="*/ 277500 w 310823"/>
                <a:gd name="csY2" fmla="*/ 106130 h 112743"/>
                <a:gd name="csX3" fmla="*/ 230989 w 310823"/>
                <a:gd name="csY3" fmla="*/ 77296 h 112743"/>
                <a:gd name="csX4" fmla="*/ 220633 w 310823"/>
                <a:gd name="csY4" fmla="*/ 75676 h 112743"/>
                <a:gd name="csX5" fmla="*/ 222570 w 310823"/>
                <a:gd name="csY5" fmla="*/ 65114 h 112743"/>
                <a:gd name="csX6" fmla="*/ 220596 w 310823"/>
                <a:gd name="csY6" fmla="*/ 75732 h 112743"/>
                <a:gd name="csX7" fmla="*/ 220204 w 310823"/>
                <a:gd name="csY7" fmla="*/ 76141 h 112743"/>
                <a:gd name="csX8" fmla="*/ 190718 w 310823"/>
                <a:gd name="csY8" fmla="*/ 63773 h 112743"/>
                <a:gd name="csX9" fmla="*/ 156855 w 310823"/>
                <a:gd name="csY9" fmla="*/ 52430 h 112743"/>
                <a:gd name="csX10" fmla="*/ 145996 w 310823"/>
                <a:gd name="csY10" fmla="*/ 52933 h 112743"/>
                <a:gd name="csX11" fmla="*/ 147672 w 310823"/>
                <a:gd name="csY11" fmla="*/ 44420 h 112743"/>
                <a:gd name="csX12" fmla="*/ 146014 w 310823"/>
                <a:gd name="csY12" fmla="*/ 52970 h 112743"/>
                <a:gd name="csX13" fmla="*/ 120123 w 310823"/>
                <a:gd name="csY13" fmla="*/ 44290 h 112743"/>
                <a:gd name="csX14" fmla="*/ 81305 w 310823"/>
                <a:gd name="csY14" fmla="*/ 39670 h 112743"/>
                <a:gd name="csX15" fmla="*/ 74935 w 310823"/>
                <a:gd name="csY15" fmla="*/ 42893 h 112743"/>
                <a:gd name="csX16" fmla="*/ 74805 w 310823"/>
                <a:gd name="csY16" fmla="*/ 33933 h 112743"/>
                <a:gd name="csX17" fmla="*/ 71415 w 310823"/>
                <a:gd name="csY17" fmla="*/ 44066 h 112743"/>
                <a:gd name="csX18" fmla="*/ 65435 w 310823"/>
                <a:gd name="csY18" fmla="*/ 38609 h 112743"/>
                <a:gd name="csX19" fmla="*/ 52676 w 310823"/>
                <a:gd name="csY19" fmla="*/ 37547 h 112743"/>
                <a:gd name="csX20" fmla="*/ 31423 w 310823"/>
                <a:gd name="csY20" fmla="*/ 39205 h 112743"/>
                <a:gd name="csX21" fmla="*/ 18813 w 310823"/>
                <a:gd name="csY21" fmla="*/ 37677 h 112743"/>
                <a:gd name="csX22" fmla="*/ 9444 w 310823"/>
                <a:gd name="csY22" fmla="*/ 40285 h 112743"/>
                <a:gd name="csX23" fmla="*/ 0 w 310823"/>
                <a:gd name="csY23" fmla="*/ 44923 h 112743"/>
                <a:gd name="csX24" fmla="*/ 24271 w 310823"/>
                <a:gd name="csY24" fmla="*/ 18324 h 112743"/>
                <a:gd name="csX25" fmla="*/ 64765 w 310823"/>
                <a:gd name="csY25" fmla="*/ 89 h 112743"/>
                <a:gd name="csX26" fmla="*/ 149907 w 310823"/>
                <a:gd name="csY26" fmla="*/ 7744 h 112743"/>
                <a:gd name="csX27" fmla="*/ 230039 w 310823"/>
                <a:gd name="csY27" fmla="*/ 37174 h 112743"/>
                <a:gd name="csX28" fmla="*/ 296518 w 310823"/>
                <a:gd name="csY28" fmla="*/ 87559 h 112743"/>
                <a:gd name="csX29" fmla="*/ 310823 w 310823"/>
                <a:gd name="csY29" fmla="*/ 108421 h 11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10823" h="112743">
                  <a:moveTo>
                    <a:pt x="310823" y="108421"/>
                  </a:moveTo>
                  <a:cubicBezTo>
                    <a:pt x="308774" y="108459"/>
                    <a:pt x="306632" y="107993"/>
                    <a:pt x="304807" y="109259"/>
                  </a:cubicBezTo>
                  <a:cubicBezTo>
                    <a:pt x="294767" y="116207"/>
                    <a:pt x="286217" y="111495"/>
                    <a:pt x="277500" y="106130"/>
                  </a:cubicBezTo>
                  <a:cubicBezTo>
                    <a:pt x="261965" y="96593"/>
                    <a:pt x="248536" y="83685"/>
                    <a:pt x="230989" y="77296"/>
                  </a:cubicBezTo>
                  <a:cubicBezTo>
                    <a:pt x="227487" y="76030"/>
                    <a:pt x="224191" y="75564"/>
                    <a:pt x="220633" y="75676"/>
                  </a:cubicBezTo>
                  <a:cubicBezTo>
                    <a:pt x="219720" y="71876"/>
                    <a:pt x="223334" y="68896"/>
                    <a:pt x="222570" y="65114"/>
                  </a:cubicBezTo>
                  <a:cubicBezTo>
                    <a:pt x="223203" y="68896"/>
                    <a:pt x="219627" y="71894"/>
                    <a:pt x="220596" y="75732"/>
                  </a:cubicBezTo>
                  <a:cubicBezTo>
                    <a:pt x="220465" y="75862"/>
                    <a:pt x="220335" y="76011"/>
                    <a:pt x="220204" y="76141"/>
                  </a:cubicBezTo>
                  <a:cubicBezTo>
                    <a:pt x="212139" y="67871"/>
                    <a:pt x="200740" y="67312"/>
                    <a:pt x="190718" y="63773"/>
                  </a:cubicBezTo>
                  <a:cubicBezTo>
                    <a:pt x="179524" y="59824"/>
                    <a:pt x="168441" y="55447"/>
                    <a:pt x="156855" y="52430"/>
                  </a:cubicBezTo>
                  <a:cubicBezTo>
                    <a:pt x="152739" y="51349"/>
                    <a:pt x="149609" y="54143"/>
                    <a:pt x="145996" y="52933"/>
                  </a:cubicBezTo>
                  <a:cubicBezTo>
                    <a:pt x="147616" y="50306"/>
                    <a:pt x="146610" y="47158"/>
                    <a:pt x="147672" y="44420"/>
                  </a:cubicBezTo>
                  <a:cubicBezTo>
                    <a:pt x="146648" y="47177"/>
                    <a:pt x="147449" y="50288"/>
                    <a:pt x="146014" y="52970"/>
                  </a:cubicBezTo>
                  <a:cubicBezTo>
                    <a:pt x="138992" y="45333"/>
                    <a:pt x="129213" y="45575"/>
                    <a:pt x="120123" y="44290"/>
                  </a:cubicBezTo>
                  <a:cubicBezTo>
                    <a:pt x="107215" y="42446"/>
                    <a:pt x="94251" y="41086"/>
                    <a:pt x="81305" y="39670"/>
                  </a:cubicBezTo>
                  <a:cubicBezTo>
                    <a:pt x="78679" y="39391"/>
                    <a:pt x="76909" y="41496"/>
                    <a:pt x="74935" y="42893"/>
                  </a:cubicBezTo>
                  <a:cubicBezTo>
                    <a:pt x="72048" y="39763"/>
                    <a:pt x="76015" y="36541"/>
                    <a:pt x="74805" y="33933"/>
                  </a:cubicBezTo>
                  <a:cubicBezTo>
                    <a:pt x="73836" y="37007"/>
                    <a:pt x="75270" y="41365"/>
                    <a:pt x="71415" y="44066"/>
                  </a:cubicBezTo>
                  <a:cubicBezTo>
                    <a:pt x="71620" y="39875"/>
                    <a:pt x="68136" y="39018"/>
                    <a:pt x="65435" y="38609"/>
                  </a:cubicBezTo>
                  <a:cubicBezTo>
                    <a:pt x="61207" y="37957"/>
                    <a:pt x="56569" y="36876"/>
                    <a:pt x="52676" y="37547"/>
                  </a:cubicBezTo>
                  <a:cubicBezTo>
                    <a:pt x="45579" y="38795"/>
                    <a:pt x="38427" y="37286"/>
                    <a:pt x="31423" y="39205"/>
                  </a:cubicBezTo>
                  <a:cubicBezTo>
                    <a:pt x="27195" y="40360"/>
                    <a:pt x="22445" y="39819"/>
                    <a:pt x="18813" y="37677"/>
                  </a:cubicBezTo>
                  <a:cubicBezTo>
                    <a:pt x="14194" y="34976"/>
                    <a:pt x="11642" y="36969"/>
                    <a:pt x="9444" y="40285"/>
                  </a:cubicBezTo>
                  <a:cubicBezTo>
                    <a:pt x="7097" y="43805"/>
                    <a:pt x="4210" y="45519"/>
                    <a:pt x="0" y="44923"/>
                  </a:cubicBezTo>
                  <a:cubicBezTo>
                    <a:pt x="8103" y="36075"/>
                    <a:pt x="16317" y="27321"/>
                    <a:pt x="24271" y="18324"/>
                  </a:cubicBezTo>
                  <a:cubicBezTo>
                    <a:pt x="35055" y="6105"/>
                    <a:pt x="49435" y="443"/>
                    <a:pt x="64765" y="89"/>
                  </a:cubicBezTo>
                  <a:cubicBezTo>
                    <a:pt x="93320" y="-563"/>
                    <a:pt x="121874" y="2417"/>
                    <a:pt x="149907" y="7744"/>
                  </a:cubicBezTo>
                  <a:cubicBezTo>
                    <a:pt x="178071" y="13090"/>
                    <a:pt x="204577" y="23782"/>
                    <a:pt x="230039" y="37174"/>
                  </a:cubicBezTo>
                  <a:cubicBezTo>
                    <a:pt x="255055" y="50343"/>
                    <a:pt x="277630" y="66474"/>
                    <a:pt x="296518" y="87559"/>
                  </a:cubicBezTo>
                  <a:cubicBezTo>
                    <a:pt x="302180" y="93893"/>
                    <a:pt x="306967" y="100859"/>
                    <a:pt x="310823" y="108421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C8E6C8C-E48A-8557-1CDC-9627404C3BAC}"/>
                </a:ext>
              </a:extLst>
            </p:cNvPr>
            <p:cNvSpPr/>
            <p:nvPr/>
          </p:nvSpPr>
          <p:spPr>
            <a:xfrm>
              <a:off x="1976487" y="4813109"/>
              <a:ext cx="170493" cy="190557"/>
            </a:xfrm>
            <a:custGeom>
              <a:avLst/>
              <a:gdLst>
                <a:gd name="csX0" fmla="*/ 132615 w 170493"/>
                <a:gd name="csY0" fmla="*/ 339 h 190557"/>
                <a:gd name="csX1" fmla="*/ 168602 w 170493"/>
                <a:gd name="csY1" fmla="*/ 26342 h 190557"/>
                <a:gd name="csX2" fmla="*/ 166422 w 170493"/>
                <a:gd name="csY2" fmla="*/ 37797 h 190557"/>
                <a:gd name="csX3" fmla="*/ 160816 w 170493"/>
                <a:gd name="csY3" fmla="*/ 46776 h 190557"/>
                <a:gd name="csX4" fmla="*/ 156066 w 170493"/>
                <a:gd name="csY4" fmla="*/ 57002 h 190557"/>
                <a:gd name="csX5" fmla="*/ 147423 w 170493"/>
                <a:gd name="csY5" fmla="*/ 60783 h 190557"/>
                <a:gd name="csX6" fmla="*/ 149770 w 170493"/>
                <a:gd name="csY6" fmla="*/ 73579 h 190557"/>
                <a:gd name="csX7" fmla="*/ 138576 w 170493"/>
                <a:gd name="csY7" fmla="*/ 97514 h 190557"/>
                <a:gd name="csX8" fmla="*/ 110934 w 170493"/>
                <a:gd name="csY8" fmla="*/ 141324 h 190557"/>
                <a:gd name="csX9" fmla="*/ 83124 w 170493"/>
                <a:gd name="csY9" fmla="*/ 165669 h 190557"/>
                <a:gd name="csX10" fmla="*/ 52316 w 170493"/>
                <a:gd name="csY10" fmla="*/ 184315 h 190557"/>
                <a:gd name="csX11" fmla="*/ 45405 w 170493"/>
                <a:gd name="csY11" fmla="*/ 187947 h 190557"/>
                <a:gd name="csX12" fmla="*/ 42276 w 170493"/>
                <a:gd name="csY12" fmla="*/ 189269 h 190557"/>
                <a:gd name="csX13" fmla="*/ 26704 w 170493"/>
                <a:gd name="csY13" fmla="*/ 187947 h 190557"/>
                <a:gd name="csX14" fmla="*/ 8655 w 170493"/>
                <a:gd name="csY14" fmla="*/ 178671 h 190557"/>
                <a:gd name="csX15" fmla="*/ 1111 w 170493"/>
                <a:gd name="csY15" fmla="*/ 168035 h 190557"/>
                <a:gd name="csX16" fmla="*/ 1502 w 170493"/>
                <a:gd name="csY16" fmla="*/ 148570 h 190557"/>
                <a:gd name="csX17" fmla="*/ 3551 w 170493"/>
                <a:gd name="csY17" fmla="*/ 134675 h 190557"/>
                <a:gd name="csX18" fmla="*/ 12305 w 170493"/>
                <a:gd name="csY18" fmla="*/ 119941 h 190557"/>
                <a:gd name="csX19" fmla="*/ 13982 w 170493"/>
                <a:gd name="csY19" fmla="*/ 115601 h 190557"/>
                <a:gd name="csX20" fmla="*/ 16087 w 170493"/>
                <a:gd name="csY20" fmla="*/ 107070 h 190557"/>
                <a:gd name="csX21" fmla="*/ 30932 w 170493"/>
                <a:gd name="csY21" fmla="*/ 88034 h 190557"/>
                <a:gd name="csX22" fmla="*/ 82621 w 170493"/>
                <a:gd name="csY22" fmla="*/ 40964 h 190557"/>
                <a:gd name="csX23" fmla="*/ 112256 w 170493"/>
                <a:gd name="csY23" fmla="*/ 13322 h 190557"/>
                <a:gd name="csX24" fmla="*/ 115553 w 170493"/>
                <a:gd name="csY24" fmla="*/ 8777 h 190557"/>
                <a:gd name="csX25" fmla="*/ 132615 w 170493"/>
                <a:gd name="csY25" fmla="*/ 339 h 190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0493" h="190557">
                  <a:moveTo>
                    <a:pt x="132615" y="339"/>
                  </a:moveTo>
                  <a:cubicBezTo>
                    <a:pt x="148727" y="3320"/>
                    <a:pt x="159437" y="13769"/>
                    <a:pt x="168602" y="26342"/>
                  </a:cubicBezTo>
                  <a:cubicBezTo>
                    <a:pt x="171321" y="30812"/>
                    <a:pt x="171526" y="34463"/>
                    <a:pt x="166422" y="37797"/>
                  </a:cubicBezTo>
                  <a:cubicBezTo>
                    <a:pt x="163480" y="39716"/>
                    <a:pt x="162176" y="43460"/>
                    <a:pt x="160816" y="46776"/>
                  </a:cubicBezTo>
                  <a:cubicBezTo>
                    <a:pt x="159382" y="50259"/>
                    <a:pt x="157966" y="53723"/>
                    <a:pt x="156066" y="57002"/>
                  </a:cubicBezTo>
                  <a:cubicBezTo>
                    <a:pt x="154148" y="60280"/>
                    <a:pt x="151819" y="62310"/>
                    <a:pt x="147423" y="60783"/>
                  </a:cubicBezTo>
                  <a:cubicBezTo>
                    <a:pt x="152266" y="66203"/>
                    <a:pt x="152266" y="68047"/>
                    <a:pt x="149770" y="73579"/>
                  </a:cubicBezTo>
                  <a:cubicBezTo>
                    <a:pt x="146138" y="81607"/>
                    <a:pt x="143083" y="89859"/>
                    <a:pt x="138576" y="97514"/>
                  </a:cubicBezTo>
                  <a:cubicBezTo>
                    <a:pt x="129802" y="112416"/>
                    <a:pt x="121961" y="127969"/>
                    <a:pt x="110934" y="141324"/>
                  </a:cubicBezTo>
                  <a:cubicBezTo>
                    <a:pt x="103092" y="150824"/>
                    <a:pt x="94561" y="159839"/>
                    <a:pt x="83124" y="165669"/>
                  </a:cubicBezTo>
                  <a:cubicBezTo>
                    <a:pt x="72451" y="171108"/>
                    <a:pt x="62448" y="177888"/>
                    <a:pt x="52316" y="184315"/>
                  </a:cubicBezTo>
                  <a:cubicBezTo>
                    <a:pt x="50080" y="185730"/>
                    <a:pt x="47827" y="186960"/>
                    <a:pt x="45405" y="187947"/>
                  </a:cubicBezTo>
                  <a:cubicBezTo>
                    <a:pt x="44418" y="188524"/>
                    <a:pt x="43598" y="189474"/>
                    <a:pt x="42276" y="189269"/>
                  </a:cubicBezTo>
                  <a:cubicBezTo>
                    <a:pt x="36874" y="191300"/>
                    <a:pt x="31957" y="190983"/>
                    <a:pt x="26704" y="187947"/>
                  </a:cubicBezTo>
                  <a:cubicBezTo>
                    <a:pt x="20874" y="184575"/>
                    <a:pt x="14522" y="182117"/>
                    <a:pt x="8655" y="178671"/>
                  </a:cubicBezTo>
                  <a:cubicBezTo>
                    <a:pt x="4445" y="176193"/>
                    <a:pt x="2061" y="172785"/>
                    <a:pt x="1111" y="168035"/>
                  </a:cubicBezTo>
                  <a:cubicBezTo>
                    <a:pt x="-193" y="161497"/>
                    <a:pt x="-677" y="155127"/>
                    <a:pt x="1502" y="148570"/>
                  </a:cubicBezTo>
                  <a:cubicBezTo>
                    <a:pt x="2973" y="144156"/>
                    <a:pt x="1968" y="139201"/>
                    <a:pt x="3551" y="134675"/>
                  </a:cubicBezTo>
                  <a:cubicBezTo>
                    <a:pt x="5469" y="129143"/>
                    <a:pt x="7109" y="123480"/>
                    <a:pt x="12305" y="119941"/>
                  </a:cubicBezTo>
                  <a:cubicBezTo>
                    <a:pt x="13907" y="118842"/>
                    <a:pt x="14429" y="117501"/>
                    <a:pt x="13982" y="115601"/>
                  </a:cubicBezTo>
                  <a:cubicBezTo>
                    <a:pt x="13218" y="112434"/>
                    <a:pt x="14448" y="109659"/>
                    <a:pt x="16087" y="107070"/>
                  </a:cubicBezTo>
                  <a:cubicBezTo>
                    <a:pt x="20408" y="100234"/>
                    <a:pt x="24618" y="93342"/>
                    <a:pt x="30932" y="88034"/>
                  </a:cubicBezTo>
                  <a:cubicBezTo>
                    <a:pt x="48795" y="73039"/>
                    <a:pt x="64348" y="55456"/>
                    <a:pt x="82621" y="40964"/>
                  </a:cubicBezTo>
                  <a:cubicBezTo>
                    <a:pt x="93294" y="32508"/>
                    <a:pt x="101564" y="21648"/>
                    <a:pt x="112256" y="13322"/>
                  </a:cubicBezTo>
                  <a:cubicBezTo>
                    <a:pt x="113728" y="12167"/>
                    <a:pt x="114659" y="10435"/>
                    <a:pt x="115553" y="8777"/>
                  </a:cubicBezTo>
                  <a:cubicBezTo>
                    <a:pt x="119781" y="898"/>
                    <a:pt x="123302" y="-853"/>
                    <a:pt x="132615" y="339"/>
                  </a:cubicBezTo>
                  <a:close/>
                </a:path>
              </a:pathLst>
            </a:custGeom>
            <a:solidFill>
              <a:srgbClr val="8B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C06C387F-A70A-812B-AFBD-3CDADD750C59}"/>
                </a:ext>
              </a:extLst>
            </p:cNvPr>
            <p:cNvSpPr/>
            <p:nvPr/>
          </p:nvSpPr>
          <p:spPr>
            <a:xfrm>
              <a:off x="1602084" y="5282579"/>
              <a:ext cx="168712" cy="195519"/>
            </a:xfrm>
            <a:custGeom>
              <a:avLst/>
              <a:gdLst>
                <a:gd name="csX0" fmla="*/ 151956 w 168712"/>
                <a:gd name="csY0" fmla="*/ 0 h 195519"/>
                <a:gd name="csX1" fmla="*/ 168701 w 168712"/>
                <a:gd name="csY1" fmla="*/ 55526 h 195519"/>
                <a:gd name="csX2" fmla="*/ 162257 w 168712"/>
                <a:gd name="csY2" fmla="*/ 76537 h 195519"/>
                <a:gd name="csX3" fmla="*/ 102204 w 168712"/>
                <a:gd name="csY3" fmla="*/ 141469 h 195519"/>
                <a:gd name="csX4" fmla="*/ 75121 w 168712"/>
                <a:gd name="csY4" fmla="*/ 165926 h 195519"/>
                <a:gd name="csX5" fmla="*/ 69794 w 168712"/>
                <a:gd name="csY5" fmla="*/ 166727 h 195519"/>
                <a:gd name="csX6" fmla="*/ 37756 w 168712"/>
                <a:gd name="csY6" fmla="*/ 187682 h 195519"/>
                <a:gd name="csX7" fmla="*/ 12368 w 168712"/>
                <a:gd name="csY7" fmla="*/ 195319 h 195519"/>
                <a:gd name="csX8" fmla="*/ 931 w 168712"/>
                <a:gd name="csY8" fmla="*/ 189340 h 195519"/>
                <a:gd name="csX9" fmla="*/ 3762 w 168712"/>
                <a:gd name="csY9" fmla="*/ 176301 h 195519"/>
                <a:gd name="csX10" fmla="*/ 21290 w 168712"/>
                <a:gd name="csY10" fmla="*/ 158904 h 195519"/>
                <a:gd name="csX11" fmla="*/ 25481 w 168712"/>
                <a:gd name="csY11" fmla="*/ 151099 h 195519"/>
                <a:gd name="csX12" fmla="*/ 37980 w 168712"/>
                <a:gd name="csY12" fmla="*/ 154452 h 195519"/>
                <a:gd name="csX13" fmla="*/ 24922 w 168712"/>
                <a:gd name="csY13" fmla="*/ 148454 h 195519"/>
                <a:gd name="csX14" fmla="*/ 27809 w 168712"/>
                <a:gd name="csY14" fmla="*/ 144673 h 195519"/>
                <a:gd name="csX15" fmla="*/ 70409 w 168712"/>
                <a:gd name="csY15" fmla="*/ 110661 h 195519"/>
                <a:gd name="csX16" fmla="*/ 82628 w 168712"/>
                <a:gd name="csY16" fmla="*/ 93711 h 195519"/>
                <a:gd name="csX17" fmla="*/ 83540 w 168712"/>
                <a:gd name="csY17" fmla="*/ 93152 h 195519"/>
                <a:gd name="csX18" fmla="*/ 85198 w 168712"/>
                <a:gd name="csY18" fmla="*/ 90973 h 195519"/>
                <a:gd name="csX19" fmla="*/ 108705 w 168712"/>
                <a:gd name="csY19" fmla="*/ 51186 h 195519"/>
                <a:gd name="csX20" fmla="*/ 109618 w 168712"/>
                <a:gd name="csY20" fmla="*/ 47945 h 195519"/>
                <a:gd name="csX21" fmla="*/ 115429 w 168712"/>
                <a:gd name="csY21" fmla="*/ 29430 h 195519"/>
                <a:gd name="csX22" fmla="*/ 116416 w 168712"/>
                <a:gd name="csY22" fmla="*/ 29020 h 195519"/>
                <a:gd name="csX23" fmla="*/ 136962 w 168712"/>
                <a:gd name="csY23" fmla="*/ 36303 h 195519"/>
                <a:gd name="csX24" fmla="*/ 131895 w 168712"/>
                <a:gd name="csY24" fmla="*/ 35130 h 195519"/>
                <a:gd name="csX25" fmla="*/ 116547 w 168712"/>
                <a:gd name="csY25" fmla="*/ 26245 h 195519"/>
                <a:gd name="csX26" fmla="*/ 131392 w 168712"/>
                <a:gd name="csY26" fmla="*/ 8941 h 195519"/>
                <a:gd name="csX27" fmla="*/ 146852 w 168712"/>
                <a:gd name="csY27" fmla="*/ 3967 h 195519"/>
                <a:gd name="csX28" fmla="*/ 151956 w 168712"/>
                <a:gd name="csY28" fmla="*/ 0 h 195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8712" h="195519">
                  <a:moveTo>
                    <a:pt x="151956" y="0"/>
                  </a:moveTo>
                  <a:cubicBezTo>
                    <a:pt x="160599" y="17584"/>
                    <a:pt x="168199" y="35540"/>
                    <a:pt x="168701" y="55526"/>
                  </a:cubicBezTo>
                  <a:cubicBezTo>
                    <a:pt x="168888" y="63107"/>
                    <a:pt x="166708" y="69775"/>
                    <a:pt x="162257" y="76537"/>
                  </a:cubicBezTo>
                  <a:cubicBezTo>
                    <a:pt x="145753" y="101534"/>
                    <a:pt x="123010" y="120589"/>
                    <a:pt x="102204" y="141469"/>
                  </a:cubicBezTo>
                  <a:cubicBezTo>
                    <a:pt x="93655" y="150056"/>
                    <a:pt x="83466" y="157004"/>
                    <a:pt x="75121" y="165926"/>
                  </a:cubicBezTo>
                  <a:cubicBezTo>
                    <a:pt x="72979" y="163710"/>
                    <a:pt x="71433" y="165516"/>
                    <a:pt x="69794" y="166727"/>
                  </a:cubicBezTo>
                  <a:cubicBezTo>
                    <a:pt x="59493" y="174290"/>
                    <a:pt x="49472" y="182467"/>
                    <a:pt x="37756" y="187682"/>
                  </a:cubicBezTo>
                  <a:cubicBezTo>
                    <a:pt x="29728" y="191277"/>
                    <a:pt x="21942" y="196623"/>
                    <a:pt x="12368" y="195319"/>
                  </a:cubicBezTo>
                  <a:cubicBezTo>
                    <a:pt x="7879" y="194704"/>
                    <a:pt x="3148" y="194108"/>
                    <a:pt x="931" y="189340"/>
                  </a:cubicBezTo>
                  <a:cubicBezTo>
                    <a:pt x="-1379" y="184385"/>
                    <a:pt x="1006" y="180380"/>
                    <a:pt x="3762" y="176301"/>
                  </a:cubicBezTo>
                  <a:cubicBezTo>
                    <a:pt x="8475" y="169316"/>
                    <a:pt x="14547" y="163728"/>
                    <a:pt x="21290" y="158904"/>
                  </a:cubicBezTo>
                  <a:cubicBezTo>
                    <a:pt x="24214" y="156818"/>
                    <a:pt x="25462" y="154433"/>
                    <a:pt x="25481" y="151099"/>
                  </a:cubicBezTo>
                  <a:cubicBezTo>
                    <a:pt x="30324" y="150708"/>
                    <a:pt x="34087" y="153949"/>
                    <a:pt x="37980" y="154452"/>
                  </a:cubicBezTo>
                  <a:cubicBezTo>
                    <a:pt x="34198" y="152366"/>
                    <a:pt x="28461" y="152701"/>
                    <a:pt x="24922" y="148454"/>
                  </a:cubicBezTo>
                  <a:cubicBezTo>
                    <a:pt x="24755" y="146350"/>
                    <a:pt x="26431" y="145586"/>
                    <a:pt x="27809" y="144673"/>
                  </a:cubicBezTo>
                  <a:cubicBezTo>
                    <a:pt x="43065" y="134652"/>
                    <a:pt x="56848" y="122731"/>
                    <a:pt x="70409" y="110661"/>
                  </a:cubicBezTo>
                  <a:cubicBezTo>
                    <a:pt x="75475" y="106153"/>
                    <a:pt x="81026" y="101105"/>
                    <a:pt x="82628" y="93711"/>
                  </a:cubicBezTo>
                  <a:cubicBezTo>
                    <a:pt x="82907" y="93450"/>
                    <a:pt x="83205" y="93189"/>
                    <a:pt x="83540" y="93152"/>
                  </a:cubicBezTo>
                  <a:cubicBezTo>
                    <a:pt x="85012" y="92966"/>
                    <a:pt x="85515" y="92351"/>
                    <a:pt x="85198" y="90973"/>
                  </a:cubicBezTo>
                  <a:cubicBezTo>
                    <a:pt x="97753" y="80504"/>
                    <a:pt x="104682" y="66702"/>
                    <a:pt x="108705" y="51186"/>
                  </a:cubicBezTo>
                  <a:cubicBezTo>
                    <a:pt x="108984" y="50106"/>
                    <a:pt x="109040" y="48895"/>
                    <a:pt x="109618" y="47945"/>
                  </a:cubicBezTo>
                  <a:cubicBezTo>
                    <a:pt x="113138" y="42264"/>
                    <a:pt x="114181" y="35819"/>
                    <a:pt x="115429" y="29430"/>
                  </a:cubicBezTo>
                  <a:cubicBezTo>
                    <a:pt x="115746" y="29207"/>
                    <a:pt x="116156" y="28890"/>
                    <a:pt x="116416" y="29020"/>
                  </a:cubicBezTo>
                  <a:cubicBezTo>
                    <a:pt x="123159" y="32168"/>
                    <a:pt x="129809" y="35558"/>
                    <a:pt x="136962" y="36303"/>
                  </a:cubicBezTo>
                  <a:cubicBezTo>
                    <a:pt x="135993" y="34925"/>
                    <a:pt x="133683" y="35651"/>
                    <a:pt x="131895" y="35130"/>
                  </a:cubicBezTo>
                  <a:cubicBezTo>
                    <a:pt x="126009" y="33453"/>
                    <a:pt x="119974" y="32131"/>
                    <a:pt x="116547" y="26245"/>
                  </a:cubicBezTo>
                  <a:cubicBezTo>
                    <a:pt x="121166" y="20210"/>
                    <a:pt x="125134" y="13635"/>
                    <a:pt x="131392" y="8941"/>
                  </a:cubicBezTo>
                  <a:cubicBezTo>
                    <a:pt x="136030" y="5458"/>
                    <a:pt x="140910" y="2738"/>
                    <a:pt x="146852" y="3967"/>
                  </a:cubicBezTo>
                  <a:cubicBezTo>
                    <a:pt x="150615" y="4768"/>
                    <a:pt x="150354" y="1416"/>
                    <a:pt x="151956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52F036D-1B89-7859-D4CE-63DFDFECC87D}"/>
                </a:ext>
              </a:extLst>
            </p:cNvPr>
            <p:cNvSpPr/>
            <p:nvPr/>
          </p:nvSpPr>
          <p:spPr>
            <a:xfrm>
              <a:off x="2027145" y="5206918"/>
              <a:ext cx="300690" cy="88824"/>
            </a:xfrm>
            <a:custGeom>
              <a:avLst/>
              <a:gdLst>
                <a:gd name="csX0" fmla="*/ 0 w 300690"/>
                <a:gd name="csY0" fmla="*/ 0 h 88824"/>
                <a:gd name="csX1" fmla="*/ 10897 w 300690"/>
                <a:gd name="csY1" fmla="*/ 3632 h 88824"/>
                <a:gd name="csX2" fmla="*/ 36657 w 300690"/>
                <a:gd name="csY2" fmla="*/ 11120 h 88824"/>
                <a:gd name="csX3" fmla="*/ 60015 w 300690"/>
                <a:gd name="csY3" fmla="*/ 16671 h 88824"/>
                <a:gd name="csX4" fmla="*/ 69403 w 300690"/>
                <a:gd name="csY4" fmla="*/ 9928 h 88824"/>
                <a:gd name="csX5" fmla="*/ 70837 w 300690"/>
                <a:gd name="csY5" fmla="*/ 12480 h 88824"/>
                <a:gd name="csX6" fmla="*/ 71769 w 300690"/>
                <a:gd name="csY6" fmla="*/ 6631 h 88824"/>
                <a:gd name="csX7" fmla="*/ 72700 w 300690"/>
                <a:gd name="csY7" fmla="*/ 11437 h 88824"/>
                <a:gd name="csX8" fmla="*/ 80002 w 300690"/>
                <a:gd name="csY8" fmla="*/ 21141 h 88824"/>
                <a:gd name="csX9" fmla="*/ 115169 w 300690"/>
                <a:gd name="csY9" fmla="*/ 30678 h 88824"/>
                <a:gd name="csX10" fmla="*/ 133032 w 300690"/>
                <a:gd name="csY10" fmla="*/ 36657 h 88824"/>
                <a:gd name="csX11" fmla="*/ 140501 w 300690"/>
                <a:gd name="csY11" fmla="*/ 31758 h 88824"/>
                <a:gd name="csX12" fmla="*/ 141563 w 300690"/>
                <a:gd name="csY12" fmla="*/ 24699 h 88824"/>
                <a:gd name="csX13" fmla="*/ 142792 w 300690"/>
                <a:gd name="csY13" fmla="*/ 31069 h 88824"/>
                <a:gd name="csX14" fmla="*/ 143854 w 300690"/>
                <a:gd name="csY14" fmla="*/ 37011 h 88824"/>
                <a:gd name="csX15" fmla="*/ 147989 w 300690"/>
                <a:gd name="csY15" fmla="*/ 40718 h 88824"/>
                <a:gd name="csX16" fmla="*/ 197256 w 300690"/>
                <a:gd name="csY16" fmla="*/ 49882 h 88824"/>
                <a:gd name="csX17" fmla="*/ 219608 w 300690"/>
                <a:gd name="csY17" fmla="*/ 54520 h 88824"/>
                <a:gd name="csX18" fmla="*/ 236689 w 300690"/>
                <a:gd name="csY18" fmla="*/ 57258 h 88824"/>
                <a:gd name="csX19" fmla="*/ 256303 w 300690"/>
                <a:gd name="csY19" fmla="*/ 58562 h 88824"/>
                <a:gd name="csX20" fmla="*/ 263754 w 300690"/>
                <a:gd name="csY20" fmla="*/ 52415 h 88824"/>
                <a:gd name="csX21" fmla="*/ 265337 w 300690"/>
                <a:gd name="csY21" fmla="*/ 49882 h 88824"/>
                <a:gd name="csX22" fmla="*/ 267106 w 300690"/>
                <a:gd name="csY22" fmla="*/ 52229 h 88824"/>
                <a:gd name="csX23" fmla="*/ 275600 w 300690"/>
                <a:gd name="csY23" fmla="*/ 59754 h 88824"/>
                <a:gd name="csX24" fmla="*/ 293556 w 300690"/>
                <a:gd name="csY24" fmla="*/ 66367 h 88824"/>
                <a:gd name="csX25" fmla="*/ 296592 w 300690"/>
                <a:gd name="csY25" fmla="*/ 72122 h 88824"/>
                <a:gd name="csX26" fmla="*/ 300690 w 300690"/>
                <a:gd name="csY26" fmla="*/ 75550 h 88824"/>
                <a:gd name="csX27" fmla="*/ 265989 w 300690"/>
                <a:gd name="csY27" fmla="*/ 85794 h 88824"/>
                <a:gd name="csX28" fmla="*/ 120570 w 300690"/>
                <a:gd name="csY28" fmla="*/ 72309 h 88824"/>
                <a:gd name="csX29" fmla="*/ 36862 w 300690"/>
                <a:gd name="csY29" fmla="*/ 47274 h 88824"/>
                <a:gd name="csX30" fmla="*/ 23470 w 300690"/>
                <a:gd name="csY30" fmla="*/ 37663 h 88824"/>
                <a:gd name="csX31" fmla="*/ 7227 w 300690"/>
                <a:gd name="csY31" fmla="*/ 21290 h 88824"/>
                <a:gd name="csX32" fmla="*/ 782 w 300690"/>
                <a:gd name="csY32" fmla="*/ 8978 h 88824"/>
                <a:gd name="csX33" fmla="*/ 0 w 300690"/>
                <a:gd name="csY33" fmla="*/ 0 h 88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300690" h="88824">
                  <a:moveTo>
                    <a:pt x="0" y="0"/>
                  </a:moveTo>
                  <a:cubicBezTo>
                    <a:pt x="3129" y="2738"/>
                    <a:pt x="7004" y="2980"/>
                    <a:pt x="10897" y="3632"/>
                  </a:cubicBezTo>
                  <a:cubicBezTo>
                    <a:pt x="19744" y="5104"/>
                    <a:pt x="27754" y="9537"/>
                    <a:pt x="36657" y="11120"/>
                  </a:cubicBezTo>
                  <a:cubicBezTo>
                    <a:pt x="44518" y="12517"/>
                    <a:pt x="52304" y="14566"/>
                    <a:pt x="60015" y="16671"/>
                  </a:cubicBezTo>
                  <a:cubicBezTo>
                    <a:pt x="67354" y="18682"/>
                    <a:pt x="69068" y="17602"/>
                    <a:pt x="69403" y="9928"/>
                  </a:cubicBezTo>
                  <a:cubicBezTo>
                    <a:pt x="71415" y="9965"/>
                    <a:pt x="71023" y="11232"/>
                    <a:pt x="70837" y="12480"/>
                  </a:cubicBezTo>
                  <a:cubicBezTo>
                    <a:pt x="71638" y="10636"/>
                    <a:pt x="69422" y="8214"/>
                    <a:pt x="71769" y="6631"/>
                  </a:cubicBezTo>
                  <a:cubicBezTo>
                    <a:pt x="73147" y="8028"/>
                    <a:pt x="72923" y="9835"/>
                    <a:pt x="72700" y="11437"/>
                  </a:cubicBezTo>
                  <a:cubicBezTo>
                    <a:pt x="71918" y="17192"/>
                    <a:pt x="74283" y="19763"/>
                    <a:pt x="80002" y="21141"/>
                  </a:cubicBezTo>
                  <a:cubicBezTo>
                    <a:pt x="91792" y="23972"/>
                    <a:pt x="103639" y="26468"/>
                    <a:pt x="115169" y="30678"/>
                  </a:cubicBezTo>
                  <a:cubicBezTo>
                    <a:pt x="120962" y="32783"/>
                    <a:pt x="127220" y="34068"/>
                    <a:pt x="133032" y="36657"/>
                  </a:cubicBezTo>
                  <a:cubicBezTo>
                    <a:pt x="137055" y="38445"/>
                    <a:pt x="139756" y="36378"/>
                    <a:pt x="140501" y="31758"/>
                  </a:cubicBezTo>
                  <a:cubicBezTo>
                    <a:pt x="140873" y="29411"/>
                    <a:pt x="139681" y="26822"/>
                    <a:pt x="141563" y="24699"/>
                  </a:cubicBezTo>
                  <a:cubicBezTo>
                    <a:pt x="143556" y="26524"/>
                    <a:pt x="142550" y="28927"/>
                    <a:pt x="142792" y="31069"/>
                  </a:cubicBezTo>
                  <a:cubicBezTo>
                    <a:pt x="143016" y="33081"/>
                    <a:pt x="142308" y="35242"/>
                    <a:pt x="143854" y="37011"/>
                  </a:cubicBezTo>
                  <a:cubicBezTo>
                    <a:pt x="144059" y="39582"/>
                    <a:pt x="145772" y="40103"/>
                    <a:pt x="147989" y="40718"/>
                  </a:cubicBezTo>
                  <a:cubicBezTo>
                    <a:pt x="164175" y="45151"/>
                    <a:pt x="180958" y="46287"/>
                    <a:pt x="197256" y="49882"/>
                  </a:cubicBezTo>
                  <a:cubicBezTo>
                    <a:pt x="204670" y="51521"/>
                    <a:pt x="212549" y="50776"/>
                    <a:pt x="219608" y="54520"/>
                  </a:cubicBezTo>
                  <a:cubicBezTo>
                    <a:pt x="224842" y="57314"/>
                    <a:pt x="230989" y="56495"/>
                    <a:pt x="236689" y="57258"/>
                  </a:cubicBezTo>
                  <a:cubicBezTo>
                    <a:pt x="243134" y="58115"/>
                    <a:pt x="249765" y="57612"/>
                    <a:pt x="256303" y="58562"/>
                  </a:cubicBezTo>
                  <a:cubicBezTo>
                    <a:pt x="260624" y="59195"/>
                    <a:pt x="264406" y="58301"/>
                    <a:pt x="263754" y="52415"/>
                  </a:cubicBezTo>
                  <a:cubicBezTo>
                    <a:pt x="263623" y="51279"/>
                    <a:pt x="263884" y="49957"/>
                    <a:pt x="265337" y="49882"/>
                  </a:cubicBezTo>
                  <a:cubicBezTo>
                    <a:pt x="266808" y="49808"/>
                    <a:pt x="267181" y="51037"/>
                    <a:pt x="267106" y="52229"/>
                  </a:cubicBezTo>
                  <a:cubicBezTo>
                    <a:pt x="266715" y="58394"/>
                    <a:pt x="271242" y="59009"/>
                    <a:pt x="275600" y="59754"/>
                  </a:cubicBezTo>
                  <a:cubicBezTo>
                    <a:pt x="282008" y="60835"/>
                    <a:pt x="288788" y="60723"/>
                    <a:pt x="293556" y="66367"/>
                  </a:cubicBezTo>
                  <a:cubicBezTo>
                    <a:pt x="295028" y="68099"/>
                    <a:pt x="296686" y="69515"/>
                    <a:pt x="296592" y="72122"/>
                  </a:cubicBezTo>
                  <a:cubicBezTo>
                    <a:pt x="296481" y="74805"/>
                    <a:pt x="298269" y="75661"/>
                    <a:pt x="300690" y="75550"/>
                  </a:cubicBezTo>
                  <a:cubicBezTo>
                    <a:pt x="290278" y="82870"/>
                    <a:pt x="277984" y="83932"/>
                    <a:pt x="265989" y="85794"/>
                  </a:cubicBezTo>
                  <a:cubicBezTo>
                    <a:pt x="216405" y="93450"/>
                    <a:pt x="168311" y="85738"/>
                    <a:pt x="120570" y="72309"/>
                  </a:cubicBezTo>
                  <a:cubicBezTo>
                    <a:pt x="92519" y="64429"/>
                    <a:pt x="64802" y="55489"/>
                    <a:pt x="36862" y="47274"/>
                  </a:cubicBezTo>
                  <a:cubicBezTo>
                    <a:pt x="31125" y="45598"/>
                    <a:pt x="26934" y="42376"/>
                    <a:pt x="23470" y="37663"/>
                  </a:cubicBezTo>
                  <a:cubicBezTo>
                    <a:pt x="18869" y="31423"/>
                    <a:pt x="13504" y="25761"/>
                    <a:pt x="7227" y="21290"/>
                  </a:cubicBezTo>
                  <a:cubicBezTo>
                    <a:pt x="2682" y="18049"/>
                    <a:pt x="1006" y="14119"/>
                    <a:pt x="782" y="8978"/>
                  </a:cubicBezTo>
                  <a:cubicBezTo>
                    <a:pt x="577" y="5998"/>
                    <a:pt x="242" y="2999"/>
                    <a:pt x="0" y="0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B4FF958-EFB3-6007-758C-A8C0B5ABEBFC}"/>
                </a:ext>
              </a:extLst>
            </p:cNvPr>
            <p:cNvSpPr/>
            <p:nvPr/>
          </p:nvSpPr>
          <p:spPr>
            <a:xfrm>
              <a:off x="1787742" y="5125126"/>
              <a:ext cx="127011" cy="147945"/>
            </a:xfrm>
            <a:custGeom>
              <a:avLst/>
              <a:gdLst>
                <a:gd name="csX0" fmla="*/ 89458 w 127011"/>
                <a:gd name="csY0" fmla="*/ 4808 h 147945"/>
                <a:gd name="csX1" fmla="*/ 117416 w 127011"/>
                <a:gd name="csY1" fmla="*/ 9092 h 147945"/>
                <a:gd name="csX2" fmla="*/ 126972 w 127011"/>
                <a:gd name="csY2" fmla="*/ 31649 h 147945"/>
                <a:gd name="csX3" fmla="*/ 119689 w 127011"/>
                <a:gd name="csY3" fmla="*/ 87957 h 147945"/>
                <a:gd name="csX4" fmla="*/ 87502 w 127011"/>
                <a:gd name="csY4" fmla="*/ 128060 h 147945"/>
                <a:gd name="csX5" fmla="*/ 43562 w 127011"/>
                <a:gd name="csY5" fmla="*/ 147674 h 147945"/>
                <a:gd name="csX6" fmla="*/ 18770 w 127011"/>
                <a:gd name="csY6" fmla="*/ 139199 h 147945"/>
                <a:gd name="csX7" fmla="*/ 31 w 127011"/>
                <a:gd name="csY7" fmla="*/ 99692 h 147945"/>
                <a:gd name="csX8" fmla="*/ 9959 w 127011"/>
                <a:gd name="csY8" fmla="*/ 50108 h 147945"/>
                <a:gd name="csX9" fmla="*/ 23985 w 127011"/>
                <a:gd name="csY9" fmla="*/ 36604 h 147945"/>
                <a:gd name="csX10" fmla="*/ 33708 w 127011"/>
                <a:gd name="csY10" fmla="*/ 28240 h 147945"/>
                <a:gd name="csX11" fmla="*/ 48684 w 127011"/>
                <a:gd name="csY11" fmla="*/ 2424 h 147945"/>
                <a:gd name="csX12" fmla="*/ 55762 w 127011"/>
                <a:gd name="csY12" fmla="*/ 170 h 147945"/>
                <a:gd name="csX13" fmla="*/ 81299 w 127011"/>
                <a:gd name="csY13" fmla="*/ 6503 h 147945"/>
                <a:gd name="csX14" fmla="*/ 89458 w 127011"/>
                <a:gd name="csY14" fmla="*/ 4808 h 147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011" h="147945">
                  <a:moveTo>
                    <a:pt x="89458" y="4808"/>
                  </a:moveTo>
                  <a:cubicBezTo>
                    <a:pt x="99088" y="4305"/>
                    <a:pt x="109239" y="2610"/>
                    <a:pt x="117416" y="9092"/>
                  </a:cubicBezTo>
                  <a:cubicBezTo>
                    <a:pt x="124364" y="14587"/>
                    <a:pt x="127400" y="22708"/>
                    <a:pt x="126972" y="31649"/>
                  </a:cubicBezTo>
                  <a:cubicBezTo>
                    <a:pt x="126096" y="50611"/>
                    <a:pt x="124811" y="69722"/>
                    <a:pt x="119689" y="87957"/>
                  </a:cubicBezTo>
                  <a:cubicBezTo>
                    <a:pt x="114790" y="105392"/>
                    <a:pt x="102515" y="118319"/>
                    <a:pt x="87502" y="128060"/>
                  </a:cubicBezTo>
                  <a:cubicBezTo>
                    <a:pt x="73960" y="136871"/>
                    <a:pt x="60102" y="145234"/>
                    <a:pt x="43562" y="147674"/>
                  </a:cubicBezTo>
                  <a:cubicBezTo>
                    <a:pt x="33634" y="149146"/>
                    <a:pt x="26313" y="144396"/>
                    <a:pt x="18770" y="139199"/>
                  </a:cubicBezTo>
                  <a:cubicBezTo>
                    <a:pt x="4837" y="129569"/>
                    <a:pt x="217" y="115767"/>
                    <a:pt x="31" y="99692"/>
                  </a:cubicBezTo>
                  <a:cubicBezTo>
                    <a:pt x="-174" y="82444"/>
                    <a:pt x="366" y="65401"/>
                    <a:pt x="9959" y="50108"/>
                  </a:cubicBezTo>
                  <a:cubicBezTo>
                    <a:pt x="13517" y="44427"/>
                    <a:pt x="17969" y="39658"/>
                    <a:pt x="23985" y="36604"/>
                  </a:cubicBezTo>
                  <a:cubicBezTo>
                    <a:pt x="27953" y="34592"/>
                    <a:pt x="31436" y="31910"/>
                    <a:pt x="33708" y="28240"/>
                  </a:cubicBezTo>
                  <a:cubicBezTo>
                    <a:pt x="38942" y="19784"/>
                    <a:pt x="43729" y="11048"/>
                    <a:pt x="48684" y="2424"/>
                  </a:cubicBezTo>
                  <a:cubicBezTo>
                    <a:pt x="50454" y="-165"/>
                    <a:pt x="53117" y="-203"/>
                    <a:pt x="55762" y="170"/>
                  </a:cubicBezTo>
                  <a:cubicBezTo>
                    <a:pt x="64479" y="1418"/>
                    <a:pt x="73308" y="2461"/>
                    <a:pt x="81299" y="6503"/>
                  </a:cubicBezTo>
                  <a:cubicBezTo>
                    <a:pt x="84764" y="8254"/>
                    <a:pt x="86980" y="6447"/>
                    <a:pt x="89458" y="4808"/>
                  </a:cubicBezTo>
                  <a:close/>
                </a:path>
              </a:pathLst>
            </a:custGeom>
            <a:solidFill>
              <a:srgbClr val="81B7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A1D0FA-80AB-6E69-430A-8D4BE1D29A2A}"/>
                </a:ext>
              </a:extLst>
            </p:cNvPr>
            <p:cNvSpPr/>
            <p:nvPr/>
          </p:nvSpPr>
          <p:spPr>
            <a:xfrm>
              <a:off x="1881231" y="5037126"/>
              <a:ext cx="121922" cy="89318"/>
            </a:xfrm>
            <a:custGeom>
              <a:avLst/>
              <a:gdLst>
                <a:gd name="csX0" fmla="*/ 5357 w 121922"/>
                <a:gd name="csY0" fmla="*/ 88431 h 89318"/>
                <a:gd name="csX1" fmla="*/ 1222 w 121922"/>
                <a:gd name="csY1" fmla="*/ 81296 h 89318"/>
                <a:gd name="csX2" fmla="*/ 6828 w 121922"/>
                <a:gd name="csY2" fmla="*/ 75094 h 89318"/>
                <a:gd name="csX3" fmla="*/ 11857 w 121922"/>
                <a:gd name="csY3" fmla="*/ 68016 h 89318"/>
                <a:gd name="csX4" fmla="*/ 16197 w 121922"/>
                <a:gd name="csY4" fmla="*/ 54027 h 89318"/>
                <a:gd name="csX5" fmla="*/ 27206 w 121922"/>
                <a:gd name="csY5" fmla="*/ 27764 h 89318"/>
                <a:gd name="csX6" fmla="*/ 78653 w 121922"/>
                <a:gd name="csY6" fmla="*/ 252 h 89318"/>
                <a:gd name="csX7" fmla="*/ 104953 w 121922"/>
                <a:gd name="csY7" fmla="*/ 2264 h 89318"/>
                <a:gd name="csX8" fmla="*/ 120004 w 121922"/>
                <a:gd name="csY8" fmla="*/ 33277 h 89318"/>
                <a:gd name="csX9" fmla="*/ 116334 w 121922"/>
                <a:gd name="csY9" fmla="*/ 43950 h 89318"/>
                <a:gd name="csX10" fmla="*/ 82397 w 121922"/>
                <a:gd name="csY10" fmla="*/ 83830 h 89318"/>
                <a:gd name="csX11" fmla="*/ 44082 w 121922"/>
                <a:gd name="csY11" fmla="*/ 86437 h 89318"/>
                <a:gd name="csX12" fmla="*/ 29944 w 121922"/>
                <a:gd name="csY12" fmla="*/ 82619 h 89318"/>
                <a:gd name="csX13" fmla="*/ 5357 w 121922"/>
                <a:gd name="csY13" fmla="*/ 88431 h 89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1922" h="89318">
                  <a:moveTo>
                    <a:pt x="5357" y="88431"/>
                  </a:moveTo>
                  <a:cubicBezTo>
                    <a:pt x="-306" y="87760"/>
                    <a:pt x="-1107" y="86382"/>
                    <a:pt x="1222" y="81296"/>
                  </a:cubicBezTo>
                  <a:cubicBezTo>
                    <a:pt x="2432" y="78633"/>
                    <a:pt x="4425" y="76565"/>
                    <a:pt x="6828" y="75094"/>
                  </a:cubicBezTo>
                  <a:cubicBezTo>
                    <a:pt x="9604" y="73399"/>
                    <a:pt x="11317" y="71201"/>
                    <a:pt x="11857" y="68016"/>
                  </a:cubicBezTo>
                  <a:cubicBezTo>
                    <a:pt x="15601" y="64067"/>
                    <a:pt x="16980" y="59336"/>
                    <a:pt x="16197" y="54027"/>
                  </a:cubicBezTo>
                  <a:cubicBezTo>
                    <a:pt x="14577" y="43037"/>
                    <a:pt x="19327" y="34506"/>
                    <a:pt x="27206" y="27764"/>
                  </a:cubicBezTo>
                  <a:cubicBezTo>
                    <a:pt x="42275" y="14837"/>
                    <a:pt x="58685" y="4126"/>
                    <a:pt x="78653" y="252"/>
                  </a:cubicBezTo>
                  <a:cubicBezTo>
                    <a:pt x="87500" y="-251"/>
                    <a:pt x="96255" y="-195"/>
                    <a:pt x="104953" y="2264"/>
                  </a:cubicBezTo>
                  <a:cubicBezTo>
                    <a:pt x="118551" y="6119"/>
                    <a:pt x="125573" y="20331"/>
                    <a:pt x="120004" y="33277"/>
                  </a:cubicBezTo>
                  <a:cubicBezTo>
                    <a:pt x="118514" y="36723"/>
                    <a:pt x="117396" y="40337"/>
                    <a:pt x="116334" y="43950"/>
                  </a:cubicBezTo>
                  <a:cubicBezTo>
                    <a:pt x="110989" y="62335"/>
                    <a:pt x="97950" y="74479"/>
                    <a:pt x="82397" y="83830"/>
                  </a:cubicBezTo>
                  <a:cubicBezTo>
                    <a:pt x="70513" y="90945"/>
                    <a:pt x="57195" y="90386"/>
                    <a:pt x="44082" y="86437"/>
                  </a:cubicBezTo>
                  <a:cubicBezTo>
                    <a:pt x="39406" y="85040"/>
                    <a:pt x="34787" y="83532"/>
                    <a:pt x="29944" y="82619"/>
                  </a:cubicBezTo>
                  <a:cubicBezTo>
                    <a:pt x="20780" y="80943"/>
                    <a:pt x="12994" y="84221"/>
                    <a:pt x="5357" y="88431"/>
                  </a:cubicBezTo>
                  <a:close/>
                </a:path>
              </a:pathLst>
            </a:custGeom>
            <a:solidFill>
              <a:srgbClr val="84BB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9A4CD81-3430-93BA-393F-DB159F2456F3}"/>
                </a:ext>
              </a:extLst>
            </p:cNvPr>
            <p:cNvSpPr/>
            <p:nvPr/>
          </p:nvSpPr>
          <p:spPr>
            <a:xfrm>
              <a:off x="1957297" y="4812061"/>
              <a:ext cx="151804" cy="223362"/>
            </a:xfrm>
            <a:custGeom>
              <a:avLst/>
              <a:gdLst>
                <a:gd name="csX0" fmla="*/ 151805 w 151804"/>
                <a:gd name="csY0" fmla="*/ 1388 h 223362"/>
                <a:gd name="csX1" fmla="*/ 139828 w 151804"/>
                <a:gd name="csY1" fmla="*/ 3865 h 223362"/>
                <a:gd name="csX2" fmla="*/ 138021 w 151804"/>
                <a:gd name="csY2" fmla="*/ 5728 h 223362"/>
                <a:gd name="csX3" fmla="*/ 122617 w 151804"/>
                <a:gd name="csY3" fmla="*/ 24410 h 223362"/>
                <a:gd name="csX4" fmla="*/ 70387 w 151804"/>
                <a:gd name="csY4" fmla="*/ 72877 h 223362"/>
                <a:gd name="csX5" fmla="*/ 50289 w 151804"/>
                <a:gd name="csY5" fmla="*/ 90814 h 223362"/>
                <a:gd name="csX6" fmla="*/ 36338 w 151804"/>
                <a:gd name="csY6" fmla="*/ 108994 h 223362"/>
                <a:gd name="csX7" fmla="*/ 34848 w 151804"/>
                <a:gd name="csY7" fmla="*/ 117413 h 223362"/>
                <a:gd name="csX8" fmla="*/ 33786 w 151804"/>
                <a:gd name="csY8" fmla="*/ 121343 h 223362"/>
                <a:gd name="csX9" fmla="*/ 22834 w 151804"/>
                <a:gd name="csY9" fmla="*/ 145222 h 223362"/>
                <a:gd name="csX10" fmla="*/ 21474 w 151804"/>
                <a:gd name="csY10" fmla="*/ 152319 h 223362"/>
                <a:gd name="csX11" fmla="*/ 30620 w 151804"/>
                <a:gd name="csY11" fmla="*/ 179440 h 223362"/>
                <a:gd name="csX12" fmla="*/ 50997 w 151804"/>
                <a:gd name="csY12" fmla="*/ 189908 h 223362"/>
                <a:gd name="csX13" fmla="*/ 61465 w 151804"/>
                <a:gd name="csY13" fmla="*/ 190299 h 223362"/>
                <a:gd name="csX14" fmla="*/ 26652 w 151804"/>
                <a:gd name="csY14" fmla="*/ 221759 h 223362"/>
                <a:gd name="csX15" fmla="*/ 22834 w 151804"/>
                <a:gd name="csY15" fmla="*/ 223324 h 223362"/>
                <a:gd name="csX16" fmla="*/ 4412 w 151804"/>
                <a:gd name="csY16" fmla="*/ 222653 h 223362"/>
                <a:gd name="csX17" fmla="*/ 12757 w 151804"/>
                <a:gd name="csY17" fmla="*/ 208590 h 223362"/>
                <a:gd name="csX18" fmla="*/ 14135 w 151804"/>
                <a:gd name="csY18" fmla="*/ 169512 h 223362"/>
                <a:gd name="csX19" fmla="*/ 4859 w 151804"/>
                <a:gd name="csY19" fmla="*/ 154685 h 223362"/>
                <a:gd name="csX20" fmla="*/ 1860 w 151804"/>
                <a:gd name="csY20" fmla="*/ 127602 h 223362"/>
                <a:gd name="csX21" fmla="*/ 11360 w 151804"/>
                <a:gd name="csY21" fmla="*/ 95769 h 223362"/>
                <a:gd name="csX22" fmla="*/ 33283 w 151804"/>
                <a:gd name="csY22" fmla="*/ 62017 h 223362"/>
                <a:gd name="csX23" fmla="*/ 96297 w 151804"/>
                <a:gd name="csY23" fmla="*/ 11576 h 223362"/>
                <a:gd name="csX24" fmla="*/ 145229 w 151804"/>
                <a:gd name="csY24" fmla="*/ 84 h 223362"/>
                <a:gd name="csX25" fmla="*/ 151805 w 151804"/>
                <a:gd name="csY25" fmla="*/ 1388 h 223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1804" h="223362">
                  <a:moveTo>
                    <a:pt x="151805" y="1388"/>
                  </a:moveTo>
                  <a:cubicBezTo>
                    <a:pt x="147483" y="624"/>
                    <a:pt x="143963" y="3735"/>
                    <a:pt x="139828" y="3865"/>
                  </a:cubicBezTo>
                  <a:cubicBezTo>
                    <a:pt x="138747" y="3902"/>
                    <a:pt x="138226" y="4759"/>
                    <a:pt x="138021" y="5728"/>
                  </a:cubicBezTo>
                  <a:cubicBezTo>
                    <a:pt x="136158" y="14650"/>
                    <a:pt x="128130" y="18524"/>
                    <a:pt x="122617" y="24410"/>
                  </a:cubicBezTo>
                  <a:cubicBezTo>
                    <a:pt x="106356" y="41789"/>
                    <a:pt x="86630" y="55423"/>
                    <a:pt x="70387" y="72877"/>
                  </a:cubicBezTo>
                  <a:cubicBezTo>
                    <a:pt x="64297" y="79415"/>
                    <a:pt x="57200" y="85077"/>
                    <a:pt x="50289" y="90814"/>
                  </a:cubicBezTo>
                  <a:cubicBezTo>
                    <a:pt x="44217" y="95862"/>
                    <a:pt x="40603" y="102661"/>
                    <a:pt x="36338" y="108994"/>
                  </a:cubicBezTo>
                  <a:cubicBezTo>
                    <a:pt x="34680" y="111452"/>
                    <a:pt x="33209" y="114153"/>
                    <a:pt x="34848" y="117413"/>
                  </a:cubicBezTo>
                  <a:cubicBezTo>
                    <a:pt x="35537" y="118773"/>
                    <a:pt x="35425" y="120337"/>
                    <a:pt x="33786" y="121343"/>
                  </a:cubicBezTo>
                  <a:cubicBezTo>
                    <a:pt x="24734" y="126801"/>
                    <a:pt x="23709" y="136021"/>
                    <a:pt x="22834" y="145222"/>
                  </a:cubicBezTo>
                  <a:cubicBezTo>
                    <a:pt x="22591" y="147663"/>
                    <a:pt x="22405" y="149972"/>
                    <a:pt x="21474" y="152319"/>
                  </a:cubicBezTo>
                  <a:cubicBezTo>
                    <a:pt x="17879" y="161521"/>
                    <a:pt x="22144" y="174485"/>
                    <a:pt x="30620" y="179440"/>
                  </a:cubicBezTo>
                  <a:cubicBezTo>
                    <a:pt x="37213" y="183295"/>
                    <a:pt x="43956" y="187002"/>
                    <a:pt x="50997" y="189908"/>
                  </a:cubicBezTo>
                  <a:cubicBezTo>
                    <a:pt x="54015" y="191156"/>
                    <a:pt x="57945" y="190243"/>
                    <a:pt x="61465" y="190299"/>
                  </a:cubicBezTo>
                  <a:cubicBezTo>
                    <a:pt x="47495" y="198159"/>
                    <a:pt x="35593" y="208330"/>
                    <a:pt x="26652" y="221759"/>
                  </a:cubicBezTo>
                  <a:cubicBezTo>
                    <a:pt x="25665" y="223231"/>
                    <a:pt x="24547" y="223473"/>
                    <a:pt x="22834" y="223324"/>
                  </a:cubicBezTo>
                  <a:cubicBezTo>
                    <a:pt x="16892" y="222821"/>
                    <a:pt x="11024" y="221499"/>
                    <a:pt x="4412" y="222653"/>
                  </a:cubicBezTo>
                  <a:cubicBezTo>
                    <a:pt x="6666" y="217047"/>
                    <a:pt x="9758" y="212837"/>
                    <a:pt x="12757" y="208590"/>
                  </a:cubicBezTo>
                  <a:cubicBezTo>
                    <a:pt x="21753" y="195831"/>
                    <a:pt x="24007" y="182997"/>
                    <a:pt x="14135" y="169512"/>
                  </a:cubicBezTo>
                  <a:cubicBezTo>
                    <a:pt x="10708" y="164818"/>
                    <a:pt x="8063" y="159565"/>
                    <a:pt x="4859" y="154685"/>
                  </a:cubicBezTo>
                  <a:cubicBezTo>
                    <a:pt x="-766" y="146135"/>
                    <a:pt x="-1139" y="136803"/>
                    <a:pt x="1860" y="127602"/>
                  </a:cubicBezTo>
                  <a:cubicBezTo>
                    <a:pt x="5306" y="117059"/>
                    <a:pt x="8286" y="106405"/>
                    <a:pt x="11360" y="95769"/>
                  </a:cubicBezTo>
                  <a:cubicBezTo>
                    <a:pt x="15253" y="82283"/>
                    <a:pt x="23970" y="71629"/>
                    <a:pt x="33283" y="62017"/>
                  </a:cubicBezTo>
                  <a:cubicBezTo>
                    <a:pt x="52096" y="42590"/>
                    <a:pt x="71635" y="23423"/>
                    <a:pt x="96297" y="11576"/>
                  </a:cubicBezTo>
                  <a:cubicBezTo>
                    <a:pt x="111422" y="4312"/>
                    <a:pt x="127851" y="-717"/>
                    <a:pt x="145229" y="84"/>
                  </a:cubicBezTo>
                  <a:cubicBezTo>
                    <a:pt x="147465" y="214"/>
                    <a:pt x="149812" y="-28"/>
                    <a:pt x="151805" y="138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7A3475D-61E7-8B6A-D1A3-2EC0AEF841EE}"/>
                </a:ext>
              </a:extLst>
            </p:cNvPr>
            <p:cNvSpPr/>
            <p:nvPr/>
          </p:nvSpPr>
          <p:spPr>
            <a:xfrm>
              <a:off x="1546979" y="5227735"/>
              <a:ext cx="188472" cy="234314"/>
            </a:xfrm>
            <a:custGeom>
              <a:avLst/>
              <a:gdLst>
                <a:gd name="csX0" fmla="*/ 157683 w 188472"/>
                <a:gd name="csY0" fmla="*/ 436 h 234314"/>
                <a:gd name="csX1" fmla="*/ 166381 w 188472"/>
                <a:gd name="csY1" fmla="*/ 511 h 234314"/>
                <a:gd name="csX2" fmla="*/ 177520 w 188472"/>
                <a:gd name="csY2" fmla="*/ 7012 h 234314"/>
                <a:gd name="csX3" fmla="*/ 179476 w 188472"/>
                <a:gd name="csY3" fmla="*/ 49760 h 234314"/>
                <a:gd name="csX4" fmla="*/ 157720 w 188472"/>
                <a:gd name="csY4" fmla="*/ 72670 h 234314"/>
                <a:gd name="csX5" fmla="*/ 126241 w 188472"/>
                <a:gd name="csY5" fmla="*/ 110985 h 234314"/>
                <a:gd name="csX6" fmla="*/ 102641 w 188472"/>
                <a:gd name="csY6" fmla="*/ 141198 h 234314"/>
                <a:gd name="csX7" fmla="*/ 93178 w 188472"/>
                <a:gd name="csY7" fmla="*/ 155205 h 234314"/>
                <a:gd name="csX8" fmla="*/ 66412 w 188472"/>
                <a:gd name="csY8" fmla="*/ 191508 h 234314"/>
                <a:gd name="csX9" fmla="*/ 64829 w 188472"/>
                <a:gd name="csY9" fmla="*/ 195159 h 234314"/>
                <a:gd name="csX10" fmla="*/ 54230 w 188472"/>
                <a:gd name="csY10" fmla="*/ 211700 h 234314"/>
                <a:gd name="csX11" fmla="*/ 32102 w 188472"/>
                <a:gd name="csY11" fmla="*/ 232114 h 234314"/>
                <a:gd name="csX12" fmla="*/ 27 w 188472"/>
                <a:gd name="csY12" fmla="*/ 211774 h 234314"/>
                <a:gd name="csX13" fmla="*/ 14499 w 188472"/>
                <a:gd name="csY13" fmla="*/ 163215 h 234314"/>
                <a:gd name="csX14" fmla="*/ 15449 w 188472"/>
                <a:gd name="csY14" fmla="*/ 161799 h 234314"/>
                <a:gd name="csX15" fmla="*/ 33834 w 188472"/>
                <a:gd name="csY15" fmla="*/ 133393 h 234314"/>
                <a:gd name="csX16" fmla="*/ 61811 w 188472"/>
                <a:gd name="csY16" fmla="*/ 93085 h 234314"/>
                <a:gd name="csX17" fmla="*/ 120299 w 188472"/>
                <a:gd name="csY17" fmla="*/ 25266 h 234314"/>
                <a:gd name="csX18" fmla="*/ 143415 w 188472"/>
                <a:gd name="csY18" fmla="*/ 4050 h 234314"/>
                <a:gd name="csX19" fmla="*/ 157683 w 188472"/>
                <a:gd name="csY19" fmla="*/ 436 h 234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8472" h="234314">
                  <a:moveTo>
                    <a:pt x="157683" y="436"/>
                  </a:moveTo>
                  <a:cubicBezTo>
                    <a:pt x="160588" y="455"/>
                    <a:pt x="163475" y="492"/>
                    <a:pt x="166381" y="511"/>
                  </a:cubicBezTo>
                  <a:cubicBezTo>
                    <a:pt x="170293" y="2318"/>
                    <a:pt x="174204" y="4180"/>
                    <a:pt x="177520" y="7012"/>
                  </a:cubicBezTo>
                  <a:cubicBezTo>
                    <a:pt x="191322" y="18765"/>
                    <a:pt x="192198" y="36125"/>
                    <a:pt x="179476" y="49760"/>
                  </a:cubicBezTo>
                  <a:cubicBezTo>
                    <a:pt x="172286" y="57453"/>
                    <a:pt x="164556" y="64624"/>
                    <a:pt x="157720" y="72670"/>
                  </a:cubicBezTo>
                  <a:cubicBezTo>
                    <a:pt x="147028" y="85281"/>
                    <a:pt x="135927" y="97500"/>
                    <a:pt x="126241" y="110985"/>
                  </a:cubicBezTo>
                  <a:cubicBezTo>
                    <a:pt x="118790" y="121342"/>
                    <a:pt x="110166" y="130841"/>
                    <a:pt x="102641" y="141198"/>
                  </a:cubicBezTo>
                  <a:cubicBezTo>
                    <a:pt x="99307" y="145780"/>
                    <a:pt x="96326" y="150548"/>
                    <a:pt x="93178" y="155205"/>
                  </a:cubicBezTo>
                  <a:cubicBezTo>
                    <a:pt x="84741" y="167666"/>
                    <a:pt x="74626" y="178898"/>
                    <a:pt x="66412" y="191508"/>
                  </a:cubicBezTo>
                  <a:cubicBezTo>
                    <a:pt x="65611" y="192607"/>
                    <a:pt x="65034" y="193781"/>
                    <a:pt x="64829" y="195159"/>
                  </a:cubicBezTo>
                  <a:cubicBezTo>
                    <a:pt x="62742" y="201604"/>
                    <a:pt x="58235" y="206596"/>
                    <a:pt x="54230" y="211700"/>
                  </a:cubicBezTo>
                  <a:cubicBezTo>
                    <a:pt x="48027" y="219635"/>
                    <a:pt x="42086" y="227942"/>
                    <a:pt x="32102" y="232114"/>
                  </a:cubicBezTo>
                  <a:cubicBezTo>
                    <a:pt x="16828" y="238503"/>
                    <a:pt x="567" y="230755"/>
                    <a:pt x="27" y="211774"/>
                  </a:cubicBezTo>
                  <a:cubicBezTo>
                    <a:pt x="-458" y="194153"/>
                    <a:pt x="5745" y="178228"/>
                    <a:pt x="14499" y="163215"/>
                  </a:cubicBezTo>
                  <a:cubicBezTo>
                    <a:pt x="14760" y="162712"/>
                    <a:pt x="15095" y="162246"/>
                    <a:pt x="15449" y="161799"/>
                  </a:cubicBezTo>
                  <a:cubicBezTo>
                    <a:pt x="21894" y="152541"/>
                    <a:pt x="27594" y="142800"/>
                    <a:pt x="33834" y="133393"/>
                  </a:cubicBezTo>
                  <a:cubicBezTo>
                    <a:pt x="42886" y="119759"/>
                    <a:pt x="52461" y="106496"/>
                    <a:pt x="61811" y="93085"/>
                  </a:cubicBezTo>
                  <a:cubicBezTo>
                    <a:pt x="78985" y="68442"/>
                    <a:pt x="100052" y="47226"/>
                    <a:pt x="120299" y="25266"/>
                  </a:cubicBezTo>
                  <a:cubicBezTo>
                    <a:pt x="127396" y="17573"/>
                    <a:pt x="134083" y="9414"/>
                    <a:pt x="143415" y="4050"/>
                  </a:cubicBezTo>
                  <a:cubicBezTo>
                    <a:pt x="147959" y="1479"/>
                    <a:pt x="152244" y="-1035"/>
                    <a:pt x="157683" y="436"/>
                  </a:cubicBezTo>
                  <a:close/>
                </a:path>
              </a:pathLst>
            </a:custGeom>
            <a:solidFill>
              <a:srgbClr val="8C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171FFC3D-5F80-3FE1-39CD-4D64F2C12AF1}"/>
                </a:ext>
              </a:extLst>
            </p:cNvPr>
            <p:cNvSpPr/>
            <p:nvPr/>
          </p:nvSpPr>
          <p:spPr>
            <a:xfrm>
              <a:off x="2021892" y="4839489"/>
              <a:ext cx="136818" cy="168384"/>
            </a:xfrm>
            <a:custGeom>
              <a:avLst/>
              <a:gdLst>
                <a:gd name="csX0" fmla="*/ 0 w 136818"/>
                <a:gd name="csY0" fmla="*/ 161567 h 168384"/>
                <a:gd name="csX1" fmla="*/ 30585 w 136818"/>
                <a:gd name="csY1" fmla="*/ 142233 h 168384"/>
                <a:gd name="csX2" fmla="*/ 63349 w 136818"/>
                <a:gd name="csY2" fmla="*/ 115522 h 168384"/>
                <a:gd name="csX3" fmla="*/ 84099 w 136818"/>
                <a:gd name="csY3" fmla="*/ 83615 h 168384"/>
                <a:gd name="csX4" fmla="*/ 93022 w 136818"/>
                <a:gd name="csY4" fmla="*/ 68788 h 168384"/>
                <a:gd name="csX5" fmla="*/ 104272 w 136818"/>
                <a:gd name="csY5" fmla="*/ 44443 h 168384"/>
                <a:gd name="csX6" fmla="*/ 102149 w 136818"/>
                <a:gd name="csY6" fmla="*/ 36564 h 168384"/>
                <a:gd name="csX7" fmla="*/ 98591 w 136818"/>
                <a:gd name="csY7" fmla="*/ 32597 h 168384"/>
                <a:gd name="csX8" fmla="*/ 99746 w 136818"/>
                <a:gd name="csY8" fmla="*/ 32112 h 168384"/>
                <a:gd name="csX9" fmla="*/ 110568 w 136818"/>
                <a:gd name="csY9" fmla="*/ 28182 h 168384"/>
                <a:gd name="csX10" fmla="*/ 117776 w 136818"/>
                <a:gd name="csY10" fmla="*/ 13057 h 168384"/>
                <a:gd name="csX11" fmla="*/ 119173 w 136818"/>
                <a:gd name="csY11" fmla="*/ 10692 h 168384"/>
                <a:gd name="csX12" fmla="*/ 123215 w 136818"/>
                <a:gd name="csY12" fmla="*/ 0 h 168384"/>
                <a:gd name="csX13" fmla="*/ 136534 w 136818"/>
                <a:gd name="csY13" fmla="*/ 39693 h 168384"/>
                <a:gd name="csX14" fmla="*/ 83746 w 136818"/>
                <a:gd name="csY14" fmla="*/ 142699 h 168384"/>
                <a:gd name="csX15" fmla="*/ 55545 w 136818"/>
                <a:gd name="csY15" fmla="*/ 163263 h 168384"/>
                <a:gd name="csX16" fmla="*/ 24364 w 136818"/>
                <a:gd name="csY16" fmla="*/ 164734 h 168384"/>
                <a:gd name="csX17" fmla="*/ 0 w 136818"/>
                <a:gd name="csY17" fmla="*/ 161567 h 168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6818" h="168384">
                  <a:moveTo>
                    <a:pt x="0" y="161567"/>
                  </a:moveTo>
                  <a:cubicBezTo>
                    <a:pt x="9779" y="154471"/>
                    <a:pt x="19800" y="147840"/>
                    <a:pt x="30585" y="142233"/>
                  </a:cubicBezTo>
                  <a:cubicBezTo>
                    <a:pt x="43251" y="135639"/>
                    <a:pt x="54632" y="126847"/>
                    <a:pt x="63349" y="115522"/>
                  </a:cubicBezTo>
                  <a:cubicBezTo>
                    <a:pt x="71079" y="105501"/>
                    <a:pt x="78996" y="95387"/>
                    <a:pt x="84099" y="83615"/>
                  </a:cubicBezTo>
                  <a:cubicBezTo>
                    <a:pt x="86428" y="78251"/>
                    <a:pt x="90004" y="73650"/>
                    <a:pt x="93022" y="68788"/>
                  </a:cubicBezTo>
                  <a:cubicBezTo>
                    <a:pt x="97827" y="61058"/>
                    <a:pt x="99727" y="52173"/>
                    <a:pt x="104272" y="44443"/>
                  </a:cubicBezTo>
                  <a:cubicBezTo>
                    <a:pt x="106098" y="41314"/>
                    <a:pt x="104719" y="38576"/>
                    <a:pt x="102149" y="36564"/>
                  </a:cubicBezTo>
                  <a:cubicBezTo>
                    <a:pt x="100677" y="35428"/>
                    <a:pt x="99001" y="34646"/>
                    <a:pt x="98591" y="32597"/>
                  </a:cubicBezTo>
                  <a:cubicBezTo>
                    <a:pt x="99113" y="32373"/>
                    <a:pt x="99578" y="32001"/>
                    <a:pt x="99746" y="32112"/>
                  </a:cubicBezTo>
                  <a:cubicBezTo>
                    <a:pt x="105054" y="35391"/>
                    <a:pt x="108072" y="33528"/>
                    <a:pt x="110568" y="28182"/>
                  </a:cubicBezTo>
                  <a:cubicBezTo>
                    <a:pt x="112915" y="23134"/>
                    <a:pt x="114275" y="17565"/>
                    <a:pt x="117776" y="13057"/>
                  </a:cubicBezTo>
                  <a:cubicBezTo>
                    <a:pt x="118335" y="12331"/>
                    <a:pt x="118540" y="10878"/>
                    <a:pt x="119173" y="10692"/>
                  </a:cubicBezTo>
                  <a:cubicBezTo>
                    <a:pt x="125395" y="8885"/>
                    <a:pt x="123495" y="4154"/>
                    <a:pt x="123215" y="0"/>
                  </a:cubicBezTo>
                  <a:cubicBezTo>
                    <a:pt x="135733" y="10524"/>
                    <a:pt x="137688" y="24289"/>
                    <a:pt x="136534" y="39693"/>
                  </a:cubicBezTo>
                  <a:cubicBezTo>
                    <a:pt x="133367" y="81547"/>
                    <a:pt x="114591" y="115280"/>
                    <a:pt x="83746" y="142699"/>
                  </a:cubicBezTo>
                  <a:cubicBezTo>
                    <a:pt x="75084" y="150391"/>
                    <a:pt x="65119" y="156650"/>
                    <a:pt x="55545" y="163263"/>
                  </a:cubicBezTo>
                  <a:cubicBezTo>
                    <a:pt x="45579" y="170136"/>
                    <a:pt x="34627" y="169540"/>
                    <a:pt x="24364" y="164734"/>
                  </a:cubicBezTo>
                  <a:cubicBezTo>
                    <a:pt x="16261" y="160897"/>
                    <a:pt x="8587" y="158904"/>
                    <a:pt x="0" y="161567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075C9CA-E375-793C-5905-7059AC342FDD}"/>
                </a:ext>
              </a:extLst>
            </p:cNvPr>
            <p:cNvSpPr/>
            <p:nvPr/>
          </p:nvSpPr>
          <p:spPr>
            <a:xfrm>
              <a:off x="1921893" y="5215242"/>
              <a:ext cx="152227" cy="170707"/>
            </a:xfrm>
            <a:custGeom>
              <a:avLst/>
              <a:gdLst>
                <a:gd name="csX0" fmla="*/ 131832 w 152227"/>
                <a:gd name="csY0" fmla="*/ 151045 h 170707"/>
                <a:gd name="csX1" fmla="*/ 118737 w 152227"/>
                <a:gd name="csY1" fmla="*/ 160377 h 170707"/>
                <a:gd name="csX2" fmla="*/ 93461 w 152227"/>
                <a:gd name="csY2" fmla="*/ 170231 h 170707"/>
                <a:gd name="csX3" fmla="*/ 84501 w 152227"/>
                <a:gd name="csY3" fmla="*/ 170678 h 170707"/>
                <a:gd name="csX4" fmla="*/ 81223 w 152227"/>
                <a:gd name="csY4" fmla="*/ 166952 h 170707"/>
                <a:gd name="csX5" fmla="*/ 68650 w 152227"/>
                <a:gd name="csY5" fmla="*/ 140186 h 170707"/>
                <a:gd name="csX6" fmla="*/ 49018 w 152227"/>
                <a:gd name="csY6" fmla="*/ 127036 h 170707"/>
                <a:gd name="csX7" fmla="*/ 28715 w 152227"/>
                <a:gd name="csY7" fmla="*/ 103044 h 170707"/>
                <a:gd name="csX8" fmla="*/ 15322 w 152227"/>
                <a:gd name="csY8" fmla="*/ 75198 h 170707"/>
                <a:gd name="csX9" fmla="*/ 3848 w 152227"/>
                <a:gd name="csY9" fmla="*/ 57335 h 170707"/>
                <a:gd name="csX10" fmla="*/ 421 w 152227"/>
                <a:gd name="csY10" fmla="*/ 47891 h 170707"/>
                <a:gd name="csX11" fmla="*/ 8113 w 152227"/>
                <a:gd name="csY11" fmla="*/ 34443 h 170707"/>
                <a:gd name="csX12" fmla="*/ 8318 w 152227"/>
                <a:gd name="csY12" fmla="*/ 19858 h 170707"/>
                <a:gd name="csX13" fmla="*/ 8356 w 152227"/>
                <a:gd name="csY13" fmla="*/ 19914 h 170707"/>
                <a:gd name="csX14" fmla="*/ 10554 w 152227"/>
                <a:gd name="csY14" fmla="*/ 14400 h 170707"/>
                <a:gd name="csX15" fmla="*/ 23909 w 152227"/>
                <a:gd name="csY15" fmla="*/ 2759 h 170707"/>
                <a:gd name="csX16" fmla="*/ 30130 w 152227"/>
                <a:gd name="csY16" fmla="*/ 505 h 170707"/>
                <a:gd name="csX17" fmla="*/ 55649 w 152227"/>
                <a:gd name="csY17" fmla="*/ 5012 h 170707"/>
                <a:gd name="csX18" fmla="*/ 80757 w 152227"/>
                <a:gd name="csY18" fmla="*/ 4565 h 170707"/>
                <a:gd name="csX19" fmla="*/ 84334 w 152227"/>
                <a:gd name="csY19" fmla="*/ 7955 h 170707"/>
                <a:gd name="csX20" fmla="*/ 87612 w 152227"/>
                <a:gd name="csY20" fmla="*/ 27700 h 170707"/>
                <a:gd name="csX21" fmla="*/ 88320 w 152227"/>
                <a:gd name="csY21" fmla="*/ 31518 h 170707"/>
                <a:gd name="csX22" fmla="*/ 102327 w 152227"/>
                <a:gd name="csY22" fmla="*/ 45544 h 170707"/>
                <a:gd name="csX23" fmla="*/ 120879 w 152227"/>
                <a:gd name="csY23" fmla="*/ 85200 h 170707"/>
                <a:gd name="csX24" fmla="*/ 135296 w 152227"/>
                <a:gd name="csY24" fmla="*/ 107869 h 170707"/>
                <a:gd name="csX25" fmla="*/ 145392 w 152227"/>
                <a:gd name="csY25" fmla="*/ 112637 h 170707"/>
                <a:gd name="csX26" fmla="*/ 152228 w 152227"/>
                <a:gd name="csY26" fmla="*/ 119343 h 170707"/>
                <a:gd name="csX27" fmla="*/ 131757 w 152227"/>
                <a:gd name="csY27" fmla="*/ 151064 h 170707"/>
                <a:gd name="csX28" fmla="*/ 133303 w 152227"/>
                <a:gd name="csY28" fmla="*/ 145532 h 170707"/>
                <a:gd name="csX29" fmla="*/ 132279 w 152227"/>
                <a:gd name="csY29" fmla="*/ 127855 h 170707"/>
                <a:gd name="csX30" fmla="*/ 118197 w 152227"/>
                <a:gd name="csY30" fmla="*/ 102169 h 170707"/>
                <a:gd name="csX31" fmla="*/ 89195 w 152227"/>
                <a:gd name="csY31" fmla="*/ 53237 h 170707"/>
                <a:gd name="csX32" fmla="*/ 54773 w 152227"/>
                <a:gd name="csY32" fmla="*/ 18442 h 170707"/>
                <a:gd name="csX33" fmla="*/ 39332 w 152227"/>
                <a:gd name="csY33" fmla="*/ 16561 h 170707"/>
                <a:gd name="csX34" fmla="*/ 25418 w 152227"/>
                <a:gd name="csY34" fmla="*/ 24310 h 170707"/>
                <a:gd name="csX35" fmla="*/ 22102 w 152227"/>
                <a:gd name="csY35" fmla="*/ 49288 h 170707"/>
                <a:gd name="csX36" fmla="*/ 30130 w 152227"/>
                <a:gd name="csY36" fmla="*/ 62234 h 170707"/>
                <a:gd name="csX37" fmla="*/ 49074 w 152227"/>
                <a:gd name="csY37" fmla="*/ 88702 h 170707"/>
                <a:gd name="csX38" fmla="*/ 66806 w 152227"/>
                <a:gd name="csY38" fmla="*/ 108949 h 170707"/>
                <a:gd name="csX39" fmla="*/ 86942 w 152227"/>
                <a:gd name="csY39" fmla="*/ 124353 h 170707"/>
                <a:gd name="csX40" fmla="*/ 87836 w 152227"/>
                <a:gd name="csY40" fmla="*/ 125695 h 170707"/>
                <a:gd name="csX41" fmla="*/ 76641 w 152227"/>
                <a:gd name="csY41" fmla="*/ 133555 h 170707"/>
                <a:gd name="csX42" fmla="*/ 83607 w 152227"/>
                <a:gd name="csY42" fmla="*/ 129029 h 170707"/>
                <a:gd name="csX43" fmla="*/ 88022 w 152227"/>
                <a:gd name="csY43" fmla="*/ 128339 h 170707"/>
                <a:gd name="csX44" fmla="*/ 107599 w 152227"/>
                <a:gd name="csY44" fmla="*/ 152219 h 170707"/>
                <a:gd name="csX45" fmla="*/ 124344 w 152227"/>
                <a:gd name="csY45" fmla="*/ 152312 h 170707"/>
                <a:gd name="csX46" fmla="*/ 131832 w 152227"/>
                <a:gd name="csY46" fmla="*/ 151045 h 17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2227" h="170707">
                  <a:moveTo>
                    <a:pt x="131832" y="151045"/>
                  </a:moveTo>
                  <a:cubicBezTo>
                    <a:pt x="128591" y="155721"/>
                    <a:pt x="123524" y="157993"/>
                    <a:pt x="118737" y="160377"/>
                  </a:cubicBezTo>
                  <a:cubicBezTo>
                    <a:pt x="110635" y="164419"/>
                    <a:pt x="102607" y="168778"/>
                    <a:pt x="93461" y="170231"/>
                  </a:cubicBezTo>
                  <a:cubicBezTo>
                    <a:pt x="90518" y="171143"/>
                    <a:pt x="87482" y="170417"/>
                    <a:pt x="84501" y="170678"/>
                  </a:cubicBezTo>
                  <a:cubicBezTo>
                    <a:pt x="81707" y="170901"/>
                    <a:pt x="80459" y="169504"/>
                    <a:pt x="81223" y="166952"/>
                  </a:cubicBezTo>
                  <a:cubicBezTo>
                    <a:pt x="85042" y="154212"/>
                    <a:pt x="77814" y="146817"/>
                    <a:pt x="68650" y="140186"/>
                  </a:cubicBezTo>
                  <a:cubicBezTo>
                    <a:pt x="62261" y="135548"/>
                    <a:pt x="55183" y="131879"/>
                    <a:pt x="49018" y="127036"/>
                  </a:cubicBezTo>
                  <a:cubicBezTo>
                    <a:pt x="40710" y="120516"/>
                    <a:pt x="34303" y="112097"/>
                    <a:pt x="28715" y="103044"/>
                  </a:cubicBezTo>
                  <a:cubicBezTo>
                    <a:pt x="23257" y="94215"/>
                    <a:pt x="18861" y="84902"/>
                    <a:pt x="15322" y="75198"/>
                  </a:cubicBezTo>
                  <a:cubicBezTo>
                    <a:pt x="12807" y="68324"/>
                    <a:pt x="8970" y="62457"/>
                    <a:pt x="3848" y="57335"/>
                  </a:cubicBezTo>
                  <a:cubicBezTo>
                    <a:pt x="1277" y="54746"/>
                    <a:pt x="-958" y="51952"/>
                    <a:pt x="421" y="47891"/>
                  </a:cubicBezTo>
                  <a:cubicBezTo>
                    <a:pt x="2935" y="43383"/>
                    <a:pt x="4742" y="38466"/>
                    <a:pt x="8113" y="34443"/>
                  </a:cubicBezTo>
                  <a:cubicBezTo>
                    <a:pt x="9697" y="29600"/>
                    <a:pt x="9343" y="24738"/>
                    <a:pt x="8318" y="19858"/>
                  </a:cubicBezTo>
                  <a:lnTo>
                    <a:pt x="8356" y="19914"/>
                  </a:lnTo>
                  <a:cubicBezTo>
                    <a:pt x="7108" y="17287"/>
                    <a:pt x="8374" y="15574"/>
                    <a:pt x="10554" y="14400"/>
                  </a:cubicBezTo>
                  <a:cubicBezTo>
                    <a:pt x="15881" y="11513"/>
                    <a:pt x="20444" y="7825"/>
                    <a:pt x="23909" y="2759"/>
                  </a:cubicBezTo>
                  <a:cubicBezTo>
                    <a:pt x="25287" y="747"/>
                    <a:pt x="27280" y="-855"/>
                    <a:pt x="30130" y="505"/>
                  </a:cubicBezTo>
                  <a:cubicBezTo>
                    <a:pt x="37860" y="6428"/>
                    <a:pt x="46838" y="5217"/>
                    <a:pt x="55649" y="5012"/>
                  </a:cubicBezTo>
                  <a:cubicBezTo>
                    <a:pt x="64012" y="4062"/>
                    <a:pt x="72394" y="4845"/>
                    <a:pt x="80757" y="4565"/>
                  </a:cubicBezTo>
                  <a:cubicBezTo>
                    <a:pt x="83160" y="4491"/>
                    <a:pt x="84371" y="5944"/>
                    <a:pt x="84334" y="7955"/>
                  </a:cubicBezTo>
                  <a:cubicBezTo>
                    <a:pt x="84222" y="14773"/>
                    <a:pt x="86345" y="21162"/>
                    <a:pt x="87612" y="27700"/>
                  </a:cubicBezTo>
                  <a:cubicBezTo>
                    <a:pt x="89251" y="28724"/>
                    <a:pt x="83943" y="30978"/>
                    <a:pt x="88320" y="31518"/>
                  </a:cubicBezTo>
                  <a:cubicBezTo>
                    <a:pt x="95491" y="33698"/>
                    <a:pt x="98714" y="39975"/>
                    <a:pt x="102327" y="45544"/>
                  </a:cubicBezTo>
                  <a:cubicBezTo>
                    <a:pt x="110299" y="57894"/>
                    <a:pt x="115533" y="71528"/>
                    <a:pt x="120879" y="85200"/>
                  </a:cubicBezTo>
                  <a:cubicBezTo>
                    <a:pt x="124120" y="93489"/>
                    <a:pt x="129038" y="101238"/>
                    <a:pt x="135296" y="107869"/>
                  </a:cubicBezTo>
                  <a:cubicBezTo>
                    <a:pt x="138053" y="110793"/>
                    <a:pt x="141965" y="111166"/>
                    <a:pt x="145392" y="112637"/>
                  </a:cubicBezTo>
                  <a:cubicBezTo>
                    <a:pt x="148577" y="113997"/>
                    <a:pt x="151688" y="115319"/>
                    <a:pt x="152228" y="119343"/>
                  </a:cubicBezTo>
                  <a:cubicBezTo>
                    <a:pt x="147143" y="131040"/>
                    <a:pt x="142337" y="142924"/>
                    <a:pt x="131757" y="151064"/>
                  </a:cubicBezTo>
                  <a:cubicBezTo>
                    <a:pt x="130398" y="148698"/>
                    <a:pt x="132316" y="147208"/>
                    <a:pt x="133303" y="145532"/>
                  </a:cubicBezTo>
                  <a:cubicBezTo>
                    <a:pt x="137159" y="138975"/>
                    <a:pt x="136600" y="134021"/>
                    <a:pt x="132279" y="127855"/>
                  </a:cubicBezTo>
                  <a:cubicBezTo>
                    <a:pt x="126635" y="119846"/>
                    <a:pt x="122686" y="110849"/>
                    <a:pt x="118197" y="102169"/>
                  </a:cubicBezTo>
                  <a:cubicBezTo>
                    <a:pt x="109480" y="85275"/>
                    <a:pt x="101638" y="67766"/>
                    <a:pt x="89195" y="53237"/>
                  </a:cubicBezTo>
                  <a:cubicBezTo>
                    <a:pt x="78597" y="40850"/>
                    <a:pt x="68352" y="27942"/>
                    <a:pt x="54773" y="18442"/>
                  </a:cubicBezTo>
                  <a:cubicBezTo>
                    <a:pt x="49949" y="15071"/>
                    <a:pt x="45683" y="13264"/>
                    <a:pt x="39332" y="16561"/>
                  </a:cubicBezTo>
                  <a:cubicBezTo>
                    <a:pt x="34601" y="19020"/>
                    <a:pt x="29720" y="20603"/>
                    <a:pt x="25418" y="24310"/>
                  </a:cubicBezTo>
                  <a:cubicBezTo>
                    <a:pt x="16104" y="32338"/>
                    <a:pt x="18265" y="41353"/>
                    <a:pt x="22102" y="49288"/>
                  </a:cubicBezTo>
                  <a:cubicBezTo>
                    <a:pt x="24300" y="53852"/>
                    <a:pt x="26982" y="58266"/>
                    <a:pt x="30130" y="62234"/>
                  </a:cubicBezTo>
                  <a:cubicBezTo>
                    <a:pt x="36892" y="70746"/>
                    <a:pt x="42517" y="80041"/>
                    <a:pt x="49074" y="88702"/>
                  </a:cubicBezTo>
                  <a:cubicBezTo>
                    <a:pt x="54550" y="95948"/>
                    <a:pt x="60976" y="102150"/>
                    <a:pt x="66806" y="108949"/>
                  </a:cubicBezTo>
                  <a:cubicBezTo>
                    <a:pt x="72357" y="115413"/>
                    <a:pt x="77833" y="122360"/>
                    <a:pt x="86942" y="124353"/>
                  </a:cubicBezTo>
                  <a:cubicBezTo>
                    <a:pt x="87463" y="124465"/>
                    <a:pt x="87724" y="125117"/>
                    <a:pt x="87836" y="125695"/>
                  </a:cubicBezTo>
                  <a:cubicBezTo>
                    <a:pt x="84408" y="128731"/>
                    <a:pt x="80646" y="131301"/>
                    <a:pt x="76641" y="133555"/>
                  </a:cubicBezTo>
                  <a:cubicBezTo>
                    <a:pt x="79156" y="132344"/>
                    <a:pt x="81577" y="131022"/>
                    <a:pt x="83607" y="129029"/>
                  </a:cubicBezTo>
                  <a:cubicBezTo>
                    <a:pt x="84799" y="127874"/>
                    <a:pt x="86308" y="126905"/>
                    <a:pt x="88022" y="128339"/>
                  </a:cubicBezTo>
                  <a:cubicBezTo>
                    <a:pt x="91989" y="138398"/>
                    <a:pt x="99626" y="145513"/>
                    <a:pt x="107599" y="152219"/>
                  </a:cubicBezTo>
                  <a:cubicBezTo>
                    <a:pt x="111845" y="155795"/>
                    <a:pt x="119389" y="155423"/>
                    <a:pt x="124344" y="152312"/>
                  </a:cubicBezTo>
                  <a:cubicBezTo>
                    <a:pt x="126635" y="150934"/>
                    <a:pt x="128833" y="148587"/>
                    <a:pt x="131832" y="151045"/>
                  </a:cubicBezTo>
                  <a:close/>
                </a:path>
              </a:pathLst>
            </a:custGeom>
            <a:solidFill>
              <a:srgbClr val="88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13F91573-5C07-4EEC-A99D-CE9CE239FB0B}"/>
                </a:ext>
              </a:extLst>
            </p:cNvPr>
            <p:cNvSpPr/>
            <p:nvPr/>
          </p:nvSpPr>
          <p:spPr>
            <a:xfrm>
              <a:off x="1536984" y="5229512"/>
              <a:ext cx="114919" cy="158584"/>
            </a:xfrm>
            <a:custGeom>
              <a:avLst/>
              <a:gdLst>
                <a:gd name="csX0" fmla="*/ 0 w 114919"/>
                <a:gd name="csY0" fmla="*/ 107122 h 158584"/>
                <a:gd name="csX1" fmla="*/ 21756 w 114919"/>
                <a:gd name="csY1" fmla="*/ 74805 h 158584"/>
                <a:gd name="csX2" fmla="*/ 40494 w 114919"/>
                <a:gd name="csY2" fmla="*/ 53198 h 158584"/>
                <a:gd name="csX3" fmla="*/ 69142 w 114919"/>
                <a:gd name="csY3" fmla="*/ 21383 h 158584"/>
                <a:gd name="csX4" fmla="*/ 100677 w 114919"/>
                <a:gd name="csY4" fmla="*/ 0 h 158584"/>
                <a:gd name="csX5" fmla="*/ 109748 w 114919"/>
                <a:gd name="csY5" fmla="*/ 8214 h 158584"/>
                <a:gd name="csX6" fmla="*/ 114517 w 114919"/>
                <a:gd name="csY6" fmla="*/ 20303 h 158584"/>
                <a:gd name="csX7" fmla="*/ 111332 w 114919"/>
                <a:gd name="csY7" fmla="*/ 33323 h 158584"/>
                <a:gd name="csX8" fmla="*/ 103676 w 114919"/>
                <a:gd name="csY8" fmla="*/ 31516 h 158584"/>
                <a:gd name="csX9" fmla="*/ 96542 w 114919"/>
                <a:gd name="csY9" fmla="*/ 27884 h 158584"/>
                <a:gd name="csX10" fmla="*/ 111145 w 114919"/>
                <a:gd name="csY10" fmla="*/ 33584 h 158584"/>
                <a:gd name="csX11" fmla="*/ 110531 w 114919"/>
                <a:gd name="csY11" fmla="*/ 36937 h 158584"/>
                <a:gd name="csX12" fmla="*/ 97231 w 114919"/>
                <a:gd name="csY12" fmla="*/ 46678 h 158584"/>
                <a:gd name="csX13" fmla="*/ 76965 w 114919"/>
                <a:gd name="csY13" fmla="*/ 70558 h 158584"/>
                <a:gd name="csX14" fmla="*/ 72700 w 114919"/>
                <a:gd name="csY14" fmla="*/ 81249 h 158584"/>
                <a:gd name="csX15" fmla="*/ 67894 w 114919"/>
                <a:gd name="csY15" fmla="*/ 80765 h 158584"/>
                <a:gd name="csX16" fmla="*/ 45915 w 114919"/>
                <a:gd name="csY16" fmla="*/ 67354 h 158584"/>
                <a:gd name="csX17" fmla="*/ 70353 w 114919"/>
                <a:gd name="csY17" fmla="*/ 82311 h 158584"/>
                <a:gd name="csX18" fmla="*/ 69813 w 114919"/>
                <a:gd name="csY18" fmla="*/ 84379 h 158584"/>
                <a:gd name="csX19" fmla="*/ 52322 w 114919"/>
                <a:gd name="csY19" fmla="*/ 108798 h 158584"/>
                <a:gd name="csX20" fmla="*/ 35167 w 114919"/>
                <a:gd name="csY20" fmla="*/ 135900 h 158584"/>
                <a:gd name="csX21" fmla="*/ 22818 w 114919"/>
                <a:gd name="csY21" fmla="*/ 158420 h 158584"/>
                <a:gd name="csX22" fmla="*/ 11511 w 114919"/>
                <a:gd name="csY22" fmla="*/ 153074 h 158584"/>
                <a:gd name="csX23" fmla="*/ 13355 w 114919"/>
                <a:gd name="csY23" fmla="*/ 141823 h 158584"/>
                <a:gd name="csX24" fmla="*/ 31330 w 114919"/>
                <a:gd name="csY24" fmla="*/ 102428 h 158584"/>
                <a:gd name="csX25" fmla="*/ 25835 w 114919"/>
                <a:gd name="csY25" fmla="*/ 98982 h 158584"/>
                <a:gd name="csX26" fmla="*/ 6203 w 114919"/>
                <a:gd name="csY26" fmla="*/ 108388 h 158584"/>
                <a:gd name="csX27" fmla="*/ 0 w 114919"/>
                <a:gd name="csY27" fmla="*/ 107122 h 15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4919" h="158584">
                  <a:moveTo>
                    <a:pt x="0" y="107122"/>
                  </a:moveTo>
                  <a:cubicBezTo>
                    <a:pt x="5625" y="95257"/>
                    <a:pt x="14473" y="85552"/>
                    <a:pt x="21756" y="74805"/>
                  </a:cubicBezTo>
                  <a:cubicBezTo>
                    <a:pt x="27158" y="66832"/>
                    <a:pt x="33416" y="59605"/>
                    <a:pt x="40494" y="53198"/>
                  </a:cubicBezTo>
                  <a:cubicBezTo>
                    <a:pt x="51149" y="43530"/>
                    <a:pt x="60295" y="32652"/>
                    <a:pt x="69142" y="21383"/>
                  </a:cubicBezTo>
                  <a:cubicBezTo>
                    <a:pt x="77338" y="10971"/>
                    <a:pt x="87322" y="2924"/>
                    <a:pt x="100677" y="0"/>
                  </a:cubicBezTo>
                  <a:cubicBezTo>
                    <a:pt x="102726" y="3800"/>
                    <a:pt x="106470" y="5793"/>
                    <a:pt x="109748" y="8214"/>
                  </a:cubicBezTo>
                  <a:cubicBezTo>
                    <a:pt x="113958" y="11344"/>
                    <a:pt x="115802" y="14864"/>
                    <a:pt x="114517" y="20303"/>
                  </a:cubicBezTo>
                  <a:cubicBezTo>
                    <a:pt x="113492" y="24662"/>
                    <a:pt x="112691" y="29058"/>
                    <a:pt x="111332" y="33323"/>
                  </a:cubicBezTo>
                  <a:cubicBezTo>
                    <a:pt x="108277" y="34962"/>
                    <a:pt x="106097" y="32578"/>
                    <a:pt x="103676" y="31516"/>
                  </a:cubicBezTo>
                  <a:cubicBezTo>
                    <a:pt x="101236" y="30436"/>
                    <a:pt x="99057" y="28797"/>
                    <a:pt x="96542" y="27884"/>
                  </a:cubicBezTo>
                  <a:cubicBezTo>
                    <a:pt x="101571" y="29374"/>
                    <a:pt x="105148" y="34534"/>
                    <a:pt x="111145" y="33584"/>
                  </a:cubicBezTo>
                  <a:cubicBezTo>
                    <a:pt x="113846" y="35242"/>
                    <a:pt x="112244" y="36639"/>
                    <a:pt x="110531" y="36937"/>
                  </a:cubicBezTo>
                  <a:cubicBezTo>
                    <a:pt x="104421" y="38017"/>
                    <a:pt x="100845" y="42525"/>
                    <a:pt x="97231" y="46678"/>
                  </a:cubicBezTo>
                  <a:cubicBezTo>
                    <a:pt x="90395" y="54557"/>
                    <a:pt x="82479" y="61505"/>
                    <a:pt x="76965" y="70558"/>
                  </a:cubicBezTo>
                  <a:cubicBezTo>
                    <a:pt x="74898" y="73948"/>
                    <a:pt x="72923" y="77207"/>
                    <a:pt x="72700" y="81249"/>
                  </a:cubicBezTo>
                  <a:cubicBezTo>
                    <a:pt x="71005" y="82181"/>
                    <a:pt x="69217" y="81529"/>
                    <a:pt x="67894" y="80765"/>
                  </a:cubicBezTo>
                  <a:cubicBezTo>
                    <a:pt x="60444" y="76518"/>
                    <a:pt x="52378" y="73240"/>
                    <a:pt x="45915" y="67354"/>
                  </a:cubicBezTo>
                  <a:cubicBezTo>
                    <a:pt x="52956" y="74134"/>
                    <a:pt x="62194" y="77338"/>
                    <a:pt x="70353" y="82311"/>
                  </a:cubicBezTo>
                  <a:cubicBezTo>
                    <a:pt x="70539" y="83093"/>
                    <a:pt x="70446" y="83932"/>
                    <a:pt x="69813" y="84379"/>
                  </a:cubicBezTo>
                  <a:cubicBezTo>
                    <a:pt x="61207" y="90525"/>
                    <a:pt x="57184" y="99988"/>
                    <a:pt x="52322" y="108798"/>
                  </a:cubicBezTo>
                  <a:cubicBezTo>
                    <a:pt x="47144" y="118186"/>
                    <a:pt x="39973" y="126326"/>
                    <a:pt x="35167" y="135900"/>
                  </a:cubicBezTo>
                  <a:cubicBezTo>
                    <a:pt x="31311" y="143574"/>
                    <a:pt x="25221" y="149982"/>
                    <a:pt x="22818" y="158420"/>
                  </a:cubicBezTo>
                  <a:cubicBezTo>
                    <a:pt x="17751" y="159370"/>
                    <a:pt x="14715" y="156035"/>
                    <a:pt x="11511" y="153074"/>
                  </a:cubicBezTo>
                  <a:cubicBezTo>
                    <a:pt x="8978" y="148808"/>
                    <a:pt x="10580" y="145400"/>
                    <a:pt x="13355" y="141823"/>
                  </a:cubicBezTo>
                  <a:cubicBezTo>
                    <a:pt x="22445" y="130144"/>
                    <a:pt x="29076" y="117255"/>
                    <a:pt x="31330" y="102428"/>
                  </a:cubicBezTo>
                  <a:cubicBezTo>
                    <a:pt x="32112" y="97306"/>
                    <a:pt x="28238" y="98367"/>
                    <a:pt x="25835" y="98982"/>
                  </a:cubicBezTo>
                  <a:cubicBezTo>
                    <a:pt x="18738" y="100863"/>
                    <a:pt x="11940" y="103620"/>
                    <a:pt x="6203" y="108388"/>
                  </a:cubicBezTo>
                  <a:cubicBezTo>
                    <a:pt x="3502" y="110605"/>
                    <a:pt x="1155" y="112039"/>
                    <a:pt x="0" y="107122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53D17C7-31E3-FE07-91FE-BC4960B3DBD9}"/>
                </a:ext>
              </a:extLst>
            </p:cNvPr>
            <p:cNvSpPr/>
            <p:nvPr/>
          </p:nvSpPr>
          <p:spPr>
            <a:xfrm>
              <a:off x="1613297" y="5220548"/>
              <a:ext cx="140818" cy="210001"/>
            </a:xfrm>
            <a:custGeom>
              <a:avLst/>
              <a:gdLst>
                <a:gd name="csX0" fmla="*/ 104551 w 140818"/>
                <a:gd name="csY0" fmla="*/ 91480 h 210001"/>
                <a:gd name="csX1" fmla="*/ 100994 w 140818"/>
                <a:gd name="csY1" fmla="*/ 107611 h 210001"/>
                <a:gd name="csX2" fmla="*/ 98554 w 140818"/>
                <a:gd name="csY2" fmla="*/ 115602 h 210001"/>
                <a:gd name="csX3" fmla="*/ 81864 w 140818"/>
                <a:gd name="csY3" fmla="*/ 148440 h 210001"/>
                <a:gd name="csX4" fmla="*/ 73929 w 140818"/>
                <a:gd name="csY4" fmla="*/ 153619 h 210001"/>
                <a:gd name="csX5" fmla="*/ 65603 w 140818"/>
                <a:gd name="csY5" fmla="*/ 152147 h 210001"/>
                <a:gd name="csX6" fmla="*/ 53757 w 140818"/>
                <a:gd name="csY6" fmla="*/ 143858 h 210001"/>
                <a:gd name="csX7" fmla="*/ 66665 w 140818"/>
                <a:gd name="csY7" fmla="*/ 152818 h 210001"/>
                <a:gd name="csX8" fmla="*/ 71787 w 140818"/>
                <a:gd name="csY8" fmla="*/ 155910 h 210001"/>
                <a:gd name="csX9" fmla="*/ 67931 w 140818"/>
                <a:gd name="csY9" fmla="*/ 165130 h 210001"/>
                <a:gd name="csX10" fmla="*/ 31442 w 140818"/>
                <a:gd name="csY10" fmla="*/ 197708 h 210001"/>
                <a:gd name="csX11" fmla="*/ 14175 w 140818"/>
                <a:gd name="csY11" fmla="*/ 210001 h 210001"/>
                <a:gd name="csX12" fmla="*/ 0 w 140818"/>
                <a:gd name="csY12" fmla="*/ 199980 h 210001"/>
                <a:gd name="csX13" fmla="*/ 23749 w 140818"/>
                <a:gd name="csY13" fmla="*/ 171109 h 210001"/>
                <a:gd name="csX14" fmla="*/ 46455 w 140818"/>
                <a:gd name="csY14" fmla="*/ 139760 h 210001"/>
                <a:gd name="csX15" fmla="*/ 49938 w 140818"/>
                <a:gd name="csY15" fmla="*/ 134713 h 210001"/>
                <a:gd name="csX16" fmla="*/ 63889 w 140818"/>
                <a:gd name="csY16" fmla="*/ 117166 h 210001"/>
                <a:gd name="csX17" fmla="*/ 73277 w 140818"/>
                <a:gd name="csY17" fmla="*/ 105301 h 210001"/>
                <a:gd name="csX18" fmla="*/ 90079 w 140818"/>
                <a:gd name="csY18" fmla="*/ 83545 h 210001"/>
                <a:gd name="csX19" fmla="*/ 107904 w 140818"/>
                <a:gd name="csY19" fmla="*/ 64825 h 210001"/>
                <a:gd name="csX20" fmla="*/ 120496 w 140818"/>
                <a:gd name="csY20" fmla="*/ 50427 h 210001"/>
                <a:gd name="csX21" fmla="*/ 117478 w 140818"/>
                <a:gd name="csY21" fmla="*/ 17216 h 210001"/>
                <a:gd name="csX22" fmla="*/ 107643 w 140818"/>
                <a:gd name="csY22" fmla="*/ 6449 h 210001"/>
                <a:gd name="csX23" fmla="*/ 120161 w 140818"/>
                <a:gd name="csY23" fmla="*/ 843 h 210001"/>
                <a:gd name="csX24" fmla="*/ 127667 w 140818"/>
                <a:gd name="csY24" fmla="*/ 2519 h 210001"/>
                <a:gd name="csX25" fmla="*/ 138191 w 140818"/>
                <a:gd name="csY25" fmla="*/ 13416 h 210001"/>
                <a:gd name="csX26" fmla="*/ 139644 w 140818"/>
                <a:gd name="csY26" fmla="*/ 17942 h 210001"/>
                <a:gd name="csX27" fmla="*/ 133646 w 140818"/>
                <a:gd name="csY27" fmla="*/ 38040 h 210001"/>
                <a:gd name="csX28" fmla="*/ 140743 w 140818"/>
                <a:gd name="csY28" fmla="*/ 62050 h 210001"/>
                <a:gd name="csX29" fmla="*/ 134429 w 140818"/>
                <a:gd name="csY29" fmla="*/ 67135 h 210001"/>
                <a:gd name="csX30" fmla="*/ 123066 w 140818"/>
                <a:gd name="csY30" fmla="*/ 70488 h 210001"/>
                <a:gd name="csX31" fmla="*/ 110680 w 140818"/>
                <a:gd name="csY31" fmla="*/ 83843 h 210001"/>
                <a:gd name="csX32" fmla="*/ 105669 w 140818"/>
                <a:gd name="csY32" fmla="*/ 88034 h 210001"/>
                <a:gd name="csX33" fmla="*/ 100938 w 140818"/>
                <a:gd name="csY33" fmla="*/ 85110 h 210001"/>
                <a:gd name="csX34" fmla="*/ 104551 w 140818"/>
                <a:gd name="csY34" fmla="*/ 91480 h 210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40818" h="210001">
                  <a:moveTo>
                    <a:pt x="104551" y="91480"/>
                  </a:moveTo>
                  <a:cubicBezTo>
                    <a:pt x="105185" y="97254"/>
                    <a:pt x="104272" y="102712"/>
                    <a:pt x="100994" y="107611"/>
                  </a:cubicBezTo>
                  <a:cubicBezTo>
                    <a:pt x="99373" y="110032"/>
                    <a:pt x="99168" y="112845"/>
                    <a:pt x="98554" y="115602"/>
                  </a:cubicBezTo>
                  <a:cubicBezTo>
                    <a:pt x="95834" y="127970"/>
                    <a:pt x="88365" y="137972"/>
                    <a:pt x="81864" y="148440"/>
                  </a:cubicBezTo>
                  <a:cubicBezTo>
                    <a:pt x="80113" y="151272"/>
                    <a:pt x="76723" y="152091"/>
                    <a:pt x="73929" y="153619"/>
                  </a:cubicBezTo>
                  <a:cubicBezTo>
                    <a:pt x="70725" y="155649"/>
                    <a:pt x="68211" y="153078"/>
                    <a:pt x="65603" y="152147"/>
                  </a:cubicBezTo>
                  <a:cubicBezTo>
                    <a:pt x="60444" y="150284"/>
                    <a:pt x="56346" y="146745"/>
                    <a:pt x="53757" y="143858"/>
                  </a:cubicBezTo>
                  <a:cubicBezTo>
                    <a:pt x="56569" y="147192"/>
                    <a:pt x="61133" y="150620"/>
                    <a:pt x="66665" y="152818"/>
                  </a:cubicBezTo>
                  <a:cubicBezTo>
                    <a:pt x="68527" y="153563"/>
                    <a:pt x="70688" y="153861"/>
                    <a:pt x="71787" y="155910"/>
                  </a:cubicBezTo>
                  <a:cubicBezTo>
                    <a:pt x="72197" y="159710"/>
                    <a:pt x="70409" y="162150"/>
                    <a:pt x="67931" y="165130"/>
                  </a:cubicBezTo>
                  <a:cubicBezTo>
                    <a:pt x="57370" y="177852"/>
                    <a:pt x="43959" y="187258"/>
                    <a:pt x="31442" y="197708"/>
                  </a:cubicBezTo>
                  <a:cubicBezTo>
                    <a:pt x="26040" y="202234"/>
                    <a:pt x="19949" y="205941"/>
                    <a:pt x="14175" y="210001"/>
                  </a:cubicBezTo>
                  <a:cubicBezTo>
                    <a:pt x="7171" y="209871"/>
                    <a:pt x="2924" y="205866"/>
                    <a:pt x="0" y="199980"/>
                  </a:cubicBezTo>
                  <a:cubicBezTo>
                    <a:pt x="9332" y="191561"/>
                    <a:pt x="15497" y="180515"/>
                    <a:pt x="23749" y="171109"/>
                  </a:cubicBezTo>
                  <a:cubicBezTo>
                    <a:pt x="32150" y="161535"/>
                    <a:pt x="40383" y="151290"/>
                    <a:pt x="46455" y="139760"/>
                  </a:cubicBezTo>
                  <a:cubicBezTo>
                    <a:pt x="47423" y="137916"/>
                    <a:pt x="48224" y="135942"/>
                    <a:pt x="49938" y="134713"/>
                  </a:cubicBezTo>
                  <a:cubicBezTo>
                    <a:pt x="56271" y="130205"/>
                    <a:pt x="59661" y="123294"/>
                    <a:pt x="63889" y="117166"/>
                  </a:cubicBezTo>
                  <a:cubicBezTo>
                    <a:pt x="66795" y="112957"/>
                    <a:pt x="70111" y="109231"/>
                    <a:pt x="73277" y="105301"/>
                  </a:cubicBezTo>
                  <a:cubicBezTo>
                    <a:pt x="79014" y="98167"/>
                    <a:pt x="84584" y="90865"/>
                    <a:pt x="90079" y="83545"/>
                  </a:cubicBezTo>
                  <a:cubicBezTo>
                    <a:pt x="95331" y="76542"/>
                    <a:pt x="102074" y="71159"/>
                    <a:pt x="107904" y="64825"/>
                  </a:cubicBezTo>
                  <a:cubicBezTo>
                    <a:pt x="112226" y="60131"/>
                    <a:pt x="116659" y="55512"/>
                    <a:pt x="120496" y="50427"/>
                  </a:cubicBezTo>
                  <a:cubicBezTo>
                    <a:pt x="129176" y="38916"/>
                    <a:pt x="128040" y="27237"/>
                    <a:pt x="117478" y="17216"/>
                  </a:cubicBezTo>
                  <a:cubicBezTo>
                    <a:pt x="113939" y="13863"/>
                    <a:pt x="110605" y="10324"/>
                    <a:pt x="107643" y="6449"/>
                  </a:cubicBezTo>
                  <a:cubicBezTo>
                    <a:pt x="111816" y="4587"/>
                    <a:pt x="115988" y="2706"/>
                    <a:pt x="120161" y="843"/>
                  </a:cubicBezTo>
                  <a:cubicBezTo>
                    <a:pt x="123160" y="-778"/>
                    <a:pt x="125767" y="23"/>
                    <a:pt x="127667" y="2519"/>
                  </a:cubicBezTo>
                  <a:cubicBezTo>
                    <a:pt x="130759" y="6580"/>
                    <a:pt x="133963" y="10436"/>
                    <a:pt x="138191" y="13416"/>
                  </a:cubicBezTo>
                  <a:cubicBezTo>
                    <a:pt x="139607" y="14403"/>
                    <a:pt x="140296" y="16061"/>
                    <a:pt x="139644" y="17942"/>
                  </a:cubicBezTo>
                  <a:cubicBezTo>
                    <a:pt x="133367" y="23362"/>
                    <a:pt x="131281" y="30031"/>
                    <a:pt x="133646" y="38040"/>
                  </a:cubicBezTo>
                  <a:cubicBezTo>
                    <a:pt x="136031" y="46031"/>
                    <a:pt x="138378" y="54041"/>
                    <a:pt x="140743" y="62050"/>
                  </a:cubicBezTo>
                  <a:cubicBezTo>
                    <a:pt x="141004" y="66651"/>
                    <a:pt x="140948" y="69855"/>
                    <a:pt x="134429" y="67135"/>
                  </a:cubicBezTo>
                  <a:cubicBezTo>
                    <a:pt x="130796" y="65626"/>
                    <a:pt x="126252" y="67936"/>
                    <a:pt x="123066" y="70488"/>
                  </a:cubicBezTo>
                  <a:cubicBezTo>
                    <a:pt x="118317" y="74288"/>
                    <a:pt x="113269" y="78032"/>
                    <a:pt x="110680" y="83843"/>
                  </a:cubicBezTo>
                  <a:cubicBezTo>
                    <a:pt x="109655" y="86153"/>
                    <a:pt x="107699" y="87066"/>
                    <a:pt x="105669" y="88034"/>
                  </a:cubicBezTo>
                  <a:cubicBezTo>
                    <a:pt x="102894" y="88630"/>
                    <a:pt x="102205" y="86172"/>
                    <a:pt x="100938" y="85110"/>
                  </a:cubicBezTo>
                  <a:cubicBezTo>
                    <a:pt x="101795" y="87103"/>
                    <a:pt x="104924" y="88332"/>
                    <a:pt x="104551" y="91480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081055B-DD83-A245-208C-A3E9DE7F9D5D}"/>
                </a:ext>
              </a:extLst>
            </p:cNvPr>
            <p:cNvSpPr/>
            <p:nvPr/>
          </p:nvSpPr>
          <p:spPr>
            <a:xfrm>
              <a:off x="1916972" y="5151058"/>
              <a:ext cx="108374" cy="70742"/>
            </a:xfrm>
            <a:custGeom>
              <a:avLst/>
              <a:gdLst>
                <a:gd name="csX0" fmla="*/ 108310 w 108374"/>
                <a:gd name="csY0" fmla="*/ 70743 h 70742"/>
                <a:gd name="csX1" fmla="*/ 59489 w 108374"/>
                <a:gd name="csY1" fmla="*/ 66887 h 70742"/>
                <a:gd name="csX2" fmla="*/ 22236 w 108374"/>
                <a:gd name="csY2" fmla="*/ 50291 h 70742"/>
                <a:gd name="csX3" fmla="*/ 2957 w 108374"/>
                <a:gd name="csY3" fmla="*/ 24716 h 70742"/>
                <a:gd name="csX4" fmla="*/ 256 w 108374"/>
                <a:gd name="csY4" fmla="*/ 13131 h 70742"/>
                <a:gd name="csX5" fmla="*/ 554 w 108374"/>
                <a:gd name="csY5" fmla="*/ 10337 h 70742"/>
                <a:gd name="csX6" fmla="*/ 11768 w 108374"/>
                <a:gd name="csY6" fmla="*/ 371 h 70742"/>
                <a:gd name="csX7" fmla="*/ 64369 w 108374"/>
                <a:gd name="csY7" fmla="*/ 16353 h 70742"/>
                <a:gd name="csX8" fmla="*/ 84039 w 108374"/>
                <a:gd name="csY8" fmla="*/ 26132 h 70742"/>
                <a:gd name="csX9" fmla="*/ 108310 w 108374"/>
                <a:gd name="csY9" fmla="*/ 70743 h 70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8374" h="70742">
                  <a:moveTo>
                    <a:pt x="108310" y="70743"/>
                  </a:moveTo>
                  <a:cubicBezTo>
                    <a:pt x="92384" y="63590"/>
                    <a:pt x="75806" y="64391"/>
                    <a:pt x="59489" y="66887"/>
                  </a:cubicBezTo>
                  <a:cubicBezTo>
                    <a:pt x="43042" y="69402"/>
                    <a:pt x="32089" y="60796"/>
                    <a:pt x="22236" y="50291"/>
                  </a:cubicBezTo>
                  <a:cubicBezTo>
                    <a:pt x="14971" y="42561"/>
                    <a:pt x="8564" y="33881"/>
                    <a:pt x="2957" y="24716"/>
                  </a:cubicBezTo>
                  <a:cubicBezTo>
                    <a:pt x="648" y="20935"/>
                    <a:pt x="-563" y="17396"/>
                    <a:pt x="256" y="13131"/>
                  </a:cubicBezTo>
                  <a:cubicBezTo>
                    <a:pt x="424" y="12218"/>
                    <a:pt x="499" y="11268"/>
                    <a:pt x="554" y="10337"/>
                  </a:cubicBezTo>
                  <a:cubicBezTo>
                    <a:pt x="1150" y="-411"/>
                    <a:pt x="1169" y="-597"/>
                    <a:pt x="11768" y="371"/>
                  </a:cubicBezTo>
                  <a:cubicBezTo>
                    <a:pt x="30376" y="2066"/>
                    <a:pt x="47512" y="8865"/>
                    <a:pt x="64369" y="16353"/>
                  </a:cubicBezTo>
                  <a:cubicBezTo>
                    <a:pt x="71056" y="19315"/>
                    <a:pt x="77464" y="22910"/>
                    <a:pt x="84039" y="26132"/>
                  </a:cubicBezTo>
                  <a:cubicBezTo>
                    <a:pt x="102535" y="35222"/>
                    <a:pt x="109111" y="50812"/>
                    <a:pt x="108310" y="70743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75201797-2826-D78D-DE57-A4576528A44F}"/>
                </a:ext>
              </a:extLst>
            </p:cNvPr>
            <p:cNvSpPr/>
            <p:nvPr/>
          </p:nvSpPr>
          <p:spPr>
            <a:xfrm>
              <a:off x="1517519" y="5383404"/>
              <a:ext cx="159649" cy="110090"/>
            </a:xfrm>
            <a:custGeom>
              <a:avLst/>
              <a:gdLst>
                <a:gd name="csX0" fmla="*/ 109953 w 159649"/>
                <a:gd name="csY0" fmla="*/ 50628 h 110090"/>
                <a:gd name="csX1" fmla="*/ 108985 w 159649"/>
                <a:gd name="csY1" fmla="*/ 57501 h 110090"/>
                <a:gd name="csX2" fmla="*/ 89259 w 159649"/>
                <a:gd name="csY2" fmla="*/ 76370 h 110090"/>
                <a:gd name="csX3" fmla="*/ 86633 w 159649"/>
                <a:gd name="csY3" fmla="*/ 88273 h 110090"/>
                <a:gd name="csX4" fmla="*/ 97343 w 159649"/>
                <a:gd name="csY4" fmla="*/ 93339 h 110090"/>
                <a:gd name="csX5" fmla="*/ 113064 w 159649"/>
                <a:gd name="csY5" fmla="*/ 89129 h 110090"/>
                <a:gd name="csX6" fmla="*/ 138955 w 159649"/>
                <a:gd name="csY6" fmla="*/ 75178 h 110090"/>
                <a:gd name="csX7" fmla="*/ 157023 w 159649"/>
                <a:gd name="csY7" fmla="*/ 61972 h 110090"/>
                <a:gd name="csX8" fmla="*/ 159649 w 159649"/>
                <a:gd name="csY8" fmla="*/ 65120 h 110090"/>
                <a:gd name="csX9" fmla="*/ 111350 w 159649"/>
                <a:gd name="csY9" fmla="*/ 95891 h 110090"/>
                <a:gd name="csX10" fmla="*/ 99802 w 159649"/>
                <a:gd name="csY10" fmla="*/ 100063 h 110090"/>
                <a:gd name="csX11" fmla="*/ 59289 w 159649"/>
                <a:gd name="csY11" fmla="*/ 109433 h 110090"/>
                <a:gd name="csX12" fmla="*/ 21700 w 159649"/>
                <a:gd name="csY12" fmla="*/ 108259 h 110090"/>
                <a:gd name="csX13" fmla="*/ 3558 w 159649"/>
                <a:gd name="csY13" fmla="*/ 93935 h 110090"/>
                <a:gd name="csX14" fmla="*/ 279 w 159649"/>
                <a:gd name="csY14" fmla="*/ 84957 h 110090"/>
                <a:gd name="csX15" fmla="*/ 559 w 159649"/>
                <a:gd name="csY15" fmla="*/ 82312 h 110090"/>
                <a:gd name="csX16" fmla="*/ 3595 w 159649"/>
                <a:gd name="csY16" fmla="*/ 82685 h 110090"/>
                <a:gd name="csX17" fmla="*/ 11679 w 159649"/>
                <a:gd name="csY17" fmla="*/ 86466 h 110090"/>
                <a:gd name="csX18" fmla="*/ 12368 w 159649"/>
                <a:gd name="csY18" fmla="*/ 51951 h 110090"/>
                <a:gd name="csX19" fmla="*/ 14622 w 159649"/>
                <a:gd name="csY19" fmla="*/ 19391 h 110090"/>
                <a:gd name="csX20" fmla="*/ 21644 w 159649"/>
                <a:gd name="csY20" fmla="*/ 3521 h 110090"/>
                <a:gd name="csX21" fmla="*/ 28927 w 159649"/>
                <a:gd name="csY21" fmla="*/ 1 h 110090"/>
                <a:gd name="csX22" fmla="*/ 39302 w 159649"/>
                <a:gd name="csY22" fmla="*/ 6390 h 110090"/>
                <a:gd name="csX23" fmla="*/ 26189 w 159649"/>
                <a:gd name="csY23" fmla="*/ 49473 h 110090"/>
                <a:gd name="csX24" fmla="*/ 27214 w 159649"/>
                <a:gd name="csY24" fmla="*/ 70168 h 110090"/>
                <a:gd name="csX25" fmla="*/ 47628 w 159649"/>
                <a:gd name="csY25" fmla="*/ 85628 h 110090"/>
                <a:gd name="csX26" fmla="*/ 75177 w 159649"/>
                <a:gd name="csY26" fmla="*/ 72347 h 110090"/>
                <a:gd name="csX27" fmla="*/ 86875 w 159649"/>
                <a:gd name="csY27" fmla="*/ 59420 h 110090"/>
                <a:gd name="csX28" fmla="*/ 95071 w 159649"/>
                <a:gd name="csY28" fmla="*/ 51783 h 110090"/>
                <a:gd name="csX29" fmla="*/ 100472 w 159649"/>
                <a:gd name="csY29" fmla="*/ 46158 h 110090"/>
                <a:gd name="csX30" fmla="*/ 109953 w 159649"/>
                <a:gd name="csY30" fmla="*/ 50628 h 1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9649" h="110090">
                  <a:moveTo>
                    <a:pt x="109953" y="50628"/>
                  </a:moveTo>
                  <a:cubicBezTo>
                    <a:pt x="112207" y="53273"/>
                    <a:pt x="112952" y="54931"/>
                    <a:pt x="108985" y="57501"/>
                  </a:cubicBezTo>
                  <a:cubicBezTo>
                    <a:pt x="101310" y="62475"/>
                    <a:pt x="94530" y="68677"/>
                    <a:pt x="89259" y="76370"/>
                  </a:cubicBezTo>
                  <a:cubicBezTo>
                    <a:pt x="86726" y="80077"/>
                    <a:pt x="84453" y="83802"/>
                    <a:pt x="86633" y="88273"/>
                  </a:cubicBezTo>
                  <a:cubicBezTo>
                    <a:pt x="88756" y="92594"/>
                    <a:pt x="93431" y="92370"/>
                    <a:pt x="97343" y="93339"/>
                  </a:cubicBezTo>
                  <a:cubicBezTo>
                    <a:pt x="103359" y="94829"/>
                    <a:pt x="107848" y="90638"/>
                    <a:pt x="113064" y="89129"/>
                  </a:cubicBezTo>
                  <a:cubicBezTo>
                    <a:pt x="122750" y="86298"/>
                    <a:pt x="130871" y="80766"/>
                    <a:pt x="138955" y="75178"/>
                  </a:cubicBezTo>
                  <a:cubicBezTo>
                    <a:pt x="145083" y="70931"/>
                    <a:pt x="150727" y="65939"/>
                    <a:pt x="157023" y="61972"/>
                  </a:cubicBezTo>
                  <a:cubicBezTo>
                    <a:pt x="161102" y="59401"/>
                    <a:pt x="158923" y="63890"/>
                    <a:pt x="159649" y="65120"/>
                  </a:cubicBezTo>
                  <a:cubicBezTo>
                    <a:pt x="146555" y="80096"/>
                    <a:pt x="130349" y="90173"/>
                    <a:pt x="111350" y="95891"/>
                  </a:cubicBezTo>
                  <a:cubicBezTo>
                    <a:pt x="107215" y="96487"/>
                    <a:pt x="103285" y="97623"/>
                    <a:pt x="99802" y="100063"/>
                  </a:cubicBezTo>
                  <a:cubicBezTo>
                    <a:pt x="86707" y="104906"/>
                    <a:pt x="73296" y="108483"/>
                    <a:pt x="59289" y="109433"/>
                  </a:cubicBezTo>
                  <a:cubicBezTo>
                    <a:pt x="46734" y="110010"/>
                    <a:pt x="34143" y="110997"/>
                    <a:pt x="21700" y="108259"/>
                  </a:cubicBezTo>
                  <a:cubicBezTo>
                    <a:pt x="13616" y="106061"/>
                    <a:pt x="7060" y="101926"/>
                    <a:pt x="3558" y="93935"/>
                  </a:cubicBezTo>
                  <a:cubicBezTo>
                    <a:pt x="2086" y="91085"/>
                    <a:pt x="1248" y="87993"/>
                    <a:pt x="279" y="84957"/>
                  </a:cubicBezTo>
                  <a:cubicBezTo>
                    <a:pt x="0" y="84100"/>
                    <a:pt x="-279" y="83057"/>
                    <a:pt x="559" y="82312"/>
                  </a:cubicBezTo>
                  <a:cubicBezTo>
                    <a:pt x="1639" y="81381"/>
                    <a:pt x="2682" y="82033"/>
                    <a:pt x="3595" y="82685"/>
                  </a:cubicBezTo>
                  <a:cubicBezTo>
                    <a:pt x="5867" y="84305"/>
                    <a:pt x="8158" y="85870"/>
                    <a:pt x="11679" y="86466"/>
                  </a:cubicBezTo>
                  <a:cubicBezTo>
                    <a:pt x="10897" y="74675"/>
                    <a:pt x="11567" y="63294"/>
                    <a:pt x="12368" y="51951"/>
                  </a:cubicBezTo>
                  <a:cubicBezTo>
                    <a:pt x="13150" y="41110"/>
                    <a:pt x="12964" y="30195"/>
                    <a:pt x="14622" y="19391"/>
                  </a:cubicBezTo>
                  <a:cubicBezTo>
                    <a:pt x="15535" y="13431"/>
                    <a:pt x="18683" y="8513"/>
                    <a:pt x="21644" y="3521"/>
                  </a:cubicBezTo>
                  <a:cubicBezTo>
                    <a:pt x="23172" y="951"/>
                    <a:pt x="25910" y="-36"/>
                    <a:pt x="28927" y="1"/>
                  </a:cubicBezTo>
                  <a:cubicBezTo>
                    <a:pt x="32802" y="1435"/>
                    <a:pt x="36918" y="2534"/>
                    <a:pt x="39302" y="6390"/>
                  </a:cubicBezTo>
                  <a:cubicBezTo>
                    <a:pt x="30380" y="19354"/>
                    <a:pt x="28070" y="34404"/>
                    <a:pt x="26189" y="49473"/>
                  </a:cubicBezTo>
                  <a:cubicBezTo>
                    <a:pt x="25332" y="56347"/>
                    <a:pt x="25649" y="63406"/>
                    <a:pt x="27214" y="70168"/>
                  </a:cubicBezTo>
                  <a:cubicBezTo>
                    <a:pt x="29281" y="79183"/>
                    <a:pt x="38632" y="85032"/>
                    <a:pt x="47628" y="85628"/>
                  </a:cubicBezTo>
                  <a:cubicBezTo>
                    <a:pt x="59661" y="86410"/>
                    <a:pt x="67224" y="79202"/>
                    <a:pt x="75177" y="72347"/>
                  </a:cubicBezTo>
                  <a:cubicBezTo>
                    <a:pt x="79592" y="68547"/>
                    <a:pt x="83783" y="64449"/>
                    <a:pt x="86875" y="59420"/>
                  </a:cubicBezTo>
                  <a:cubicBezTo>
                    <a:pt x="88905" y="56123"/>
                    <a:pt x="91941" y="53869"/>
                    <a:pt x="95071" y="51783"/>
                  </a:cubicBezTo>
                  <a:cubicBezTo>
                    <a:pt x="97324" y="50293"/>
                    <a:pt x="99168" y="48505"/>
                    <a:pt x="100472" y="46158"/>
                  </a:cubicBezTo>
                  <a:cubicBezTo>
                    <a:pt x="104738" y="45375"/>
                    <a:pt x="107662" y="47331"/>
                    <a:pt x="109953" y="50628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C3AFB84-B22D-7C02-F78C-A6D6DDFA0232}"/>
                </a:ext>
              </a:extLst>
            </p:cNvPr>
            <p:cNvSpPr/>
            <p:nvPr/>
          </p:nvSpPr>
          <p:spPr>
            <a:xfrm>
              <a:off x="1914186" y="5263114"/>
              <a:ext cx="101149" cy="123515"/>
            </a:xfrm>
            <a:custGeom>
              <a:avLst/>
              <a:gdLst>
                <a:gd name="csX0" fmla="*/ 8146 w 101149"/>
                <a:gd name="csY0" fmla="*/ 0 h 123515"/>
                <a:gd name="csX1" fmla="*/ 16677 w 101149"/>
                <a:gd name="csY1" fmla="*/ 12778 h 123515"/>
                <a:gd name="csX2" fmla="*/ 30219 w 101149"/>
                <a:gd name="csY2" fmla="*/ 40904 h 123515"/>
                <a:gd name="csX3" fmla="*/ 58904 w 101149"/>
                <a:gd name="csY3" fmla="*/ 79107 h 123515"/>
                <a:gd name="csX4" fmla="*/ 85857 w 101149"/>
                <a:gd name="csY4" fmla="*/ 98777 h 123515"/>
                <a:gd name="csX5" fmla="*/ 90420 w 101149"/>
                <a:gd name="csY5" fmla="*/ 118186 h 123515"/>
                <a:gd name="csX6" fmla="*/ 93270 w 101149"/>
                <a:gd name="csY6" fmla="*/ 122228 h 123515"/>
                <a:gd name="csX7" fmla="*/ 101149 w 101149"/>
                <a:gd name="csY7" fmla="*/ 122358 h 123515"/>
                <a:gd name="csX8" fmla="*/ 84479 w 101149"/>
                <a:gd name="csY8" fmla="*/ 122657 h 123515"/>
                <a:gd name="csX9" fmla="*/ 19173 w 101149"/>
                <a:gd name="csY9" fmla="*/ 83596 h 123515"/>
                <a:gd name="csX10" fmla="*/ 416 w 101149"/>
                <a:gd name="csY10" fmla="*/ 23824 h 123515"/>
                <a:gd name="csX11" fmla="*/ 8146 w 101149"/>
                <a:gd name="csY11" fmla="*/ 0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1149" h="123515">
                  <a:moveTo>
                    <a:pt x="8146" y="0"/>
                  </a:moveTo>
                  <a:cubicBezTo>
                    <a:pt x="8594" y="5867"/>
                    <a:pt x="13362" y="8810"/>
                    <a:pt x="16677" y="12778"/>
                  </a:cubicBezTo>
                  <a:cubicBezTo>
                    <a:pt x="23551" y="20992"/>
                    <a:pt x="25711" y="31535"/>
                    <a:pt x="30219" y="40904"/>
                  </a:cubicBezTo>
                  <a:cubicBezTo>
                    <a:pt x="37279" y="55582"/>
                    <a:pt x="45884" y="69422"/>
                    <a:pt x="58904" y="79107"/>
                  </a:cubicBezTo>
                  <a:cubicBezTo>
                    <a:pt x="67808" y="85720"/>
                    <a:pt x="77978" y="90693"/>
                    <a:pt x="85857" y="98777"/>
                  </a:cubicBezTo>
                  <a:cubicBezTo>
                    <a:pt x="91221" y="104291"/>
                    <a:pt x="93028" y="110866"/>
                    <a:pt x="90420" y="118186"/>
                  </a:cubicBezTo>
                  <a:cubicBezTo>
                    <a:pt x="89266" y="121446"/>
                    <a:pt x="90253" y="122265"/>
                    <a:pt x="93270" y="122228"/>
                  </a:cubicBezTo>
                  <a:cubicBezTo>
                    <a:pt x="95897" y="122191"/>
                    <a:pt x="98523" y="122303"/>
                    <a:pt x="101149" y="122358"/>
                  </a:cubicBezTo>
                  <a:cubicBezTo>
                    <a:pt x="95636" y="124109"/>
                    <a:pt x="89992" y="123588"/>
                    <a:pt x="84479" y="122657"/>
                  </a:cubicBezTo>
                  <a:cubicBezTo>
                    <a:pt x="57656" y="118130"/>
                    <a:pt x="37092" y="103434"/>
                    <a:pt x="19173" y="83596"/>
                  </a:cubicBezTo>
                  <a:cubicBezTo>
                    <a:pt x="3527" y="66274"/>
                    <a:pt x="-1595" y="46306"/>
                    <a:pt x="416" y="23824"/>
                  </a:cubicBezTo>
                  <a:cubicBezTo>
                    <a:pt x="1199" y="15348"/>
                    <a:pt x="3229" y="7190"/>
                    <a:pt x="8146" y="0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8F8BB663-8BE2-D969-7EFD-55342DA32471}"/>
                </a:ext>
              </a:extLst>
            </p:cNvPr>
            <p:cNvSpPr/>
            <p:nvPr/>
          </p:nvSpPr>
          <p:spPr>
            <a:xfrm>
              <a:off x="1507969" y="5326535"/>
              <a:ext cx="62752" cy="150767"/>
            </a:xfrm>
            <a:custGeom>
              <a:avLst/>
              <a:gdLst>
                <a:gd name="csX0" fmla="*/ 39073 w 62752"/>
                <a:gd name="csY0" fmla="*/ 57708 h 150767"/>
                <a:gd name="csX1" fmla="*/ 27078 w 62752"/>
                <a:gd name="csY1" fmla="*/ 71641 h 150767"/>
                <a:gd name="csX2" fmla="*/ 24731 w 62752"/>
                <a:gd name="csY2" fmla="*/ 83078 h 150767"/>
                <a:gd name="csX3" fmla="*/ 23352 w 62752"/>
                <a:gd name="csY3" fmla="*/ 111185 h 150767"/>
                <a:gd name="csX4" fmla="*/ 22254 w 62752"/>
                <a:gd name="csY4" fmla="*/ 137878 h 150767"/>
                <a:gd name="csX5" fmla="*/ 22011 w 62752"/>
                <a:gd name="csY5" fmla="*/ 145719 h 150767"/>
                <a:gd name="csX6" fmla="*/ 10929 w 62752"/>
                <a:gd name="csY6" fmla="*/ 139722 h 150767"/>
                <a:gd name="csX7" fmla="*/ 13108 w 62752"/>
                <a:gd name="csY7" fmla="*/ 150767 h 150767"/>
                <a:gd name="csX8" fmla="*/ 870 w 62752"/>
                <a:gd name="csY8" fmla="*/ 118040 h 150767"/>
                <a:gd name="csX9" fmla="*/ 28978 w 62752"/>
                <a:gd name="csY9" fmla="*/ 10117 h 150767"/>
                <a:gd name="csX10" fmla="*/ 33281 w 62752"/>
                <a:gd name="csY10" fmla="*/ 11533 h 150767"/>
                <a:gd name="csX11" fmla="*/ 53528 w 62752"/>
                <a:gd name="csY11" fmla="*/ 525 h 150767"/>
                <a:gd name="csX12" fmla="*/ 60196 w 62752"/>
                <a:gd name="csY12" fmla="*/ 245 h 150767"/>
                <a:gd name="csX13" fmla="*/ 62673 w 62752"/>
                <a:gd name="csY13" fmla="*/ 3859 h 150767"/>
                <a:gd name="csX14" fmla="*/ 46356 w 62752"/>
                <a:gd name="csY14" fmla="*/ 42807 h 150767"/>
                <a:gd name="csX15" fmla="*/ 41458 w 62752"/>
                <a:gd name="csY15" fmla="*/ 55548 h 150767"/>
                <a:gd name="csX16" fmla="*/ 30729 w 62752"/>
                <a:gd name="csY16" fmla="*/ 49289 h 150767"/>
                <a:gd name="csX17" fmla="*/ 37583 w 62752"/>
                <a:gd name="csY17" fmla="*/ 54691 h 150767"/>
                <a:gd name="csX18" fmla="*/ 39073 w 62752"/>
                <a:gd name="csY18" fmla="*/ 57708 h 150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752" h="150767">
                  <a:moveTo>
                    <a:pt x="39073" y="57708"/>
                  </a:moveTo>
                  <a:cubicBezTo>
                    <a:pt x="30598" y="58435"/>
                    <a:pt x="29965" y="66239"/>
                    <a:pt x="27078" y="71641"/>
                  </a:cubicBezTo>
                  <a:cubicBezTo>
                    <a:pt x="25308" y="74957"/>
                    <a:pt x="24619" y="79260"/>
                    <a:pt x="24731" y="83078"/>
                  </a:cubicBezTo>
                  <a:cubicBezTo>
                    <a:pt x="25029" y="92503"/>
                    <a:pt x="23371" y="101779"/>
                    <a:pt x="23352" y="111185"/>
                  </a:cubicBezTo>
                  <a:cubicBezTo>
                    <a:pt x="23334" y="120089"/>
                    <a:pt x="22850" y="128993"/>
                    <a:pt x="22254" y="137878"/>
                  </a:cubicBezTo>
                  <a:cubicBezTo>
                    <a:pt x="22067" y="140690"/>
                    <a:pt x="25290" y="145663"/>
                    <a:pt x="22011" y="145719"/>
                  </a:cubicBezTo>
                  <a:cubicBezTo>
                    <a:pt x="18621" y="145775"/>
                    <a:pt x="13536" y="143931"/>
                    <a:pt x="10929" y="139722"/>
                  </a:cubicBezTo>
                  <a:cubicBezTo>
                    <a:pt x="11655" y="143410"/>
                    <a:pt x="12381" y="147079"/>
                    <a:pt x="13108" y="150767"/>
                  </a:cubicBezTo>
                  <a:cubicBezTo>
                    <a:pt x="6235" y="140914"/>
                    <a:pt x="2211" y="130185"/>
                    <a:pt x="870" y="118040"/>
                  </a:cubicBezTo>
                  <a:cubicBezTo>
                    <a:pt x="-3526" y="78365"/>
                    <a:pt x="9178" y="43366"/>
                    <a:pt x="28978" y="10117"/>
                  </a:cubicBezTo>
                  <a:cubicBezTo>
                    <a:pt x="30021" y="11868"/>
                    <a:pt x="31548" y="13694"/>
                    <a:pt x="33281" y="11533"/>
                  </a:cubicBezTo>
                  <a:cubicBezTo>
                    <a:pt x="38533" y="4976"/>
                    <a:pt x="46524" y="3673"/>
                    <a:pt x="53528" y="525"/>
                  </a:cubicBezTo>
                  <a:cubicBezTo>
                    <a:pt x="55428" y="-314"/>
                    <a:pt x="57979" y="59"/>
                    <a:pt x="60196" y="245"/>
                  </a:cubicBezTo>
                  <a:cubicBezTo>
                    <a:pt x="62189" y="413"/>
                    <a:pt x="63027" y="1810"/>
                    <a:pt x="62673" y="3859"/>
                  </a:cubicBezTo>
                  <a:cubicBezTo>
                    <a:pt x="60233" y="18090"/>
                    <a:pt x="53714" y="30700"/>
                    <a:pt x="46356" y="42807"/>
                  </a:cubicBezTo>
                  <a:cubicBezTo>
                    <a:pt x="43860" y="46924"/>
                    <a:pt x="38105" y="49308"/>
                    <a:pt x="41458" y="55548"/>
                  </a:cubicBezTo>
                  <a:cubicBezTo>
                    <a:pt x="36168" y="55827"/>
                    <a:pt x="34249" y="50574"/>
                    <a:pt x="30729" y="49289"/>
                  </a:cubicBezTo>
                  <a:cubicBezTo>
                    <a:pt x="32349" y="51133"/>
                    <a:pt x="35329" y="52474"/>
                    <a:pt x="37583" y="54691"/>
                  </a:cubicBezTo>
                  <a:cubicBezTo>
                    <a:pt x="38477" y="55473"/>
                    <a:pt x="40023" y="56013"/>
                    <a:pt x="39073" y="5770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E5EDEAD-BEAC-315A-73AE-7773A16B8EDB}"/>
                </a:ext>
              </a:extLst>
            </p:cNvPr>
            <p:cNvSpPr/>
            <p:nvPr/>
          </p:nvSpPr>
          <p:spPr>
            <a:xfrm>
              <a:off x="1977542" y="5217879"/>
              <a:ext cx="97882" cy="116743"/>
            </a:xfrm>
            <a:custGeom>
              <a:avLst/>
              <a:gdLst>
                <a:gd name="csX0" fmla="*/ 30715 w 97882"/>
                <a:gd name="csY0" fmla="*/ 27056 h 116743"/>
                <a:gd name="csX1" fmla="*/ 27176 w 97882"/>
                <a:gd name="csY1" fmla="*/ 4723 h 116743"/>
                <a:gd name="csX2" fmla="*/ 22929 w 97882"/>
                <a:gd name="csY2" fmla="*/ 2543 h 116743"/>
                <a:gd name="csX3" fmla="*/ 0 w 97882"/>
                <a:gd name="csY3" fmla="*/ 2394 h 116743"/>
                <a:gd name="csX4" fmla="*/ 68285 w 97882"/>
                <a:gd name="csY4" fmla="*/ 24951 h 116743"/>
                <a:gd name="csX5" fmla="*/ 91569 w 97882"/>
                <a:gd name="csY5" fmla="*/ 79397 h 116743"/>
                <a:gd name="csX6" fmla="*/ 97678 w 97882"/>
                <a:gd name="csY6" fmla="*/ 108007 h 116743"/>
                <a:gd name="csX7" fmla="*/ 96561 w 97882"/>
                <a:gd name="csY7" fmla="*/ 116743 h 116743"/>
                <a:gd name="csX8" fmla="*/ 88551 w 97882"/>
                <a:gd name="csY8" fmla="*/ 111099 h 116743"/>
                <a:gd name="csX9" fmla="*/ 69478 w 97882"/>
                <a:gd name="csY9" fmla="*/ 93609 h 116743"/>
                <a:gd name="csX10" fmla="*/ 57109 w 97882"/>
                <a:gd name="csY10" fmla="*/ 65129 h 116743"/>
                <a:gd name="csX11" fmla="*/ 37216 w 97882"/>
                <a:gd name="csY11" fmla="*/ 32793 h 116743"/>
                <a:gd name="csX12" fmla="*/ 31945 w 97882"/>
                <a:gd name="csY12" fmla="*/ 29664 h 116743"/>
                <a:gd name="csX13" fmla="*/ 30715 w 97882"/>
                <a:gd name="csY13" fmla="*/ 27056 h 116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882" h="116743">
                  <a:moveTo>
                    <a:pt x="30715" y="27056"/>
                  </a:moveTo>
                  <a:cubicBezTo>
                    <a:pt x="29784" y="19587"/>
                    <a:pt x="26096" y="12602"/>
                    <a:pt x="27176" y="4723"/>
                  </a:cubicBezTo>
                  <a:cubicBezTo>
                    <a:pt x="27530" y="2078"/>
                    <a:pt x="24680" y="2562"/>
                    <a:pt x="22929" y="2543"/>
                  </a:cubicBezTo>
                  <a:cubicBezTo>
                    <a:pt x="15292" y="2450"/>
                    <a:pt x="7656" y="2432"/>
                    <a:pt x="0" y="2394"/>
                  </a:cubicBezTo>
                  <a:cubicBezTo>
                    <a:pt x="25370" y="-4740"/>
                    <a:pt x="51000" y="4443"/>
                    <a:pt x="68285" y="24951"/>
                  </a:cubicBezTo>
                  <a:cubicBezTo>
                    <a:pt x="81771" y="40951"/>
                    <a:pt x="86092" y="60342"/>
                    <a:pt x="91569" y="79397"/>
                  </a:cubicBezTo>
                  <a:cubicBezTo>
                    <a:pt x="94270" y="88747"/>
                    <a:pt x="97753" y="98024"/>
                    <a:pt x="97678" y="108007"/>
                  </a:cubicBezTo>
                  <a:cubicBezTo>
                    <a:pt x="97660" y="110950"/>
                    <a:pt x="98610" y="114042"/>
                    <a:pt x="96561" y="116743"/>
                  </a:cubicBezTo>
                  <a:cubicBezTo>
                    <a:pt x="94400" y="114154"/>
                    <a:pt x="92072" y="111695"/>
                    <a:pt x="88551" y="111099"/>
                  </a:cubicBezTo>
                  <a:cubicBezTo>
                    <a:pt x="78381" y="109404"/>
                    <a:pt x="74190" y="101283"/>
                    <a:pt x="69478" y="93609"/>
                  </a:cubicBezTo>
                  <a:cubicBezTo>
                    <a:pt x="63983" y="84687"/>
                    <a:pt x="61189" y="74628"/>
                    <a:pt x="57109" y="65129"/>
                  </a:cubicBezTo>
                  <a:cubicBezTo>
                    <a:pt x="52136" y="53543"/>
                    <a:pt x="46008" y="42218"/>
                    <a:pt x="37216" y="32793"/>
                  </a:cubicBezTo>
                  <a:cubicBezTo>
                    <a:pt x="35875" y="31359"/>
                    <a:pt x="33733" y="30688"/>
                    <a:pt x="31945" y="29664"/>
                  </a:cubicBezTo>
                  <a:cubicBezTo>
                    <a:pt x="31051" y="29030"/>
                    <a:pt x="33547" y="26739"/>
                    <a:pt x="30715" y="27056"/>
                  </a:cubicBezTo>
                  <a:close/>
                </a:path>
              </a:pathLst>
            </a:custGeom>
            <a:solidFill>
              <a:srgbClr val="7AB0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31D335F8-DD60-7F88-F4D2-07FF6301856B}"/>
                </a:ext>
              </a:extLst>
            </p:cNvPr>
            <p:cNvSpPr/>
            <p:nvPr/>
          </p:nvSpPr>
          <p:spPr>
            <a:xfrm>
              <a:off x="1559577" y="5227079"/>
              <a:ext cx="145065" cy="162808"/>
            </a:xfrm>
            <a:custGeom>
              <a:avLst/>
              <a:gdLst>
                <a:gd name="csX0" fmla="*/ 57 w 145065"/>
                <a:gd name="csY0" fmla="*/ 160648 h 162808"/>
                <a:gd name="csX1" fmla="*/ 3540 w 145065"/>
                <a:gd name="csY1" fmla="*/ 150496 h 162808"/>
                <a:gd name="csX2" fmla="*/ 11996 w 145065"/>
                <a:gd name="csY2" fmla="*/ 136601 h 162808"/>
                <a:gd name="csX3" fmla="*/ 39526 w 145065"/>
                <a:gd name="csY3" fmla="*/ 91580 h 162808"/>
                <a:gd name="csX4" fmla="*/ 47573 w 145065"/>
                <a:gd name="csY4" fmla="*/ 84968 h 162808"/>
                <a:gd name="csX5" fmla="*/ 49827 w 145065"/>
                <a:gd name="csY5" fmla="*/ 83590 h 162808"/>
                <a:gd name="csX6" fmla="*/ 51075 w 145065"/>
                <a:gd name="csY6" fmla="*/ 75357 h 162808"/>
                <a:gd name="csX7" fmla="*/ 79965 w 145065"/>
                <a:gd name="csY7" fmla="*/ 41680 h 162808"/>
                <a:gd name="csX8" fmla="*/ 86931 w 145065"/>
                <a:gd name="csY8" fmla="*/ 38476 h 162808"/>
                <a:gd name="csX9" fmla="*/ 88347 w 145065"/>
                <a:gd name="csY9" fmla="*/ 36203 h 162808"/>
                <a:gd name="csX10" fmla="*/ 88272 w 145065"/>
                <a:gd name="csY10" fmla="*/ 36147 h 162808"/>
                <a:gd name="csX11" fmla="*/ 90247 w 145065"/>
                <a:gd name="csY11" fmla="*/ 24245 h 162808"/>
                <a:gd name="csX12" fmla="*/ 81641 w 145065"/>
                <a:gd name="csY12" fmla="*/ 8468 h 162808"/>
                <a:gd name="csX13" fmla="*/ 78065 w 145065"/>
                <a:gd name="csY13" fmla="*/ 2433 h 162808"/>
                <a:gd name="csX14" fmla="*/ 85646 w 145065"/>
                <a:gd name="csY14" fmla="*/ 1092 h 162808"/>
                <a:gd name="csX15" fmla="*/ 113344 w 145065"/>
                <a:gd name="csY15" fmla="*/ 1111 h 162808"/>
                <a:gd name="csX16" fmla="*/ 135696 w 145065"/>
                <a:gd name="csY16" fmla="*/ 105 h 162808"/>
                <a:gd name="csX17" fmla="*/ 145065 w 145065"/>
                <a:gd name="csY17" fmla="*/ 1111 h 162808"/>
                <a:gd name="csX18" fmla="*/ 123775 w 145065"/>
                <a:gd name="csY18" fmla="*/ 11393 h 162808"/>
                <a:gd name="csX19" fmla="*/ 108333 w 145065"/>
                <a:gd name="csY19" fmla="*/ 27374 h 162808"/>
                <a:gd name="csX20" fmla="*/ 89465 w 145065"/>
                <a:gd name="csY20" fmla="*/ 47901 h 162808"/>
                <a:gd name="csX21" fmla="*/ 50945 w 145065"/>
                <a:gd name="csY21" fmla="*/ 93816 h 162808"/>
                <a:gd name="csX22" fmla="*/ 6110 w 145065"/>
                <a:gd name="csY22" fmla="*/ 160909 h 162808"/>
                <a:gd name="csX23" fmla="*/ 3558 w 145065"/>
                <a:gd name="csY23" fmla="*/ 162809 h 162808"/>
                <a:gd name="csX24" fmla="*/ 57 w 145065"/>
                <a:gd name="csY24" fmla="*/ 160648 h 1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065" h="162808">
                  <a:moveTo>
                    <a:pt x="57" y="160648"/>
                  </a:moveTo>
                  <a:cubicBezTo>
                    <a:pt x="-279" y="156736"/>
                    <a:pt x="876" y="153700"/>
                    <a:pt x="3540" y="150496"/>
                  </a:cubicBezTo>
                  <a:cubicBezTo>
                    <a:pt x="6986" y="146380"/>
                    <a:pt x="9165" y="141239"/>
                    <a:pt x="11996" y="136601"/>
                  </a:cubicBezTo>
                  <a:cubicBezTo>
                    <a:pt x="21179" y="121606"/>
                    <a:pt x="30567" y="106724"/>
                    <a:pt x="39526" y="91580"/>
                  </a:cubicBezTo>
                  <a:cubicBezTo>
                    <a:pt x="41557" y="88153"/>
                    <a:pt x="45450" y="87818"/>
                    <a:pt x="47573" y="84968"/>
                  </a:cubicBezTo>
                  <a:cubicBezTo>
                    <a:pt x="47946" y="83888"/>
                    <a:pt x="49473" y="84688"/>
                    <a:pt x="49827" y="83590"/>
                  </a:cubicBezTo>
                  <a:cubicBezTo>
                    <a:pt x="48281" y="80535"/>
                    <a:pt x="49361" y="78076"/>
                    <a:pt x="51075" y="75357"/>
                  </a:cubicBezTo>
                  <a:cubicBezTo>
                    <a:pt x="59084" y="62709"/>
                    <a:pt x="69590" y="52260"/>
                    <a:pt x="79965" y="41680"/>
                  </a:cubicBezTo>
                  <a:cubicBezTo>
                    <a:pt x="81884" y="39724"/>
                    <a:pt x="84100" y="38494"/>
                    <a:pt x="86931" y="38476"/>
                  </a:cubicBezTo>
                  <a:cubicBezTo>
                    <a:pt x="88384" y="38457"/>
                    <a:pt x="89818" y="38159"/>
                    <a:pt x="88347" y="36203"/>
                  </a:cubicBezTo>
                  <a:lnTo>
                    <a:pt x="88272" y="36147"/>
                  </a:lnTo>
                  <a:cubicBezTo>
                    <a:pt x="87062" y="31901"/>
                    <a:pt x="88980" y="27765"/>
                    <a:pt x="90247" y="24245"/>
                  </a:cubicBezTo>
                  <a:cubicBezTo>
                    <a:pt x="93525" y="15118"/>
                    <a:pt x="87062" y="11896"/>
                    <a:pt x="81641" y="8468"/>
                  </a:cubicBezTo>
                  <a:cubicBezTo>
                    <a:pt x="78922" y="6755"/>
                    <a:pt x="77804" y="5339"/>
                    <a:pt x="78065" y="2433"/>
                  </a:cubicBezTo>
                  <a:cubicBezTo>
                    <a:pt x="80505" y="1446"/>
                    <a:pt x="82964" y="608"/>
                    <a:pt x="85646" y="1092"/>
                  </a:cubicBezTo>
                  <a:cubicBezTo>
                    <a:pt x="94885" y="384"/>
                    <a:pt x="104105" y="366"/>
                    <a:pt x="113344" y="1111"/>
                  </a:cubicBezTo>
                  <a:cubicBezTo>
                    <a:pt x="120850" y="2117"/>
                    <a:pt x="128227" y="142"/>
                    <a:pt x="135696" y="105"/>
                  </a:cubicBezTo>
                  <a:cubicBezTo>
                    <a:pt x="138862" y="86"/>
                    <a:pt x="142066" y="-454"/>
                    <a:pt x="145065" y="1111"/>
                  </a:cubicBezTo>
                  <a:cubicBezTo>
                    <a:pt x="136068" y="626"/>
                    <a:pt x="130685" y="7556"/>
                    <a:pt x="123775" y="11393"/>
                  </a:cubicBezTo>
                  <a:cubicBezTo>
                    <a:pt x="116995" y="15174"/>
                    <a:pt x="113996" y="22438"/>
                    <a:pt x="108333" y="27374"/>
                  </a:cubicBezTo>
                  <a:cubicBezTo>
                    <a:pt x="101367" y="33447"/>
                    <a:pt x="95965" y="41270"/>
                    <a:pt x="89465" y="47901"/>
                  </a:cubicBezTo>
                  <a:cubicBezTo>
                    <a:pt x="75401" y="62206"/>
                    <a:pt x="62642" y="77555"/>
                    <a:pt x="50945" y="93816"/>
                  </a:cubicBezTo>
                  <a:cubicBezTo>
                    <a:pt x="35224" y="115665"/>
                    <a:pt x="19689" y="137625"/>
                    <a:pt x="6110" y="160909"/>
                  </a:cubicBezTo>
                  <a:cubicBezTo>
                    <a:pt x="5496" y="161970"/>
                    <a:pt x="4825" y="162716"/>
                    <a:pt x="3558" y="162809"/>
                  </a:cubicBezTo>
                  <a:cubicBezTo>
                    <a:pt x="1994" y="162734"/>
                    <a:pt x="150" y="163125"/>
                    <a:pt x="57" y="160648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2306953D-F96F-11B1-C686-9A66F614E13B}"/>
                </a:ext>
              </a:extLst>
            </p:cNvPr>
            <p:cNvSpPr/>
            <p:nvPr/>
          </p:nvSpPr>
          <p:spPr>
            <a:xfrm>
              <a:off x="1910207" y="5134176"/>
              <a:ext cx="113808" cy="41318"/>
            </a:xfrm>
            <a:custGeom>
              <a:avLst/>
              <a:gdLst>
                <a:gd name="csX0" fmla="*/ 113809 w 113808"/>
                <a:gd name="csY0" fmla="*/ 3488 h 41318"/>
                <a:gd name="csX1" fmla="*/ 102987 w 113808"/>
                <a:gd name="csY1" fmla="*/ 25784 h 41318"/>
                <a:gd name="csX2" fmla="*/ 96039 w 113808"/>
                <a:gd name="csY2" fmla="*/ 32899 h 41318"/>
                <a:gd name="csX3" fmla="*/ 93487 w 113808"/>
                <a:gd name="csY3" fmla="*/ 41319 h 41318"/>
                <a:gd name="csX4" fmla="*/ 33025 w 113808"/>
                <a:gd name="csY4" fmla="*/ 16787 h 41318"/>
                <a:gd name="csX5" fmla="*/ 11884 w 113808"/>
                <a:gd name="csY5" fmla="*/ 13956 h 41318"/>
                <a:gd name="csX6" fmla="*/ 4694 w 113808"/>
                <a:gd name="csY6" fmla="*/ 9542 h 41318"/>
                <a:gd name="csX7" fmla="*/ 0 w 113808"/>
                <a:gd name="csY7" fmla="*/ 154 h 41318"/>
                <a:gd name="csX8" fmla="*/ 53440 w 113808"/>
                <a:gd name="csY8" fmla="*/ 2352 h 41318"/>
                <a:gd name="csX9" fmla="*/ 93972 w 113808"/>
                <a:gd name="csY9" fmla="*/ 8871 h 41318"/>
                <a:gd name="csX10" fmla="*/ 113809 w 113808"/>
                <a:gd name="csY10" fmla="*/ 3488 h 41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808" h="41318">
                  <a:moveTo>
                    <a:pt x="113809" y="3488"/>
                  </a:moveTo>
                  <a:cubicBezTo>
                    <a:pt x="110978" y="11293"/>
                    <a:pt x="107960" y="18985"/>
                    <a:pt x="102987" y="25784"/>
                  </a:cubicBezTo>
                  <a:cubicBezTo>
                    <a:pt x="100975" y="28522"/>
                    <a:pt x="98926" y="31242"/>
                    <a:pt x="96039" y="32899"/>
                  </a:cubicBezTo>
                  <a:cubicBezTo>
                    <a:pt x="92314" y="35041"/>
                    <a:pt x="91848" y="37761"/>
                    <a:pt x="93487" y="41319"/>
                  </a:cubicBezTo>
                  <a:cubicBezTo>
                    <a:pt x="74134" y="31167"/>
                    <a:pt x="54408" y="21984"/>
                    <a:pt x="33025" y="16787"/>
                  </a:cubicBezTo>
                  <a:cubicBezTo>
                    <a:pt x="26040" y="15092"/>
                    <a:pt x="19055" y="13639"/>
                    <a:pt x="11884" y="13956"/>
                  </a:cubicBezTo>
                  <a:cubicBezTo>
                    <a:pt x="8233" y="14124"/>
                    <a:pt x="5905" y="13379"/>
                    <a:pt x="4694" y="9542"/>
                  </a:cubicBezTo>
                  <a:cubicBezTo>
                    <a:pt x="3763" y="6580"/>
                    <a:pt x="1937" y="3916"/>
                    <a:pt x="0" y="154"/>
                  </a:cubicBezTo>
                  <a:cubicBezTo>
                    <a:pt x="18403" y="1197"/>
                    <a:pt x="36154" y="-1970"/>
                    <a:pt x="53440" y="2352"/>
                  </a:cubicBezTo>
                  <a:cubicBezTo>
                    <a:pt x="66814" y="5686"/>
                    <a:pt x="80504" y="6431"/>
                    <a:pt x="93972" y="8871"/>
                  </a:cubicBezTo>
                  <a:cubicBezTo>
                    <a:pt x="101087" y="10156"/>
                    <a:pt x="107401" y="6096"/>
                    <a:pt x="113809" y="3488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0C1755D-02ED-3723-D082-450B767264ED}"/>
                </a:ext>
              </a:extLst>
            </p:cNvPr>
            <p:cNvSpPr/>
            <p:nvPr/>
          </p:nvSpPr>
          <p:spPr>
            <a:xfrm>
              <a:off x="1810321" y="5090529"/>
              <a:ext cx="65650" cy="41636"/>
            </a:xfrm>
            <a:custGeom>
              <a:avLst/>
              <a:gdLst>
                <a:gd name="csX0" fmla="*/ 22697 w 65650"/>
                <a:gd name="csY0" fmla="*/ 34766 h 41636"/>
                <a:gd name="csX1" fmla="*/ 1369 w 65650"/>
                <a:gd name="csY1" fmla="*/ 36015 h 41636"/>
                <a:gd name="csX2" fmla="*/ 289 w 65650"/>
                <a:gd name="csY2" fmla="*/ 27893 h 41636"/>
                <a:gd name="csX3" fmla="*/ 9267 w 65650"/>
                <a:gd name="csY3" fmla="*/ 6417 h 41636"/>
                <a:gd name="csX4" fmla="*/ 19959 w 65650"/>
                <a:gd name="csY4" fmla="*/ 1090 h 41636"/>
                <a:gd name="csX5" fmla="*/ 35661 w 65650"/>
                <a:gd name="csY5" fmla="*/ 9 h 41636"/>
                <a:gd name="csX6" fmla="*/ 64495 w 65650"/>
                <a:gd name="csY6" fmla="*/ 24727 h 41636"/>
                <a:gd name="csX7" fmla="*/ 65650 w 65650"/>
                <a:gd name="csY7" fmla="*/ 35847 h 41636"/>
                <a:gd name="csX8" fmla="*/ 57287 w 65650"/>
                <a:gd name="csY8" fmla="*/ 40615 h 41636"/>
                <a:gd name="csX9" fmla="*/ 22771 w 65650"/>
                <a:gd name="csY9" fmla="*/ 34804 h 41636"/>
                <a:gd name="csX10" fmla="*/ 22697 w 65650"/>
                <a:gd name="csY10" fmla="*/ 34766 h 4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650" h="41636">
                  <a:moveTo>
                    <a:pt x="22697" y="34766"/>
                  </a:moveTo>
                  <a:cubicBezTo>
                    <a:pt x="15582" y="35176"/>
                    <a:pt x="8466" y="35605"/>
                    <a:pt x="1369" y="36015"/>
                  </a:cubicBezTo>
                  <a:cubicBezTo>
                    <a:pt x="-642" y="33518"/>
                    <a:pt x="103" y="30669"/>
                    <a:pt x="289" y="27893"/>
                  </a:cubicBezTo>
                  <a:cubicBezTo>
                    <a:pt x="811" y="19698"/>
                    <a:pt x="4573" y="12768"/>
                    <a:pt x="9267" y="6417"/>
                  </a:cubicBezTo>
                  <a:cubicBezTo>
                    <a:pt x="11689" y="3120"/>
                    <a:pt x="15377" y="1145"/>
                    <a:pt x="19959" y="1090"/>
                  </a:cubicBezTo>
                  <a:cubicBezTo>
                    <a:pt x="25193" y="1034"/>
                    <a:pt x="30408" y="158"/>
                    <a:pt x="35661" y="9"/>
                  </a:cubicBezTo>
                  <a:cubicBezTo>
                    <a:pt x="48663" y="-382"/>
                    <a:pt x="62782" y="11800"/>
                    <a:pt x="64495" y="24727"/>
                  </a:cubicBezTo>
                  <a:cubicBezTo>
                    <a:pt x="64979" y="28415"/>
                    <a:pt x="65278" y="32140"/>
                    <a:pt x="65650" y="35847"/>
                  </a:cubicBezTo>
                  <a:cubicBezTo>
                    <a:pt x="64421" y="41938"/>
                    <a:pt x="63117" y="42646"/>
                    <a:pt x="57287" y="40615"/>
                  </a:cubicBezTo>
                  <a:cubicBezTo>
                    <a:pt x="46111" y="36722"/>
                    <a:pt x="34767" y="33798"/>
                    <a:pt x="22771" y="34804"/>
                  </a:cubicBezTo>
                  <a:lnTo>
                    <a:pt x="22697" y="34766"/>
                  </a:lnTo>
                  <a:close/>
                </a:path>
              </a:pathLst>
            </a:custGeom>
            <a:solidFill>
              <a:srgbClr val="81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1E85368E-3C2E-2A02-1310-56A57A567C56}"/>
                </a:ext>
              </a:extLst>
            </p:cNvPr>
            <p:cNvSpPr/>
            <p:nvPr/>
          </p:nvSpPr>
          <p:spPr>
            <a:xfrm>
              <a:off x="1612430" y="5226979"/>
              <a:ext cx="129139" cy="193541"/>
            </a:xfrm>
            <a:custGeom>
              <a:avLst/>
              <a:gdLst>
                <a:gd name="csX0" fmla="*/ 108511 w 129139"/>
                <a:gd name="csY0" fmla="*/ 0 h 193541"/>
                <a:gd name="csX1" fmla="*/ 123226 w 129139"/>
                <a:gd name="csY1" fmla="*/ 15311 h 193541"/>
                <a:gd name="csX2" fmla="*/ 127957 w 129139"/>
                <a:gd name="csY2" fmla="*/ 23507 h 193541"/>
                <a:gd name="csX3" fmla="*/ 124120 w 129139"/>
                <a:gd name="csY3" fmla="*/ 42525 h 193541"/>
                <a:gd name="csX4" fmla="*/ 99961 w 129139"/>
                <a:gd name="csY4" fmla="*/ 68770 h 193541"/>
                <a:gd name="csX5" fmla="*/ 87630 w 129139"/>
                <a:gd name="csY5" fmla="*/ 83261 h 193541"/>
                <a:gd name="csX6" fmla="*/ 69991 w 129139"/>
                <a:gd name="csY6" fmla="*/ 105557 h 193541"/>
                <a:gd name="csX7" fmla="*/ 57790 w 129139"/>
                <a:gd name="csY7" fmla="*/ 122880 h 193541"/>
                <a:gd name="csX8" fmla="*/ 27727 w 129139"/>
                <a:gd name="csY8" fmla="*/ 163505 h 193541"/>
                <a:gd name="csX9" fmla="*/ 6027 w 129139"/>
                <a:gd name="csY9" fmla="*/ 190401 h 193541"/>
                <a:gd name="csX10" fmla="*/ 1482 w 129139"/>
                <a:gd name="csY10" fmla="*/ 193438 h 193541"/>
                <a:gd name="csX11" fmla="*/ 308 w 129139"/>
                <a:gd name="csY11" fmla="*/ 192469 h 193541"/>
                <a:gd name="csX12" fmla="*/ 550 w 129139"/>
                <a:gd name="csY12" fmla="*/ 189377 h 193541"/>
                <a:gd name="csX13" fmla="*/ 33445 w 129139"/>
                <a:gd name="csY13" fmla="*/ 144785 h 193541"/>
                <a:gd name="csX14" fmla="*/ 55685 w 129139"/>
                <a:gd name="csY14" fmla="*/ 115988 h 193541"/>
                <a:gd name="csX15" fmla="*/ 65725 w 129139"/>
                <a:gd name="csY15" fmla="*/ 103210 h 193541"/>
                <a:gd name="csX16" fmla="*/ 91914 w 129139"/>
                <a:gd name="csY16" fmla="*/ 71843 h 193541"/>
                <a:gd name="csX17" fmla="*/ 116315 w 129139"/>
                <a:gd name="csY17" fmla="*/ 45430 h 193541"/>
                <a:gd name="csX18" fmla="*/ 107095 w 129139"/>
                <a:gd name="csY18" fmla="*/ 5979 h 193541"/>
                <a:gd name="csX19" fmla="*/ 100948 w 129139"/>
                <a:gd name="csY19" fmla="*/ 1267 h 193541"/>
                <a:gd name="csX20" fmla="*/ 108511 w 129139"/>
                <a:gd name="csY20" fmla="*/ 0 h 193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9139" h="193541">
                  <a:moveTo>
                    <a:pt x="108511" y="0"/>
                  </a:moveTo>
                  <a:cubicBezTo>
                    <a:pt x="114527" y="4042"/>
                    <a:pt x="119538" y="9053"/>
                    <a:pt x="123226" y="15311"/>
                  </a:cubicBezTo>
                  <a:cubicBezTo>
                    <a:pt x="124828" y="18031"/>
                    <a:pt x="126765" y="20620"/>
                    <a:pt x="127957" y="23507"/>
                  </a:cubicBezTo>
                  <a:cubicBezTo>
                    <a:pt x="130881" y="30585"/>
                    <a:pt x="127920" y="37142"/>
                    <a:pt x="124120" y="42525"/>
                  </a:cubicBezTo>
                  <a:cubicBezTo>
                    <a:pt x="117247" y="52248"/>
                    <a:pt x="108976" y="60853"/>
                    <a:pt x="99961" y="68770"/>
                  </a:cubicBezTo>
                  <a:cubicBezTo>
                    <a:pt x="95248" y="72905"/>
                    <a:pt x="91858" y="78530"/>
                    <a:pt x="87630" y="83261"/>
                  </a:cubicBezTo>
                  <a:cubicBezTo>
                    <a:pt x="81316" y="90339"/>
                    <a:pt x="76920" y="98814"/>
                    <a:pt x="69991" y="105557"/>
                  </a:cubicBezTo>
                  <a:cubicBezTo>
                    <a:pt x="65017" y="110381"/>
                    <a:pt x="62317" y="117478"/>
                    <a:pt x="57790" y="122880"/>
                  </a:cubicBezTo>
                  <a:cubicBezTo>
                    <a:pt x="46931" y="135844"/>
                    <a:pt x="38605" y="150745"/>
                    <a:pt x="27727" y="163505"/>
                  </a:cubicBezTo>
                  <a:cubicBezTo>
                    <a:pt x="20220" y="172296"/>
                    <a:pt x="13384" y="181535"/>
                    <a:pt x="6027" y="190401"/>
                  </a:cubicBezTo>
                  <a:cubicBezTo>
                    <a:pt x="4909" y="191743"/>
                    <a:pt x="3009" y="192450"/>
                    <a:pt x="1482" y="193438"/>
                  </a:cubicBezTo>
                  <a:cubicBezTo>
                    <a:pt x="569" y="193754"/>
                    <a:pt x="252" y="193326"/>
                    <a:pt x="308" y="192469"/>
                  </a:cubicBezTo>
                  <a:cubicBezTo>
                    <a:pt x="85" y="191426"/>
                    <a:pt x="-362" y="190569"/>
                    <a:pt x="550" y="189377"/>
                  </a:cubicBezTo>
                  <a:cubicBezTo>
                    <a:pt x="11950" y="174830"/>
                    <a:pt x="23238" y="160245"/>
                    <a:pt x="33445" y="144785"/>
                  </a:cubicBezTo>
                  <a:cubicBezTo>
                    <a:pt x="40095" y="134708"/>
                    <a:pt x="47583" y="125078"/>
                    <a:pt x="55685" y="115988"/>
                  </a:cubicBezTo>
                  <a:cubicBezTo>
                    <a:pt x="59280" y="111946"/>
                    <a:pt x="62838" y="107774"/>
                    <a:pt x="65725" y="103210"/>
                  </a:cubicBezTo>
                  <a:cubicBezTo>
                    <a:pt x="73083" y="91569"/>
                    <a:pt x="83588" y="82628"/>
                    <a:pt x="91914" y="71843"/>
                  </a:cubicBezTo>
                  <a:cubicBezTo>
                    <a:pt x="99290" y="62306"/>
                    <a:pt x="109032" y="55023"/>
                    <a:pt x="116315" y="45430"/>
                  </a:cubicBezTo>
                  <a:cubicBezTo>
                    <a:pt x="126169" y="32448"/>
                    <a:pt x="121717" y="13840"/>
                    <a:pt x="107095" y="5979"/>
                  </a:cubicBezTo>
                  <a:cubicBezTo>
                    <a:pt x="104841" y="4768"/>
                    <a:pt x="102345" y="3707"/>
                    <a:pt x="100948" y="1267"/>
                  </a:cubicBezTo>
                  <a:cubicBezTo>
                    <a:pt x="103444" y="857"/>
                    <a:pt x="105977" y="428"/>
                    <a:pt x="108511" y="0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BC2FD3B0-38BA-298C-5A21-7E75ADEF2EF7}"/>
                </a:ext>
              </a:extLst>
            </p:cNvPr>
            <p:cNvSpPr/>
            <p:nvPr/>
          </p:nvSpPr>
          <p:spPr>
            <a:xfrm>
              <a:off x="1733439" y="5182014"/>
              <a:ext cx="55991" cy="56457"/>
            </a:xfrm>
            <a:custGeom>
              <a:avLst/>
              <a:gdLst>
                <a:gd name="csX0" fmla="*/ 19483 w 55991"/>
                <a:gd name="csY0" fmla="*/ 56457 h 56457"/>
                <a:gd name="csX1" fmla="*/ 4768 w 55991"/>
                <a:gd name="csY1" fmla="*/ 40308 h 56457"/>
                <a:gd name="csX2" fmla="*/ 0 w 55991"/>
                <a:gd name="csY2" fmla="*/ 39339 h 56457"/>
                <a:gd name="csX3" fmla="*/ 55992 w 55991"/>
                <a:gd name="csY3" fmla="*/ 0 h 56457"/>
                <a:gd name="csX4" fmla="*/ 51167 w 55991"/>
                <a:gd name="csY4" fmla="*/ 29188 h 56457"/>
                <a:gd name="csX5" fmla="*/ 48671 w 55991"/>
                <a:gd name="csY5" fmla="*/ 32094 h 56457"/>
                <a:gd name="csX6" fmla="*/ 20955 w 55991"/>
                <a:gd name="csY6" fmla="*/ 55731 h 56457"/>
                <a:gd name="csX7" fmla="*/ 19483 w 55991"/>
                <a:gd name="csY7" fmla="*/ 56457 h 56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991" h="56457">
                  <a:moveTo>
                    <a:pt x="19483" y="56457"/>
                  </a:moveTo>
                  <a:cubicBezTo>
                    <a:pt x="15237" y="50478"/>
                    <a:pt x="8922" y="46418"/>
                    <a:pt x="4768" y="40308"/>
                  </a:cubicBezTo>
                  <a:cubicBezTo>
                    <a:pt x="3781" y="38855"/>
                    <a:pt x="1621" y="39637"/>
                    <a:pt x="0" y="39339"/>
                  </a:cubicBezTo>
                  <a:cubicBezTo>
                    <a:pt x="18664" y="26226"/>
                    <a:pt x="37328" y="13113"/>
                    <a:pt x="55992" y="0"/>
                  </a:cubicBezTo>
                  <a:cubicBezTo>
                    <a:pt x="53086" y="9649"/>
                    <a:pt x="52360" y="19446"/>
                    <a:pt x="51167" y="29188"/>
                  </a:cubicBezTo>
                  <a:cubicBezTo>
                    <a:pt x="51000" y="30585"/>
                    <a:pt x="49789" y="31423"/>
                    <a:pt x="48671" y="32094"/>
                  </a:cubicBezTo>
                  <a:cubicBezTo>
                    <a:pt x="38147" y="38464"/>
                    <a:pt x="28946" y="46380"/>
                    <a:pt x="20955" y="55731"/>
                  </a:cubicBezTo>
                  <a:cubicBezTo>
                    <a:pt x="20620" y="56122"/>
                    <a:pt x="19986" y="56234"/>
                    <a:pt x="19483" y="56457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9BA452D-9E6B-DF11-35C4-918716D40E11}"/>
                </a:ext>
              </a:extLst>
            </p:cNvPr>
            <p:cNvSpPr/>
            <p:nvPr/>
          </p:nvSpPr>
          <p:spPr>
            <a:xfrm>
              <a:off x="1914602" y="5175849"/>
              <a:ext cx="37439" cy="59288"/>
            </a:xfrm>
            <a:custGeom>
              <a:avLst/>
              <a:gdLst>
                <a:gd name="csX0" fmla="*/ 37440 w 37439"/>
                <a:gd name="csY0" fmla="*/ 39898 h 59288"/>
                <a:gd name="csX1" fmla="*/ 15665 w 37439"/>
                <a:gd name="csY1" fmla="*/ 59289 h 59288"/>
                <a:gd name="csX2" fmla="*/ 10916 w 37439"/>
                <a:gd name="csY2" fmla="*/ 37365 h 59288"/>
                <a:gd name="csX3" fmla="*/ 4545 w 37439"/>
                <a:gd name="csY3" fmla="*/ 23712 h 59288"/>
                <a:gd name="csX4" fmla="*/ 2124 w 37439"/>
                <a:gd name="csY4" fmla="*/ 0 h 59288"/>
                <a:gd name="csX5" fmla="*/ 37440 w 37439"/>
                <a:gd name="csY5" fmla="*/ 39898 h 59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7439" h="59288">
                  <a:moveTo>
                    <a:pt x="37440" y="39898"/>
                  </a:moveTo>
                  <a:cubicBezTo>
                    <a:pt x="29691" y="45803"/>
                    <a:pt x="22259" y="52080"/>
                    <a:pt x="15665" y="59289"/>
                  </a:cubicBezTo>
                  <a:cubicBezTo>
                    <a:pt x="14101" y="51968"/>
                    <a:pt x="12760" y="44611"/>
                    <a:pt x="10916" y="37365"/>
                  </a:cubicBezTo>
                  <a:cubicBezTo>
                    <a:pt x="9668" y="32466"/>
                    <a:pt x="7898" y="27679"/>
                    <a:pt x="4545" y="23712"/>
                  </a:cubicBezTo>
                  <a:cubicBezTo>
                    <a:pt x="-1341" y="16764"/>
                    <a:pt x="-782" y="9015"/>
                    <a:pt x="2124" y="0"/>
                  </a:cubicBezTo>
                  <a:cubicBezTo>
                    <a:pt x="12741" y="14845"/>
                    <a:pt x="22539" y="29710"/>
                    <a:pt x="37440" y="39898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06F7A88-1E62-4370-5477-6A3398BBD31D}"/>
                </a:ext>
              </a:extLst>
            </p:cNvPr>
            <p:cNvSpPr/>
            <p:nvPr/>
          </p:nvSpPr>
          <p:spPr>
            <a:xfrm>
              <a:off x="1833055" y="5123768"/>
              <a:ext cx="44145" cy="10483"/>
            </a:xfrm>
            <a:custGeom>
              <a:avLst/>
              <a:gdLst>
                <a:gd name="csX0" fmla="*/ 0 w 44145"/>
                <a:gd name="csY0" fmla="*/ 1546 h 10483"/>
                <a:gd name="csX1" fmla="*/ 28741 w 44145"/>
                <a:gd name="csY1" fmla="*/ 4191 h 10483"/>
                <a:gd name="csX2" fmla="*/ 34515 w 44145"/>
                <a:gd name="csY2" fmla="*/ 6296 h 10483"/>
                <a:gd name="csX3" fmla="*/ 42879 w 44145"/>
                <a:gd name="csY3" fmla="*/ 2608 h 10483"/>
                <a:gd name="csX4" fmla="*/ 44145 w 44145"/>
                <a:gd name="csY4" fmla="*/ 6166 h 10483"/>
                <a:gd name="csX5" fmla="*/ 35950 w 44145"/>
                <a:gd name="csY5" fmla="*/ 9463 h 10483"/>
                <a:gd name="csX6" fmla="*/ 8829 w 44145"/>
                <a:gd name="csY6" fmla="*/ 2813 h 10483"/>
                <a:gd name="csX7" fmla="*/ 3371 w 44145"/>
                <a:gd name="csY7" fmla="*/ 3781 h 10483"/>
                <a:gd name="csX8" fmla="*/ 0 w 44145"/>
                <a:gd name="csY8" fmla="*/ 1546 h 10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145" h="10483">
                  <a:moveTo>
                    <a:pt x="0" y="1546"/>
                  </a:moveTo>
                  <a:cubicBezTo>
                    <a:pt x="10021" y="-2347"/>
                    <a:pt x="19279" y="2086"/>
                    <a:pt x="28741" y="4191"/>
                  </a:cubicBezTo>
                  <a:cubicBezTo>
                    <a:pt x="30734" y="4638"/>
                    <a:pt x="32690" y="5383"/>
                    <a:pt x="34515" y="6296"/>
                  </a:cubicBezTo>
                  <a:cubicBezTo>
                    <a:pt x="38892" y="8494"/>
                    <a:pt x="41593" y="7246"/>
                    <a:pt x="42879" y="2608"/>
                  </a:cubicBezTo>
                  <a:cubicBezTo>
                    <a:pt x="43233" y="3819"/>
                    <a:pt x="42674" y="5346"/>
                    <a:pt x="44145" y="6166"/>
                  </a:cubicBezTo>
                  <a:cubicBezTo>
                    <a:pt x="42674" y="10394"/>
                    <a:pt x="40141" y="11567"/>
                    <a:pt x="35950" y="9463"/>
                  </a:cubicBezTo>
                  <a:cubicBezTo>
                    <a:pt x="27456" y="5160"/>
                    <a:pt x="18105" y="4079"/>
                    <a:pt x="8829" y="2813"/>
                  </a:cubicBezTo>
                  <a:cubicBezTo>
                    <a:pt x="6948" y="2552"/>
                    <a:pt x="5085" y="2869"/>
                    <a:pt x="3371" y="3781"/>
                  </a:cubicBezTo>
                  <a:cubicBezTo>
                    <a:pt x="3409" y="1304"/>
                    <a:pt x="1453" y="1826"/>
                    <a:pt x="0" y="1546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C723C0F-53A1-B002-884F-2103597C114A}"/>
                </a:ext>
              </a:extLst>
            </p:cNvPr>
            <p:cNvSpPr/>
            <p:nvPr/>
          </p:nvSpPr>
          <p:spPr>
            <a:xfrm>
              <a:off x="1539238" y="5491626"/>
              <a:ext cx="37588" cy="2832"/>
            </a:xfrm>
            <a:custGeom>
              <a:avLst/>
              <a:gdLst>
                <a:gd name="csX0" fmla="*/ 0 w 37588"/>
                <a:gd name="csY0" fmla="*/ 0 h 2832"/>
                <a:gd name="csX1" fmla="*/ 37589 w 37588"/>
                <a:gd name="csY1" fmla="*/ 1173 h 2832"/>
                <a:gd name="csX2" fmla="*/ 0 w 37588"/>
                <a:gd name="csY2" fmla="*/ 0 h 2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588" h="2832">
                  <a:moveTo>
                    <a:pt x="0" y="0"/>
                  </a:moveTo>
                  <a:cubicBezTo>
                    <a:pt x="12499" y="1192"/>
                    <a:pt x="25053" y="1024"/>
                    <a:pt x="37589" y="1173"/>
                  </a:cubicBezTo>
                  <a:cubicBezTo>
                    <a:pt x="25034" y="2142"/>
                    <a:pt x="12405" y="4917"/>
                    <a:pt x="0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8B073B5-309C-7FC4-A48D-2EDD259C24A3}"/>
                </a:ext>
              </a:extLst>
            </p:cNvPr>
            <p:cNvSpPr/>
            <p:nvPr/>
          </p:nvSpPr>
          <p:spPr>
            <a:xfrm>
              <a:off x="1645242" y="5227032"/>
              <a:ext cx="27697" cy="1139"/>
            </a:xfrm>
            <a:custGeom>
              <a:avLst/>
              <a:gdLst>
                <a:gd name="csX0" fmla="*/ 27698 w 27697"/>
                <a:gd name="csY0" fmla="*/ 1139 h 1139"/>
                <a:gd name="csX1" fmla="*/ 0 w 27697"/>
                <a:gd name="csY1" fmla="*/ 1120 h 1139"/>
                <a:gd name="csX2" fmla="*/ 27698 w 27697"/>
                <a:gd name="csY2" fmla="*/ 1139 h 1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697" h="1139">
                  <a:moveTo>
                    <a:pt x="27698" y="1139"/>
                  </a:moveTo>
                  <a:cubicBezTo>
                    <a:pt x="18459" y="1139"/>
                    <a:pt x="9239" y="1139"/>
                    <a:pt x="0" y="1120"/>
                  </a:cubicBezTo>
                  <a:cubicBezTo>
                    <a:pt x="9239" y="-891"/>
                    <a:pt x="18478" y="245"/>
                    <a:pt x="27698" y="1139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79100E6-5B37-0393-BDF1-6C6660E0BB0C}"/>
                </a:ext>
              </a:extLst>
            </p:cNvPr>
            <p:cNvSpPr/>
            <p:nvPr/>
          </p:nvSpPr>
          <p:spPr>
            <a:xfrm>
              <a:off x="1617339" y="5479125"/>
              <a:ext cx="11548" cy="4323"/>
            </a:xfrm>
            <a:custGeom>
              <a:avLst/>
              <a:gdLst>
                <a:gd name="csX0" fmla="*/ 0 w 11548"/>
                <a:gd name="csY0" fmla="*/ 4324 h 4323"/>
                <a:gd name="csX1" fmla="*/ 11549 w 11548"/>
                <a:gd name="csY1" fmla="*/ 151 h 4323"/>
                <a:gd name="csX2" fmla="*/ 0 w 11548"/>
                <a:gd name="csY2" fmla="*/ 4324 h 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548" h="4323">
                  <a:moveTo>
                    <a:pt x="0" y="4324"/>
                  </a:moveTo>
                  <a:cubicBezTo>
                    <a:pt x="2757" y="-54"/>
                    <a:pt x="7041" y="-277"/>
                    <a:pt x="11549" y="151"/>
                  </a:cubicBezTo>
                  <a:cubicBezTo>
                    <a:pt x="7916" y="2107"/>
                    <a:pt x="4042" y="3411"/>
                    <a:pt x="0" y="4324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C49A89D5-E50D-A0B4-DCB4-700EC26FB3E9}"/>
                </a:ext>
              </a:extLst>
            </p:cNvPr>
            <p:cNvSpPr/>
            <p:nvPr/>
          </p:nvSpPr>
          <p:spPr>
            <a:xfrm>
              <a:off x="1930025" y="5235100"/>
              <a:ext cx="1773" cy="14584"/>
            </a:xfrm>
            <a:custGeom>
              <a:avLst/>
              <a:gdLst>
                <a:gd name="csX0" fmla="*/ 205 w 1773"/>
                <a:gd name="csY0" fmla="*/ 0 h 14584"/>
                <a:gd name="csX1" fmla="*/ 0 w 1773"/>
                <a:gd name="csY1" fmla="*/ 14585 h 14584"/>
                <a:gd name="csX2" fmla="*/ 205 w 1773"/>
                <a:gd name="csY2" fmla="*/ 0 h 1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3" h="14584">
                  <a:moveTo>
                    <a:pt x="205" y="0"/>
                  </a:moveTo>
                  <a:cubicBezTo>
                    <a:pt x="2086" y="4880"/>
                    <a:pt x="2570" y="9760"/>
                    <a:pt x="0" y="14585"/>
                  </a:cubicBezTo>
                  <a:cubicBezTo>
                    <a:pt x="689" y="9723"/>
                    <a:pt x="447" y="4862"/>
                    <a:pt x="205" y="0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674E4A8A-EA8F-F9E9-FA35-78240653167E}"/>
                </a:ext>
              </a:extLst>
            </p:cNvPr>
            <p:cNvSpPr/>
            <p:nvPr/>
          </p:nvSpPr>
          <p:spPr>
            <a:xfrm>
              <a:off x="1775573" y="5007725"/>
              <a:ext cx="76516" cy="79566"/>
            </a:xfrm>
            <a:custGeom>
              <a:avLst/>
              <a:gdLst>
                <a:gd name="csX0" fmla="*/ 0 w 76516"/>
                <a:gd name="csY0" fmla="*/ 2347 h 79566"/>
                <a:gd name="csX1" fmla="*/ 1285 w 76516"/>
                <a:gd name="csY1" fmla="*/ 0 h 79566"/>
                <a:gd name="csX2" fmla="*/ 24047 w 76516"/>
                <a:gd name="csY2" fmla="*/ 12238 h 79566"/>
                <a:gd name="csX3" fmla="*/ 30846 w 76516"/>
                <a:gd name="csY3" fmla="*/ 16168 h 79566"/>
                <a:gd name="csX4" fmla="*/ 40941 w 76516"/>
                <a:gd name="csY4" fmla="*/ 18049 h 79566"/>
                <a:gd name="csX5" fmla="*/ 42562 w 76516"/>
                <a:gd name="csY5" fmla="*/ 17565 h 79566"/>
                <a:gd name="csX6" fmla="*/ 67242 w 76516"/>
                <a:gd name="csY6" fmla="*/ 29188 h 79566"/>
                <a:gd name="csX7" fmla="*/ 75736 w 76516"/>
                <a:gd name="csY7" fmla="*/ 45728 h 79566"/>
                <a:gd name="csX8" fmla="*/ 73966 w 76516"/>
                <a:gd name="csY8" fmla="*/ 49919 h 79566"/>
                <a:gd name="csX9" fmla="*/ 47517 w 76516"/>
                <a:gd name="csY9" fmla="*/ 59587 h 79566"/>
                <a:gd name="csX10" fmla="*/ 34813 w 76516"/>
                <a:gd name="csY10" fmla="*/ 75829 h 79566"/>
                <a:gd name="csX11" fmla="*/ 29784 w 76516"/>
                <a:gd name="csY11" fmla="*/ 77878 h 79566"/>
                <a:gd name="csX12" fmla="*/ 10524 w 76516"/>
                <a:gd name="csY12" fmla="*/ 64150 h 79566"/>
                <a:gd name="csX13" fmla="*/ 1714 w 76516"/>
                <a:gd name="csY13" fmla="*/ 39582 h 79566"/>
                <a:gd name="csX14" fmla="*/ 4116 w 76516"/>
                <a:gd name="csY14" fmla="*/ 24010 h 79566"/>
                <a:gd name="csX15" fmla="*/ 0 w 76516"/>
                <a:gd name="csY15" fmla="*/ 2347 h 79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6516" h="79566">
                  <a:moveTo>
                    <a:pt x="0" y="2347"/>
                  </a:moveTo>
                  <a:cubicBezTo>
                    <a:pt x="149" y="1416"/>
                    <a:pt x="242" y="447"/>
                    <a:pt x="1285" y="0"/>
                  </a:cubicBezTo>
                  <a:cubicBezTo>
                    <a:pt x="8270" y="5197"/>
                    <a:pt x="16205" y="8643"/>
                    <a:pt x="24047" y="12238"/>
                  </a:cubicBezTo>
                  <a:cubicBezTo>
                    <a:pt x="26450" y="13337"/>
                    <a:pt x="28741" y="14529"/>
                    <a:pt x="30846" y="16168"/>
                  </a:cubicBezTo>
                  <a:cubicBezTo>
                    <a:pt x="33826" y="18496"/>
                    <a:pt x="37235" y="19204"/>
                    <a:pt x="40941" y="18049"/>
                  </a:cubicBezTo>
                  <a:cubicBezTo>
                    <a:pt x="41482" y="17882"/>
                    <a:pt x="42003" y="17677"/>
                    <a:pt x="42562" y="17565"/>
                  </a:cubicBezTo>
                  <a:cubicBezTo>
                    <a:pt x="56551" y="14641"/>
                    <a:pt x="60518" y="16503"/>
                    <a:pt x="67242" y="29188"/>
                  </a:cubicBezTo>
                  <a:cubicBezTo>
                    <a:pt x="70148" y="34664"/>
                    <a:pt x="72830" y="40252"/>
                    <a:pt x="75736" y="45728"/>
                  </a:cubicBezTo>
                  <a:cubicBezTo>
                    <a:pt x="76984" y="48075"/>
                    <a:pt x="76965" y="48951"/>
                    <a:pt x="73966" y="49919"/>
                  </a:cubicBezTo>
                  <a:cubicBezTo>
                    <a:pt x="65044" y="52807"/>
                    <a:pt x="56253" y="56159"/>
                    <a:pt x="47517" y="59587"/>
                  </a:cubicBezTo>
                  <a:cubicBezTo>
                    <a:pt x="40178" y="62455"/>
                    <a:pt x="35111" y="67428"/>
                    <a:pt x="34813" y="75829"/>
                  </a:cubicBezTo>
                  <a:cubicBezTo>
                    <a:pt x="34646" y="80691"/>
                    <a:pt x="32690" y="80169"/>
                    <a:pt x="29784" y="77878"/>
                  </a:cubicBezTo>
                  <a:cubicBezTo>
                    <a:pt x="23600" y="72979"/>
                    <a:pt x="17025" y="68565"/>
                    <a:pt x="10524" y="64150"/>
                  </a:cubicBezTo>
                  <a:cubicBezTo>
                    <a:pt x="1211" y="57798"/>
                    <a:pt x="-75" y="49491"/>
                    <a:pt x="1714" y="39582"/>
                  </a:cubicBezTo>
                  <a:cubicBezTo>
                    <a:pt x="2645" y="34422"/>
                    <a:pt x="3446" y="29225"/>
                    <a:pt x="4116" y="24010"/>
                  </a:cubicBezTo>
                  <a:cubicBezTo>
                    <a:pt x="5122" y="16373"/>
                    <a:pt x="4191" y="9034"/>
                    <a:pt x="0" y="2347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04546C1-FB8D-F308-8C1D-189220816070}"/>
                </a:ext>
              </a:extLst>
            </p:cNvPr>
            <p:cNvSpPr/>
            <p:nvPr/>
          </p:nvSpPr>
          <p:spPr>
            <a:xfrm>
              <a:off x="1862504" y="5075674"/>
              <a:ext cx="4638" cy="13969"/>
            </a:xfrm>
            <a:custGeom>
              <a:avLst/>
              <a:gdLst>
                <a:gd name="csX0" fmla="*/ 1173 w 4638"/>
                <a:gd name="csY0" fmla="*/ 0 h 13969"/>
                <a:gd name="csX1" fmla="*/ 4638 w 4638"/>
                <a:gd name="csY1" fmla="*/ 13970 h 13969"/>
                <a:gd name="csX2" fmla="*/ 0 w 4638"/>
                <a:gd name="csY2" fmla="*/ 4582 h 13969"/>
                <a:gd name="csX3" fmla="*/ 1173 w 4638"/>
                <a:gd name="csY3" fmla="*/ 0 h 13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8" h="13969">
                  <a:moveTo>
                    <a:pt x="1173" y="0"/>
                  </a:moveTo>
                  <a:cubicBezTo>
                    <a:pt x="2813" y="4135"/>
                    <a:pt x="4005" y="8382"/>
                    <a:pt x="4638" y="13970"/>
                  </a:cubicBezTo>
                  <a:cubicBezTo>
                    <a:pt x="559" y="11027"/>
                    <a:pt x="559" y="7674"/>
                    <a:pt x="0" y="4582"/>
                  </a:cubicBezTo>
                  <a:cubicBezTo>
                    <a:pt x="1937" y="3465"/>
                    <a:pt x="820" y="1546"/>
                    <a:pt x="1173" y="0"/>
                  </a:cubicBezTo>
                  <a:close/>
                </a:path>
              </a:pathLst>
            </a:custGeom>
            <a:solidFill>
              <a:srgbClr val="516F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EDCB79B-AF5F-81F2-B3A3-B1BAF81D193A}"/>
                </a:ext>
              </a:extLst>
            </p:cNvPr>
            <p:cNvSpPr/>
            <p:nvPr/>
          </p:nvSpPr>
          <p:spPr>
            <a:xfrm>
              <a:off x="1759704" y="4831993"/>
              <a:ext cx="112433" cy="181201"/>
            </a:xfrm>
            <a:custGeom>
              <a:avLst/>
              <a:gdLst>
                <a:gd name="csX0" fmla="*/ 14510 w 112433"/>
                <a:gd name="csY0" fmla="*/ 106944 h 181201"/>
                <a:gd name="csX1" fmla="*/ 5979 w 112433"/>
                <a:gd name="csY1" fmla="*/ 98953 h 181201"/>
                <a:gd name="csX2" fmla="*/ 18 w 112433"/>
                <a:gd name="csY2" fmla="*/ 70007 h 181201"/>
                <a:gd name="csX3" fmla="*/ 8400 w 112433"/>
                <a:gd name="csY3" fmla="*/ 58011 h 181201"/>
                <a:gd name="csX4" fmla="*/ 12591 w 112433"/>
                <a:gd name="csY4" fmla="*/ 55385 h 181201"/>
                <a:gd name="csX5" fmla="*/ 7841 w 112433"/>
                <a:gd name="csY5" fmla="*/ 55199 h 181201"/>
                <a:gd name="csX6" fmla="*/ 1490 w 112433"/>
                <a:gd name="csY6" fmla="*/ 49126 h 181201"/>
                <a:gd name="csX7" fmla="*/ 9983 w 112433"/>
                <a:gd name="csY7" fmla="*/ 18411 h 181201"/>
                <a:gd name="csX8" fmla="*/ 20917 w 112433"/>
                <a:gd name="csY8" fmla="*/ 3659 h 181201"/>
                <a:gd name="csX9" fmla="*/ 41071 w 112433"/>
                <a:gd name="csY9" fmla="*/ 2169 h 181201"/>
                <a:gd name="csX10" fmla="*/ 66124 w 112433"/>
                <a:gd name="csY10" fmla="*/ 18877 h 181201"/>
                <a:gd name="csX11" fmla="*/ 74897 w 112433"/>
                <a:gd name="csY11" fmla="*/ 27445 h 181201"/>
                <a:gd name="csX12" fmla="*/ 73798 w 112433"/>
                <a:gd name="csY12" fmla="*/ 35156 h 181201"/>
                <a:gd name="csX13" fmla="*/ 72141 w 112433"/>
                <a:gd name="csY13" fmla="*/ 38155 h 181201"/>
                <a:gd name="csX14" fmla="*/ 75456 w 112433"/>
                <a:gd name="csY14" fmla="*/ 37801 h 181201"/>
                <a:gd name="csX15" fmla="*/ 82609 w 112433"/>
                <a:gd name="csY15" fmla="*/ 39180 h 181201"/>
                <a:gd name="csX16" fmla="*/ 98255 w 112433"/>
                <a:gd name="csY16" fmla="*/ 79730 h 181201"/>
                <a:gd name="csX17" fmla="*/ 97100 w 112433"/>
                <a:gd name="csY17" fmla="*/ 85486 h 181201"/>
                <a:gd name="csX18" fmla="*/ 102930 w 112433"/>
                <a:gd name="csY18" fmla="*/ 90310 h 181201"/>
                <a:gd name="csX19" fmla="*/ 111629 w 112433"/>
                <a:gd name="csY19" fmla="*/ 121137 h 181201"/>
                <a:gd name="csX20" fmla="*/ 107308 w 112433"/>
                <a:gd name="csY20" fmla="*/ 131661 h 181201"/>
                <a:gd name="csX21" fmla="*/ 100528 w 112433"/>
                <a:gd name="csY21" fmla="*/ 134548 h 181201"/>
                <a:gd name="csX22" fmla="*/ 96728 w 112433"/>
                <a:gd name="csY22" fmla="*/ 118175 h 181201"/>
                <a:gd name="csX23" fmla="*/ 66515 w 112433"/>
                <a:gd name="csY23" fmla="*/ 40055 h 181201"/>
                <a:gd name="csX24" fmla="*/ 39432 w 112433"/>
                <a:gd name="csY24" fmla="*/ 16921 h 181201"/>
                <a:gd name="csX25" fmla="*/ 31255 w 112433"/>
                <a:gd name="csY25" fmla="*/ 18877 h 181201"/>
                <a:gd name="csX26" fmla="*/ 29392 w 112433"/>
                <a:gd name="csY26" fmla="*/ 21801 h 181201"/>
                <a:gd name="csX27" fmla="*/ 26431 w 112433"/>
                <a:gd name="csY27" fmla="*/ 38435 h 181201"/>
                <a:gd name="csX28" fmla="*/ 35856 w 112433"/>
                <a:gd name="csY28" fmla="*/ 58924 h 181201"/>
                <a:gd name="csX29" fmla="*/ 60611 w 112433"/>
                <a:gd name="csY29" fmla="*/ 127079 h 181201"/>
                <a:gd name="csX30" fmla="*/ 72215 w 112433"/>
                <a:gd name="csY30" fmla="*/ 154348 h 181201"/>
                <a:gd name="csX31" fmla="*/ 84341 w 112433"/>
                <a:gd name="csY31" fmla="*/ 162879 h 181201"/>
                <a:gd name="csX32" fmla="*/ 87917 w 112433"/>
                <a:gd name="csY32" fmla="*/ 165394 h 181201"/>
                <a:gd name="csX33" fmla="*/ 87079 w 112433"/>
                <a:gd name="csY33" fmla="*/ 176942 h 181201"/>
                <a:gd name="csX34" fmla="*/ 82702 w 112433"/>
                <a:gd name="csY34" fmla="*/ 181152 h 181201"/>
                <a:gd name="csX35" fmla="*/ 68173 w 112433"/>
                <a:gd name="csY35" fmla="*/ 178246 h 181201"/>
                <a:gd name="csX36" fmla="*/ 48801 w 112433"/>
                <a:gd name="csY36" fmla="*/ 164146 h 181201"/>
                <a:gd name="csX37" fmla="*/ 46287 w 112433"/>
                <a:gd name="csY37" fmla="*/ 156583 h 181201"/>
                <a:gd name="csX38" fmla="*/ 49248 w 112433"/>
                <a:gd name="csY38" fmla="*/ 152728 h 181201"/>
                <a:gd name="csX39" fmla="*/ 43958 w 112433"/>
                <a:gd name="csY39" fmla="*/ 154404 h 181201"/>
                <a:gd name="csX40" fmla="*/ 39469 w 112433"/>
                <a:gd name="csY40" fmla="*/ 152616 h 181201"/>
                <a:gd name="csX41" fmla="*/ 21178 w 112433"/>
                <a:gd name="csY41" fmla="*/ 128085 h 181201"/>
                <a:gd name="csX42" fmla="*/ 14193 w 112433"/>
                <a:gd name="csY42" fmla="*/ 116071 h 181201"/>
                <a:gd name="csX43" fmla="*/ 15869 w 112433"/>
                <a:gd name="csY43" fmla="*/ 109365 h 181201"/>
                <a:gd name="csX44" fmla="*/ 21588 w 112433"/>
                <a:gd name="csY44" fmla="*/ 103814 h 181201"/>
                <a:gd name="csX45" fmla="*/ 14510 w 112433"/>
                <a:gd name="csY45" fmla="*/ 106944 h 18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12433" h="181201">
                  <a:moveTo>
                    <a:pt x="14510" y="106944"/>
                  </a:moveTo>
                  <a:cubicBezTo>
                    <a:pt x="8326" y="107931"/>
                    <a:pt x="7376" y="102380"/>
                    <a:pt x="5979" y="98953"/>
                  </a:cubicBezTo>
                  <a:cubicBezTo>
                    <a:pt x="2216" y="89770"/>
                    <a:pt x="298" y="79991"/>
                    <a:pt x="18" y="70007"/>
                  </a:cubicBezTo>
                  <a:cubicBezTo>
                    <a:pt x="-187" y="62426"/>
                    <a:pt x="1266" y="60712"/>
                    <a:pt x="8400" y="58011"/>
                  </a:cubicBezTo>
                  <a:cubicBezTo>
                    <a:pt x="9928" y="57434"/>
                    <a:pt x="13187" y="57788"/>
                    <a:pt x="12591" y="55385"/>
                  </a:cubicBezTo>
                  <a:cubicBezTo>
                    <a:pt x="11902" y="52610"/>
                    <a:pt x="9369" y="54826"/>
                    <a:pt x="7841" y="55199"/>
                  </a:cubicBezTo>
                  <a:cubicBezTo>
                    <a:pt x="2831" y="56372"/>
                    <a:pt x="-280" y="53876"/>
                    <a:pt x="1490" y="49126"/>
                  </a:cubicBezTo>
                  <a:cubicBezTo>
                    <a:pt x="5215" y="39124"/>
                    <a:pt x="5178" y="28171"/>
                    <a:pt x="9983" y="18411"/>
                  </a:cubicBezTo>
                  <a:cubicBezTo>
                    <a:pt x="12796" y="12730"/>
                    <a:pt x="16465" y="7682"/>
                    <a:pt x="20917" y="3659"/>
                  </a:cubicBezTo>
                  <a:cubicBezTo>
                    <a:pt x="26729" y="-1575"/>
                    <a:pt x="34217" y="-365"/>
                    <a:pt x="41071" y="2169"/>
                  </a:cubicBezTo>
                  <a:cubicBezTo>
                    <a:pt x="50720" y="5726"/>
                    <a:pt x="58301" y="12525"/>
                    <a:pt x="66124" y="18877"/>
                  </a:cubicBezTo>
                  <a:cubicBezTo>
                    <a:pt x="69309" y="21466"/>
                    <a:pt x="72439" y="23980"/>
                    <a:pt x="74897" y="27445"/>
                  </a:cubicBezTo>
                  <a:cubicBezTo>
                    <a:pt x="77282" y="30779"/>
                    <a:pt x="77691" y="32996"/>
                    <a:pt x="73798" y="35156"/>
                  </a:cubicBezTo>
                  <a:cubicBezTo>
                    <a:pt x="72793" y="35715"/>
                    <a:pt x="71135" y="36591"/>
                    <a:pt x="72141" y="38155"/>
                  </a:cubicBezTo>
                  <a:cubicBezTo>
                    <a:pt x="73165" y="39739"/>
                    <a:pt x="74450" y="38714"/>
                    <a:pt x="75456" y="37801"/>
                  </a:cubicBezTo>
                  <a:cubicBezTo>
                    <a:pt x="78474" y="35026"/>
                    <a:pt x="81454" y="37094"/>
                    <a:pt x="82609" y="39180"/>
                  </a:cubicBezTo>
                  <a:cubicBezTo>
                    <a:pt x="89650" y="51958"/>
                    <a:pt x="96430" y="64922"/>
                    <a:pt x="98255" y="79730"/>
                  </a:cubicBezTo>
                  <a:cubicBezTo>
                    <a:pt x="99149" y="81909"/>
                    <a:pt x="94679" y="83008"/>
                    <a:pt x="97100" y="85486"/>
                  </a:cubicBezTo>
                  <a:cubicBezTo>
                    <a:pt x="100434" y="85430"/>
                    <a:pt x="102055" y="86994"/>
                    <a:pt x="102930" y="90310"/>
                  </a:cubicBezTo>
                  <a:cubicBezTo>
                    <a:pt x="105631" y="100648"/>
                    <a:pt x="108407" y="110967"/>
                    <a:pt x="111629" y="121137"/>
                  </a:cubicBezTo>
                  <a:cubicBezTo>
                    <a:pt x="113268" y="126278"/>
                    <a:pt x="112672" y="129761"/>
                    <a:pt x="107308" y="131661"/>
                  </a:cubicBezTo>
                  <a:cubicBezTo>
                    <a:pt x="105762" y="134325"/>
                    <a:pt x="103638" y="135591"/>
                    <a:pt x="100528" y="134548"/>
                  </a:cubicBezTo>
                  <a:cubicBezTo>
                    <a:pt x="98069" y="129370"/>
                    <a:pt x="97976" y="123652"/>
                    <a:pt x="96728" y="118175"/>
                  </a:cubicBezTo>
                  <a:cubicBezTo>
                    <a:pt x="90395" y="90682"/>
                    <a:pt x="80783" y="64456"/>
                    <a:pt x="66515" y="40055"/>
                  </a:cubicBezTo>
                  <a:cubicBezTo>
                    <a:pt x="60182" y="29233"/>
                    <a:pt x="52434" y="20032"/>
                    <a:pt x="39432" y="16921"/>
                  </a:cubicBezTo>
                  <a:cubicBezTo>
                    <a:pt x="36247" y="16157"/>
                    <a:pt x="33490" y="16139"/>
                    <a:pt x="31255" y="18877"/>
                  </a:cubicBezTo>
                  <a:cubicBezTo>
                    <a:pt x="29243" y="18970"/>
                    <a:pt x="29597" y="20553"/>
                    <a:pt x="29392" y="21801"/>
                  </a:cubicBezTo>
                  <a:cubicBezTo>
                    <a:pt x="24121" y="26588"/>
                    <a:pt x="24419" y="32418"/>
                    <a:pt x="26431" y="38435"/>
                  </a:cubicBezTo>
                  <a:cubicBezTo>
                    <a:pt x="28815" y="45587"/>
                    <a:pt x="32317" y="52274"/>
                    <a:pt x="35856" y="58924"/>
                  </a:cubicBezTo>
                  <a:cubicBezTo>
                    <a:pt x="47293" y="80494"/>
                    <a:pt x="55302" y="103274"/>
                    <a:pt x="60611" y="127079"/>
                  </a:cubicBezTo>
                  <a:cubicBezTo>
                    <a:pt x="62790" y="136839"/>
                    <a:pt x="65752" y="146302"/>
                    <a:pt x="72215" y="154348"/>
                  </a:cubicBezTo>
                  <a:cubicBezTo>
                    <a:pt x="75512" y="158446"/>
                    <a:pt x="78958" y="161873"/>
                    <a:pt x="84341" y="162879"/>
                  </a:cubicBezTo>
                  <a:cubicBezTo>
                    <a:pt x="85813" y="163159"/>
                    <a:pt x="87210" y="163867"/>
                    <a:pt x="87917" y="165394"/>
                  </a:cubicBezTo>
                  <a:cubicBezTo>
                    <a:pt x="88811" y="169343"/>
                    <a:pt x="89501" y="173254"/>
                    <a:pt x="87079" y="176942"/>
                  </a:cubicBezTo>
                  <a:cubicBezTo>
                    <a:pt x="86967" y="179774"/>
                    <a:pt x="84583" y="181525"/>
                    <a:pt x="82702" y="181152"/>
                  </a:cubicBezTo>
                  <a:cubicBezTo>
                    <a:pt x="77896" y="180183"/>
                    <a:pt x="72867" y="181133"/>
                    <a:pt x="68173" y="178246"/>
                  </a:cubicBezTo>
                  <a:cubicBezTo>
                    <a:pt x="61281" y="174055"/>
                    <a:pt x="55134" y="169007"/>
                    <a:pt x="48801" y="164146"/>
                  </a:cubicBezTo>
                  <a:cubicBezTo>
                    <a:pt x="46063" y="162041"/>
                    <a:pt x="46380" y="159340"/>
                    <a:pt x="46287" y="156583"/>
                  </a:cubicBezTo>
                  <a:cubicBezTo>
                    <a:pt x="45914" y="154237"/>
                    <a:pt x="47963" y="153696"/>
                    <a:pt x="49248" y="152728"/>
                  </a:cubicBezTo>
                  <a:cubicBezTo>
                    <a:pt x="47404" y="152914"/>
                    <a:pt x="46343" y="155578"/>
                    <a:pt x="43958" y="154404"/>
                  </a:cubicBezTo>
                  <a:cubicBezTo>
                    <a:pt x="42133" y="154628"/>
                    <a:pt x="40587" y="154088"/>
                    <a:pt x="39469" y="152616"/>
                  </a:cubicBezTo>
                  <a:cubicBezTo>
                    <a:pt x="33304" y="144495"/>
                    <a:pt x="24996" y="138069"/>
                    <a:pt x="21178" y="128085"/>
                  </a:cubicBezTo>
                  <a:cubicBezTo>
                    <a:pt x="19539" y="123801"/>
                    <a:pt x="16819" y="119889"/>
                    <a:pt x="14193" y="116071"/>
                  </a:cubicBezTo>
                  <a:cubicBezTo>
                    <a:pt x="11995" y="112885"/>
                    <a:pt x="13038" y="111023"/>
                    <a:pt x="15869" y="109365"/>
                  </a:cubicBezTo>
                  <a:cubicBezTo>
                    <a:pt x="16559" y="106068"/>
                    <a:pt x="19818" y="105528"/>
                    <a:pt x="21588" y="103814"/>
                  </a:cubicBezTo>
                  <a:cubicBezTo>
                    <a:pt x="19315" y="104541"/>
                    <a:pt x="17527" y="107186"/>
                    <a:pt x="14510" y="106944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DF377A55-319C-930C-6146-19F521A4CF34}"/>
                </a:ext>
              </a:extLst>
            </p:cNvPr>
            <p:cNvSpPr/>
            <p:nvPr/>
          </p:nvSpPr>
          <p:spPr>
            <a:xfrm>
              <a:off x="1790214" y="4846599"/>
              <a:ext cx="76264" cy="156502"/>
            </a:xfrm>
            <a:custGeom>
              <a:avLst/>
              <a:gdLst>
                <a:gd name="csX0" fmla="*/ 0 w 76264"/>
                <a:gd name="csY0" fmla="*/ 4159 h 156502"/>
                <a:gd name="csX1" fmla="*/ 7078 w 76264"/>
                <a:gd name="csY1" fmla="*/ 284 h 156502"/>
                <a:gd name="csX2" fmla="*/ 37645 w 76264"/>
                <a:gd name="csY2" fmla="*/ 25356 h 156502"/>
                <a:gd name="csX3" fmla="*/ 69831 w 76264"/>
                <a:gd name="csY3" fmla="*/ 113981 h 156502"/>
                <a:gd name="csX4" fmla="*/ 70055 w 76264"/>
                <a:gd name="csY4" fmla="*/ 119607 h 156502"/>
                <a:gd name="csX5" fmla="*/ 68937 w 76264"/>
                <a:gd name="csY5" fmla="*/ 120668 h 156502"/>
                <a:gd name="csX6" fmla="*/ 70185 w 76264"/>
                <a:gd name="csY6" fmla="*/ 122866 h 156502"/>
                <a:gd name="csX7" fmla="*/ 76258 w 76264"/>
                <a:gd name="csY7" fmla="*/ 128920 h 156502"/>
                <a:gd name="csX8" fmla="*/ 68881 w 76264"/>
                <a:gd name="csY8" fmla="*/ 152837 h 156502"/>
                <a:gd name="csX9" fmla="*/ 59978 w 76264"/>
                <a:gd name="csY9" fmla="*/ 151123 h 156502"/>
                <a:gd name="csX10" fmla="*/ 57538 w 76264"/>
                <a:gd name="csY10" fmla="*/ 137563 h 156502"/>
                <a:gd name="csX11" fmla="*/ 19670 w 76264"/>
                <a:gd name="csY11" fmla="*/ 27759 h 156502"/>
                <a:gd name="csX12" fmla="*/ 2757 w 76264"/>
                <a:gd name="csY12" fmla="*/ 7530 h 156502"/>
                <a:gd name="csX13" fmla="*/ 0 w 76264"/>
                <a:gd name="csY13" fmla="*/ 4159 h 156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4" h="156502">
                  <a:moveTo>
                    <a:pt x="0" y="4159"/>
                  </a:moveTo>
                  <a:cubicBezTo>
                    <a:pt x="913" y="191"/>
                    <a:pt x="3129" y="-498"/>
                    <a:pt x="7078" y="284"/>
                  </a:cubicBezTo>
                  <a:cubicBezTo>
                    <a:pt x="21868" y="3171"/>
                    <a:pt x="30641" y="13118"/>
                    <a:pt x="37645" y="25356"/>
                  </a:cubicBezTo>
                  <a:cubicBezTo>
                    <a:pt x="53514" y="53035"/>
                    <a:pt x="63964" y="82670"/>
                    <a:pt x="69831" y="113981"/>
                  </a:cubicBezTo>
                  <a:cubicBezTo>
                    <a:pt x="70167" y="115807"/>
                    <a:pt x="69999" y="117725"/>
                    <a:pt x="70055" y="119607"/>
                  </a:cubicBezTo>
                  <a:cubicBezTo>
                    <a:pt x="70241" y="120557"/>
                    <a:pt x="70055" y="121115"/>
                    <a:pt x="68937" y="120668"/>
                  </a:cubicBezTo>
                  <a:cubicBezTo>
                    <a:pt x="67280" y="122587"/>
                    <a:pt x="68863" y="123071"/>
                    <a:pt x="70185" y="122866"/>
                  </a:cubicBezTo>
                  <a:cubicBezTo>
                    <a:pt x="75121" y="122084"/>
                    <a:pt x="76220" y="125530"/>
                    <a:pt x="76258" y="128920"/>
                  </a:cubicBezTo>
                  <a:cubicBezTo>
                    <a:pt x="76369" y="137600"/>
                    <a:pt x="75159" y="146056"/>
                    <a:pt x="68881" y="152837"/>
                  </a:cubicBezTo>
                  <a:cubicBezTo>
                    <a:pt x="64001" y="158108"/>
                    <a:pt x="62679" y="157828"/>
                    <a:pt x="59978" y="151123"/>
                  </a:cubicBezTo>
                  <a:cubicBezTo>
                    <a:pt x="56998" y="147006"/>
                    <a:pt x="58115" y="142052"/>
                    <a:pt x="57538" y="137563"/>
                  </a:cubicBezTo>
                  <a:cubicBezTo>
                    <a:pt x="52564" y="98298"/>
                    <a:pt x="40587" y="61492"/>
                    <a:pt x="19670" y="27759"/>
                  </a:cubicBezTo>
                  <a:cubicBezTo>
                    <a:pt x="14994" y="20233"/>
                    <a:pt x="9444" y="13398"/>
                    <a:pt x="2757" y="7530"/>
                  </a:cubicBezTo>
                  <a:cubicBezTo>
                    <a:pt x="1695" y="6562"/>
                    <a:pt x="298" y="5816"/>
                    <a:pt x="0" y="4159"/>
                  </a:cubicBezTo>
                  <a:close/>
                </a:path>
              </a:pathLst>
            </a:custGeom>
            <a:solidFill>
              <a:srgbClr val="9AC6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263A22B-0CDB-B750-1B45-5BC05CE767C5}"/>
                </a:ext>
              </a:extLst>
            </p:cNvPr>
            <p:cNvSpPr/>
            <p:nvPr/>
          </p:nvSpPr>
          <p:spPr>
            <a:xfrm>
              <a:off x="1788750" y="4850758"/>
              <a:ext cx="61478" cy="158335"/>
            </a:xfrm>
            <a:custGeom>
              <a:avLst/>
              <a:gdLst>
                <a:gd name="csX0" fmla="*/ 1464 w 61478"/>
                <a:gd name="csY0" fmla="*/ 0 h 158335"/>
                <a:gd name="csX1" fmla="*/ 25175 w 61478"/>
                <a:gd name="csY1" fmla="*/ 27381 h 158335"/>
                <a:gd name="csX2" fmla="*/ 61050 w 61478"/>
                <a:gd name="csY2" fmla="*/ 137371 h 158335"/>
                <a:gd name="csX3" fmla="*/ 61479 w 61478"/>
                <a:gd name="csY3" fmla="*/ 146946 h 158335"/>
                <a:gd name="csX4" fmla="*/ 61293 w 61478"/>
                <a:gd name="csY4" fmla="*/ 155234 h 158335"/>
                <a:gd name="csX5" fmla="*/ 58014 w 61478"/>
                <a:gd name="csY5" fmla="*/ 158140 h 158335"/>
                <a:gd name="csX6" fmla="*/ 57958 w 61478"/>
                <a:gd name="csY6" fmla="*/ 145828 h 158335"/>
                <a:gd name="csX7" fmla="*/ 55611 w 61478"/>
                <a:gd name="csY7" fmla="*/ 131579 h 158335"/>
                <a:gd name="csX8" fmla="*/ 41008 w 61478"/>
                <a:gd name="csY8" fmla="*/ 70353 h 158335"/>
                <a:gd name="csX9" fmla="*/ 12975 w 61478"/>
                <a:gd name="csY9" fmla="*/ 15926 h 158335"/>
                <a:gd name="csX10" fmla="*/ 551 w 61478"/>
                <a:gd name="csY10" fmla="*/ 2179 h 158335"/>
                <a:gd name="csX11" fmla="*/ 1464 w 61478"/>
                <a:gd name="csY11" fmla="*/ 0 h 158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1478" h="158335">
                  <a:moveTo>
                    <a:pt x="1464" y="0"/>
                  </a:moveTo>
                  <a:cubicBezTo>
                    <a:pt x="12379" y="6519"/>
                    <a:pt x="18898" y="16913"/>
                    <a:pt x="25175" y="27381"/>
                  </a:cubicBezTo>
                  <a:cubicBezTo>
                    <a:pt x="45478" y="61300"/>
                    <a:pt x="56599" y="98256"/>
                    <a:pt x="61050" y="137371"/>
                  </a:cubicBezTo>
                  <a:cubicBezTo>
                    <a:pt x="61404" y="140538"/>
                    <a:pt x="61348" y="143760"/>
                    <a:pt x="61479" y="146946"/>
                  </a:cubicBezTo>
                  <a:cubicBezTo>
                    <a:pt x="61404" y="149702"/>
                    <a:pt x="61311" y="152478"/>
                    <a:pt x="61293" y="155234"/>
                  </a:cubicBezTo>
                  <a:cubicBezTo>
                    <a:pt x="61293" y="157488"/>
                    <a:pt x="60622" y="158867"/>
                    <a:pt x="58014" y="158140"/>
                  </a:cubicBezTo>
                  <a:cubicBezTo>
                    <a:pt x="57996" y="154042"/>
                    <a:pt x="57977" y="149926"/>
                    <a:pt x="57958" y="145828"/>
                  </a:cubicBezTo>
                  <a:cubicBezTo>
                    <a:pt x="55332" y="141395"/>
                    <a:pt x="55928" y="136291"/>
                    <a:pt x="55611" y="131579"/>
                  </a:cubicBezTo>
                  <a:cubicBezTo>
                    <a:pt x="54233" y="110288"/>
                    <a:pt x="48142" y="90190"/>
                    <a:pt x="41008" y="70353"/>
                  </a:cubicBezTo>
                  <a:cubicBezTo>
                    <a:pt x="34042" y="51018"/>
                    <a:pt x="25809" y="32299"/>
                    <a:pt x="12975" y="15926"/>
                  </a:cubicBezTo>
                  <a:cubicBezTo>
                    <a:pt x="9138" y="11046"/>
                    <a:pt x="3922" y="7451"/>
                    <a:pt x="551" y="2179"/>
                  </a:cubicBezTo>
                  <a:cubicBezTo>
                    <a:pt x="-287" y="987"/>
                    <a:pt x="-306" y="112"/>
                    <a:pt x="1464" y="0"/>
                  </a:cubicBezTo>
                  <a:close/>
                </a:path>
              </a:pathLst>
            </a:custGeom>
            <a:solidFill>
              <a:srgbClr val="45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EF0FF1B-3CEB-DA5A-96A8-EB6F9550E4AE}"/>
                </a:ext>
              </a:extLst>
            </p:cNvPr>
            <p:cNvSpPr/>
            <p:nvPr/>
          </p:nvSpPr>
          <p:spPr>
            <a:xfrm>
              <a:off x="1853595" y="4908575"/>
              <a:ext cx="9839" cy="10673"/>
            </a:xfrm>
            <a:custGeom>
              <a:avLst/>
              <a:gdLst>
                <a:gd name="csX0" fmla="*/ 3227 w 9839"/>
                <a:gd name="csY0" fmla="*/ 8904 h 10673"/>
                <a:gd name="csX1" fmla="*/ 768 w 9839"/>
                <a:gd name="csY1" fmla="*/ 10543 h 10673"/>
                <a:gd name="csX2" fmla="*/ 731 w 9839"/>
                <a:gd name="csY2" fmla="*/ 7767 h 10673"/>
                <a:gd name="csX3" fmla="*/ 4382 w 9839"/>
                <a:gd name="csY3" fmla="*/ 3129 h 10673"/>
                <a:gd name="csX4" fmla="*/ 9839 w 9839"/>
                <a:gd name="csY4" fmla="*/ 0 h 10673"/>
                <a:gd name="csX5" fmla="*/ 3227 w 9839"/>
                <a:gd name="csY5" fmla="*/ 8904 h 10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839" h="10673">
                  <a:moveTo>
                    <a:pt x="3227" y="8904"/>
                  </a:moveTo>
                  <a:cubicBezTo>
                    <a:pt x="2221" y="9220"/>
                    <a:pt x="2072" y="11195"/>
                    <a:pt x="768" y="10543"/>
                  </a:cubicBezTo>
                  <a:cubicBezTo>
                    <a:pt x="-480" y="9928"/>
                    <a:pt x="5" y="8587"/>
                    <a:pt x="731" y="7767"/>
                  </a:cubicBezTo>
                  <a:cubicBezTo>
                    <a:pt x="2035" y="6277"/>
                    <a:pt x="2370" y="4042"/>
                    <a:pt x="4382" y="3129"/>
                  </a:cubicBezTo>
                  <a:cubicBezTo>
                    <a:pt x="5946" y="2235"/>
                    <a:pt x="7511" y="1322"/>
                    <a:pt x="9839" y="0"/>
                  </a:cubicBezTo>
                  <a:cubicBezTo>
                    <a:pt x="8685" y="4452"/>
                    <a:pt x="4736" y="5793"/>
                    <a:pt x="3227" y="8904"/>
                  </a:cubicBezTo>
                  <a:close/>
                </a:path>
              </a:pathLst>
            </a:custGeom>
            <a:solidFill>
              <a:srgbClr val="5E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CA044ED-7419-99D1-CF9D-B2C8B92B5961}"/>
                </a:ext>
              </a:extLst>
            </p:cNvPr>
            <p:cNvSpPr/>
            <p:nvPr/>
          </p:nvSpPr>
          <p:spPr>
            <a:xfrm>
              <a:off x="1773964" y="4933386"/>
              <a:ext cx="11648" cy="7990"/>
            </a:xfrm>
            <a:custGeom>
              <a:avLst/>
              <a:gdLst>
                <a:gd name="csX0" fmla="*/ 249 w 11648"/>
                <a:gd name="csY0" fmla="*/ 5551 h 7990"/>
                <a:gd name="csX1" fmla="*/ 11648 w 11648"/>
                <a:gd name="csY1" fmla="*/ 0 h 7990"/>
                <a:gd name="csX2" fmla="*/ 1590 w 11648"/>
                <a:gd name="csY2" fmla="*/ 7991 h 7990"/>
                <a:gd name="csX3" fmla="*/ 249 w 11648"/>
                <a:gd name="csY3" fmla="*/ 5551 h 7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48" h="7990">
                  <a:moveTo>
                    <a:pt x="249" y="5551"/>
                  </a:moveTo>
                  <a:cubicBezTo>
                    <a:pt x="3415" y="3073"/>
                    <a:pt x="6619" y="671"/>
                    <a:pt x="11648" y="0"/>
                  </a:cubicBezTo>
                  <a:cubicBezTo>
                    <a:pt x="8575" y="3967"/>
                    <a:pt x="4701" y="5495"/>
                    <a:pt x="1590" y="7991"/>
                  </a:cubicBezTo>
                  <a:cubicBezTo>
                    <a:pt x="-273" y="7954"/>
                    <a:pt x="-161" y="6836"/>
                    <a:pt x="249" y="5551"/>
                  </a:cubicBezTo>
                  <a:close/>
                </a:path>
              </a:pathLst>
            </a:custGeom>
            <a:solidFill>
              <a:srgbClr val="5B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EEF8D351-9B16-A308-48E3-E50A2C0538BA}"/>
                </a:ext>
              </a:extLst>
            </p:cNvPr>
            <p:cNvSpPr/>
            <p:nvPr/>
          </p:nvSpPr>
          <p:spPr>
            <a:xfrm>
              <a:off x="1803625" y="4982299"/>
              <a:ext cx="8437" cy="6298"/>
            </a:xfrm>
            <a:custGeom>
              <a:avLst/>
              <a:gdLst>
                <a:gd name="csX0" fmla="*/ 0 w 8437"/>
                <a:gd name="csY0" fmla="*/ 4098 h 6298"/>
                <a:gd name="csX1" fmla="*/ 8438 w 8437"/>
                <a:gd name="csY1" fmla="*/ 0 h 6298"/>
                <a:gd name="csX2" fmla="*/ 2347 w 8437"/>
                <a:gd name="csY2" fmla="*/ 6277 h 6298"/>
                <a:gd name="csX3" fmla="*/ 0 w 8437"/>
                <a:gd name="csY3" fmla="*/ 4098 h 6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37" h="6298">
                  <a:moveTo>
                    <a:pt x="0" y="4098"/>
                  </a:moveTo>
                  <a:cubicBezTo>
                    <a:pt x="2608" y="2496"/>
                    <a:pt x="5048" y="559"/>
                    <a:pt x="8438" y="0"/>
                  </a:cubicBezTo>
                  <a:cubicBezTo>
                    <a:pt x="7358" y="3297"/>
                    <a:pt x="3967" y="3930"/>
                    <a:pt x="2347" y="6277"/>
                  </a:cubicBezTo>
                  <a:cubicBezTo>
                    <a:pt x="726" y="6445"/>
                    <a:pt x="37" y="5625"/>
                    <a:pt x="0" y="4098"/>
                  </a:cubicBezTo>
                  <a:close/>
                </a:path>
              </a:pathLst>
            </a:custGeom>
            <a:solidFill>
              <a:srgbClr val="59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525AA4D1-D24C-3937-1D96-CD7CC3F2D9A3}"/>
                </a:ext>
              </a:extLst>
            </p:cNvPr>
            <p:cNvSpPr/>
            <p:nvPr/>
          </p:nvSpPr>
          <p:spPr>
            <a:xfrm>
              <a:off x="1859188" y="4963635"/>
              <a:ext cx="9592" cy="4611"/>
            </a:xfrm>
            <a:custGeom>
              <a:avLst/>
              <a:gdLst>
                <a:gd name="csX0" fmla="*/ 0 w 9592"/>
                <a:gd name="csY0" fmla="*/ 3614 h 4611"/>
                <a:gd name="csX1" fmla="*/ 1118 w 9592"/>
                <a:gd name="csY1" fmla="*/ 2552 h 4611"/>
                <a:gd name="csX2" fmla="*/ 7842 w 9592"/>
                <a:gd name="csY2" fmla="*/ 0 h 4611"/>
                <a:gd name="csX3" fmla="*/ 9593 w 9592"/>
                <a:gd name="csY3" fmla="*/ 1062 h 4611"/>
                <a:gd name="csX4" fmla="*/ 0 w 9592"/>
                <a:gd name="csY4" fmla="*/ 3614 h 4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92" h="4611">
                  <a:moveTo>
                    <a:pt x="0" y="3614"/>
                  </a:moveTo>
                  <a:cubicBezTo>
                    <a:pt x="373" y="3260"/>
                    <a:pt x="745" y="2906"/>
                    <a:pt x="1118" y="2552"/>
                  </a:cubicBezTo>
                  <a:cubicBezTo>
                    <a:pt x="3725" y="2664"/>
                    <a:pt x="5774" y="1341"/>
                    <a:pt x="7842" y="0"/>
                  </a:cubicBezTo>
                  <a:cubicBezTo>
                    <a:pt x="8419" y="354"/>
                    <a:pt x="9015" y="708"/>
                    <a:pt x="9593" y="1062"/>
                  </a:cubicBezTo>
                  <a:cubicBezTo>
                    <a:pt x="6706" y="3129"/>
                    <a:pt x="4117" y="6221"/>
                    <a:pt x="0" y="3614"/>
                  </a:cubicBezTo>
                  <a:close/>
                </a:path>
              </a:pathLst>
            </a:custGeom>
            <a:solidFill>
              <a:srgbClr val="5672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18F5968-B4BB-9255-1610-D85EA432117D}"/>
                </a:ext>
              </a:extLst>
            </p:cNvPr>
            <p:cNvSpPr/>
            <p:nvPr/>
          </p:nvSpPr>
          <p:spPr>
            <a:xfrm>
              <a:off x="1661430" y="5017946"/>
              <a:ext cx="95479" cy="63612"/>
            </a:xfrm>
            <a:custGeom>
              <a:avLst/>
              <a:gdLst>
                <a:gd name="csX0" fmla="*/ 85811 w 95479"/>
                <a:gd name="csY0" fmla="*/ 54562 h 63612"/>
                <a:gd name="csX1" fmla="*/ 84880 w 95479"/>
                <a:gd name="csY1" fmla="*/ 61081 h 63612"/>
                <a:gd name="csX2" fmla="*/ 60479 w 95479"/>
                <a:gd name="csY2" fmla="*/ 62999 h 63612"/>
                <a:gd name="csX3" fmla="*/ 37755 w 95479"/>
                <a:gd name="csY3" fmla="*/ 57113 h 63612"/>
                <a:gd name="csX4" fmla="*/ 1861 w 95479"/>
                <a:gd name="csY4" fmla="*/ 27236 h 63612"/>
                <a:gd name="csX5" fmla="*/ 18532 w 95479"/>
                <a:gd name="csY5" fmla="*/ 41 h 63612"/>
                <a:gd name="csX6" fmla="*/ 56120 w 95479"/>
                <a:gd name="csY6" fmla="*/ 15036 h 63612"/>
                <a:gd name="csX7" fmla="*/ 58784 w 95479"/>
                <a:gd name="csY7" fmla="*/ 17066 h 63612"/>
                <a:gd name="csX8" fmla="*/ 59771 w 95479"/>
                <a:gd name="csY8" fmla="*/ 17048 h 63612"/>
                <a:gd name="csX9" fmla="*/ 86854 w 95479"/>
                <a:gd name="csY9" fmla="*/ 31055 h 63612"/>
                <a:gd name="csX10" fmla="*/ 95125 w 95479"/>
                <a:gd name="csY10" fmla="*/ 42920 h 63612"/>
                <a:gd name="csX11" fmla="*/ 88661 w 95479"/>
                <a:gd name="csY11" fmla="*/ 50967 h 63612"/>
                <a:gd name="csX12" fmla="*/ 85849 w 95479"/>
                <a:gd name="csY12" fmla="*/ 50985 h 63612"/>
                <a:gd name="csX13" fmla="*/ 69830 w 95479"/>
                <a:gd name="csY13" fmla="*/ 46198 h 63612"/>
                <a:gd name="csX14" fmla="*/ 68135 w 95479"/>
                <a:gd name="csY14" fmla="*/ 39437 h 63612"/>
                <a:gd name="csX15" fmla="*/ 30080 w 95479"/>
                <a:gd name="csY15" fmla="*/ 17457 h 63612"/>
                <a:gd name="csX16" fmla="*/ 26169 w 95479"/>
                <a:gd name="csY16" fmla="*/ 20456 h 63612"/>
                <a:gd name="csX17" fmla="*/ 20674 w 95479"/>
                <a:gd name="csY17" fmla="*/ 18649 h 63612"/>
                <a:gd name="csX18" fmla="*/ 21475 w 95479"/>
                <a:gd name="csY18" fmla="*/ 21965 h 63612"/>
                <a:gd name="csX19" fmla="*/ 21885 w 95479"/>
                <a:gd name="csY19" fmla="*/ 28391 h 63612"/>
                <a:gd name="csX20" fmla="*/ 51836 w 95479"/>
                <a:gd name="csY20" fmla="*/ 46012 h 63612"/>
                <a:gd name="csX21" fmla="*/ 58933 w 95479"/>
                <a:gd name="csY21" fmla="*/ 43702 h 63612"/>
                <a:gd name="csX22" fmla="*/ 63236 w 95479"/>
                <a:gd name="csY22" fmla="*/ 44280 h 63612"/>
                <a:gd name="csX23" fmla="*/ 85811 w 95479"/>
                <a:gd name="csY23" fmla="*/ 54562 h 6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5479" h="63612">
                  <a:moveTo>
                    <a:pt x="85811" y="54562"/>
                  </a:moveTo>
                  <a:cubicBezTo>
                    <a:pt x="89350" y="57281"/>
                    <a:pt x="88661" y="59442"/>
                    <a:pt x="84880" y="61081"/>
                  </a:cubicBezTo>
                  <a:cubicBezTo>
                    <a:pt x="76982" y="64508"/>
                    <a:pt x="68693" y="63689"/>
                    <a:pt x="60479" y="62999"/>
                  </a:cubicBezTo>
                  <a:cubicBezTo>
                    <a:pt x="52600" y="62329"/>
                    <a:pt x="44721" y="60392"/>
                    <a:pt x="37755" y="57113"/>
                  </a:cubicBezTo>
                  <a:cubicBezTo>
                    <a:pt x="23375" y="50333"/>
                    <a:pt x="9479" y="42324"/>
                    <a:pt x="1861" y="27236"/>
                  </a:cubicBezTo>
                  <a:cubicBezTo>
                    <a:pt x="-4155" y="15315"/>
                    <a:pt x="5214" y="600"/>
                    <a:pt x="18532" y="41"/>
                  </a:cubicBezTo>
                  <a:cubicBezTo>
                    <a:pt x="33433" y="-573"/>
                    <a:pt x="45317" y="5704"/>
                    <a:pt x="56120" y="15036"/>
                  </a:cubicBezTo>
                  <a:cubicBezTo>
                    <a:pt x="56959" y="15762"/>
                    <a:pt x="57890" y="16377"/>
                    <a:pt x="58784" y="17066"/>
                  </a:cubicBezTo>
                  <a:cubicBezTo>
                    <a:pt x="59101" y="16563"/>
                    <a:pt x="59436" y="16526"/>
                    <a:pt x="59771" y="17048"/>
                  </a:cubicBezTo>
                  <a:cubicBezTo>
                    <a:pt x="69550" y="20270"/>
                    <a:pt x="78491" y="25150"/>
                    <a:pt x="86854" y="31055"/>
                  </a:cubicBezTo>
                  <a:cubicBezTo>
                    <a:pt x="90971" y="33961"/>
                    <a:pt x="94324" y="37407"/>
                    <a:pt x="95125" y="42920"/>
                  </a:cubicBezTo>
                  <a:cubicBezTo>
                    <a:pt x="96112" y="49663"/>
                    <a:pt x="95367" y="50911"/>
                    <a:pt x="88661" y="50967"/>
                  </a:cubicBezTo>
                  <a:cubicBezTo>
                    <a:pt x="87730" y="50967"/>
                    <a:pt x="86799" y="50985"/>
                    <a:pt x="85849" y="50985"/>
                  </a:cubicBezTo>
                  <a:cubicBezTo>
                    <a:pt x="79441" y="52941"/>
                    <a:pt x="74728" y="49234"/>
                    <a:pt x="69830" y="46198"/>
                  </a:cubicBezTo>
                  <a:cubicBezTo>
                    <a:pt x="70724" y="43591"/>
                    <a:pt x="71096" y="41095"/>
                    <a:pt x="68135" y="39437"/>
                  </a:cubicBezTo>
                  <a:cubicBezTo>
                    <a:pt x="55357" y="32266"/>
                    <a:pt x="44032" y="22617"/>
                    <a:pt x="30080" y="17457"/>
                  </a:cubicBezTo>
                  <a:cubicBezTo>
                    <a:pt x="26951" y="16302"/>
                    <a:pt x="25033" y="16265"/>
                    <a:pt x="26169" y="20456"/>
                  </a:cubicBezTo>
                  <a:cubicBezTo>
                    <a:pt x="23580" y="22207"/>
                    <a:pt x="22350" y="19860"/>
                    <a:pt x="20674" y="18649"/>
                  </a:cubicBezTo>
                  <a:cubicBezTo>
                    <a:pt x="20879" y="19767"/>
                    <a:pt x="22332" y="20605"/>
                    <a:pt x="21475" y="21965"/>
                  </a:cubicBezTo>
                  <a:cubicBezTo>
                    <a:pt x="19240" y="24256"/>
                    <a:pt x="20134" y="26380"/>
                    <a:pt x="21885" y="28391"/>
                  </a:cubicBezTo>
                  <a:cubicBezTo>
                    <a:pt x="29913" y="37593"/>
                    <a:pt x="40101" y="43106"/>
                    <a:pt x="51836" y="46012"/>
                  </a:cubicBezTo>
                  <a:cubicBezTo>
                    <a:pt x="54668" y="46701"/>
                    <a:pt x="56959" y="45695"/>
                    <a:pt x="58933" y="43702"/>
                  </a:cubicBezTo>
                  <a:cubicBezTo>
                    <a:pt x="60460" y="43162"/>
                    <a:pt x="61895" y="43646"/>
                    <a:pt x="63236" y="44280"/>
                  </a:cubicBezTo>
                  <a:cubicBezTo>
                    <a:pt x="70705" y="47819"/>
                    <a:pt x="78677" y="50277"/>
                    <a:pt x="85811" y="54562"/>
                  </a:cubicBezTo>
                  <a:close/>
                </a:path>
              </a:pathLst>
            </a:custGeom>
            <a:solidFill>
              <a:srgbClr val="98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011201D6-00A5-E2A6-CA5F-7A8E75FD1592}"/>
                </a:ext>
              </a:extLst>
            </p:cNvPr>
            <p:cNvSpPr/>
            <p:nvPr/>
          </p:nvSpPr>
          <p:spPr>
            <a:xfrm>
              <a:off x="1678528" y="5034257"/>
              <a:ext cx="81566" cy="39357"/>
            </a:xfrm>
            <a:custGeom>
              <a:avLst/>
              <a:gdLst>
                <a:gd name="csX0" fmla="*/ 68714 w 81566"/>
                <a:gd name="csY0" fmla="*/ 38251 h 39357"/>
                <a:gd name="csX1" fmla="*/ 45319 w 81566"/>
                <a:gd name="csY1" fmla="*/ 29142 h 39357"/>
                <a:gd name="csX2" fmla="*/ 41612 w 81566"/>
                <a:gd name="csY2" fmla="*/ 28043 h 39357"/>
                <a:gd name="csX3" fmla="*/ 40532 w 81566"/>
                <a:gd name="csY3" fmla="*/ 28267 h 39357"/>
                <a:gd name="csX4" fmla="*/ 5029 w 81566"/>
                <a:gd name="csY4" fmla="*/ 6809 h 39357"/>
                <a:gd name="csX5" fmla="*/ 4452 w 81566"/>
                <a:gd name="csY5" fmla="*/ 5244 h 39357"/>
                <a:gd name="csX6" fmla="*/ 0 w 81566"/>
                <a:gd name="csY6" fmla="*/ 141 h 39357"/>
                <a:gd name="csX7" fmla="*/ 8773 w 81566"/>
                <a:gd name="csY7" fmla="*/ 4555 h 39357"/>
                <a:gd name="csX8" fmla="*/ 26599 w 81566"/>
                <a:gd name="csY8" fmla="*/ 15079 h 39357"/>
                <a:gd name="csX9" fmla="*/ 49715 w 81566"/>
                <a:gd name="csY9" fmla="*/ 26758 h 39357"/>
                <a:gd name="csX10" fmla="*/ 52769 w 81566"/>
                <a:gd name="csY10" fmla="*/ 29086 h 39357"/>
                <a:gd name="csX11" fmla="*/ 68751 w 81566"/>
                <a:gd name="csY11" fmla="*/ 34674 h 39357"/>
                <a:gd name="csX12" fmla="*/ 81566 w 81566"/>
                <a:gd name="csY12" fmla="*/ 38102 h 39357"/>
                <a:gd name="csX13" fmla="*/ 68714 w 81566"/>
                <a:gd name="csY13" fmla="*/ 38251 h 39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1566" h="39357">
                  <a:moveTo>
                    <a:pt x="68714" y="38251"/>
                  </a:moveTo>
                  <a:cubicBezTo>
                    <a:pt x="60313" y="36761"/>
                    <a:pt x="53198" y="31955"/>
                    <a:pt x="45319" y="29142"/>
                  </a:cubicBezTo>
                  <a:cubicBezTo>
                    <a:pt x="44108" y="28714"/>
                    <a:pt x="43046" y="27745"/>
                    <a:pt x="41612" y="28043"/>
                  </a:cubicBezTo>
                  <a:cubicBezTo>
                    <a:pt x="41258" y="28211"/>
                    <a:pt x="40848" y="28397"/>
                    <a:pt x="40532" y="28267"/>
                  </a:cubicBezTo>
                  <a:cubicBezTo>
                    <a:pt x="27530" y="23051"/>
                    <a:pt x="15516" y="16197"/>
                    <a:pt x="5029" y="6809"/>
                  </a:cubicBezTo>
                  <a:cubicBezTo>
                    <a:pt x="4619" y="6436"/>
                    <a:pt x="4526" y="5822"/>
                    <a:pt x="4452" y="5244"/>
                  </a:cubicBezTo>
                  <a:cubicBezTo>
                    <a:pt x="3763" y="2972"/>
                    <a:pt x="466" y="3084"/>
                    <a:pt x="0" y="141"/>
                  </a:cubicBezTo>
                  <a:cubicBezTo>
                    <a:pt x="4266" y="-865"/>
                    <a:pt x="5588" y="3829"/>
                    <a:pt x="8773" y="4555"/>
                  </a:cubicBezTo>
                  <a:cubicBezTo>
                    <a:pt x="15460" y="6790"/>
                    <a:pt x="20489" y="11801"/>
                    <a:pt x="26599" y="15079"/>
                  </a:cubicBezTo>
                  <a:cubicBezTo>
                    <a:pt x="34217" y="19158"/>
                    <a:pt x="41817" y="23238"/>
                    <a:pt x="49715" y="26758"/>
                  </a:cubicBezTo>
                  <a:cubicBezTo>
                    <a:pt x="50925" y="27298"/>
                    <a:pt x="52155" y="27783"/>
                    <a:pt x="52769" y="29086"/>
                  </a:cubicBezTo>
                  <a:cubicBezTo>
                    <a:pt x="57780" y="31825"/>
                    <a:pt x="63089" y="33780"/>
                    <a:pt x="68751" y="34674"/>
                  </a:cubicBezTo>
                  <a:cubicBezTo>
                    <a:pt x="72439" y="36910"/>
                    <a:pt x="77152" y="35550"/>
                    <a:pt x="81566" y="38102"/>
                  </a:cubicBezTo>
                  <a:cubicBezTo>
                    <a:pt x="76798" y="40952"/>
                    <a:pt x="72719" y="38027"/>
                    <a:pt x="68714" y="38251"/>
                  </a:cubicBezTo>
                  <a:close/>
                </a:path>
              </a:pathLst>
            </a:custGeom>
            <a:solidFill>
              <a:srgbClr val="4A5F2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A04651A7-205C-2C3D-1F50-F2246803C0A5}"/>
                </a:ext>
              </a:extLst>
            </p:cNvPr>
            <p:cNvSpPr/>
            <p:nvPr/>
          </p:nvSpPr>
          <p:spPr>
            <a:xfrm>
              <a:off x="1720215" y="5015287"/>
              <a:ext cx="7785" cy="19725"/>
            </a:xfrm>
            <a:custGeom>
              <a:avLst/>
              <a:gdLst>
                <a:gd name="csX0" fmla="*/ 969 w 7785"/>
                <a:gd name="csY0" fmla="*/ 19707 h 19725"/>
                <a:gd name="csX1" fmla="*/ 484 w 7785"/>
                <a:gd name="csY1" fmla="*/ 19726 h 19725"/>
                <a:gd name="csX2" fmla="*/ 0 w 7785"/>
                <a:gd name="csY2" fmla="*/ 19726 h 19725"/>
                <a:gd name="csX3" fmla="*/ 7786 w 7785"/>
                <a:gd name="csY3" fmla="*/ 0 h 19725"/>
                <a:gd name="csX4" fmla="*/ 969 w 7785"/>
                <a:gd name="csY4" fmla="*/ 19707 h 1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85" h="19725">
                  <a:moveTo>
                    <a:pt x="969" y="19707"/>
                  </a:moveTo>
                  <a:lnTo>
                    <a:pt x="484" y="19726"/>
                  </a:lnTo>
                  <a:cubicBezTo>
                    <a:pt x="484" y="19726"/>
                    <a:pt x="0" y="19726"/>
                    <a:pt x="0" y="19726"/>
                  </a:cubicBezTo>
                  <a:cubicBezTo>
                    <a:pt x="540" y="12349"/>
                    <a:pt x="4955" y="6501"/>
                    <a:pt x="7786" y="0"/>
                  </a:cubicBezTo>
                  <a:cubicBezTo>
                    <a:pt x="7022" y="7097"/>
                    <a:pt x="4005" y="13411"/>
                    <a:pt x="969" y="19707"/>
                  </a:cubicBezTo>
                  <a:close/>
                </a:path>
              </a:pathLst>
            </a:custGeom>
            <a:solidFill>
              <a:srgbClr val="58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EC911F-788F-A15A-585B-DD30E6BE5F56}"/>
                </a:ext>
              </a:extLst>
            </p:cNvPr>
            <p:cNvSpPr/>
            <p:nvPr/>
          </p:nvSpPr>
          <p:spPr>
            <a:xfrm>
              <a:off x="1685486" y="5082362"/>
              <a:ext cx="3845" cy="12312"/>
            </a:xfrm>
            <a:custGeom>
              <a:avLst/>
              <a:gdLst>
                <a:gd name="csX0" fmla="*/ 3846 w 3845"/>
                <a:gd name="csY0" fmla="*/ 0 h 12312"/>
                <a:gd name="csX1" fmla="*/ 381 w 3845"/>
                <a:gd name="csY1" fmla="*/ 12312 h 12312"/>
                <a:gd name="csX2" fmla="*/ 3846 w 3845"/>
                <a:gd name="csY2" fmla="*/ 0 h 1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45" h="12312">
                  <a:moveTo>
                    <a:pt x="3846" y="0"/>
                  </a:moveTo>
                  <a:cubicBezTo>
                    <a:pt x="3082" y="4340"/>
                    <a:pt x="3026" y="7805"/>
                    <a:pt x="381" y="12312"/>
                  </a:cubicBezTo>
                  <a:cubicBezTo>
                    <a:pt x="-680" y="6966"/>
                    <a:pt x="475" y="3744"/>
                    <a:pt x="3846" y="0"/>
                  </a:cubicBezTo>
                  <a:close/>
                </a:path>
              </a:pathLst>
            </a:custGeom>
            <a:solidFill>
              <a:srgbClr val="5274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B28DD7E-E259-11D2-5118-0CAB5DA0F648}"/>
                </a:ext>
              </a:extLst>
            </p:cNvPr>
            <p:cNvSpPr/>
            <p:nvPr/>
          </p:nvSpPr>
          <p:spPr>
            <a:xfrm>
              <a:off x="2024976" y="5143364"/>
              <a:ext cx="317636" cy="110940"/>
            </a:xfrm>
            <a:custGeom>
              <a:avLst/>
              <a:gdLst>
                <a:gd name="csX0" fmla="*/ 51063 w 317636"/>
                <a:gd name="csY0" fmla="*/ 37 h 110940"/>
                <a:gd name="csX1" fmla="*/ 123279 w 317636"/>
                <a:gd name="csY1" fmla="*/ 6575 h 110940"/>
                <a:gd name="csX2" fmla="*/ 162358 w 317636"/>
                <a:gd name="csY2" fmla="*/ 16316 h 110940"/>
                <a:gd name="csX3" fmla="*/ 209036 w 317636"/>
                <a:gd name="csY3" fmla="*/ 30212 h 110940"/>
                <a:gd name="csX4" fmla="*/ 249288 w 317636"/>
                <a:gd name="csY4" fmla="*/ 48634 h 110940"/>
                <a:gd name="csX5" fmla="*/ 273093 w 317636"/>
                <a:gd name="csY5" fmla="*/ 64559 h 110940"/>
                <a:gd name="csX6" fmla="*/ 301704 w 317636"/>
                <a:gd name="csY6" fmla="*/ 77263 h 110940"/>
                <a:gd name="csX7" fmla="*/ 313644 w 317636"/>
                <a:gd name="csY7" fmla="*/ 81901 h 110940"/>
                <a:gd name="csX8" fmla="*/ 315283 w 317636"/>
                <a:gd name="csY8" fmla="*/ 83354 h 110940"/>
                <a:gd name="csX9" fmla="*/ 314314 w 317636"/>
                <a:gd name="csY9" fmla="*/ 109040 h 110940"/>
                <a:gd name="csX10" fmla="*/ 308763 w 317636"/>
                <a:gd name="csY10" fmla="*/ 110940 h 110940"/>
                <a:gd name="csX11" fmla="*/ 271361 w 317636"/>
                <a:gd name="csY11" fmla="*/ 107587 h 110940"/>
                <a:gd name="csX12" fmla="*/ 223602 w 317636"/>
                <a:gd name="csY12" fmla="*/ 98367 h 110940"/>
                <a:gd name="csX13" fmla="*/ 196482 w 317636"/>
                <a:gd name="csY13" fmla="*/ 92406 h 110940"/>
                <a:gd name="csX14" fmla="*/ 178675 w 317636"/>
                <a:gd name="csY14" fmla="*/ 85906 h 110940"/>
                <a:gd name="csX15" fmla="*/ 157366 w 317636"/>
                <a:gd name="csY15" fmla="*/ 81621 h 110940"/>
                <a:gd name="csX16" fmla="*/ 149077 w 317636"/>
                <a:gd name="csY16" fmla="*/ 77859 h 110940"/>
                <a:gd name="csX17" fmla="*/ 136597 w 317636"/>
                <a:gd name="csY17" fmla="*/ 73854 h 110940"/>
                <a:gd name="csX18" fmla="*/ 114413 w 317636"/>
                <a:gd name="csY18" fmla="*/ 68210 h 110940"/>
                <a:gd name="csX19" fmla="*/ 104541 w 317636"/>
                <a:gd name="csY19" fmla="*/ 67186 h 110940"/>
                <a:gd name="csX20" fmla="*/ 81164 w 317636"/>
                <a:gd name="csY20" fmla="*/ 63330 h 110940"/>
                <a:gd name="csX21" fmla="*/ 23906 w 317636"/>
                <a:gd name="csY21" fmla="*/ 51912 h 110940"/>
                <a:gd name="csX22" fmla="*/ 7160 w 317636"/>
                <a:gd name="csY22" fmla="*/ 45355 h 110940"/>
                <a:gd name="csX23" fmla="*/ 809 w 317636"/>
                <a:gd name="csY23" fmla="*/ 28889 h 110940"/>
                <a:gd name="csX24" fmla="*/ 29531 w 317636"/>
                <a:gd name="csY24" fmla="*/ 3334 h 110940"/>
                <a:gd name="csX25" fmla="*/ 51063 w 317636"/>
                <a:gd name="csY25" fmla="*/ 37 h 11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17636" h="110940">
                  <a:moveTo>
                    <a:pt x="51063" y="37"/>
                  </a:moveTo>
                  <a:cubicBezTo>
                    <a:pt x="77513" y="558"/>
                    <a:pt x="100517" y="1769"/>
                    <a:pt x="123279" y="6575"/>
                  </a:cubicBezTo>
                  <a:cubicBezTo>
                    <a:pt x="136448" y="9369"/>
                    <a:pt x="149319" y="13262"/>
                    <a:pt x="162358" y="16316"/>
                  </a:cubicBezTo>
                  <a:cubicBezTo>
                    <a:pt x="178246" y="20042"/>
                    <a:pt x="193278" y="26207"/>
                    <a:pt x="209036" y="30212"/>
                  </a:cubicBezTo>
                  <a:cubicBezTo>
                    <a:pt x="223435" y="33863"/>
                    <a:pt x="236809" y="40457"/>
                    <a:pt x="249288" y="48634"/>
                  </a:cubicBezTo>
                  <a:cubicBezTo>
                    <a:pt x="257279" y="53868"/>
                    <a:pt x="265307" y="59027"/>
                    <a:pt x="273093" y="64559"/>
                  </a:cubicBezTo>
                  <a:cubicBezTo>
                    <a:pt x="281792" y="70762"/>
                    <a:pt x="291720" y="74152"/>
                    <a:pt x="301704" y="77263"/>
                  </a:cubicBezTo>
                  <a:cubicBezTo>
                    <a:pt x="305820" y="78548"/>
                    <a:pt x="309341" y="81174"/>
                    <a:pt x="313644" y="81901"/>
                  </a:cubicBezTo>
                  <a:cubicBezTo>
                    <a:pt x="314258" y="82013"/>
                    <a:pt x="314836" y="82776"/>
                    <a:pt x="315283" y="83354"/>
                  </a:cubicBezTo>
                  <a:cubicBezTo>
                    <a:pt x="318915" y="88085"/>
                    <a:pt x="318151" y="104197"/>
                    <a:pt x="314314" y="109040"/>
                  </a:cubicBezTo>
                  <a:cubicBezTo>
                    <a:pt x="312731" y="111052"/>
                    <a:pt x="310812" y="110940"/>
                    <a:pt x="308763" y="110940"/>
                  </a:cubicBezTo>
                  <a:cubicBezTo>
                    <a:pt x="296190" y="110940"/>
                    <a:pt x="283692" y="110269"/>
                    <a:pt x="271361" y="107587"/>
                  </a:cubicBezTo>
                  <a:cubicBezTo>
                    <a:pt x="255510" y="104122"/>
                    <a:pt x="239044" y="103470"/>
                    <a:pt x="223602" y="98367"/>
                  </a:cubicBezTo>
                  <a:cubicBezTo>
                    <a:pt x="214643" y="95386"/>
                    <a:pt x="205497" y="94437"/>
                    <a:pt x="196482" y="92406"/>
                  </a:cubicBezTo>
                  <a:cubicBezTo>
                    <a:pt x="190521" y="91065"/>
                    <a:pt x="184468" y="88476"/>
                    <a:pt x="178675" y="85906"/>
                  </a:cubicBezTo>
                  <a:cubicBezTo>
                    <a:pt x="171895" y="82888"/>
                    <a:pt x="164630" y="82106"/>
                    <a:pt x="157366" y="81621"/>
                  </a:cubicBezTo>
                  <a:cubicBezTo>
                    <a:pt x="154013" y="81398"/>
                    <a:pt x="151480" y="80634"/>
                    <a:pt x="149077" y="77859"/>
                  </a:cubicBezTo>
                  <a:cubicBezTo>
                    <a:pt x="145966" y="74264"/>
                    <a:pt x="140769" y="75233"/>
                    <a:pt x="136597" y="73854"/>
                  </a:cubicBezTo>
                  <a:cubicBezTo>
                    <a:pt x="129351" y="71470"/>
                    <a:pt x="121435" y="71712"/>
                    <a:pt x="114413" y="68210"/>
                  </a:cubicBezTo>
                  <a:cubicBezTo>
                    <a:pt x="111358" y="66683"/>
                    <a:pt x="107800" y="67484"/>
                    <a:pt x="104541" y="67186"/>
                  </a:cubicBezTo>
                  <a:cubicBezTo>
                    <a:pt x="96624" y="66441"/>
                    <a:pt x="88727" y="65360"/>
                    <a:pt x="81164" y="63330"/>
                  </a:cubicBezTo>
                  <a:cubicBezTo>
                    <a:pt x="62295" y="58264"/>
                    <a:pt x="42663" y="57239"/>
                    <a:pt x="23906" y="51912"/>
                  </a:cubicBezTo>
                  <a:cubicBezTo>
                    <a:pt x="18150" y="50273"/>
                    <a:pt x="12562" y="47926"/>
                    <a:pt x="7160" y="45355"/>
                  </a:cubicBezTo>
                  <a:cubicBezTo>
                    <a:pt x="1479" y="42636"/>
                    <a:pt x="-1557" y="34850"/>
                    <a:pt x="809" y="28889"/>
                  </a:cubicBezTo>
                  <a:cubicBezTo>
                    <a:pt x="6061" y="15646"/>
                    <a:pt x="14350" y="6128"/>
                    <a:pt x="29531" y="3334"/>
                  </a:cubicBezTo>
                  <a:cubicBezTo>
                    <a:pt x="37801" y="1732"/>
                    <a:pt x="45904" y="-299"/>
                    <a:pt x="51063" y="37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690458C-41FC-53CC-BBF1-D5FE99A3980A}"/>
                </a:ext>
              </a:extLst>
            </p:cNvPr>
            <p:cNvSpPr/>
            <p:nvPr/>
          </p:nvSpPr>
          <p:spPr>
            <a:xfrm>
              <a:off x="2095393" y="5121417"/>
              <a:ext cx="4417" cy="19375"/>
            </a:xfrm>
            <a:custGeom>
              <a:avLst/>
              <a:gdLst>
                <a:gd name="csX0" fmla="*/ 0 w 4417"/>
                <a:gd name="csY0" fmla="*/ 15408 h 19375"/>
                <a:gd name="csX1" fmla="*/ 1565 w 4417"/>
                <a:gd name="csY1" fmla="*/ 2929 h 19375"/>
                <a:gd name="csX2" fmla="*/ 2142 w 4417"/>
                <a:gd name="csY2" fmla="*/ 79 h 19375"/>
                <a:gd name="csX3" fmla="*/ 4415 w 4417"/>
                <a:gd name="csY3" fmla="*/ 2500 h 19375"/>
                <a:gd name="csX4" fmla="*/ 3520 w 4417"/>
                <a:gd name="csY4" fmla="*/ 14235 h 19375"/>
                <a:gd name="csX5" fmla="*/ 1099 w 4417"/>
                <a:gd name="csY5" fmla="*/ 19376 h 19375"/>
                <a:gd name="csX6" fmla="*/ 0 w 4417"/>
                <a:gd name="csY6" fmla="*/ 15408 h 19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17" h="19375">
                  <a:moveTo>
                    <a:pt x="0" y="15408"/>
                  </a:moveTo>
                  <a:cubicBezTo>
                    <a:pt x="1267" y="11348"/>
                    <a:pt x="2570" y="7269"/>
                    <a:pt x="1565" y="2929"/>
                  </a:cubicBezTo>
                  <a:cubicBezTo>
                    <a:pt x="1304" y="1830"/>
                    <a:pt x="764" y="451"/>
                    <a:pt x="2142" y="79"/>
                  </a:cubicBezTo>
                  <a:cubicBezTo>
                    <a:pt x="3837" y="-368"/>
                    <a:pt x="4470" y="1178"/>
                    <a:pt x="4415" y="2500"/>
                  </a:cubicBezTo>
                  <a:cubicBezTo>
                    <a:pt x="4228" y="6412"/>
                    <a:pt x="3837" y="10323"/>
                    <a:pt x="3520" y="14235"/>
                  </a:cubicBezTo>
                  <a:cubicBezTo>
                    <a:pt x="3204" y="16154"/>
                    <a:pt x="2999" y="18146"/>
                    <a:pt x="1099" y="19376"/>
                  </a:cubicBezTo>
                  <a:cubicBezTo>
                    <a:pt x="-559" y="18333"/>
                    <a:pt x="317" y="16712"/>
                    <a:pt x="0" y="15408"/>
                  </a:cubicBezTo>
                  <a:close/>
                </a:path>
              </a:pathLst>
            </a:custGeom>
            <a:solidFill>
              <a:srgbClr val="53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E97DE47-348F-56EF-706C-F919BAB4506D}"/>
                </a:ext>
              </a:extLst>
            </p:cNvPr>
            <p:cNvSpPr/>
            <p:nvPr/>
          </p:nvSpPr>
          <p:spPr>
            <a:xfrm>
              <a:off x="2236620" y="5241141"/>
              <a:ext cx="5259" cy="10692"/>
            </a:xfrm>
            <a:custGeom>
              <a:avLst/>
              <a:gdLst>
                <a:gd name="csX0" fmla="*/ 5234 w 5259"/>
                <a:gd name="csY0" fmla="*/ 9214 h 10692"/>
                <a:gd name="csX1" fmla="*/ 3949 w 5259"/>
                <a:gd name="csY1" fmla="*/ 10574 h 10692"/>
                <a:gd name="csX2" fmla="*/ 75 w 5259"/>
                <a:gd name="csY2" fmla="*/ 1856 h 10692"/>
                <a:gd name="csX3" fmla="*/ 1528 w 5259"/>
                <a:gd name="csY3" fmla="*/ 68 h 10692"/>
                <a:gd name="csX4" fmla="*/ 5234 w 5259"/>
                <a:gd name="csY4" fmla="*/ 9214 h 10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59" h="10692">
                  <a:moveTo>
                    <a:pt x="5234" y="9214"/>
                  </a:moveTo>
                  <a:cubicBezTo>
                    <a:pt x="5421" y="9866"/>
                    <a:pt x="4527" y="11077"/>
                    <a:pt x="3949" y="10574"/>
                  </a:cubicBezTo>
                  <a:cubicBezTo>
                    <a:pt x="1379" y="8357"/>
                    <a:pt x="1081" y="4893"/>
                    <a:pt x="75" y="1856"/>
                  </a:cubicBezTo>
                  <a:cubicBezTo>
                    <a:pt x="-242" y="925"/>
                    <a:pt x="485" y="-304"/>
                    <a:pt x="1528" y="68"/>
                  </a:cubicBezTo>
                  <a:cubicBezTo>
                    <a:pt x="5793" y="1596"/>
                    <a:pt x="3875" y="5843"/>
                    <a:pt x="5234" y="9214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5CB0986-733D-7FC3-AB00-C07F0BFA9E40}"/>
                </a:ext>
              </a:extLst>
            </p:cNvPr>
            <p:cNvSpPr/>
            <p:nvPr/>
          </p:nvSpPr>
          <p:spPr>
            <a:xfrm>
              <a:off x="2168689" y="5229236"/>
              <a:ext cx="2526" cy="14711"/>
            </a:xfrm>
            <a:custGeom>
              <a:avLst/>
              <a:gdLst>
                <a:gd name="csX0" fmla="*/ 2272 w 2526"/>
                <a:gd name="csY0" fmla="*/ 14711 h 14711"/>
                <a:gd name="csX1" fmla="*/ 205 w 2526"/>
                <a:gd name="csY1" fmla="*/ 9160 h 14711"/>
                <a:gd name="csX2" fmla="*/ 0 w 2526"/>
                <a:gd name="csY2" fmla="*/ 2399 h 14711"/>
                <a:gd name="csX3" fmla="*/ 1211 w 2526"/>
                <a:gd name="csY3" fmla="*/ 71 h 14711"/>
                <a:gd name="csX4" fmla="*/ 2515 w 2526"/>
                <a:gd name="csY4" fmla="*/ 1822 h 14711"/>
                <a:gd name="csX5" fmla="*/ 2272 w 2526"/>
                <a:gd name="csY5" fmla="*/ 14711 h 14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26" h="14711">
                  <a:moveTo>
                    <a:pt x="2272" y="14711"/>
                  </a:moveTo>
                  <a:cubicBezTo>
                    <a:pt x="-1248" y="13947"/>
                    <a:pt x="484" y="11098"/>
                    <a:pt x="205" y="9160"/>
                  </a:cubicBezTo>
                  <a:cubicBezTo>
                    <a:pt x="-112" y="6944"/>
                    <a:pt x="56" y="4653"/>
                    <a:pt x="0" y="2399"/>
                  </a:cubicBezTo>
                  <a:cubicBezTo>
                    <a:pt x="168" y="1505"/>
                    <a:pt x="130" y="350"/>
                    <a:pt x="1211" y="71"/>
                  </a:cubicBezTo>
                  <a:cubicBezTo>
                    <a:pt x="2738" y="-320"/>
                    <a:pt x="2515" y="1002"/>
                    <a:pt x="2515" y="1822"/>
                  </a:cubicBezTo>
                  <a:cubicBezTo>
                    <a:pt x="2459" y="6124"/>
                    <a:pt x="2347" y="10408"/>
                    <a:pt x="2272" y="14711"/>
                  </a:cubicBezTo>
                  <a:close/>
                </a:path>
              </a:pathLst>
            </a:custGeom>
            <a:solidFill>
              <a:srgbClr val="5F873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3CAC78D6-D5B4-2B1C-B199-26AD2549FC5B}"/>
                </a:ext>
              </a:extLst>
            </p:cNvPr>
            <p:cNvSpPr/>
            <p:nvPr/>
          </p:nvSpPr>
          <p:spPr>
            <a:xfrm>
              <a:off x="2094630" y="5208031"/>
              <a:ext cx="4283" cy="13304"/>
            </a:xfrm>
            <a:custGeom>
              <a:avLst/>
              <a:gdLst>
                <a:gd name="csX0" fmla="*/ 4283 w 4283"/>
                <a:gd name="csY0" fmla="*/ 5518 h 13304"/>
                <a:gd name="csX1" fmla="*/ 4283 w 4283"/>
                <a:gd name="csY1" fmla="*/ 13304 h 13304"/>
                <a:gd name="csX2" fmla="*/ 1918 w 4283"/>
                <a:gd name="csY2" fmla="*/ 8815 h 13304"/>
                <a:gd name="csX3" fmla="*/ 688 w 4283"/>
                <a:gd name="csY3" fmla="*/ 2929 h 13304"/>
                <a:gd name="csX4" fmla="*/ 819 w 4283"/>
                <a:gd name="csY4" fmla="*/ 154 h 13304"/>
                <a:gd name="csX5" fmla="*/ 3091 w 4283"/>
                <a:gd name="csY5" fmla="*/ 1849 h 13304"/>
                <a:gd name="csX6" fmla="*/ 4283 w 4283"/>
                <a:gd name="csY6" fmla="*/ 5518 h 13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283" h="13304">
                  <a:moveTo>
                    <a:pt x="4283" y="5518"/>
                  </a:moveTo>
                  <a:cubicBezTo>
                    <a:pt x="4283" y="7735"/>
                    <a:pt x="4283" y="9970"/>
                    <a:pt x="4283" y="13304"/>
                  </a:cubicBezTo>
                  <a:cubicBezTo>
                    <a:pt x="3147" y="11144"/>
                    <a:pt x="2532" y="9970"/>
                    <a:pt x="1918" y="8815"/>
                  </a:cubicBezTo>
                  <a:cubicBezTo>
                    <a:pt x="1936" y="6766"/>
                    <a:pt x="1601" y="4810"/>
                    <a:pt x="688" y="2929"/>
                  </a:cubicBezTo>
                  <a:cubicBezTo>
                    <a:pt x="241" y="2016"/>
                    <a:pt x="-671" y="806"/>
                    <a:pt x="819" y="154"/>
                  </a:cubicBezTo>
                  <a:cubicBezTo>
                    <a:pt x="2160" y="-424"/>
                    <a:pt x="2719" y="731"/>
                    <a:pt x="3091" y="1849"/>
                  </a:cubicBezTo>
                  <a:cubicBezTo>
                    <a:pt x="3482" y="3078"/>
                    <a:pt x="3874" y="4308"/>
                    <a:pt x="4283" y="5518"/>
                  </a:cubicBezTo>
                  <a:close/>
                </a:path>
              </a:pathLst>
            </a:custGeom>
            <a:solidFill>
              <a:srgbClr val="5273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BBC6EB53-6CF3-D49C-055B-ECEE0327F2F2}"/>
                </a:ext>
              </a:extLst>
            </p:cNvPr>
            <p:cNvSpPr/>
            <p:nvPr/>
          </p:nvSpPr>
          <p:spPr>
            <a:xfrm>
              <a:off x="2243446" y="5154914"/>
              <a:ext cx="4508" cy="13577"/>
            </a:xfrm>
            <a:custGeom>
              <a:avLst/>
              <a:gdLst>
                <a:gd name="csX0" fmla="*/ 1109 w 4508"/>
                <a:gd name="csY0" fmla="*/ 13577 h 13577"/>
                <a:gd name="csX1" fmla="*/ 848 w 4508"/>
                <a:gd name="csY1" fmla="*/ 7915 h 13577"/>
                <a:gd name="csX2" fmla="*/ 1500 w 4508"/>
                <a:gd name="csY2" fmla="*/ 2606 h 13577"/>
                <a:gd name="csX3" fmla="*/ 2077 w 4508"/>
                <a:gd name="csY3" fmla="*/ 36 h 13577"/>
                <a:gd name="csX4" fmla="*/ 4499 w 4508"/>
                <a:gd name="csY4" fmla="*/ 2364 h 13577"/>
                <a:gd name="csX5" fmla="*/ 1165 w 4508"/>
                <a:gd name="csY5" fmla="*/ 13522 h 13577"/>
                <a:gd name="csX6" fmla="*/ 1109 w 4508"/>
                <a:gd name="csY6" fmla="*/ 13577 h 13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08" h="13577">
                  <a:moveTo>
                    <a:pt x="1109" y="13577"/>
                  </a:moveTo>
                  <a:cubicBezTo>
                    <a:pt x="-1033" y="11771"/>
                    <a:pt x="531" y="9852"/>
                    <a:pt x="848" y="7915"/>
                  </a:cubicBezTo>
                  <a:cubicBezTo>
                    <a:pt x="1146" y="6145"/>
                    <a:pt x="2860" y="4413"/>
                    <a:pt x="1500" y="2606"/>
                  </a:cubicBezTo>
                  <a:cubicBezTo>
                    <a:pt x="494" y="1265"/>
                    <a:pt x="-139" y="353"/>
                    <a:pt x="2077" y="36"/>
                  </a:cubicBezTo>
                  <a:cubicBezTo>
                    <a:pt x="3716" y="-206"/>
                    <a:pt x="4443" y="800"/>
                    <a:pt x="4499" y="2364"/>
                  </a:cubicBezTo>
                  <a:cubicBezTo>
                    <a:pt x="4666" y="6462"/>
                    <a:pt x="2711" y="9927"/>
                    <a:pt x="1165" y="13522"/>
                  </a:cubicBezTo>
                  <a:cubicBezTo>
                    <a:pt x="1146" y="13522"/>
                    <a:pt x="1109" y="13577"/>
                    <a:pt x="1109" y="13577"/>
                  </a:cubicBezTo>
                  <a:close/>
                </a:path>
              </a:pathLst>
            </a:custGeom>
            <a:solidFill>
              <a:srgbClr val="54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A67BB8A3-2B69-DF48-12C1-159ACD53AEB3}"/>
                </a:ext>
              </a:extLst>
            </p:cNvPr>
            <p:cNvSpPr/>
            <p:nvPr/>
          </p:nvSpPr>
          <p:spPr>
            <a:xfrm>
              <a:off x="2169896" y="5132542"/>
              <a:ext cx="2855" cy="13187"/>
            </a:xfrm>
            <a:custGeom>
              <a:avLst/>
              <a:gdLst>
                <a:gd name="csX0" fmla="*/ 96 w 2855"/>
                <a:gd name="csY0" fmla="*/ 13188 h 13187"/>
                <a:gd name="csX1" fmla="*/ 1698 w 2855"/>
                <a:gd name="csY1" fmla="*/ 0 h 13187"/>
                <a:gd name="csX2" fmla="*/ 78 w 2855"/>
                <a:gd name="csY2" fmla="*/ 13150 h 13187"/>
                <a:gd name="csX3" fmla="*/ 96 w 2855"/>
                <a:gd name="csY3" fmla="*/ 13188 h 1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5" h="13187">
                  <a:moveTo>
                    <a:pt x="96" y="13188"/>
                  </a:moveTo>
                  <a:cubicBezTo>
                    <a:pt x="-314" y="8717"/>
                    <a:pt x="655" y="4433"/>
                    <a:pt x="1698" y="0"/>
                  </a:cubicBezTo>
                  <a:cubicBezTo>
                    <a:pt x="3766" y="2868"/>
                    <a:pt x="2965" y="8773"/>
                    <a:pt x="78" y="13150"/>
                  </a:cubicBezTo>
                  <a:cubicBezTo>
                    <a:pt x="78" y="13150"/>
                    <a:pt x="96" y="13188"/>
                    <a:pt x="96" y="13188"/>
                  </a:cubicBezTo>
                  <a:close/>
                </a:path>
              </a:pathLst>
            </a:custGeom>
            <a:solidFill>
              <a:srgbClr val="4763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4754E526-A4B7-8873-6DBC-661C0A8D8479}"/>
                </a:ext>
              </a:extLst>
            </p:cNvPr>
            <p:cNvSpPr/>
            <p:nvPr/>
          </p:nvSpPr>
          <p:spPr>
            <a:xfrm>
              <a:off x="2004465" y="4840612"/>
              <a:ext cx="112301" cy="139911"/>
            </a:xfrm>
            <a:custGeom>
              <a:avLst/>
              <a:gdLst>
                <a:gd name="csX0" fmla="*/ 5263 w 112301"/>
                <a:gd name="csY0" fmla="*/ 135746 h 139911"/>
                <a:gd name="csX1" fmla="*/ 346 w 112301"/>
                <a:gd name="csY1" fmla="*/ 122502 h 139911"/>
                <a:gd name="csX2" fmla="*/ 14204 w 112301"/>
                <a:gd name="csY2" fmla="*/ 85882 h 139911"/>
                <a:gd name="csX3" fmla="*/ 57194 w 112301"/>
                <a:gd name="csY3" fmla="*/ 29891 h 139911"/>
                <a:gd name="csX4" fmla="*/ 88003 w 112301"/>
                <a:gd name="csY4" fmla="*/ 4596 h 139911"/>
                <a:gd name="csX5" fmla="*/ 102215 w 112301"/>
                <a:gd name="csY5" fmla="*/ 32 h 139911"/>
                <a:gd name="csX6" fmla="*/ 112031 w 112301"/>
                <a:gd name="csY6" fmla="*/ 12922 h 139911"/>
                <a:gd name="csX7" fmla="*/ 106518 w 112301"/>
                <a:gd name="csY7" fmla="*/ 25755 h 139911"/>
                <a:gd name="csX8" fmla="*/ 85339 w 112301"/>
                <a:gd name="csY8" fmla="*/ 50417 h 139911"/>
                <a:gd name="csX9" fmla="*/ 48310 w 112301"/>
                <a:gd name="csY9" fmla="*/ 99070 h 139911"/>
                <a:gd name="csX10" fmla="*/ 24710 w 112301"/>
                <a:gd name="csY10" fmla="*/ 132374 h 139911"/>
                <a:gd name="csX11" fmla="*/ 16085 w 112301"/>
                <a:gd name="csY11" fmla="*/ 138633 h 139911"/>
                <a:gd name="csX12" fmla="*/ 8299 w 112301"/>
                <a:gd name="csY12" fmla="*/ 136603 h 139911"/>
                <a:gd name="csX13" fmla="*/ 9790 w 112301"/>
                <a:gd name="csY13" fmla="*/ 129934 h 139911"/>
                <a:gd name="csX14" fmla="*/ 19345 w 112301"/>
                <a:gd name="csY14" fmla="*/ 112779 h 139911"/>
                <a:gd name="csX15" fmla="*/ 21971 w 112301"/>
                <a:gd name="csY15" fmla="*/ 117715 h 139911"/>
                <a:gd name="csX16" fmla="*/ 35979 w 112301"/>
                <a:gd name="csY16" fmla="*/ 98437 h 139911"/>
                <a:gd name="csX17" fmla="*/ 63975 w 112301"/>
                <a:gd name="csY17" fmla="*/ 59190 h 139911"/>
                <a:gd name="csX18" fmla="*/ 91486 w 112301"/>
                <a:gd name="csY18" fmla="*/ 27152 h 139911"/>
                <a:gd name="csX19" fmla="*/ 91952 w 112301"/>
                <a:gd name="csY19" fmla="*/ 18379 h 139911"/>
                <a:gd name="csX20" fmla="*/ 100818 w 112301"/>
                <a:gd name="csY20" fmla="*/ 10649 h 139911"/>
                <a:gd name="csX21" fmla="*/ 83290 w 112301"/>
                <a:gd name="csY21" fmla="*/ 23762 h 139911"/>
                <a:gd name="csX22" fmla="*/ 39611 w 112301"/>
                <a:gd name="csY22" fmla="*/ 77444 h 139911"/>
                <a:gd name="csX23" fmla="*/ 8542 w 112301"/>
                <a:gd name="csY23" fmla="*/ 132300 h 139911"/>
                <a:gd name="csX24" fmla="*/ 5263 w 112301"/>
                <a:gd name="csY24" fmla="*/ 135746 h 13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2301" h="139911">
                  <a:moveTo>
                    <a:pt x="5263" y="135746"/>
                  </a:moveTo>
                  <a:cubicBezTo>
                    <a:pt x="-1051" y="133101"/>
                    <a:pt x="-138" y="127271"/>
                    <a:pt x="346" y="122502"/>
                  </a:cubicBezTo>
                  <a:cubicBezTo>
                    <a:pt x="1668" y="109147"/>
                    <a:pt x="7648" y="97263"/>
                    <a:pt x="14204" y="85882"/>
                  </a:cubicBezTo>
                  <a:cubicBezTo>
                    <a:pt x="26051" y="65374"/>
                    <a:pt x="39350" y="45816"/>
                    <a:pt x="57194" y="29891"/>
                  </a:cubicBezTo>
                  <a:cubicBezTo>
                    <a:pt x="67104" y="21043"/>
                    <a:pt x="76771" y="11860"/>
                    <a:pt x="88003" y="4596"/>
                  </a:cubicBezTo>
                  <a:cubicBezTo>
                    <a:pt x="92343" y="1783"/>
                    <a:pt x="96888" y="-285"/>
                    <a:pt x="102215" y="32"/>
                  </a:cubicBezTo>
                  <a:cubicBezTo>
                    <a:pt x="109033" y="442"/>
                    <a:pt x="113466" y="6235"/>
                    <a:pt x="112031" y="12922"/>
                  </a:cubicBezTo>
                  <a:cubicBezTo>
                    <a:pt x="111026" y="17560"/>
                    <a:pt x="109014" y="21732"/>
                    <a:pt x="106518" y="25755"/>
                  </a:cubicBezTo>
                  <a:cubicBezTo>
                    <a:pt x="100725" y="35106"/>
                    <a:pt x="92269" y="42110"/>
                    <a:pt x="85339" y="50417"/>
                  </a:cubicBezTo>
                  <a:cubicBezTo>
                    <a:pt x="72282" y="66064"/>
                    <a:pt x="58051" y="80946"/>
                    <a:pt x="48310" y="99070"/>
                  </a:cubicBezTo>
                  <a:cubicBezTo>
                    <a:pt x="41790" y="111196"/>
                    <a:pt x="34470" y="122614"/>
                    <a:pt x="24710" y="132374"/>
                  </a:cubicBezTo>
                  <a:cubicBezTo>
                    <a:pt x="22139" y="134945"/>
                    <a:pt x="19122" y="136752"/>
                    <a:pt x="16085" y="138633"/>
                  </a:cubicBezTo>
                  <a:cubicBezTo>
                    <a:pt x="12677" y="140738"/>
                    <a:pt x="10088" y="140365"/>
                    <a:pt x="8299" y="136603"/>
                  </a:cubicBezTo>
                  <a:cubicBezTo>
                    <a:pt x="6772" y="133939"/>
                    <a:pt x="8914" y="131983"/>
                    <a:pt x="9790" y="129934"/>
                  </a:cubicBezTo>
                  <a:cubicBezTo>
                    <a:pt x="12360" y="123899"/>
                    <a:pt x="14651" y="117659"/>
                    <a:pt x="19345" y="112779"/>
                  </a:cubicBezTo>
                  <a:cubicBezTo>
                    <a:pt x="21450" y="113673"/>
                    <a:pt x="20314" y="116281"/>
                    <a:pt x="21971" y="117715"/>
                  </a:cubicBezTo>
                  <a:cubicBezTo>
                    <a:pt x="28193" y="112388"/>
                    <a:pt x="32645" y="105720"/>
                    <a:pt x="35979" y="98437"/>
                  </a:cubicBezTo>
                  <a:cubicBezTo>
                    <a:pt x="42815" y="83517"/>
                    <a:pt x="53357" y="71447"/>
                    <a:pt x="63975" y="59190"/>
                  </a:cubicBezTo>
                  <a:cubicBezTo>
                    <a:pt x="73195" y="48573"/>
                    <a:pt x="81707" y="37341"/>
                    <a:pt x="91486" y="27152"/>
                  </a:cubicBezTo>
                  <a:cubicBezTo>
                    <a:pt x="93777" y="24768"/>
                    <a:pt x="96888" y="21546"/>
                    <a:pt x="91952" y="18379"/>
                  </a:cubicBezTo>
                  <a:cubicBezTo>
                    <a:pt x="93051" y="13965"/>
                    <a:pt x="97242" y="13164"/>
                    <a:pt x="100818" y="10649"/>
                  </a:cubicBezTo>
                  <a:cubicBezTo>
                    <a:pt x="93759" y="14077"/>
                    <a:pt x="88487" y="18938"/>
                    <a:pt x="83290" y="23762"/>
                  </a:cubicBezTo>
                  <a:cubicBezTo>
                    <a:pt x="66228" y="39595"/>
                    <a:pt x="52445" y="58147"/>
                    <a:pt x="39611" y="77444"/>
                  </a:cubicBezTo>
                  <a:cubicBezTo>
                    <a:pt x="27951" y="94991"/>
                    <a:pt x="17129" y="113021"/>
                    <a:pt x="8542" y="132300"/>
                  </a:cubicBezTo>
                  <a:cubicBezTo>
                    <a:pt x="7871" y="133771"/>
                    <a:pt x="7368" y="135578"/>
                    <a:pt x="5263" y="135746"/>
                  </a:cubicBezTo>
                  <a:close/>
                </a:path>
              </a:pathLst>
            </a:custGeom>
            <a:solidFill>
              <a:srgbClr val="9A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8B17FE5E-9697-653C-EEF8-A18715EE762B}"/>
                </a:ext>
              </a:extLst>
            </p:cNvPr>
            <p:cNvSpPr/>
            <p:nvPr/>
          </p:nvSpPr>
          <p:spPr>
            <a:xfrm>
              <a:off x="2008414" y="4848746"/>
              <a:ext cx="101396" cy="134465"/>
            </a:xfrm>
            <a:custGeom>
              <a:avLst/>
              <a:gdLst>
                <a:gd name="csX0" fmla="*/ 1315 w 101396"/>
                <a:gd name="csY0" fmla="*/ 127611 h 134465"/>
                <a:gd name="csX1" fmla="*/ 29404 w 101396"/>
                <a:gd name="csY1" fmla="*/ 76276 h 134465"/>
                <a:gd name="csX2" fmla="*/ 85601 w 101396"/>
                <a:gd name="csY2" fmla="*/ 8475 h 134465"/>
                <a:gd name="csX3" fmla="*/ 101396 w 101396"/>
                <a:gd name="csY3" fmla="*/ 0 h 134465"/>
                <a:gd name="csX4" fmla="*/ 88115 w 101396"/>
                <a:gd name="csY4" fmla="*/ 9984 h 134465"/>
                <a:gd name="csX5" fmla="*/ 79510 w 101396"/>
                <a:gd name="csY5" fmla="*/ 18627 h 134465"/>
                <a:gd name="csX6" fmla="*/ 30987 w 101396"/>
                <a:gd name="csY6" fmla="*/ 80579 h 134465"/>
                <a:gd name="csX7" fmla="*/ 15676 w 101396"/>
                <a:gd name="csY7" fmla="*/ 104738 h 134465"/>
                <a:gd name="csX8" fmla="*/ 4333 w 101396"/>
                <a:gd name="csY8" fmla="*/ 128431 h 134465"/>
                <a:gd name="csX9" fmla="*/ 458 w 101396"/>
                <a:gd name="csY9" fmla="*/ 134466 h 134465"/>
                <a:gd name="csX10" fmla="*/ 1315 w 101396"/>
                <a:gd name="csY10" fmla="*/ 127611 h 13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396" h="134465">
                  <a:moveTo>
                    <a:pt x="1315" y="127611"/>
                  </a:moveTo>
                  <a:cubicBezTo>
                    <a:pt x="9921" y="110102"/>
                    <a:pt x="18675" y="92649"/>
                    <a:pt x="29404" y="76276"/>
                  </a:cubicBezTo>
                  <a:cubicBezTo>
                    <a:pt x="45591" y="51577"/>
                    <a:pt x="62522" y="27456"/>
                    <a:pt x="85601" y="8475"/>
                  </a:cubicBezTo>
                  <a:cubicBezTo>
                    <a:pt x="89848" y="4992"/>
                    <a:pt x="94132" y="1378"/>
                    <a:pt x="101396" y="0"/>
                  </a:cubicBezTo>
                  <a:cubicBezTo>
                    <a:pt x="97205" y="5327"/>
                    <a:pt x="91356" y="6016"/>
                    <a:pt x="88115" y="9984"/>
                  </a:cubicBezTo>
                  <a:cubicBezTo>
                    <a:pt x="86607" y="14212"/>
                    <a:pt x="82378" y="15740"/>
                    <a:pt x="79510" y="18627"/>
                  </a:cubicBezTo>
                  <a:cubicBezTo>
                    <a:pt x="60902" y="37402"/>
                    <a:pt x="45106" y="58283"/>
                    <a:pt x="30987" y="80579"/>
                  </a:cubicBezTo>
                  <a:cubicBezTo>
                    <a:pt x="25884" y="88644"/>
                    <a:pt x="22047" y="97492"/>
                    <a:pt x="15676" y="104738"/>
                  </a:cubicBezTo>
                  <a:cubicBezTo>
                    <a:pt x="11224" y="112319"/>
                    <a:pt x="7406" y="120198"/>
                    <a:pt x="4333" y="128431"/>
                  </a:cubicBezTo>
                  <a:cubicBezTo>
                    <a:pt x="3066" y="130405"/>
                    <a:pt x="1799" y="132380"/>
                    <a:pt x="458" y="134466"/>
                  </a:cubicBezTo>
                  <a:cubicBezTo>
                    <a:pt x="-753" y="131858"/>
                    <a:pt x="756" y="129809"/>
                    <a:pt x="1315" y="127611"/>
                  </a:cubicBezTo>
                  <a:close/>
                </a:path>
              </a:pathLst>
            </a:custGeom>
            <a:solidFill>
              <a:srgbClr val="52682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26E78ABA-CE9B-EE27-7A1D-5E31269669F2}"/>
                </a:ext>
              </a:extLst>
            </p:cNvPr>
            <p:cNvSpPr/>
            <p:nvPr/>
          </p:nvSpPr>
          <p:spPr>
            <a:xfrm>
              <a:off x="2077389" y="4914495"/>
              <a:ext cx="12471" cy="8422"/>
            </a:xfrm>
            <a:custGeom>
              <a:avLst/>
              <a:gdLst>
                <a:gd name="csX0" fmla="*/ 12471 w 12471"/>
                <a:gd name="csY0" fmla="*/ 8422 h 8422"/>
                <a:gd name="csX1" fmla="*/ 1556 w 12471"/>
                <a:gd name="csY1" fmla="*/ 3244 h 8422"/>
                <a:gd name="csX2" fmla="*/ 234 w 12471"/>
                <a:gd name="csY2" fmla="*/ 618 h 8422"/>
                <a:gd name="csX3" fmla="*/ 2692 w 12471"/>
                <a:gd name="csY3" fmla="*/ 469 h 8422"/>
                <a:gd name="csX4" fmla="*/ 12471 w 12471"/>
                <a:gd name="csY4" fmla="*/ 8422 h 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71" h="8422">
                  <a:moveTo>
                    <a:pt x="12471" y="8422"/>
                  </a:moveTo>
                  <a:cubicBezTo>
                    <a:pt x="8839" y="6709"/>
                    <a:pt x="5188" y="4976"/>
                    <a:pt x="1556" y="3244"/>
                  </a:cubicBezTo>
                  <a:cubicBezTo>
                    <a:pt x="439" y="2723"/>
                    <a:pt x="-437" y="1866"/>
                    <a:pt x="234" y="618"/>
                  </a:cubicBezTo>
                  <a:cubicBezTo>
                    <a:pt x="792" y="-463"/>
                    <a:pt x="1817" y="133"/>
                    <a:pt x="2692" y="469"/>
                  </a:cubicBezTo>
                  <a:cubicBezTo>
                    <a:pt x="6679" y="2015"/>
                    <a:pt x="10404" y="3896"/>
                    <a:pt x="12471" y="8422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404DD714-625D-E0C7-F211-C4421A269974}"/>
                </a:ext>
              </a:extLst>
            </p:cNvPr>
            <p:cNvSpPr/>
            <p:nvPr/>
          </p:nvSpPr>
          <p:spPr>
            <a:xfrm>
              <a:off x="2054058" y="4957165"/>
              <a:ext cx="13897" cy="5104"/>
            </a:xfrm>
            <a:custGeom>
              <a:avLst/>
              <a:gdLst>
                <a:gd name="csX0" fmla="*/ 10787 w 13897"/>
                <a:gd name="csY0" fmla="*/ 4533 h 5104"/>
                <a:gd name="csX1" fmla="*/ 2069 w 13897"/>
                <a:gd name="csY1" fmla="*/ 3192 h 5104"/>
                <a:gd name="csX2" fmla="*/ 20 w 13897"/>
                <a:gd name="csY2" fmla="*/ 1106 h 5104"/>
                <a:gd name="csX3" fmla="*/ 2274 w 13897"/>
                <a:gd name="csY3" fmla="*/ 7 h 5104"/>
                <a:gd name="csX4" fmla="*/ 13897 w 13897"/>
                <a:gd name="csY4" fmla="*/ 3378 h 5104"/>
                <a:gd name="csX5" fmla="*/ 10787 w 13897"/>
                <a:gd name="csY5" fmla="*/ 4533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897" h="5104">
                  <a:moveTo>
                    <a:pt x="10787" y="4533"/>
                  </a:moveTo>
                  <a:cubicBezTo>
                    <a:pt x="7974" y="3415"/>
                    <a:pt x="5106" y="2987"/>
                    <a:pt x="2069" y="3192"/>
                  </a:cubicBezTo>
                  <a:cubicBezTo>
                    <a:pt x="952" y="3266"/>
                    <a:pt x="-166" y="2447"/>
                    <a:pt x="20" y="1106"/>
                  </a:cubicBezTo>
                  <a:cubicBezTo>
                    <a:pt x="169" y="-68"/>
                    <a:pt x="1417" y="-12"/>
                    <a:pt x="2274" y="7"/>
                  </a:cubicBezTo>
                  <a:cubicBezTo>
                    <a:pt x="6428" y="100"/>
                    <a:pt x="10321" y="1199"/>
                    <a:pt x="13897" y="3378"/>
                  </a:cubicBezTo>
                  <a:cubicBezTo>
                    <a:pt x="13823" y="6358"/>
                    <a:pt x="11979" y="4589"/>
                    <a:pt x="10787" y="4533"/>
                  </a:cubicBezTo>
                  <a:close/>
                </a:path>
              </a:pathLst>
            </a:custGeom>
            <a:solidFill>
              <a:srgbClr val="4864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E56AC94-AE53-0C3E-66E3-1914855F0F96}"/>
                </a:ext>
              </a:extLst>
            </p:cNvPr>
            <p:cNvSpPr/>
            <p:nvPr/>
          </p:nvSpPr>
          <p:spPr>
            <a:xfrm>
              <a:off x="2064845" y="4960525"/>
              <a:ext cx="6095" cy="4070"/>
            </a:xfrm>
            <a:custGeom>
              <a:avLst/>
              <a:gdLst>
                <a:gd name="csX0" fmla="*/ 0 w 6095"/>
                <a:gd name="csY0" fmla="*/ 1173 h 4070"/>
                <a:gd name="csX1" fmla="*/ 3092 w 6095"/>
                <a:gd name="csY1" fmla="*/ 0 h 4070"/>
                <a:gd name="csX2" fmla="*/ 5756 w 6095"/>
                <a:gd name="csY2" fmla="*/ 3204 h 4070"/>
                <a:gd name="csX3" fmla="*/ 0 w 6095"/>
                <a:gd name="csY3" fmla="*/ 1173 h 4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5" h="4070">
                  <a:moveTo>
                    <a:pt x="0" y="1173"/>
                  </a:moveTo>
                  <a:cubicBezTo>
                    <a:pt x="1099" y="969"/>
                    <a:pt x="2515" y="1602"/>
                    <a:pt x="3092" y="0"/>
                  </a:cubicBezTo>
                  <a:cubicBezTo>
                    <a:pt x="4675" y="577"/>
                    <a:pt x="6966" y="1956"/>
                    <a:pt x="5756" y="3204"/>
                  </a:cubicBezTo>
                  <a:cubicBezTo>
                    <a:pt x="3297" y="5756"/>
                    <a:pt x="1956" y="1937"/>
                    <a:pt x="0" y="1173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FB9305AC-80B1-BE71-C9E3-963CBF16036A}"/>
                </a:ext>
              </a:extLst>
            </p:cNvPr>
            <p:cNvSpPr/>
            <p:nvPr/>
          </p:nvSpPr>
          <p:spPr>
            <a:xfrm>
              <a:off x="1610597" y="5419422"/>
              <a:ext cx="30715" cy="17844"/>
            </a:xfrm>
            <a:custGeom>
              <a:avLst/>
              <a:gdLst>
                <a:gd name="csX0" fmla="*/ 2142 w 30715"/>
                <a:gd name="csY0" fmla="*/ 26 h 17844"/>
                <a:gd name="csX1" fmla="*/ 3316 w 30715"/>
                <a:gd name="csY1" fmla="*/ 994 h 17844"/>
                <a:gd name="csX2" fmla="*/ 16876 w 30715"/>
                <a:gd name="csY2" fmla="*/ 11127 h 17844"/>
                <a:gd name="csX3" fmla="*/ 30715 w 30715"/>
                <a:gd name="csY3" fmla="*/ 17554 h 17844"/>
                <a:gd name="csX4" fmla="*/ 16857 w 30715"/>
                <a:gd name="csY4" fmla="*/ 14610 h 17844"/>
                <a:gd name="csX5" fmla="*/ 7842 w 30715"/>
                <a:gd name="csY5" fmla="*/ 9972 h 17844"/>
                <a:gd name="csX6" fmla="*/ 0 w 30715"/>
                <a:gd name="csY6" fmla="*/ 1907 h 17844"/>
                <a:gd name="csX7" fmla="*/ 2142 w 30715"/>
                <a:gd name="csY7" fmla="*/ 26 h 17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715" h="17844">
                  <a:moveTo>
                    <a:pt x="2142" y="26"/>
                  </a:moveTo>
                  <a:cubicBezTo>
                    <a:pt x="2533" y="343"/>
                    <a:pt x="2924" y="678"/>
                    <a:pt x="3316" y="994"/>
                  </a:cubicBezTo>
                  <a:cubicBezTo>
                    <a:pt x="6668" y="5931"/>
                    <a:pt x="11437" y="8985"/>
                    <a:pt x="16876" y="11127"/>
                  </a:cubicBezTo>
                  <a:cubicBezTo>
                    <a:pt x="20862" y="14350"/>
                    <a:pt x="26245" y="14536"/>
                    <a:pt x="30715" y="17554"/>
                  </a:cubicBezTo>
                  <a:cubicBezTo>
                    <a:pt x="25407" y="18820"/>
                    <a:pt x="21365" y="15598"/>
                    <a:pt x="16857" y="14610"/>
                  </a:cubicBezTo>
                  <a:cubicBezTo>
                    <a:pt x="13858" y="13064"/>
                    <a:pt x="10841" y="11519"/>
                    <a:pt x="7842" y="9972"/>
                  </a:cubicBezTo>
                  <a:cubicBezTo>
                    <a:pt x="3334" y="9134"/>
                    <a:pt x="1695" y="5502"/>
                    <a:pt x="0" y="1907"/>
                  </a:cubicBezTo>
                  <a:cubicBezTo>
                    <a:pt x="19" y="510"/>
                    <a:pt x="726" y="-142"/>
                    <a:pt x="2142" y="26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BDBA639-81D4-A56F-B38F-E8E82BCBBD79}"/>
                </a:ext>
              </a:extLst>
            </p:cNvPr>
            <p:cNvSpPr/>
            <p:nvPr/>
          </p:nvSpPr>
          <p:spPr>
            <a:xfrm>
              <a:off x="1712646" y="5300275"/>
              <a:ext cx="28859" cy="18986"/>
            </a:xfrm>
            <a:custGeom>
              <a:avLst/>
              <a:gdLst>
                <a:gd name="csX0" fmla="*/ 5203 w 28859"/>
                <a:gd name="csY0" fmla="*/ 11753 h 18986"/>
                <a:gd name="csX1" fmla="*/ 435 w 28859"/>
                <a:gd name="csY1" fmla="*/ 0 h 18986"/>
                <a:gd name="csX2" fmla="*/ 6302 w 28859"/>
                <a:gd name="csY2" fmla="*/ 8270 h 18986"/>
                <a:gd name="csX3" fmla="*/ 28859 w 28859"/>
                <a:gd name="csY3" fmla="*/ 18925 h 18986"/>
                <a:gd name="csX4" fmla="*/ 5203 w 28859"/>
                <a:gd name="csY4" fmla="*/ 11753 h 1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859" h="18986">
                  <a:moveTo>
                    <a:pt x="5203" y="11753"/>
                  </a:moveTo>
                  <a:cubicBezTo>
                    <a:pt x="3173" y="8363"/>
                    <a:pt x="-1428" y="6128"/>
                    <a:pt x="435" y="0"/>
                  </a:cubicBezTo>
                  <a:cubicBezTo>
                    <a:pt x="2223" y="3539"/>
                    <a:pt x="3210" y="6761"/>
                    <a:pt x="6302" y="8270"/>
                  </a:cubicBezTo>
                  <a:cubicBezTo>
                    <a:pt x="12039" y="14901"/>
                    <a:pt x="20663" y="15628"/>
                    <a:pt x="28859" y="18925"/>
                  </a:cubicBezTo>
                  <a:cubicBezTo>
                    <a:pt x="19490" y="19484"/>
                    <a:pt x="12188" y="16168"/>
                    <a:pt x="5203" y="11753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31C516F-0775-208C-E076-AB58D93445AE}"/>
                </a:ext>
              </a:extLst>
            </p:cNvPr>
            <p:cNvSpPr/>
            <p:nvPr/>
          </p:nvSpPr>
          <p:spPr>
            <a:xfrm>
              <a:off x="1664204" y="5359116"/>
              <a:ext cx="24438" cy="17322"/>
            </a:xfrm>
            <a:custGeom>
              <a:avLst/>
              <a:gdLst>
                <a:gd name="csX0" fmla="*/ 20881 w 24438"/>
                <a:gd name="csY0" fmla="*/ 17323 h 17322"/>
                <a:gd name="csX1" fmla="*/ 0 w 24438"/>
                <a:gd name="csY1" fmla="*/ 0 h 17322"/>
                <a:gd name="csX2" fmla="*/ 23023 w 24438"/>
                <a:gd name="csY2" fmla="*/ 15050 h 17322"/>
                <a:gd name="csX3" fmla="*/ 24438 w 24438"/>
                <a:gd name="csY3" fmla="*/ 16987 h 17322"/>
                <a:gd name="csX4" fmla="*/ 20881 w 24438"/>
                <a:gd name="csY4" fmla="*/ 17323 h 17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38" h="17322">
                  <a:moveTo>
                    <a:pt x="20881" y="17323"/>
                  </a:moveTo>
                  <a:cubicBezTo>
                    <a:pt x="11586" y="14324"/>
                    <a:pt x="3073" y="10394"/>
                    <a:pt x="0" y="0"/>
                  </a:cubicBezTo>
                  <a:cubicBezTo>
                    <a:pt x="5104" y="8959"/>
                    <a:pt x="13672" y="12592"/>
                    <a:pt x="23023" y="15050"/>
                  </a:cubicBezTo>
                  <a:cubicBezTo>
                    <a:pt x="23488" y="15702"/>
                    <a:pt x="23973" y="16335"/>
                    <a:pt x="24438" y="16987"/>
                  </a:cubicBezTo>
                  <a:cubicBezTo>
                    <a:pt x="23246" y="17099"/>
                    <a:pt x="22073" y="17211"/>
                    <a:pt x="20881" y="17323"/>
                  </a:cubicBezTo>
                  <a:close/>
                </a:path>
              </a:pathLst>
            </a:custGeom>
            <a:solidFill>
              <a:srgbClr val="57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1F73A2A6-9D68-FBD5-9CA9-34295EA68BCD}"/>
                </a:ext>
              </a:extLst>
            </p:cNvPr>
            <p:cNvSpPr/>
            <p:nvPr/>
          </p:nvSpPr>
          <p:spPr>
            <a:xfrm>
              <a:off x="1824530" y="5137454"/>
              <a:ext cx="60381" cy="122910"/>
            </a:xfrm>
            <a:custGeom>
              <a:avLst/>
              <a:gdLst>
                <a:gd name="csX0" fmla="*/ 34546 w 60381"/>
                <a:gd name="csY0" fmla="*/ 6264 h 122910"/>
                <a:gd name="csX1" fmla="*/ 41587 w 60381"/>
                <a:gd name="csY1" fmla="*/ 24 h 122910"/>
                <a:gd name="csX2" fmla="*/ 60065 w 60381"/>
                <a:gd name="csY2" fmla="*/ 19247 h 122910"/>
                <a:gd name="csX3" fmla="*/ 60307 w 60381"/>
                <a:gd name="csY3" fmla="*/ 33887 h 122910"/>
                <a:gd name="csX4" fmla="*/ 37806 w 60381"/>
                <a:gd name="csY4" fmla="*/ 106662 h 122910"/>
                <a:gd name="csX5" fmla="*/ 26630 w 60381"/>
                <a:gd name="csY5" fmla="*/ 119067 h 122910"/>
                <a:gd name="csX6" fmla="*/ 2546 w 60381"/>
                <a:gd name="csY6" fmla="*/ 111020 h 122910"/>
                <a:gd name="csX7" fmla="*/ 3533 w 60381"/>
                <a:gd name="csY7" fmla="*/ 80025 h 122910"/>
                <a:gd name="csX8" fmla="*/ 18844 w 60381"/>
                <a:gd name="csY8" fmla="*/ 28541 h 122910"/>
                <a:gd name="csX9" fmla="*/ 25978 w 60381"/>
                <a:gd name="csY9" fmla="*/ 10846 h 122910"/>
                <a:gd name="csX10" fmla="*/ 31194 w 60381"/>
                <a:gd name="csY10" fmla="*/ 7158 h 122910"/>
                <a:gd name="csX11" fmla="*/ 40395 w 60381"/>
                <a:gd name="csY11" fmla="*/ 14367 h 122910"/>
                <a:gd name="csX12" fmla="*/ 43338 w 60381"/>
                <a:gd name="csY12" fmla="*/ 39792 h 122910"/>
                <a:gd name="csX13" fmla="*/ 18751 w 60381"/>
                <a:gd name="csY13" fmla="*/ 100701 h 122910"/>
                <a:gd name="csX14" fmla="*/ 43375 w 60381"/>
                <a:gd name="csY14" fmla="*/ 40165 h 122910"/>
                <a:gd name="csX15" fmla="*/ 42202 w 60381"/>
                <a:gd name="csY15" fmla="*/ 18315 h 122910"/>
                <a:gd name="csX16" fmla="*/ 34546 w 60381"/>
                <a:gd name="csY16" fmla="*/ 6264 h 12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381" h="122910">
                  <a:moveTo>
                    <a:pt x="34546" y="6264"/>
                  </a:moveTo>
                  <a:cubicBezTo>
                    <a:pt x="33950" y="2222"/>
                    <a:pt x="36763" y="-274"/>
                    <a:pt x="41587" y="24"/>
                  </a:cubicBezTo>
                  <a:cubicBezTo>
                    <a:pt x="52018" y="657"/>
                    <a:pt x="61369" y="9151"/>
                    <a:pt x="60065" y="19247"/>
                  </a:cubicBezTo>
                  <a:cubicBezTo>
                    <a:pt x="59394" y="24481"/>
                    <a:pt x="60698" y="29212"/>
                    <a:pt x="60307" y="33887"/>
                  </a:cubicBezTo>
                  <a:cubicBezTo>
                    <a:pt x="58202" y="59704"/>
                    <a:pt x="54887" y="85278"/>
                    <a:pt x="37806" y="106662"/>
                  </a:cubicBezTo>
                  <a:cubicBezTo>
                    <a:pt x="34286" y="111058"/>
                    <a:pt x="31287" y="115826"/>
                    <a:pt x="26630" y="119067"/>
                  </a:cubicBezTo>
                  <a:cubicBezTo>
                    <a:pt x="16050" y="126462"/>
                    <a:pt x="7333" y="122867"/>
                    <a:pt x="2546" y="111020"/>
                  </a:cubicBezTo>
                  <a:cubicBezTo>
                    <a:pt x="-1850" y="100142"/>
                    <a:pt x="87" y="90550"/>
                    <a:pt x="3533" y="80025"/>
                  </a:cubicBezTo>
                  <a:cubicBezTo>
                    <a:pt x="9121" y="63038"/>
                    <a:pt x="15026" y="46088"/>
                    <a:pt x="18844" y="28541"/>
                  </a:cubicBezTo>
                  <a:cubicBezTo>
                    <a:pt x="20204" y="22283"/>
                    <a:pt x="23426" y="16676"/>
                    <a:pt x="25978" y="10846"/>
                  </a:cubicBezTo>
                  <a:cubicBezTo>
                    <a:pt x="26984" y="8555"/>
                    <a:pt x="28753" y="7382"/>
                    <a:pt x="31194" y="7158"/>
                  </a:cubicBezTo>
                  <a:cubicBezTo>
                    <a:pt x="36074" y="7233"/>
                    <a:pt x="38477" y="10567"/>
                    <a:pt x="40395" y="14367"/>
                  </a:cubicBezTo>
                  <a:cubicBezTo>
                    <a:pt x="44474" y="22469"/>
                    <a:pt x="44567" y="31317"/>
                    <a:pt x="43338" y="39792"/>
                  </a:cubicBezTo>
                  <a:cubicBezTo>
                    <a:pt x="40134" y="62014"/>
                    <a:pt x="32162" y="82503"/>
                    <a:pt x="18751" y="100701"/>
                  </a:cubicBezTo>
                  <a:cubicBezTo>
                    <a:pt x="32144" y="82633"/>
                    <a:pt x="40078" y="62274"/>
                    <a:pt x="43375" y="40165"/>
                  </a:cubicBezTo>
                  <a:cubicBezTo>
                    <a:pt x="44437" y="32975"/>
                    <a:pt x="44046" y="25561"/>
                    <a:pt x="42202" y="18315"/>
                  </a:cubicBezTo>
                  <a:cubicBezTo>
                    <a:pt x="40935" y="13417"/>
                    <a:pt x="36968" y="10380"/>
                    <a:pt x="34546" y="6264"/>
                  </a:cubicBezTo>
                  <a:close/>
                </a:path>
              </a:pathLst>
            </a:custGeom>
            <a:solidFill>
              <a:srgbClr val="96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63E4FE9-2581-1315-1711-EFD4C5739EA8}"/>
                </a:ext>
              </a:extLst>
            </p:cNvPr>
            <p:cNvSpPr/>
            <p:nvPr/>
          </p:nvSpPr>
          <p:spPr>
            <a:xfrm>
              <a:off x="1839207" y="5143567"/>
              <a:ext cx="30062" cy="99430"/>
            </a:xfrm>
            <a:custGeom>
              <a:avLst/>
              <a:gdLst>
                <a:gd name="csX0" fmla="*/ 19869 w 30062"/>
                <a:gd name="csY0" fmla="*/ 151 h 99430"/>
                <a:gd name="csX1" fmla="*/ 30058 w 30062"/>
                <a:gd name="csY1" fmla="*/ 23323 h 99430"/>
                <a:gd name="csX2" fmla="*/ 7557 w 30062"/>
                <a:gd name="csY2" fmla="*/ 91924 h 99430"/>
                <a:gd name="csX3" fmla="*/ 3292 w 30062"/>
                <a:gd name="csY3" fmla="*/ 97885 h 99430"/>
                <a:gd name="csX4" fmla="*/ 628 w 30062"/>
                <a:gd name="csY4" fmla="*/ 99133 h 99430"/>
                <a:gd name="csX5" fmla="*/ 1112 w 30062"/>
                <a:gd name="csY5" fmla="*/ 96358 h 99430"/>
                <a:gd name="csX6" fmla="*/ 21378 w 30062"/>
                <a:gd name="csY6" fmla="*/ 58825 h 99430"/>
                <a:gd name="csX7" fmla="*/ 26817 w 30062"/>
                <a:gd name="csY7" fmla="*/ 14140 h 99430"/>
                <a:gd name="csX8" fmla="*/ 16554 w 30062"/>
                <a:gd name="csY8" fmla="*/ 1120 h 99430"/>
                <a:gd name="csX9" fmla="*/ 19869 w 30062"/>
                <a:gd name="csY9" fmla="*/ 151 h 9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0062" h="99430">
                  <a:moveTo>
                    <a:pt x="19869" y="151"/>
                  </a:moveTo>
                  <a:cubicBezTo>
                    <a:pt x="28233" y="5683"/>
                    <a:pt x="29984" y="14363"/>
                    <a:pt x="30058" y="23323"/>
                  </a:cubicBezTo>
                  <a:cubicBezTo>
                    <a:pt x="30300" y="48655"/>
                    <a:pt x="21155" y="71044"/>
                    <a:pt x="7557" y="91924"/>
                  </a:cubicBezTo>
                  <a:cubicBezTo>
                    <a:pt x="6216" y="93973"/>
                    <a:pt x="4707" y="95911"/>
                    <a:pt x="3292" y="97885"/>
                  </a:cubicBezTo>
                  <a:cubicBezTo>
                    <a:pt x="2621" y="98816"/>
                    <a:pt x="1820" y="99990"/>
                    <a:pt x="628" y="99133"/>
                  </a:cubicBezTo>
                  <a:cubicBezTo>
                    <a:pt x="-713" y="98183"/>
                    <a:pt x="404" y="97196"/>
                    <a:pt x="1112" y="96358"/>
                  </a:cubicBezTo>
                  <a:cubicBezTo>
                    <a:pt x="10314" y="85163"/>
                    <a:pt x="16740" y="72441"/>
                    <a:pt x="21378" y="58825"/>
                  </a:cubicBezTo>
                  <a:cubicBezTo>
                    <a:pt x="26296" y="44352"/>
                    <a:pt x="30002" y="29656"/>
                    <a:pt x="26817" y="14140"/>
                  </a:cubicBezTo>
                  <a:cubicBezTo>
                    <a:pt x="25550" y="8011"/>
                    <a:pt x="22328" y="3616"/>
                    <a:pt x="16554" y="1120"/>
                  </a:cubicBezTo>
                  <a:cubicBezTo>
                    <a:pt x="17336" y="-240"/>
                    <a:pt x="18603" y="-72"/>
                    <a:pt x="19869" y="151"/>
                  </a:cubicBezTo>
                  <a:close/>
                </a:path>
              </a:pathLst>
            </a:custGeom>
            <a:solidFill>
              <a:srgbClr val="5B75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92A5F1B-900D-4081-D692-C9BB45593426}"/>
                </a:ext>
              </a:extLst>
            </p:cNvPr>
            <p:cNvSpPr/>
            <p:nvPr/>
          </p:nvSpPr>
          <p:spPr>
            <a:xfrm>
              <a:off x="1807531" y="5213581"/>
              <a:ext cx="14347" cy="4411"/>
            </a:xfrm>
            <a:custGeom>
              <a:avLst/>
              <a:gdLst>
                <a:gd name="csX0" fmla="*/ 14348 w 14347"/>
                <a:gd name="csY0" fmla="*/ 434 h 4411"/>
                <a:gd name="csX1" fmla="*/ 2315 w 14347"/>
                <a:gd name="csY1" fmla="*/ 4196 h 4411"/>
                <a:gd name="csX2" fmla="*/ 43 w 14347"/>
                <a:gd name="csY2" fmla="*/ 3451 h 4411"/>
                <a:gd name="csX3" fmla="*/ 1644 w 14347"/>
                <a:gd name="csY3" fmla="*/ 1477 h 4411"/>
                <a:gd name="csX4" fmla="*/ 14348 w 14347"/>
                <a:gd name="csY4" fmla="*/ 434 h 4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47" h="4411">
                  <a:moveTo>
                    <a:pt x="14348" y="434"/>
                  </a:moveTo>
                  <a:cubicBezTo>
                    <a:pt x="9691" y="1905"/>
                    <a:pt x="6022" y="3079"/>
                    <a:pt x="2315" y="4196"/>
                  </a:cubicBezTo>
                  <a:cubicBezTo>
                    <a:pt x="1440" y="4457"/>
                    <a:pt x="322" y="4718"/>
                    <a:pt x="43" y="3451"/>
                  </a:cubicBezTo>
                  <a:cubicBezTo>
                    <a:pt x="-218" y="2315"/>
                    <a:pt x="769" y="1682"/>
                    <a:pt x="1644" y="1477"/>
                  </a:cubicBezTo>
                  <a:cubicBezTo>
                    <a:pt x="5444" y="564"/>
                    <a:pt x="9226" y="-665"/>
                    <a:pt x="14348" y="434"/>
                  </a:cubicBezTo>
                  <a:close/>
                </a:path>
              </a:pathLst>
            </a:custGeom>
            <a:solidFill>
              <a:srgbClr val="5A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639E1025-C552-6199-B478-E1D9EEEB3F25}"/>
                </a:ext>
              </a:extLst>
            </p:cNvPr>
            <p:cNvSpPr/>
            <p:nvPr/>
          </p:nvSpPr>
          <p:spPr>
            <a:xfrm>
              <a:off x="1881447" y="5211966"/>
              <a:ext cx="9592" cy="6742"/>
            </a:xfrm>
            <a:custGeom>
              <a:avLst/>
              <a:gdLst>
                <a:gd name="csX0" fmla="*/ 0 w 9592"/>
                <a:gd name="csY0" fmla="*/ 6743 h 6742"/>
                <a:gd name="csX1" fmla="*/ 9593 w 9592"/>
                <a:gd name="csY1" fmla="*/ 0 h 6742"/>
                <a:gd name="csX2" fmla="*/ 0 w 9592"/>
                <a:gd name="csY2" fmla="*/ 6743 h 6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92" h="6742">
                  <a:moveTo>
                    <a:pt x="0" y="6743"/>
                  </a:moveTo>
                  <a:cubicBezTo>
                    <a:pt x="2161" y="3036"/>
                    <a:pt x="5681" y="1248"/>
                    <a:pt x="9593" y="0"/>
                  </a:cubicBezTo>
                  <a:cubicBezTo>
                    <a:pt x="7283" y="3446"/>
                    <a:pt x="3930" y="5476"/>
                    <a:pt x="0" y="6743"/>
                  </a:cubicBezTo>
                  <a:close/>
                </a:path>
              </a:pathLst>
            </a:custGeom>
            <a:solidFill>
              <a:srgbClr val="5E83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CAD1604C-36CC-86FE-EB92-479E24E4FF8B}"/>
                </a:ext>
              </a:extLst>
            </p:cNvPr>
            <p:cNvSpPr/>
            <p:nvPr/>
          </p:nvSpPr>
          <p:spPr>
            <a:xfrm>
              <a:off x="1920470" y="5057998"/>
              <a:ext cx="69328" cy="39354"/>
            </a:xfrm>
            <a:custGeom>
              <a:avLst/>
              <a:gdLst>
                <a:gd name="csX0" fmla="*/ 69328 w 69328"/>
                <a:gd name="csY0" fmla="*/ 0 h 39354"/>
                <a:gd name="csX1" fmla="*/ 0 w 69328"/>
                <a:gd name="csY1" fmla="*/ 39265 h 39354"/>
                <a:gd name="csX2" fmla="*/ 69328 w 69328"/>
                <a:gd name="csY2" fmla="*/ 0 h 3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328" h="39354">
                  <a:moveTo>
                    <a:pt x="69328" y="0"/>
                  </a:moveTo>
                  <a:cubicBezTo>
                    <a:pt x="65696" y="12890"/>
                    <a:pt x="15553" y="41146"/>
                    <a:pt x="0" y="39265"/>
                  </a:cubicBezTo>
                  <a:cubicBezTo>
                    <a:pt x="26375" y="31162"/>
                    <a:pt x="49323" y="19204"/>
                    <a:pt x="69328" y="0"/>
                  </a:cubicBezTo>
                  <a:close/>
                </a:path>
              </a:pathLst>
            </a:custGeom>
            <a:solidFill>
              <a:srgbClr val="40532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3561C8D6-4154-DC20-AF3B-665EC315D4A5}"/>
                </a:ext>
              </a:extLst>
            </p:cNvPr>
            <p:cNvSpPr/>
            <p:nvPr/>
          </p:nvSpPr>
          <p:spPr>
            <a:xfrm>
              <a:off x="1957202" y="5095530"/>
              <a:ext cx="6109" cy="11883"/>
            </a:xfrm>
            <a:custGeom>
              <a:avLst/>
              <a:gdLst>
                <a:gd name="csX0" fmla="*/ 0 w 6109"/>
                <a:gd name="csY0" fmla="*/ 0 h 11883"/>
                <a:gd name="csX1" fmla="*/ 6110 w 6109"/>
                <a:gd name="csY1" fmla="*/ 11884 h 11883"/>
                <a:gd name="csX2" fmla="*/ 0 w 6109"/>
                <a:gd name="csY2" fmla="*/ 0 h 11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09" h="11883">
                  <a:moveTo>
                    <a:pt x="0" y="0"/>
                  </a:moveTo>
                  <a:cubicBezTo>
                    <a:pt x="3912" y="2570"/>
                    <a:pt x="4955" y="6557"/>
                    <a:pt x="6110" y="11884"/>
                  </a:cubicBezTo>
                  <a:cubicBezTo>
                    <a:pt x="2459" y="7842"/>
                    <a:pt x="745" y="4191"/>
                    <a:pt x="0" y="0"/>
                  </a:cubicBezTo>
                  <a:close/>
                </a:path>
              </a:pathLst>
            </a:custGeom>
            <a:solidFill>
              <a:srgbClr val="6083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66F4B3D-59A5-DCA9-0609-51BA6CEAEB52}"/>
                </a:ext>
              </a:extLst>
            </p:cNvPr>
            <p:cNvSpPr/>
            <p:nvPr/>
          </p:nvSpPr>
          <p:spPr>
            <a:xfrm>
              <a:off x="1937763" y="5055651"/>
              <a:ext cx="3622" cy="11213"/>
            </a:xfrm>
            <a:custGeom>
              <a:avLst/>
              <a:gdLst>
                <a:gd name="csX0" fmla="*/ 3494 w 3622"/>
                <a:gd name="csY0" fmla="*/ 11213 h 11213"/>
                <a:gd name="csX1" fmla="*/ 235 w 3622"/>
                <a:gd name="csY1" fmla="*/ 0 h 11213"/>
                <a:gd name="csX2" fmla="*/ 3494 w 3622"/>
                <a:gd name="csY2" fmla="*/ 11213 h 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22" h="11213">
                  <a:moveTo>
                    <a:pt x="3494" y="11213"/>
                  </a:moveTo>
                  <a:cubicBezTo>
                    <a:pt x="1483" y="8177"/>
                    <a:pt x="-734" y="5234"/>
                    <a:pt x="235" y="0"/>
                  </a:cubicBezTo>
                  <a:cubicBezTo>
                    <a:pt x="2861" y="4172"/>
                    <a:pt x="4034" y="7451"/>
                    <a:pt x="3494" y="11213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AA24D83D-6E53-4A30-CB60-7AFA03F9E5CB}"/>
                </a:ext>
              </a:extLst>
            </p:cNvPr>
            <p:cNvSpPr/>
            <p:nvPr/>
          </p:nvSpPr>
          <p:spPr>
            <a:xfrm>
              <a:off x="2055681" y="4842293"/>
              <a:ext cx="10617" cy="4497"/>
            </a:xfrm>
            <a:custGeom>
              <a:avLst/>
              <a:gdLst>
                <a:gd name="csX0" fmla="*/ 0 w 10617"/>
                <a:gd name="csY0" fmla="*/ 64 h 4497"/>
                <a:gd name="csX1" fmla="*/ 10617 w 10617"/>
                <a:gd name="csY1" fmla="*/ 4498 h 4497"/>
                <a:gd name="csX2" fmla="*/ 0 w 10617"/>
                <a:gd name="csY2" fmla="*/ 64 h 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7" h="4497">
                  <a:moveTo>
                    <a:pt x="0" y="64"/>
                  </a:moveTo>
                  <a:cubicBezTo>
                    <a:pt x="4489" y="-439"/>
                    <a:pt x="7525" y="2095"/>
                    <a:pt x="10617" y="4498"/>
                  </a:cubicBezTo>
                  <a:cubicBezTo>
                    <a:pt x="6445" y="4479"/>
                    <a:pt x="2962" y="2840"/>
                    <a:pt x="0" y="64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CD0FA839-0357-B572-99CB-AAF32D7ED2F5}"/>
                </a:ext>
              </a:extLst>
            </p:cNvPr>
            <p:cNvSpPr/>
            <p:nvPr/>
          </p:nvSpPr>
          <p:spPr>
            <a:xfrm>
              <a:off x="2014539" y="4877072"/>
              <a:ext cx="9178" cy="4224"/>
            </a:xfrm>
            <a:custGeom>
              <a:avLst/>
              <a:gdLst>
                <a:gd name="csX0" fmla="*/ 9178 w 9178"/>
                <a:gd name="csY0" fmla="*/ 3581 h 4224"/>
                <a:gd name="csX1" fmla="*/ 7875 w 9178"/>
                <a:gd name="csY1" fmla="*/ 4214 h 4224"/>
                <a:gd name="csX2" fmla="*/ 14 w 9178"/>
                <a:gd name="csY2" fmla="*/ 1216 h 4224"/>
                <a:gd name="csX3" fmla="*/ 796 w 9178"/>
                <a:gd name="csY3" fmla="*/ 42 h 4224"/>
                <a:gd name="csX4" fmla="*/ 9178 w 9178"/>
                <a:gd name="csY4" fmla="*/ 3581 h 4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78" h="4224">
                  <a:moveTo>
                    <a:pt x="9178" y="3581"/>
                  </a:moveTo>
                  <a:cubicBezTo>
                    <a:pt x="8489" y="3935"/>
                    <a:pt x="8117" y="4289"/>
                    <a:pt x="7875" y="4214"/>
                  </a:cubicBezTo>
                  <a:cubicBezTo>
                    <a:pt x="5174" y="3413"/>
                    <a:pt x="1895" y="4084"/>
                    <a:pt x="14" y="1216"/>
                  </a:cubicBezTo>
                  <a:cubicBezTo>
                    <a:pt x="-98" y="1048"/>
                    <a:pt x="480" y="79"/>
                    <a:pt x="796" y="42"/>
                  </a:cubicBezTo>
                  <a:cubicBezTo>
                    <a:pt x="4168" y="-293"/>
                    <a:pt x="6645" y="1420"/>
                    <a:pt x="9178" y="3581"/>
                  </a:cubicBezTo>
                  <a:close/>
                </a:path>
              </a:pathLst>
            </a:custGeom>
            <a:solidFill>
              <a:srgbClr val="5578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02364A35-2392-0A07-171D-96AD541E1023}"/>
                </a:ext>
              </a:extLst>
            </p:cNvPr>
            <p:cNvSpPr/>
            <p:nvPr/>
          </p:nvSpPr>
          <p:spPr>
            <a:xfrm>
              <a:off x="1981360" y="4928131"/>
              <a:ext cx="9052" cy="3564"/>
            </a:xfrm>
            <a:custGeom>
              <a:avLst/>
              <a:gdLst>
                <a:gd name="csX0" fmla="*/ 0 w 9052"/>
                <a:gd name="csY0" fmla="*/ 169 h 3564"/>
                <a:gd name="csX1" fmla="*/ 9053 w 9052"/>
                <a:gd name="csY1" fmla="*/ 3261 h 3564"/>
                <a:gd name="csX2" fmla="*/ 0 w 9052"/>
                <a:gd name="csY2" fmla="*/ 169 h 3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52" h="3564">
                  <a:moveTo>
                    <a:pt x="0" y="169"/>
                  </a:moveTo>
                  <a:cubicBezTo>
                    <a:pt x="4750" y="-613"/>
                    <a:pt x="6836" y="1473"/>
                    <a:pt x="9053" y="3261"/>
                  </a:cubicBezTo>
                  <a:cubicBezTo>
                    <a:pt x="5905" y="4230"/>
                    <a:pt x="3558" y="2795"/>
                    <a:pt x="0" y="169"/>
                  </a:cubicBezTo>
                  <a:close/>
                </a:path>
              </a:pathLst>
            </a:custGeom>
            <a:solidFill>
              <a:srgbClr val="5579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A50362C6-6E3E-DEFB-852E-00EF2C09E4EC}"/>
                </a:ext>
              </a:extLst>
            </p:cNvPr>
            <p:cNvSpPr/>
            <p:nvPr/>
          </p:nvSpPr>
          <p:spPr>
            <a:xfrm>
              <a:off x="1558582" y="5242281"/>
              <a:ext cx="163965" cy="205329"/>
            </a:xfrm>
            <a:custGeom>
              <a:avLst/>
              <a:gdLst>
                <a:gd name="csX0" fmla="*/ 12339 w 163965"/>
                <a:gd name="csY0" fmla="*/ 205330 h 205329"/>
                <a:gd name="csX1" fmla="*/ 325 w 163965"/>
                <a:gd name="csY1" fmla="*/ 187541 h 205329"/>
                <a:gd name="csX2" fmla="*/ 23553 w 163965"/>
                <a:gd name="csY2" fmla="*/ 135443 h 205329"/>
                <a:gd name="csX3" fmla="*/ 55348 w 163965"/>
                <a:gd name="csY3" fmla="*/ 89062 h 205329"/>
                <a:gd name="csX4" fmla="*/ 87666 w 163965"/>
                <a:gd name="csY4" fmla="*/ 50189 h 205329"/>
                <a:gd name="csX5" fmla="*/ 114376 w 163965"/>
                <a:gd name="csY5" fmla="*/ 22696 h 205329"/>
                <a:gd name="csX6" fmla="*/ 138796 w 163965"/>
                <a:gd name="csY6" fmla="*/ 3044 h 205329"/>
                <a:gd name="csX7" fmla="*/ 153865 w 163965"/>
                <a:gd name="csY7" fmla="*/ 791 h 205329"/>
                <a:gd name="csX8" fmla="*/ 162489 w 163965"/>
                <a:gd name="csY8" fmla="*/ 21299 h 205329"/>
                <a:gd name="csX9" fmla="*/ 148742 w 163965"/>
                <a:gd name="csY9" fmla="*/ 38137 h 205329"/>
                <a:gd name="csX10" fmla="*/ 112551 w 163965"/>
                <a:gd name="csY10" fmla="*/ 74534 h 205329"/>
                <a:gd name="csX11" fmla="*/ 86008 w 163965"/>
                <a:gd name="csY11" fmla="*/ 108676 h 205329"/>
                <a:gd name="csX12" fmla="*/ 73453 w 163965"/>
                <a:gd name="csY12" fmla="*/ 126558 h 205329"/>
                <a:gd name="csX13" fmla="*/ 32624 w 163965"/>
                <a:gd name="csY13" fmla="*/ 191229 h 205329"/>
                <a:gd name="csX14" fmla="*/ 12339 w 163965"/>
                <a:gd name="csY14" fmla="*/ 205330 h 20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3965" h="205329">
                  <a:moveTo>
                    <a:pt x="12339" y="205330"/>
                  </a:moveTo>
                  <a:cubicBezTo>
                    <a:pt x="3827" y="205218"/>
                    <a:pt x="-1389" y="197078"/>
                    <a:pt x="325" y="187541"/>
                  </a:cubicBezTo>
                  <a:cubicBezTo>
                    <a:pt x="3808" y="168226"/>
                    <a:pt x="13122" y="151611"/>
                    <a:pt x="23553" y="135443"/>
                  </a:cubicBezTo>
                  <a:cubicBezTo>
                    <a:pt x="33741" y="119703"/>
                    <a:pt x="43856" y="103871"/>
                    <a:pt x="55348" y="89062"/>
                  </a:cubicBezTo>
                  <a:cubicBezTo>
                    <a:pt x="65667" y="75763"/>
                    <a:pt x="76992" y="63246"/>
                    <a:pt x="87666" y="50189"/>
                  </a:cubicBezTo>
                  <a:cubicBezTo>
                    <a:pt x="95787" y="40242"/>
                    <a:pt x="104988" y="31320"/>
                    <a:pt x="114376" y="22696"/>
                  </a:cubicBezTo>
                  <a:cubicBezTo>
                    <a:pt x="122050" y="15655"/>
                    <a:pt x="128812" y="7217"/>
                    <a:pt x="138796" y="3044"/>
                  </a:cubicBezTo>
                  <a:cubicBezTo>
                    <a:pt x="143546" y="1051"/>
                    <a:pt x="148277" y="-1240"/>
                    <a:pt x="153865" y="791"/>
                  </a:cubicBezTo>
                  <a:cubicBezTo>
                    <a:pt x="162154" y="3808"/>
                    <a:pt x="166419" y="13308"/>
                    <a:pt x="162489" y="21299"/>
                  </a:cubicBezTo>
                  <a:cubicBezTo>
                    <a:pt x="159229" y="27948"/>
                    <a:pt x="153976" y="33052"/>
                    <a:pt x="148742" y="38137"/>
                  </a:cubicBezTo>
                  <a:cubicBezTo>
                    <a:pt x="136467" y="50058"/>
                    <a:pt x="124360" y="62147"/>
                    <a:pt x="112551" y="74534"/>
                  </a:cubicBezTo>
                  <a:cubicBezTo>
                    <a:pt x="102511" y="85058"/>
                    <a:pt x="95656" y="97891"/>
                    <a:pt x="86008" y="108676"/>
                  </a:cubicBezTo>
                  <a:cubicBezTo>
                    <a:pt x="81183" y="114078"/>
                    <a:pt x="77775" y="120690"/>
                    <a:pt x="73453" y="126558"/>
                  </a:cubicBezTo>
                  <a:cubicBezTo>
                    <a:pt x="58235" y="147103"/>
                    <a:pt x="45402" y="169138"/>
                    <a:pt x="32624" y="191229"/>
                  </a:cubicBezTo>
                  <a:cubicBezTo>
                    <a:pt x="28433" y="198550"/>
                    <a:pt x="22193" y="205181"/>
                    <a:pt x="12339" y="205330"/>
                  </a:cubicBezTo>
                  <a:close/>
                </a:path>
              </a:pathLst>
            </a:custGeom>
            <a:solidFill>
              <a:srgbClr val="9E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83E27669-9BCA-ADC3-514F-3B9FC3D4BA73}"/>
                </a:ext>
              </a:extLst>
            </p:cNvPr>
            <p:cNvSpPr/>
            <p:nvPr/>
          </p:nvSpPr>
          <p:spPr>
            <a:xfrm>
              <a:off x="1542214" y="5389310"/>
              <a:ext cx="76268" cy="81506"/>
            </a:xfrm>
            <a:custGeom>
              <a:avLst/>
              <a:gdLst>
                <a:gd name="csX0" fmla="*/ 68383 w 76268"/>
                <a:gd name="csY0" fmla="*/ 32019 h 81506"/>
                <a:gd name="csX1" fmla="*/ 76225 w 76268"/>
                <a:gd name="csY1" fmla="*/ 40084 h 81506"/>
                <a:gd name="csX2" fmla="*/ 73449 w 76268"/>
                <a:gd name="csY2" fmla="*/ 45579 h 81506"/>
                <a:gd name="csX3" fmla="*/ 61379 w 76268"/>
                <a:gd name="csY3" fmla="*/ 56997 h 81506"/>
                <a:gd name="csX4" fmla="*/ 35618 w 76268"/>
                <a:gd name="csY4" fmla="*/ 79088 h 81506"/>
                <a:gd name="csX5" fmla="*/ 4 w 76268"/>
                <a:gd name="csY5" fmla="*/ 54278 h 81506"/>
                <a:gd name="csX6" fmla="*/ 3022 w 76268"/>
                <a:gd name="csY6" fmla="*/ 25649 h 81506"/>
                <a:gd name="csX7" fmla="*/ 14049 w 76268"/>
                <a:gd name="csY7" fmla="*/ 540 h 81506"/>
                <a:gd name="csX8" fmla="*/ 20754 w 76268"/>
                <a:gd name="csY8" fmla="*/ 1564 h 81506"/>
                <a:gd name="csX9" fmla="*/ 6933 w 76268"/>
                <a:gd name="csY9" fmla="*/ 38687 h 81506"/>
                <a:gd name="csX10" fmla="*/ 8461 w 76268"/>
                <a:gd name="csY10" fmla="*/ 60089 h 81506"/>
                <a:gd name="csX11" fmla="*/ 35525 w 76268"/>
                <a:gd name="csY11" fmla="*/ 69663 h 81506"/>
                <a:gd name="csX12" fmla="*/ 58250 w 76268"/>
                <a:gd name="csY12" fmla="*/ 48559 h 81506"/>
                <a:gd name="csX13" fmla="*/ 68383 w 76268"/>
                <a:gd name="csY13" fmla="*/ 32019 h 81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8" h="81506">
                  <a:moveTo>
                    <a:pt x="68383" y="32019"/>
                  </a:moveTo>
                  <a:cubicBezTo>
                    <a:pt x="70990" y="34701"/>
                    <a:pt x="73617" y="37383"/>
                    <a:pt x="76225" y="40084"/>
                  </a:cubicBezTo>
                  <a:cubicBezTo>
                    <a:pt x="76448" y="42506"/>
                    <a:pt x="75871" y="44238"/>
                    <a:pt x="73449" y="45579"/>
                  </a:cubicBezTo>
                  <a:cubicBezTo>
                    <a:pt x="68495" y="48317"/>
                    <a:pt x="64825" y="52378"/>
                    <a:pt x="61379" y="56997"/>
                  </a:cubicBezTo>
                  <a:cubicBezTo>
                    <a:pt x="54487" y="66199"/>
                    <a:pt x="46143" y="74953"/>
                    <a:pt x="35618" y="79088"/>
                  </a:cubicBezTo>
                  <a:cubicBezTo>
                    <a:pt x="17048" y="86409"/>
                    <a:pt x="-312" y="76816"/>
                    <a:pt x="4" y="54278"/>
                  </a:cubicBezTo>
                  <a:cubicBezTo>
                    <a:pt x="135" y="44499"/>
                    <a:pt x="936" y="34943"/>
                    <a:pt x="3022" y="25649"/>
                  </a:cubicBezTo>
                  <a:cubicBezTo>
                    <a:pt x="5015" y="16764"/>
                    <a:pt x="6244" y="7059"/>
                    <a:pt x="14049" y="540"/>
                  </a:cubicBezTo>
                  <a:cubicBezTo>
                    <a:pt x="16545" y="-801"/>
                    <a:pt x="18612" y="670"/>
                    <a:pt x="20754" y="1564"/>
                  </a:cubicBezTo>
                  <a:cubicBezTo>
                    <a:pt x="13769" y="13057"/>
                    <a:pt x="9411" y="25555"/>
                    <a:pt x="6933" y="38687"/>
                  </a:cubicBezTo>
                  <a:cubicBezTo>
                    <a:pt x="5574" y="45840"/>
                    <a:pt x="5704" y="52806"/>
                    <a:pt x="8461" y="60089"/>
                  </a:cubicBezTo>
                  <a:cubicBezTo>
                    <a:pt x="12391" y="70520"/>
                    <a:pt x="26566" y="73333"/>
                    <a:pt x="35525" y="69663"/>
                  </a:cubicBezTo>
                  <a:cubicBezTo>
                    <a:pt x="45882" y="65416"/>
                    <a:pt x="52010" y="56867"/>
                    <a:pt x="58250" y="48559"/>
                  </a:cubicBezTo>
                  <a:cubicBezTo>
                    <a:pt x="62106" y="43418"/>
                    <a:pt x="67191" y="38836"/>
                    <a:pt x="68383" y="32019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2204DEF5-113E-7BFC-0A9B-37118A4E2DC1}"/>
                </a:ext>
              </a:extLst>
            </p:cNvPr>
            <p:cNvSpPr/>
            <p:nvPr/>
          </p:nvSpPr>
          <p:spPr>
            <a:xfrm>
              <a:off x="1535028" y="5371652"/>
              <a:ext cx="28126" cy="19355"/>
            </a:xfrm>
            <a:custGeom>
              <a:avLst/>
              <a:gdLst>
                <a:gd name="csX0" fmla="*/ 27977 w 28126"/>
                <a:gd name="csY0" fmla="*/ 19204 h 19355"/>
                <a:gd name="csX1" fmla="*/ 21272 w 28126"/>
                <a:gd name="csY1" fmla="*/ 18180 h 19355"/>
                <a:gd name="csX2" fmla="*/ 12033 w 28126"/>
                <a:gd name="csY2" fmla="*/ 12610 h 19355"/>
                <a:gd name="csX3" fmla="*/ 0 w 28126"/>
                <a:gd name="csY3" fmla="*/ 0 h 19355"/>
                <a:gd name="csX4" fmla="*/ 14454 w 28126"/>
                <a:gd name="csY4" fmla="*/ 10412 h 19355"/>
                <a:gd name="csX5" fmla="*/ 24606 w 28126"/>
                <a:gd name="csY5" fmla="*/ 16075 h 19355"/>
                <a:gd name="csX6" fmla="*/ 28126 w 28126"/>
                <a:gd name="csY6" fmla="*/ 18235 h 19355"/>
                <a:gd name="csX7" fmla="*/ 27977 w 28126"/>
                <a:gd name="csY7" fmla="*/ 19204 h 1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126" h="19355">
                  <a:moveTo>
                    <a:pt x="27977" y="19204"/>
                  </a:moveTo>
                  <a:cubicBezTo>
                    <a:pt x="25593" y="19781"/>
                    <a:pt x="23507" y="18552"/>
                    <a:pt x="21272" y="18180"/>
                  </a:cubicBezTo>
                  <a:cubicBezTo>
                    <a:pt x="18198" y="16317"/>
                    <a:pt x="15106" y="14454"/>
                    <a:pt x="12033" y="12610"/>
                  </a:cubicBezTo>
                  <a:cubicBezTo>
                    <a:pt x="8792" y="8177"/>
                    <a:pt x="2515" y="6668"/>
                    <a:pt x="0" y="0"/>
                  </a:cubicBezTo>
                  <a:cubicBezTo>
                    <a:pt x="5793" y="3260"/>
                    <a:pt x="9164" y="8233"/>
                    <a:pt x="14454" y="10412"/>
                  </a:cubicBezTo>
                  <a:cubicBezTo>
                    <a:pt x="17453" y="13001"/>
                    <a:pt x="20731" y="15088"/>
                    <a:pt x="24606" y="16075"/>
                  </a:cubicBezTo>
                  <a:cubicBezTo>
                    <a:pt x="25779" y="16801"/>
                    <a:pt x="26953" y="17509"/>
                    <a:pt x="28126" y="18235"/>
                  </a:cubicBezTo>
                  <a:cubicBezTo>
                    <a:pt x="28033" y="18552"/>
                    <a:pt x="27977" y="18869"/>
                    <a:pt x="27977" y="19204"/>
                  </a:cubicBezTo>
                  <a:close/>
                </a:path>
              </a:pathLst>
            </a:custGeom>
            <a:solidFill>
              <a:srgbClr val="587C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45B1EDB4-0EFA-3A56-C694-E62326EBDB53}"/>
                </a:ext>
              </a:extLst>
            </p:cNvPr>
            <p:cNvSpPr/>
            <p:nvPr/>
          </p:nvSpPr>
          <p:spPr>
            <a:xfrm>
              <a:off x="1939419" y="5227407"/>
              <a:ext cx="120029" cy="144068"/>
            </a:xfrm>
            <a:custGeom>
              <a:avLst/>
              <a:gdLst>
                <a:gd name="csX0" fmla="*/ 70068 w 120029"/>
                <a:gd name="csY0" fmla="*/ 113753 h 144068"/>
                <a:gd name="csX1" fmla="*/ 47231 w 120029"/>
                <a:gd name="csY1" fmla="*/ 96411 h 144068"/>
                <a:gd name="csX2" fmla="*/ 36707 w 120029"/>
                <a:gd name="csY2" fmla="*/ 86371 h 144068"/>
                <a:gd name="csX3" fmla="*/ 3887 w 120029"/>
                <a:gd name="csY3" fmla="*/ 39190 h 144068"/>
                <a:gd name="csX4" fmla="*/ 14169 w 120029"/>
                <a:gd name="csY4" fmla="*/ 5290 h 144068"/>
                <a:gd name="csX5" fmla="*/ 27096 w 120029"/>
                <a:gd name="csY5" fmla="*/ 447 h 144068"/>
                <a:gd name="csX6" fmla="*/ 31753 w 120029"/>
                <a:gd name="csY6" fmla="*/ 1546 h 144068"/>
                <a:gd name="csX7" fmla="*/ 57476 w 120029"/>
                <a:gd name="csY7" fmla="*/ 23097 h 144068"/>
                <a:gd name="csX8" fmla="*/ 75749 w 120029"/>
                <a:gd name="csY8" fmla="*/ 43679 h 144068"/>
                <a:gd name="csX9" fmla="*/ 96070 w 120029"/>
                <a:gd name="csY9" fmla="*/ 77933 h 144068"/>
                <a:gd name="csX10" fmla="*/ 112332 w 120029"/>
                <a:gd name="csY10" fmla="*/ 110083 h 144068"/>
                <a:gd name="csX11" fmla="*/ 115144 w 120029"/>
                <a:gd name="csY11" fmla="*/ 114293 h 144068"/>
                <a:gd name="csX12" fmla="*/ 115945 w 120029"/>
                <a:gd name="csY12" fmla="*/ 135415 h 144068"/>
                <a:gd name="csX13" fmla="*/ 114231 w 120029"/>
                <a:gd name="csY13" fmla="*/ 138954 h 144068"/>
                <a:gd name="csX14" fmla="*/ 114325 w 120029"/>
                <a:gd name="csY14" fmla="*/ 138917 h 144068"/>
                <a:gd name="csX15" fmla="*/ 109556 w 120029"/>
                <a:gd name="csY15" fmla="*/ 140016 h 144068"/>
                <a:gd name="csX16" fmla="*/ 93575 w 120029"/>
                <a:gd name="csY16" fmla="*/ 143499 h 144068"/>
                <a:gd name="csX17" fmla="*/ 84671 w 120029"/>
                <a:gd name="csY17" fmla="*/ 137315 h 144068"/>
                <a:gd name="csX18" fmla="*/ 69956 w 120029"/>
                <a:gd name="csY18" fmla="*/ 115969 h 144068"/>
                <a:gd name="csX19" fmla="*/ 70068 w 120029"/>
                <a:gd name="csY19" fmla="*/ 113753 h 144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029" h="144068">
                  <a:moveTo>
                    <a:pt x="70068" y="113753"/>
                  </a:moveTo>
                  <a:cubicBezTo>
                    <a:pt x="59618" y="111722"/>
                    <a:pt x="53490" y="103899"/>
                    <a:pt x="47231" y="96411"/>
                  </a:cubicBezTo>
                  <a:cubicBezTo>
                    <a:pt x="44065" y="92611"/>
                    <a:pt x="39464" y="90264"/>
                    <a:pt x="36707" y="86371"/>
                  </a:cubicBezTo>
                  <a:cubicBezTo>
                    <a:pt x="25643" y="70725"/>
                    <a:pt x="13796" y="55637"/>
                    <a:pt x="3887" y="39190"/>
                  </a:cubicBezTo>
                  <a:cubicBezTo>
                    <a:pt x="-3899" y="26245"/>
                    <a:pt x="255" y="11343"/>
                    <a:pt x="14169" y="5290"/>
                  </a:cubicBezTo>
                  <a:cubicBezTo>
                    <a:pt x="18341" y="3483"/>
                    <a:pt x="23222" y="3464"/>
                    <a:pt x="27096" y="447"/>
                  </a:cubicBezTo>
                  <a:cubicBezTo>
                    <a:pt x="28679" y="-801"/>
                    <a:pt x="30262" y="894"/>
                    <a:pt x="31753" y="1546"/>
                  </a:cubicBezTo>
                  <a:cubicBezTo>
                    <a:pt x="42370" y="6258"/>
                    <a:pt x="50118" y="14640"/>
                    <a:pt x="57476" y="23097"/>
                  </a:cubicBezTo>
                  <a:cubicBezTo>
                    <a:pt x="63492" y="30007"/>
                    <a:pt x="70366" y="36135"/>
                    <a:pt x="75749" y="43679"/>
                  </a:cubicBezTo>
                  <a:cubicBezTo>
                    <a:pt x="83497" y="54557"/>
                    <a:pt x="89905" y="66162"/>
                    <a:pt x="96070" y="77933"/>
                  </a:cubicBezTo>
                  <a:cubicBezTo>
                    <a:pt x="101640" y="88569"/>
                    <a:pt x="106893" y="99373"/>
                    <a:pt x="112332" y="110083"/>
                  </a:cubicBezTo>
                  <a:cubicBezTo>
                    <a:pt x="113095" y="111573"/>
                    <a:pt x="114101" y="112970"/>
                    <a:pt x="115144" y="114293"/>
                  </a:cubicBezTo>
                  <a:cubicBezTo>
                    <a:pt x="121421" y="122209"/>
                    <a:pt x="121608" y="127276"/>
                    <a:pt x="115945" y="135415"/>
                  </a:cubicBezTo>
                  <a:cubicBezTo>
                    <a:pt x="115200" y="136477"/>
                    <a:pt x="114790" y="137762"/>
                    <a:pt x="114231" y="138954"/>
                  </a:cubicBezTo>
                  <a:cubicBezTo>
                    <a:pt x="114231" y="138954"/>
                    <a:pt x="114306" y="138917"/>
                    <a:pt x="114325" y="138917"/>
                  </a:cubicBezTo>
                  <a:cubicBezTo>
                    <a:pt x="112574" y="138582"/>
                    <a:pt x="110692" y="138824"/>
                    <a:pt x="109556" y="140016"/>
                  </a:cubicBezTo>
                  <a:cubicBezTo>
                    <a:pt x="104955" y="144915"/>
                    <a:pt x="99572" y="144356"/>
                    <a:pt x="93575" y="143499"/>
                  </a:cubicBezTo>
                  <a:cubicBezTo>
                    <a:pt x="89216" y="142866"/>
                    <a:pt x="86664" y="139811"/>
                    <a:pt x="84671" y="137315"/>
                  </a:cubicBezTo>
                  <a:cubicBezTo>
                    <a:pt x="79288" y="130591"/>
                    <a:pt x="70384" y="126102"/>
                    <a:pt x="69956" y="115969"/>
                  </a:cubicBezTo>
                  <a:cubicBezTo>
                    <a:pt x="69341" y="115168"/>
                    <a:pt x="69360" y="114442"/>
                    <a:pt x="70068" y="113753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742997FC-20F7-2F55-F301-160CDB9FB9DC}"/>
                </a:ext>
              </a:extLst>
            </p:cNvPr>
            <p:cNvSpPr/>
            <p:nvPr/>
          </p:nvSpPr>
          <p:spPr>
            <a:xfrm>
              <a:off x="1995163" y="5341160"/>
              <a:ext cx="14323" cy="9304"/>
            </a:xfrm>
            <a:custGeom>
              <a:avLst/>
              <a:gdLst>
                <a:gd name="csX0" fmla="*/ 14324 w 14323"/>
                <a:gd name="csY0" fmla="*/ 0 h 9304"/>
                <a:gd name="csX1" fmla="*/ 14194 w 14323"/>
                <a:gd name="csY1" fmla="*/ 2179 h 9304"/>
                <a:gd name="csX2" fmla="*/ 0 w 14323"/>
                <a:gd name="csY2" fmla="*/ 9239 h 9304"/>
                <a:gd name="csX3" fmla="*/ 14324 w 14323"/>
                <a:gd name="csY3" fmla="*/ 0 h 9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323" h="9304">
                  <a:moveTo>
                    <a:pt x="14324" y="0"/>
                  </a:moveTo>
                  <a:cubicBezTo>
                    <a:pt x="14287" y="726"/>
                    <a:pt x="14249" y="1453"/>
                    <a:pt x="14194" y="2179"/>
                  </a:cubicBezTo>
                  <a:cubicBezTo>
                    <a:pt x="9313" y="4210"/>
                    <a:pt x="6352" y="9984"/>
                    <a:pt x="0" y="9239"/>
                  </a:cubicBezTo>
                  <a:cubicBezTo>
                    <a:pt x="4266" y="5364"/>
                    <a:pt x="8829" y="1993"/>
                    <a:pt x="14324" y="0"/>
                  </a:cubicBezTo>
                  <a:close/>
                </a:path>
              </a:pathLst>
            </a:custGeom>
            <a:solidFill>
              <a:srgbClr val="4E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1958CD1-5027-98FD-B9B4-094C211EDED7}"/>
                </a:ext>
              </a:extLst>
            </p:cNvPr>
            <p:cNvSpPr/>
            <p:nvPr/>
          </p:nvSpPr>
          <p:spPr>
            <a:xfrm>
              <a:off x="1949658" y="5289766"/>
              <a:ext cx="6848" cy="8459"/>
            </a:xfrm>
            <a:custGeom>
              <a:avLst/>
              <a:gdLst>
                <a:gd name="csX0" fmla="*/ 0 w 6848"/>
                <a:gd name="csY0" fmla="*/ 8460 h 8459"/>
                <a:gd name="csX1" fmla="*/ 4117 w 6848"/>
                <a:gd name="csY1" fmla="*/ 1344 h 8459"/>
                <a:gd name="csX2" fmla="*/ 6147 w 6848"/>
                <a:gd name="csY2" fmla="*/ 227 h 8459"/>
                <a:gd name="csX3" fmla="*/ 6557 w 6848"/>
                <a:gd name="csY3" fmla="*/ 2760 h 8459"/>
                <a:gd name="csX4" fmla="*/ 0 w 6848"/>
                <a:gd name="csY4" fmla="*/ 8460 h 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48" h="8459">
                  <a:moveTo>
                    <a:pt x="0" y="8460"/>
                  </a:moveTo>
                  <a:cubicBezTo>
                    <a:pt x="1378" y="6094"/>
                    <a:pt x="2775" y="3729"/>
                    <a:pt x="4117" y="1344"/>
                  </a:cubicBezTo>
                  <a:cubicBezTo>
                    <a:pt x="4582" y="506"/>
                    <a:pt x="5066" y="-444"/>
                    <a:pt x="6147" y="227"/>
                  </a:cubicBezTo>
                  <a:cubicBezTo>
                    <a:pt x="7041" y="786"/>
                    <a:pt x="6966" y="1903"/>
                    <a:pt x="6557" y="2760"/>
                  </a:cubicBezTo>
                  <a:cubicBezTo>
                    <a:pt x="5271" y="5479"/>
                    <a:pt x="3353" y="7659"/>
                    <a:pt x="0" y="8460"/>
                  </a:cubicBezTo>
                  <a:close/>
                </a:path>
              </a:pathLst>
            </a:custGeom>
            <a:solidFill>
              <a:srgbClr val="4E6D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056EF46-CECE-FFD7-8647-8FB79392B393}"/>
                </a:ext>
              </a:extLst>
            </p:cNvPr>
            <p:cNvSpPr/>
            <p:nvPr/>
          </p:nvSpPr>
          <p:spPr>
            <a:xfrm>
              <a:off x="2005743" y="5242256"/>
              <a:ext cx="7737" cy="6237"/>
            </a:xfrm>
            <a:custGeom>
              <a:avLst/>
              <a:gdLst>
                <a:gd name="csX0" fmla="*/ 2515 w 7737"/>
                <a:gd name="csY0" fmla="*/ 2679 h 6237"/>
                <a:gd name="csX1" fmla="*/ 7693 w 7737"/>
                <a:gd name="csY1" fmla="*/ 71 h 6237"/>
                <a:gd name="csX2" fmla="*/ 3781 w 7737"/>
                <a:gd name="csY2" fmla="*/ 5268 h 6237"/>
                <a:gd name="csX3" fmla="*/ 0 w 7737"/>
                <a:gd name="csY3" fmla="*/ 5938 h 6237"/>
                <a:gd name="csX4" fmla="*/ 2515 w 7737"/>
                <a:gd name="csY4" fmla="*/ 2679 h 6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37" h="6237">
                  <a:moveTo>
                    <a:pt x="2515" y="2679"/>
                  </a:moveTo>
                  <a:cubicBezTo>
                    <a:pt x="4601" y="2623"/>
                    <a:pt x="5066" y="-506"/>
                    <a:pt x="7693" y="71"/>
                  </a:cubicBezTo>
                  <a:cubicBezTo>
                    <a:pt x="8158" y="3182"/>
                    <a:pt x="4880" y="3442"/>
                    <a:pt x="3781" y="5268"/>
                  </a:cubicBezTo>
                  <a:cubicBezTo>
                    <a:pt x="2552" y="5510"/>
                    <a:pt x="1527" y="6814"/>
                    <a:pt x="0" y="5938"/>
                  </a:cubicBezTo>
                  <a:cubicBezTo>
                    <a:pt x="112" y="4299"/>
                    <a:pt x="1453" y="3591"/>
                    <a:pt x="2515" y="2679"/>
                  </a:cubicBezTo>
                  <a:close/>
                </a:path>
              </a:pathLst>
            </a:custGeom>
            <a:solidFill>
              <a:srgbClr val="4D6D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07C249AF-5326-15BB-82C2-5D864ED6B558}"/>
                </a:ext>
              </a:extLst>
            </p:cNvPr>
            <p:cNvSpPr/>
            <p:nvPr/>
          </p:nvSpPr>
          <p:spPr>
            <a:xfrm>
              <a:off x="1580906" y="5295301"/>
              <a:ext cx="28579" cy="16745"/>
            </a:xfrm>
            <a:custGeom>
              <a:avLst/>
              <a:gdLst>
                <a:gd name="csX0" fmla="*/ 28517 w 28579"/>
                <a:gd name="csY0" fmla="*/ 15367 h 16745"/>
                <a:gd name="csX1" fmla="*/ 26264 w 28579"/>
                <a:gd name="csY1" fmla="*/ 16745 h 16745"/>
                <a:gd name="csX2" fmla="*/ 0 w 28579"/>
                <a:gd name="csY2" fmla="*/ 0 h 16745"/>
                <a:gd name="csX3" fmla="*/ 28517 w 28579"/>
                <a:gd name="csY3" fmla="*/ 15367 h 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79" h="16745">
                  <a:moveTo>
                    <a:pt x="28517" y="15367"/>
                  </a:moveTo>
                  <a:cubicBezTo>
                    <a:pt x="28964" y="17788"/>
                    <a:pt x="26878" y="16056"/>
                    <a:pt x="26264" y="16745"/>
                  </a:cubicBezTo>
                  <a:cubicBezTo>
                    <a:pt x="16410" y="12945"/>
                    <a:pt x="6761" y="8810"/>
                    <a:pt x="0" y="0"/>
                  </a:cubicBezTo>
                  <a:cubicBezTo>
                    <a:pt x="9500" y="5141"/>
                    <a:pt x="18254" y="11660"/>
                    <a:pt x="28517" y="15367"/>
                  </a:cubicBezTo>
                  <a:close/>
                </a:path>
              </a:pathLst>
            </a:custGeom>
            <a:solidFill>
              <a:srgbClr val="5C82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80D360EE-376C-BA54-B54F-1C3E91F77E6B}"/>
                </a:ext>
              </a:extLst>
            </p:cNvPr>
            <p:cNvSpPr/>
            <p:nvPr/>
          </p:nvSpPr>
          <p:spPr>
            <a:xfrm>
              <a:off x="1630583" y="5254658"/>
              <a:ext cx="17360" cy="9855"/>
            </a:xfrm>
            <a:custGeom>
              <a:avLst/>
              <a:gdLst>
                <a:gd name="csX0" fmla="*/ 17360 w 17360"/>
                <a:gd name="csY0" fmla="*/ 8605 h 9855"/>
                <a:gd name="csX1" fmla="*/ 14436 w 17360"/>
                <a:gd name="csY1" fmla="*/ 9704 h 9855"/>
                <a:gd name="csX2" fmla="*/ 0 w 17360"/>
                <a:gd name="csY2" fmla="*/ 0 h 9855"/>
                <a:gd name="csX3" fmla="*/ 17267 w 17360"/>
                <a:gd name="csY3" fmla="*/ 8550 h 9855"/>
                <a:gd name="csX4" fmla="*/ 17360 w 17360"/>
                <a:gd name="csY4" fmla="*/ 8605 h 9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60" h="9855">
                  <a:moveTo>
                    <a:pt x="17360" y="8605"/>
                  </a:moveTo>
                  <a:cubicBezTo>
                    <a:pt x="16689" y="9779"/>
                    <a:pt x="15516" y="10077"/>
                    <a:pt x="14436" y="9704"/>
                  </a:cubicBezTo>
                  <a:cubicBezTo>
                    <a:pt x="8829" y="7786"/>
                    <a:pt x="4116" y="4396"/>
                    <a:pt x="0" y="0"/>
                  </a:cubicBezTo>
                  <a:cubicBezTo>
                    <a:pt x="5756" y="2850"/>
                    <a:pt x="11511" y="5700"/>
                    <a:pt x="17267" y="8550"/>
                  </a:cubicBezTo>
                  <a:cubicBezTo>
                    <a:pt x="17286" y="8568"/>
                    <a:pt x="17360" y="8605"/>
                    <a:pt x="17360" y="8605"/>
                  </a:cubicBezTo>
                  <a:close/>
                </a:path>
              </a:pathLst>
            </a:custGeom>
            <a:solidFill>
              <a:srgbClr val="60893C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270D714-9C73-BDCE-5D0F-EFA48CE855FD}"/>
                </a:ext>
              </a:extLst>
            </p:cNvPr>
            <p:cNvSpPr/>
            <p:nvPr/>
          </p:nvSpPr>
          <p:spPr>
            <a:xfrm>
              <a:off x="2043816" y="5295488"/>
              <a:ext cx="5303" cy="7655"/>
            </a:xfrm>
            <a:custGeom>
              <a:avLst/>
              <a:gdLst>
                <a:gd name="csX0" fmla="*/ 0 w 5303"/>
                <a:gd name="csY0" fmla="*/ 7656 h 7655"/>
                <a:gd name="csX1" fmla="*/ 4657 w 5303"/>
                <a:gd name="csY1" fmla="*/ 0 h 7655"/>
                <a:gd name="csX2" fmla="*/ 0 w 5303"/>
                <a:gd name="csY2" fmla="*/ 7656 h 7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03" h="7655">
                  <a:moveTo>
                    <a:pt x="0" y="7656"/>
                  </a:moveTo>
                  <a:cubicBezTo>
                    <a:pt x="1546" y="5104"/>
                    <a:pt x="3111" y="2552"/>
                    <a:pt x="4657" y="0"/>
                  </a:cubicBezTo>
                  <a:cubicBezTo>
                    <a:pt x="6799" y="4713"/>
                    <a:pt x="3204" y="6072"/>
                    <a:pt x="0" y="7656"/>
                  </a:cubicBezTo>
                  <a:close/>
                </a:path>
              </a:pathLst>
            </a:custGeom>
            <a:solidFill>
              <a:srgbClr val="4D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585B284B-85CC-B4AE-5195-8DEBF7DA56AE}"/>
                </a:ext>
              </a:extLst>
            </p:cNvPr>
            <p:cNvSpPr/>
            <p:nvPr/>
          </p:nvSpPr>
          <p:spPr>
            <a:xfrm>
              <a:off x="1783022" y="4852956"/>
              <a:ext cx="63955" cy="143648"/>
            </a:xfrm>
            <a:custGeom>
              <a:avLst/>
              <a:gdLst>
                <a:gd name="csX0" fmla="*/ 6279 w 63955"/>
                <a:gd name="csY0" fmla="*/ 0 h 143648"/>
                <a:gd name="csX1" fmla="*/ 26508 w 63955"/>
                <a:gd name="csY1" fmla="*/ 22259 h 143648"/>
                <a:gd name="csX2" fmla="*/ 62122 w 63955"/>
                <a:gd name="csY2" fmla="*/ 120775 h 143648"/>
                <a:gd name="csX3" fmla="*/ 63705 w 63955"/>
                <a:gd name="csY3" fmla="*/ 143649 h 143648"/>
                <a:gd name="csX4" fmla="*/ 39956 w 63955"/>
                <a:gd name="csY4" fmla="*/ 120328 h 143648"/>
                <a:gd name="csX5" fmla="*/ 32170 w 63955"/>
                <a:gd name="csY5" fmla="*/ 91047 h 143648"/>
                <a:gd name="csX6" fmla="*/ 11681 w 63955"/>
                <a:gd name="csY6" fmla="*/ 39433 h 143648"/>
                <a:gd name="csX7" fmla="*/ 1194 w 63955"/>
                <a:gd name="csY7" fmla="*/ 16373 h 143648"/>
                <a:gd name="csX8" fmla="*/ 6279 w 63955"/>
                <a:gd name="csY8" fmla="*/ 0 h 143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955" h="143648">
                  <a:moveTo>
                    <a:pt x="6279" y="0"/>
                  </a:moveTo>
                  <a:cubicBezTo>
                    <a:pt x="15369" y="5271"/>
                    <a:pt x="21218" y="13728"/>
                    <a:pt x="26508" y="22259"/>
                  </a:cubicBezTo>
                  <a:cubicBezTo>
                    <a:pt x="45284" y="52546"/>
                    <a:pt x="56366" y="85776"/>
                    <a:pt x="62122" y="120775"/>
                  </a:cubicBezTo>
                  <a:cubicBezTo>
                    <a:pt x="63351" y="128226"/>
                    <a:pt x="64469" y="135937"/>
                    <a:pt x="63705" y="143649"/>
                  </a:cubicBezTo>
                  <a:cubicBezTo>
                    <a:pt x="49400" y="142382"/>
                    <a:pt x="44818" y="131150"/>
                    <a:pt x="39956" y="120328"/>
                  </a:cubicBezTo>
                  <a:cubicBezTo>
                    <a:pt x="35765" y="111015"/>
                    <a:pt x="35356" y="100677"/>
                    <a:pt x="32170" y="91047"/>
                  </a:cubicBezTo>
                  <a:cubicBezTo>
                    <a:pt x="26322" y="73445"/>
                    <a:pt x="20789" y="55750"/>
                    <a:pt x="11681" y="39433"/>
                  </a:cubicBezTo>
                  <a:cubicBezTo>
                    <a:pt x="7565" y="32056"/>
                    <a:pt x="3709" y="24494"/>
                    <a:pt x="1194" y="16373"/>
                  </a:cubicBezTo>
                  <a:cubicBezTo>
                    <a:pt x="-1376" y="8103"/>
                    <a:pt x="151" y="3390"/>
                    <a:pt x="6279" y="0"/>
                  </a:cubicBezTo>
                  <a:close/>
                </a:path>
              </a:pathLst>
            </a:custGeom>
            <a:solidFill>
              <a:srgbClr val="9F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D94FA382-6000-7CF7-E744-51679C379AFD}"/>
                </a:ext>
              </a:extLst>
            </p:cNvPr>
            <p:cNvSpPr/>
            <p:nvPr/>
          </p:nvSpPr>
          <p:spPr>
            <a:xfrm>
              <a:off x="1684742" y="5032650"/>
              <a:ext cx="49805" cy="30693"/>
            </a:xfrm>
            <a:custGeom>
              <a:avLst/>
              <a:gdLst>
                <a:gd name="csX0" fmla="*/ 46555 w 49805"/>
                <a:gd name="csY0" fmla="*/ 30694 h 30693"/>
                <a:gd name="csX1" fmla="*/ 2559 w 49805"/>
                <a:gd name="csY1" fmla="*/ 6162 h 30693"/>
                <a:gd name="csX2" fmla="*/ 454 w 49805"/>
                <a:gd name="csY2" fmla="*/ 1021 h 30693"/>
                <a:gd name="csX3" fmla="*/ 6750 w 49805"/>
                <a:gd name="csY3" fmla="*/ 1319 h 30693"/>
                <a:gd name="csX4" fmla="*/ 26625 w 49805"/>
                <a:gd name="csY4" fmla="*/ 11713 h 30693"/>
                <a:gd name="csX5" fmla="*/ 47803 w 49805"/>
                <a:gd name="csY5" fmla="*/ 25534 h 30693"/>
                <a:gd name="csX6" fmla="*/ 46555 w 49805"/>
                <a:gd name="csY6" fmla="*/ 30694 h 30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805" h="30693">
                  <a:moveTo>
                    <a:pt x="46555" y="30694"/>
                  </a:moveTo>
                  <a:cubicBezTo>
                    <a:pt x="30704" y="24659"/>
                    <a:pt x="15877" y="16761"/>
                    <a:pt x="2559" y="6162"/>
                  </a:cubicBezTo>
                  <a:cubicBezTo>
                    <a:pt x="2745" y="4020"/>
                    <a:pt x="-1334" y="3219"/>
                    <a:pt x="454" y="1021"/>
                  </a:cubicBezTo>
                  <a:cubicBezTo>
                    <a:pt x="2187" y="-1139"/>
                    <a:pt x="4664" y="705"/>
                    <a:pt x="6750" y="1319"/>
                  </a:cubicBezTo>
                  <a:cubicBezTo>
                    <a:pt x="14070" y="3443"/>
                    <a:pt x="20515" y="7429"/>
                    <a:pt x="26625" y="11713"/>
                  </a:cubicBezTo>
                  <a:cubicBezTo>
                    <a:pt x="33535" y="16575"/>
                    <a:pt x="41508" y="19760"/>
                    <a:pt x="47803" y="25534"/>
                  </a:cubicBezTo>
                  <a:cubicBezTo>
                    <a:pt x="50392" y="27918"/>
                    <a:pt x="50951" y="29911"/>
                    <a:pt x="46555" y="30694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52789F32-46BF-2ED4-F593-71D155C0411D}"/>
                </a:ext>
              </a:extLst>
            </p:cNvPr>
            <p:cNvSpPr/>
            <p:nvPr/>
          </p:nvSpPr>
          <p:spPr>
            <a:xfrm>
              <a:off x="1679505" y="5039517"/>
              <a:ext cx="40634" cy="26684"/>
            </a:xfrm>
            <a:custGeom>
              <a:avLst/>
              <a:gdLst>
                <a:gd name="csX0" fmla="*/ 3493 w 40634"/>
                <a:gd name="csY0" fmla="*/ 3 h 26684"/>
                <a:gd name="csX1" fmla="*/ 40635 w 40634"/>
                <a:gd name="csY1" fmla="*/ 22802 h 26684"/>
                <a:gd name="csX2" fmla="*/ 32812 w 40634"/>
                <a:gd name="csY2" fmla="*/ 25671 h 26684"/>
                <a:gd name="csX3" fmla="*/ 6381 w 40634"/>
                <a:gd name="csY3" fmla="*/ 11533 h 26684"/>
                <a:gd name="csX4" fmla="*/ 606 w 40634"/>
                <a:gd name="csY4" fmla="*/ 4716 h 26684"/>
                <a:gd name="csX5" fmla="*/ 3493 w 40634"/>
                <a:gd name="csY5" fmla="*/ 3 h 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0634" h="26684">
                  <a:moveTo>
                    <a:pt x="3493" y="3"/>
                  </a:moveTo>
                  <a:cubicBezTo>
                    <a:pt x="14837" y="9298"/>
                    <a:pt x="27727" y="16060"/>
                    <a:pt x="40635" y="22802"/>
                  </a:cubicBezTo>
                  <a:cubicBezTo>
                    <a:pt x="39909" y="28707"/>
                    <a:pt x="35177" y="26286"/>
                    <a:pt x="32812" y="25671"/>
                  </a:cubicBezTo>
                  <a:cubicBezTo>
                    <a:pt x="22940" y="23119"/>
                    <a:pt x="13813" y="18779"/>
                    <a:pt x="6381" y="11533"/>
                  </a:cubicBezTo>
                  <a:cubicBezTo>
                    <a:pt x="4257" y="9466"/>
                    <a:pt x="1798" y="7622"/>
                    <a:pt x="606" y="4716"/>
                  </a:cubicBezTo>
                  <a:cubicBezTo>
                    <a:pt x="-604" y="1754"/>
                    <a:pt x="-176" y="-90"/>
                    <a:pt x="3493" y="3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EE6B126-51A8-F781-C71D-11F008B76028}"/>
                </a:ext>
              </a:extLst>
            </p:cNvPr>
            <p:cNvSpPr/>
            <p:nvPr/>
          </p:nvSpPr>
          <p:spPr>
            <a:xfrm>
              <a:off x="2039386" y="5151487"/>
              <a:ext cx="284050" cy="86928"/>
            </a:xfrm>
            <a:custGeom>
              <a:avLst/>
              <a:gdLst>
                <a:gd name="csX0" fmla="*/ 25441 w 284050"/>
                <a:gd name="csY0" fmla="*/ 16762 h 86928"/>
                <a:gd name="csX1" fmla="*/ 4840 w 284050"/>
                <a:gd name="csY1" fmla="*/ 15719 h 86928"/>
                <a:gd name="csX2" fmla="*/ 220 w 284050"/>
                <a:gd name="csY2" fmla="*/ 14825 h 86928"/>
                <a:gd name="csX3" fmla="*/ 2437 w 284050"/>
                <a:gd name="csY3" fmla="*/ 9405 h 86928"/>
                <a:gd name="csX4" fmla="*/ 22740 w 284050"/>
                <a:gd name="csY4" fmla="*/ 1190 h 86928"/>
                <a:gd name="csX5" fmla="*/ 48799 w 284050"/>
                <a:gd name="csY5" fmla="*/ 54 h 86928"/>
                <a:gd name="csX6" fmla="*/ 79533 w 284050"/>
                <a:gd name="csY6" fmla="*/ 2401 h 86928"/>
                <a:gd name="csX7" fmla="*/ 106150 w 284050"/>
                <a:gd name="csY7" fmla="*/ 5922 h 86928"/>
                <a:gd name="csX8" fmla="*/ 141522 w 284050"/>
                <a:gd name="csY8" fmla="*/ 14751 h 86928"/>
                <a:gd name="csX9" fmla="*/ 206566 w 284050"/>
                <a:gd name="csY9" fmla="*/ 34234 h 86928"/>
                <a:gd name="csX10" fmla="*/ 243689 w 284050"/>
                <a:gd name="csY10" fmla="*/ 51799 h 86928"/>
                <a:gd name="csX11" fmla="*/ 278447 w 284050"/>
                <a:gd name="csY11" fmla="*/ 75474 h 86928"/>
                <a:gd name="csX12" fmla="*/ 283215 w 284050"/>
                <a:gd name="csY12" fmla="*/ 81564 h 86928"/>
                <a:gd name="csX13" fmla="*/ 279881 w 284050"/>
                <a:gd name="csY13" fmla="*/ 86929 h 86928"/>
                <a:gd name="csX14" fmla="*/ 276416 w 284050"/>
                <a:gd name="csY14" fmla="*/ 85215 h 86928"/>
                <a:gd name="csX15" fmla="*/ 228211 w 284050"/>
                <a:gd name="csY15" fmla="*/ 58840 h 86928"/>
                <a:gd name="csX16" fmla="*/ 146514 w 284050"/>
                <a:gd name="csY16" fmla="*/ 35016 h 86928"/>
                <a:gd name="csX17" fmla="*/ 65376 w 284050"/>
                <a:gd name="csY17" fmla="*/ 21680 h 86928"/>
                <a:gd name="csX18" fmla="*/ 31196 w 284050"/>
                <a:gd name="csY18" fmla="*/ 18327 h 86928"/>
                <a:gd name="csX19" fmla="*/ 25441 w 284050"/>
                <a:gd name="csY19" fmla="*/ 16762 h 8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4050" h="86928">
                  <a:moveTo>
                    <a:pt x="25441" y="16762"/>
                  </a:moveTo>
                  <a:cubicBezTo>
                    <a:pt x="18661" y="14490"/>
                    <a:pt x="11694" y="16371"/>
                    <a:pt x="4840" y="15719"/>
                  </a:cubicBezTo>
                  <a:cubicBezTo>
                    <a:pt x="3238" y="15570"/>
                    <a:pt x="947" y="16613"/>
                    <a:pt x="220" y="14825"/>
                  </a:cubicBezTo>
                  <a:cubicBezTo>
                    <a:pt x="-618" y="12795"/>
                    <a:pt x="1114" y="10895"/>
                    <a:pt x="2437" y="9405"/>
                  </a:cubicBezTo>
                  <a:cubicBezTo>
                    <a:pt x="7838" y="3370"/>
                    <a:pt x="15308" y="1935"/>
                    <a:pt x="22740" y="1190"/>
                  </a:cubicBezTo>
                  <a:cubicBezTo>
                    <a:pt x="31383" y="315"/>
                    <a:pt x="40137" y="-169"/>
                    <a:pt x="48799" y="54"/>
                  </a:cubicBezTo>
                  <a:cubicBezTo>
                    <a:pt x="59062" y="334"/>
                    <a:pt x="69307" y="1414"/>
                    <a:pt x="79533" y="2401"/>
                  </a:cubicBezTo>
                  <a:cubicBezTo>
                    <a:pt x="88436" y="3258"/>
                    <a:pt x="97377" y="4432"/>
                    <a:pt x="106150" y="5922"/>
                  </a:cubicBezTo>
                  <a:cubicBezTo>
                    <a:pt x="118090" y="7933"/>
                    <a:pt x="129843" y="11398"/>
                    <a:pt x="141522" y="14751"/>
                  </a:cubicBezTo>
                  <a:cubicBezTo>
                    <a:pt x="163278" y="21009"/>
                    <a:pt x="185034" y="27268"/>
                    <a:pt x="206566" y="34234"/>
                  </a:cubicBezTo>
                  <a:cubicBezTo>
                    <a:pt x="219605" y="38462"/>
                    <a:pt x="232010" y="44646"/>
                    <a:pt x="243689" y="51799"/>
                  </a:cubicBezTo>
                  <a:cubicBezTo>
                    <a:pt x="255629" y="59119"/>
                    <a:pt x="267327" y="66868"/>
                    <a:pt x="278447" y="75474"/>
                  </a:cubicBezTo>
                  <a:cubicBezTo>
                    <a:pt x="280663" y="77187"/>
                    <a:pt x="282042" y="79199"/>
                    <a:pt x="283215" y="81564"/>
                  </a:cubicBezTo>
                  <a:cubicBezTo>
                    <a:pt x="285041" y="85197"/>
                    <a:pt x="283848" y="86910"/>
                    <a:pt x="279881" y="86929"/>
                  </a:cubicBezTo>
                  <a:cubicBezTo>
                    <a:pt x="278465" y="86910"/>
                    <a:pt x="277385" y="86109"/>
                    <a:pt x="276416" y="85215"/>
                  </a:cubicBezTo>
                  <a:cubicBezTo>
                    <a:pt x="262614" y="72288"/>
                    <a:pt x="245366" y="65639"/>
                    <a:pt x="228211" y="58840"/>
                  </a:cubicBezTo>
                  <a:cubicBezTo>
                    <a:pt x="201742" y="48335"/>
                    <a:pt x="174212" y="41275"/>
                    <a:pt x="146514" y="35016"/>
                  </a:cubicBezTo>
                  <a:cubicBezTo>
                    <a:pt x="119748" y="28981"/>
                    <a:pt x="92683" y="24604"/>
                    <a:pt x="65376" y="21680"/>
                  </a:cubicBezTo>
                  <a:cubicBezTo>
                    <a:pt x="53995" y="20450"/>
                    <a:pt x="42559" y="19780"/>
                    <a:pt x="31196" y="18327"/>
                  </a:cubicBezTo>
                  <a:cubicBezTo>
                    <a:pt x="29296" y="18085"/>
                    <a:pt x="27005" y="18644"/>
                    <a:pt x="25441" y="16762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6A4C8976-A7F3-EED2-C6C9-CB51906ED77B}"/>
                </a:ext>
              </a:extLst>
            </p:cNvPr>
            <p:cNvSpPr/>
            <p:nvPr/>
          </p:nvSpPr>
          <p:spPr>
            <a:xfrm>
              <a:off x="2041370" y="5170294"/>
              <a:ext cx="272178" cy="70945"/>
            </a:xfrm>
            <a:custGeom>
              <a:avLst/>
              <a:gdLst>
                <a:gd name="csX0" fmla="*/ 272178 w 272178"/>
                <a:gd name="csY0" fmla="*/ 67879 h 70945"/>
                <a:gd name="csX1" fmla="*/ 258171 w 272178"/>
                <a:gd name="csY1" fmla="*/ 69555 h 70945"/>
                <a:gd name="csX2" fmla="*/ 203353 w 272178"/>
                <a:gd name="csY2" fmla="*/ 52922 h 70945"/>
                <a:gd name="csX3" fmla="*/ 139706 w 272178"/>
                <a:gd name="csY3" fmla="*/ 32600 h 70945"/>
                <a:gd name="csX4" fmla="*/ 68477 w 272178"/>
                <a:gd name="csY4" fmla="*/ 17680 h 70945"/>
                <a:gd name="csX5" fmla="*/ 32397 w 272178"/>
                <a:gd name="csY5" fmla="*/ 13694 h 70945"/>
                <a:gd name="csX6" fmla="*/ 3638 w 272178"/>
                <a:gd name="csY6" fmla="*/ 7398 h 70945"/>
                <a:gd name="csX7" fmla="*/ 99 w 272178"/>
                <a:gd name="csY7" fmla="*/ 2928 h 70945"/>
                <a:gd name="csX8" fmla="*/ 4998 w 272178"/>
                <a:gd name="csY8" fmla="*/ 1531 h 70945"/>
                <a:gd name="csX9" fmla="*/ 28132 w 272178"/>
                <a:gd name="csY9" fmla="*/ 1400 h 70945"/>
                <a:gd name="csX10" fmla="*/ 35676 w 272178"/>
                <a:gd name="csY10" fmla="*/ 451 h 70945"/>
                <a:gd name="csX11" fmla="*/ 46945 w 272178"/>
                <a:gd name="csY11" fmla="*/ 1084 h 70945"/>
                <a:gd name="csX12" fmla="*/ 130448 w 272178"/>
                <a:gd name="csY12" fmla="*/ 13396 h 70945"/>
                <a:gd name="csX13" fmla="*/ 228424 w 272178"/>
                <a:gd name="csY13" fmla="*/ 40516 h 70945"/>
                <a:gd name="csX14" fmla="*/ 263703 w 272178"/>
                <a:gd name="csY14" fmla="*/ 57970 h 70945"/>
                <a:gd name="csX15" fmla="*/ 272178 w 272178"/>
                <a:gd name="csY15" fmla="*/ 67879 h 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72178" h="70945">
                  <a:moveTo>
                    <a:pt x="272178" y="67879"/>
                  </a:moveTo>
                  <a:cubicBezTo>
                    <a:pt x="268025" y="72517"/>
                    <a:pt x="262716" y="70859"/>
                    <a:pt x="258171" y="69555"/>
                  </a:cubicBezTo>
                  <a:cubicBezTo>
                    <a:pt x="239805" y="64303"/>
                    <a:pt x="221514" y="58789"/>
                    <a:pt x="203353" y="52922"/>
                  </a:cubicBezTo>
                  <a:cubicBezTo>
                    <a:pt x="182156" y="46086"/>
                    <a:pt x="161406" y="37797"/>
                    <a:pt x="139706" y="32600"/>
                  </a:cubicBezTo>
                  <a:cubicBezTo>
                    <a:pt x="116106" y="26956"/>
                    <a:pt x="92562" y="20828"/>
                    <a:pt x="68477" y="17680"/>
                  </a:cubicBezTo>
                  <a:cubicBezTo>
                    <a:pt x="56519" y="16116"/>
                    <a:pt x="44523" y="14402"/>
                    <a:pt x="32397" y="13694"/>
                  </a:cubicBezTo>
                  <a:cubicBezTo>
                    <a:pt x="22637" y="13117"/>
                    <a:pt x="12486" y="12875"/>
                    <a:pt x="3638" y="7398"/>
                  </a:cubicBezTo>
                  <a:cubicBezTo>
                    <a:pt x="1868" y="6299"/>
                    <a:pt x="-516" y="5312"/>
                    <a:pt x="99" y="2928"/>
                  </a:cubicBezTo>
                  <a:cubicBezTo>
                    <a:pt x="713" y="525"/>
                    <a:pt x="3284" y="1568"/>
                    <a:pt x="4998" y="1531"/>
                  </a:cubicBezTo>
                  <a:cubicBezTo>
                    <a:pt x="12709" y="1400"/>
                    <a:pt x="20420" y="1419"/>
                    <a:pt x="28132" y="1400"/>
                  </a:cubicBezTo>
                  <a:cubicBezTo>
                    <a:pt x="30442" y="-630"/>
                    <a:pt x="33068" y="22"/>
                    <a:pt x="35676" y="451"/>
                  </a:cubicBezTo>
                  <a:cubicBezTo>
                    <a:pt x="39382" y="1475"/>
                    <a:pt x="43182" y="953"/>
                    <a:pt x="46945" y="1084"/>
                  </a:cubicBezTo>
                  <a:cubicBezTo>
                    <a:pt x="74903" y="4399"/>
                    <a:pt x="102862" y="7696"/>
                    <a:pt x="130448" y="13396"/>
                  </a:cubicBezTo>
                  <a:cubicBezTo>
                    <a:pt x="163715" y="20251"/>
                    <a:pt x="196685" y="28186"/>
                    <a:pt x="228424" y="40516"/>
                  </a:cubicBezTo>
                  <a:cubicBezTo>
                    <a:pt x="240681" y="45285"/>
                    <a:pt x="252788" y="50482"/>
                    <a:pt x="263703" y="57970"/>
                  </a:cubicBezTo>
                  <a:cubicBezTo>
                    <a:pt x="267336" y="60428"/>
                    <a:pt x="271359" y="62868"/>
                    <a:pt x="272178" y="67879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9208D5BB-C086-0E0C-6769-81A3334BF359}"/>
                </a:ext>
              </a:extLst>
            </p:cNvPr>
            <p:cNvSpPr/>
            <p:nvPr/>
          </p:nvSpPr>
          <p:spPr>
            <a:xfrm>
              <a:off x="2033925" y="5168113"/>
              <a:ext cx="285341" cy="72641"/>
            </a:xfrm>
            <a:custGeom>
              <a:avLst/>
              <a:gdLst>
                <a:gd name="csX0" fmla="*/ 279623 w 285341"/>
                <a:gd name="csY0" fmla="*/ 70060 h 72641"/>
                <a:gd name="csX1" fmla="*/ 252596 w 285341"/>
                <a:gd name="csY1" fmla="*/ 51247 h 72641"/>
                <a:gd name="csX2" fmla="*/ 182970 w 285341"/>
                <a:gd name="csY2" fmla="*/ 27349 h 72641"/>
                <a:gd name="csX3" fmla="*/ 123979 w 285341"/>
                <a:gd name="csY3" fmla="*/ 14236 h 72641"/>
                <a:gd name="csX4" fmla="*/ 72905 w 285341"/>
                <a:gd name="csY4" fmla="*/ 7084 h 72641"/>
                <a:gd name="csX5" fmla="*/ 54818 w 285341"/>
                <a:gd name="csY5" fmla="*/ 4718 h 72641"/>
                <a:gd name="csX6" fmla="*/ 43344 w 285341"/>
                <a:gd name="csY6" fmla="*/ 3693 h 72641"/>
                <a:gd name="csX7" fmla="*/ 35577 w 285341"/>
                <a:gd name="csY7" fmla="*/ 3563 h 72641"/>
                <a:gd name="csX8" fmla="*/ 8084 w 285341"/>
                <a:gd name="csY8" fmla="*/ 2483 h 72641"/>
                <a:gd name="csX9" fmla="*/ 0 w 285341"/>
                <a:gd name="csY9" fmla="*/ 844 h 72641"/>
                <a:gd name="csX10" fmla="*/ 30883 w 285341"/>
                <a:gd name="csY10" fmla="*/ 136 h 72641"/>
                <a:gd name="csX11" fmla="*/ 223054 w 285341"/>
                <a:gd name="csY11" fmla="*/ 36663 h 72641"/>
                <a:gd name="csX12" fmla="*/ 270310 w 285341"/>
                <a:gd name="csY12" fmla="*/ 57748 h 72641"/>
                <a:gd name="csX13" fmla="*/ 285342 w 285341"/>
                <a:gd name="csY13" fmla="*/ 70321 h 72641"/>
                <a:gd name="csX14" fmla="*/ 279623 w 285341"/>
                <a:gd name="csY14" fmla="*/ 70060 h 72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5341" h="72641">
                  <a:moveTo>
                    <a:pt x="279623" y="70060"/>
                  </a:moveTo>
                  <a:cubicBezTo>
                    <a:pt x="272545" y="61026"/>
                    <a:pt x="262655" y="55941"/>
                    <a:pt x="252596" y="51247"/>
                  </a:cubicBezTo>
                  <a:cubicBezTo>
                    <a:pt x="230244" y="40816"/>
                    <a:pt x="206905" y="33310"/>
                    <a:pt x="182970" y="27349"/>
                  </a:cubicBezTo>
                  <a:cubicBezTo>
                    <a:pt x="163412" y="22469"/>
                    <a:pt x="143816" y="17589"/>
                    <a:pt x="123979" y="14236"/>
                  </a:cubicBezTo>
                  <a:cubicBezTo>
                    <a:pt x="107047" y="11368"/>
                    <a:pt x="90079" y="8369"/>
                    <a:pt x="72905" y="7084"/>
                  </a:cubicBezTo>
                  <a:cubicBezTo>
                    <a:pt x="66851" y="6636"/>
                    <a:pt x="60835" y="5519"/>
                    <a:pt x="54818" y="4718"/>
                  </a:cubicBezTo>
                  <a:cubicBezTo>
                    <a:pt x="51093" y="3302"/>
                    <a:pt x="47070" y="5128"/>
                    <a:pt x="43344" y="3693"/>
                  </a:cubicBezTo>
                  <a:cubicBezTo>
                    <a:pt x="40755" y="3656"/>
                    <a:pt x="38166" y="3619"/>
                    <a:pt x="35577" y="3563"/>
                  </a:cubicBezTo>
                  <a:cubicBezTo>
                    <a:pt x="26487" y="1533"/>
                    <a:pt x="17248" y="3023"/>
                    <a:pt x="8084" y="2483"/>
                  </a:cubicBezTo>
                  <a:cubicBezTo>
                    <a:pt x="5774" y="2352"/>
                    <a:pt x="3297" y="3191"/>
                    <a:pt x="0" y="844"/>
                  </a:cubicBezTo>
                  <a:cubicBezTo>
                    <a:pt x="11008" y="-740"/>
                    <a:pt x="20974" y="452"/>
                    <a:pt x="30883" y="136"/>
                  </a:cubicBezTo>
                  <a:cubicBezTo>
                    <a:pt x="96542" y="3898"/>
                    <a:pt x="160711" y="15521"/>
                    <a:pt x="223054" y="36663"/>
                  </a:cubicBezTo>
                  <a:cubicBezTo>
                    <a:pt x="239427" y="42213"/>
                    <a:pt x="255483" y="48658"/>
                    <a:pt x="270310" y="57748"/>
                  </a:cubicBezTo>
                  <a:cubicBezTo>
                    <a:pt x="275935" y="61194"/>
                    <a:pt x="281039" y="65273"/>
                    <a:pt x="285342" y="70321"/>
                  </a:cubicBezTo>
                  <a:cubicBezTo>
                    <a:pt x="283218" y="75499"/>
                    <a:pt x="281523" y="70451"/>
                    <a:pt x="279623" y="70060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DC81CFBE-75B9-CBD2-2770-3017076B0EAD}"/>
                </a:ext>
              </a:extLst>
            </p:cNvPr>
            <p:cNvSpPr/>
            <p:nvPr/>
          </p:nvSpPr>
          <p:spPr>
            <a:xfrm>
              <a:off x="2024090" y="4858700"/>
              <a:ext cx="76852" cy="102398"/>
            </a:xfrm>
            <a:custGeom>
              <a:avLst/>
              <a:gdLst>
                <a:gd name="csX0" fmla="*/ 0 w 76852"/>
                <a:gd name="csY0" fmla="*/ 94821 h 102398"/>
                <a:gd name="csX1" fmla="*/ 33044 w 76852"/>
                <a:gd name="csY1" fmla="*/ 42462 h 102398"/>
                <a:gd name="csX2" fmla="*/ 70092 w 76852"/>
                <a:gd name="csY2" fmla="*/ 1595 h 102398"/>
                <a:gd name="csX3" fmla="*/ 72420 w 76852"/>
                <a:gd name="csY3" fmla="*/ 49 h 102398"/>
                <a:gd name="csX4" fmla="*/ 75866 w 76852"/>
                <a:gd name="csY4" fmla="*/ 5413 h 102398"/>
                <a:gd name="csX5" fmla="*/ 73277 w 76852"/>
                <a:gd name="csY5" fmla="*/ 9735 h 102398"/>
                <a:gd name="csX6" fmla="*/ 52676 w 76852"/>
                <a:gd name="csY6" fmla="*/ 32776 h 102398"/>
                <a:gd name="csX7" fmla="*/ 13448 w 76852"/>
                <a:gd name="csY7" fmla="*/ 88451 h 102398"/>
                <a:gd name="csX8" fmla="*/ 3390 w 76852"/>
                <a:gd name="csY8" fmla="*/ 101173 h 102398"/>
                <a:gd name="csX9" fmla="*/ 1043 w 76852"/>
                <a:gd name="csY9" fmla="*/ 102309 h 102398"/>
                <a:gd name="csX10" fmla="*/ 74 w 76852"/>
                <a:gd name="csY10" fmla="*/ 99925 h 102398"/>
                <a:gd name="csX11" fmla="*/ 0 w 76852"/>
                <a:gd name="csY11" fmla="*/ 94821 h 102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852" h="102398">
                  <a:moveTo>
                    <a:pt x="0" y="94821"/>
                  </a:moveTo>
                  <a:cubicBezTo>
                    <a:pt x="9295" y="76288"/>
                    <a:pt x="20601" y="58984"/>
                    <a:pt x="33044" y="42462"/>
                  </a:cubicBezTo>
                  <a:cubicBezTo>
                    <a:pt x="44145" y="27747"/>
                    <a:pt x="55638" y="13311"/>
                    <a:pt x="70092" y="1595"/>
                  </a:cubicBezTo>
                  <a:cubicBezTo>
                    <a:pt x="70819" y="1017"/>
                    <a:pt x="71638" y="552"/>
                    <a:pt x="72420" y="49"/>
                  </a:cubicBezTo>
                  <a:cubicBezTo>
                    <a:pt x="76928" y="-342"/>
                    <a:pt x="77841" y="1632"/>
                    <a:pt x="75866" y="5413"/>
                  </a:cubicBezTo>
                  <a:cubicBezTo>
                    <a:pt x="75084" y="6903"/>
                    <a:pt x="74451" y="8617"/>
                    <a:pt x="73277" y="9735"/>
                  </a:cubicBezTo>
                  <a:cubicBezTo>
                    <a:pt x="65827" y="16906"/>
                    <a:pt x="59121" y="24729"/>
                    <a:pt x="52676" y="32776"/>
                  </a:cubicBezTo>
                  <a:cubicBezTo>
                    <a:pt x="38464" y="50508"/>
                    <a:pt x="22352" y="66937"/>
                    <a:pt x="13448" y="88451"/>
                  </a:cubicBezTo>
                  <a:cubicBezTo>
                    <a:pt x="11325" y="93573"/>
                    <a:pt x="6352" y="96609"/>
                    <a:pt x="3390" y="101173"/>
                  </a:cubicBezTo>
                  <a:cubicBezTo>
                    <a:pt x="2924" y="101899"/>
                    <a:pt x="2105" y="102663"/>
                    <a:pt x="1043" y="102309"/>
                  </a:cubicBezTo>
                  <a:cubicBezTo>
                    <a:pt x="-112" y="101918"/>
                    <a:pt x="112" y="100819"/>
                    <a:pt x="74" y="99925"/>
                  </a:cubicBezTo>
                  <a:cubicBezTo>
                    <a:pt x="0" y="98211"/>
                    <a:pt x="19" y="96516"/>
                    <a:pt x="0" y="94821"/>
                  </a:cubicBezTo>
                  <a:close/>
                </a:path>
              </a:pathLst>
            </a:custGeom>
            <a:solidFill>
              <a:srgbClr val="9DC8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A2408F1A-8D55-4D21-AA30-A333FF8AD47A}"/>
                </a:ext>
              </a:extLst>
            </p:cNvPr>
            <p:cNvSpPr/>
            <p:nvPr/>
          </p:nvSpPr>
          <p:spPr>
            <a:xfrm>
              <a:off x="1574704" y="5263096"/>
              <a:ext cx="133552" cy="167828"/>
            </a:xfrm>
            <a:custGeom>
              <a:avLst/>
              <a:gdLst>
                <a:gd name="csX0" fmla="*/ 128299 w 133552"/>
                <a:gd name="csY0" fmla="*/ 149 h 167828"/>
                <a:gd name="csX1" fmla="*/ 133552 w 133552"/>
                <a:gd name="csY1" fmla="*/ 466 h 167828"/>
                <a:gd name="csX2" fmla="*/ 128765 w 133552"/>
                <a:gd name="csY2" fmla="*/ 8270 h 167828"/>
                <a:gd name="csX3" fmla="*/ 87265 w 133552"/>
                <a:gd name="csY3" fmla="*/ 47032 h 167828"/>
                <a:gd name="csX4" fmla="*/ 77635 w 133552"/>
                <a:gd name="csY4" fmla="*/ 60089 h 167828"/>
                <a:gd name="csX5" fmla="*/ 31031 w 133552"/>
                <a:gd name="csY5" fmla="*/ 126754 h 167828"/>
                <a:gd name="csX6" fmla="*/ 15962 w 133552"/>
                <a:gd name="csY6" fmla="*/ 153092 h 167828"/>
                <a:gd name="csX7" fmla="*/ 7990 w 133552"/>
                <a:gd name="csY7" fmla="*/ 164585 h 167828"/>
                <a:gd name="csX8" fmla="*/ 3277 w 133552"/>
                <a:gd name="csY8" fmla="*/ 167658 h 167828"/>
                <a:gd name="csX9" fmla="*/ 781 w 133552"/>
                <a:gd name="csY9" fmla="*/ 162368 h 167828"/>
                <a:gd name="csX10" fmla="*/ 763 w 133552"/>
                <a:gd name="csY10" fmla="*/ 159556 h 167828"/>
                <a:gd name="csX11" fmla="*/ 1433 w 133552"/>
                <a:gd name="csY11" fmla="*/ 153875 h 167828"/>
                <a:gd name="csX12" fmla="*/ 32856 w 133552"/>
                <a:gd name="csY12" fmla="*/ 101646 h 167828"/>
                <a:gd name="csX13" fmla="*/ 39469 w 133552"/>
                <a:gd name="csY13" fmla="*/ 92630 h 167828"/>
                <a:gd name="csX14" fmla="*/ 71581 w 133552"/>
                <a:gd name="csY14" fmla="*/ 53589 h 167828"/>
                <a:gd name="csX15" fmla="*/ 99912 w 133552"/>
                <a:gd name="csY15" fmla="*/ 23134 h 167828"/>
                <a:gd name="csX16" fmla="*/ 122842 w 133552"/>
                <a:gd name="csY16" fmla="*/ 2366 h 167828"/>
                <a:gd name="csX17" fmla="*/ 128299 w 133552"/>
                <a:gd name="csY17" fmla="*/ 149 h 16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3552" h="167828">
                  <a:moveTo>
                    <a:pt x="128299" y="149"/>
                  </a:moveTo>
                  <a:cubicBezTo>
                    <a:pt x="129938" y="242"/>
                    <a:pt x="131596" y="354"/>
                    <a:pt x="133552" y="466"/>
                  </a:cubicBezTo>
                  <a:cubicBezTo>
                    <a:pt x="132621" y="3763"/>
                    <a:pt x="131019" y="6407"/>
                    <a:pt x="128765" y="8270"/>
                  </a:cubicBezTo>
                  <a:cubicBezTo>
                    <a:pt x="114199" y="20415"/>
                    <a:pt x="101179" y="34180"/>
                    <a:pt x="87265" y="47032"/>
                  </a:cubicBezTo>
                  <a:cubicBezTo>
                    <a:pt x="83372" y="50627"/>
                    <a:pt x="80745" y="55656"/>
                    <a:pt x="77635" y="60089"/>
                  </a:cubicBezTo>
                  <a:cubicBezTo>
                    <a:pt x="62044" y="82274"/>
                    <a:pt x="46286" y="104346"/>
                    <a:pt x="31031" y="126754"/>
                  </a:cubicBezTo>
                  <a:cubicBezTo>
                    <a:pt x="25350" y="135099"/>
                    <a:pt x="20693" y="144152"/>
                    <a:pt x="15962" y="153092"/>
                  </a:cubicBezTo>
                  <a:cubicBezTo>
                    <a:pt x="13745" y="157302"/>
                    <a:pt x="11138" y="161065"/>
                    <a:pt x="7990" y="164585"/>
                  </a:cubicBezTo>
                  <a:cubicBezTo>
                    <a:pt x="6593" y="166150"/>
                    <a:pt x="5531" y="168478"/>
                    <a:pt x="3277" y="167658"/>
                  </a:cubicBezTo>
                  <a:cubicBezTo>
                    <a:pt x="1284" y="166932"/>
                    <a:pt x="856" y="164510"/>
                    <a:pt x="781" y="162368"/>
                  </a:cubicBezTo>
                  <a:cubicBezTo>
                    <a:pt x="744" y="161437"/>
                    <a:pt x="763" y="160487"/>
                    <a:pt x="763" y="159556"/>
                  </a:cubicBezTo>
                  <a:cubicBezTo>
                    <a:pt x="-970" y="157432"/>
                    <a:pt x="688" y="155644"/>
                    <a:pt x="1433" y="153875"/>
                  </a:cubicBezTo>
                  <a:cubicBezTo>
                    <a:pt x="9219" y="134857"/>
                    <a:pt x="20972" y="118205"/>
                    <a:pt x="32856" y="101646"/>
                  </a:cubicBezTo>
                  <a:cubicBezTo>
                    <a:pt x="35017" y="98628"/>
                    <a:pt x="36712" y="95219"/>
                    <a:pt x="39469" y="92630"/>
                  </a:cubicBezTo>
                  <a:cubicBezTo>
                    <a:pt x="49844" y="79349"/>
                    <a:pt x="60275" y="66143"/>
                    <a:pt x="71581" y="53589"/>
                  </a:cubicBezTo>
                  <a:cubicBezTo>
                    <a:pt x="80857" y="43270"/>
                    <a:pt x="90077" y="32932"/>
                    <a:pt x="99912" y="23134"/>
                  </a:cubicBezTo>
                  <a:cubicBezTo>
                    <a:pt x="107233" y="15833"/>
                    <a:pt x="115056" y="9127"/>
                    <a:pt x="122842" y="2366"/>
                  </a:cubicBezTo>
                  <a:cubicBezTo>
                    <a:pt x="124388" y="1024"/>
                    <a:pt x="125934" y="-484"/>
                    <a:pt x="128299" y="149"/>
                  </a:cubicBezTo>
                  <a:close/>
                </a:path>
              </a:pathLst>
            </a:custGeom>
            <a:solidFill>
              <a:srgbClr val="A1CA4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147D1699-4F80-13A2-561C-FA02E4BE49B8}"/>
                </a:ext>
              </a:extLst>
            </p:cNvPr>
            <p:cNvSpPr/>
            <p:nvPr/>
          </p:nvSpPr>
          <p:spPr>
            <a:xfrm>
              <a:off x="1613686" y="5252296"/>
              <a:ext cx="100735" cy="103811"/>
            </a:xfrm>
            <a:custGeom>
              <a:avLst/>
              <a:gdLst>
                <a:gd name="csX0" fmla="*/ 89318 w 100735"/>
                <a:gd name="csY0" fmla="*/ 10949 h 103811"/>
                <a:gd name="csX1" fmla="*/ 44912 w 100735"/>
                <a:gd name="csY1" fmla="*/ 52225 h 103811"/>
                <a:gd name="csX2" fmla="*/ 1437 w 100735"/>
                <a:gd name="csY2" fmla="*/ 103747 h 103811"/>
                <a:gd name="csX3" fmla="*/ 77 w 100735"/>
                <a:gd name="csY3" fmla="*/ 102387 h 103811"/>
                <a:gd name="csX4" fmla="*/ 74882 w 100735"/>
                <a:gd name="csY4" fmla="*/ 18921 h 103811"/>
                <a:gd name="csX5" fmla="*/ 96470 w 100735"/>
                <a:gd name="csY5" fmla="*/ 1132 h 103811"/>
                <a:gd name="csX6" fmla="*/ 100736 w 100735"/>
                <a:gd name="csY6" fmla="*/ 630 h 103811"/>
                <a:gd name="csX7" fmla="*/ 89318 w 100735"/>
                <a:gd name="csY7" fmla="*/ 10949 h 103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0735" h="103811">
                  <a:moveTo>
                    <a:pt x="89318" y="10949"/>
                  </a:moveTo>
                  <a:cubicBezTo>
                    <a:pt x="72926" y="23000"/>
                    <a:pt x="58658" y="37361"/>
                    <a:pt x="44912" y="52225"/>
                  </a:cubicBezTo>
                  <a:cubicBezTo>
                    <a:pt x="29656" y="68729"/>
                    <a:pt x="15277" y="86014"/>
                    <a:pt x="1437" y="103747"/>
                  </a:cubicBezTo>
                  <a:cubicBezTo>
                    <a:pt x="282" y="103989"/>
                    <a:pt x="-202" y="103560"/>
                    <a:pt x="77" y="102387"/>
                  </a:cubicBezTo>
                  <a:cubicBezTo>
                    <a:pt x="22280" y="72119"/>
                    <a:pt x="47445" y="44495"/>
                    <a:pt x="74882" y="18921"/>
                  </a:cubicBezTo>
                  <a:cubicBezTo>
                    <a:pt x="81699" y="12569"/>
                    <a:pt x="88610" y="6255"/>
                    <a:pt x="96470" y="1132"/>
                  </a:cubicBezTo>
                  <a:cubicBezTo>
                    <a:pt x="97811" y="257"/>
                    <a:pt x="98873" y="-637"/>
                    <a:pt x="100736" y="630"/>
                  </a:cubicBezTo>
                  <a:cubicBezTo>
                    <a:pt x="97960" y="5230"/>
                    <a:pt x="92615" y="7018"/>
                    <a:pt x="89318" y="10949"/>
                  </a:cubicBezTo>
                  <a:close/>
                </a:path>
              </a:pathLst>
            </a:custGeom>
            <a:solidFill>
              <a:srgbClr val="46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AA9D335-571A-5EC0-898B-D3CE6E317C2E}"/>
                </a:ext>
              </a:extLst>
            </p:cNvPr>
            <p:cNvSpPr/>
            <p:nvPr/>
          </p:nvSpPr>
          <p:spPr>
            <a:xfrm>
              <a:off x="1570678" y="5354683"/>
              <a:ext cx="44463" cy="80243"/>
            </a:xfrm>
            <a:custGeom>
              <a:avLst/>
              <a:gdLst>
                <a:gd name="csX0" fmla="*/ 43104 w 44463"/>
                <a:gd name="csY0" fmla="*/ 0 h 80243"/>
                <a:gd name="csX1" fmla="*/ 44464 w 44463"/>
                <a:gd name="csY1" fmla="*/ 1360 h 80243"/>
                <a:gd name="csX2" fmla="*/ 12705 w 44463"/>
                <a:gd name="csY2" fmla="*/ 49528 h 80243"/>
                <a:gd name="csX3" fmla="*/ 4826 w 44463"/>
                <a:gd name="csY3" fmla="*/ 67969 h 80243"/>
                <a:gd name="csX4" fmla="*/ 4621 w 44463"/>
                <a:gd name="csY4" fmla="*/ 80243 h 80243"/>
                <a:gd name="csX5" fmla="*/ 766 w 44463"/>
                <a:gd name="csY5" fmla="*/ 70912 h 80243"/>
                <a:gd name="csX6" fmla="*/ 41819 w 44463"/>
                <a:gd name="csY6" fmla="*/ 1062 h 80243"/>
                <a:gd name="csX7" fmla="*/ 43104 w 44463"/>
                <a:gd name="csY7" fmla="*/ 0 h 80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4463" h="80243">
                  <a:moveTo>
                    <a:pt x="43104" y="0"/>
                  </a:moveTo>
                  <a:cubicBezTo>
                    <a:pt x="43551" y="447"/>
                    <a:pt x="43998" y="913"/>
                    <a:pt x="44464" y="1360"/>
                  </a:cubicBezTo>
                  <a:cubicBezTo>
                    <a:pt x="33455" y="17136"/>
                    <a:pt x="21777" y="32466"/>
                    <a:pt x="12705" y="49528"/>
                  </a:cubicBezTo>
                  <a:cubicBezTo>
                    <a:pt x="9557" y="55433"/>
                    <a:pt x="6223" y="61300"/>
                    <a:pt x="4826" y="67969"/>
                  </a:cubicBezTo>
                  <a:cubicBezTo>
                    <a:pt x="2572" y="71768"/>
                    <a:pt x="3709" y="75792"/>
                    <a:pt x="4621" y="80243"/>
                  </a:cubicBezTo>
                  <a:cubicBezTo>
                    <a:pt x="-948" y="78306"/>
                    <a:pt x="-408" y="74153"/>
                    <a:pt x="766" y="70912"/>
                  </a:cubicBezTo>
                  <a:cubicBezTo>
                    <a:pt x="10098" y="45095"/>
                    <a:pt x="25725" y="22929"/>
                    <a:pt x="41819" y="1062"/>
                  </a:cubicBezTo>
                  <a:cubicBezTo>
                    <a:pt x="42135" y="633"/>
                    <a:pt x="42657" y="354"/>
                    <a:pt x="43104" y="0"/>
                  </a:cubicBezTo>
                  <a:close/>
                </a:path>
              </a:pathLst>
            </a:custGeom>
            <a:solidFill>
              <a:srgbClr val="5C74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3F931220-556F-5D75-30B7-2AF6C1611102}"/>
                </a:ext>
              </a:extLst>
            </p:cNvPr>
            <p:cNvSpPr/>
            <p:nvPr/>
          </p:nvSpPr>
          <p:spPr>
            <a:xfrm>
              <a:off x="1951267" y="5249309"/>
              <a:ext cx="82415" cy="100510"/>
            </a:xfrm>
            <a:custGeom>
              <a:avLst/>
              <a:gdLst>
                <a:gd name="csX0" fmla="*/ 81950 w 82415"/>
                <a:gd name="csY0" fmla="*/ 96414 h 100510"/>
                <a:gd name="csX1" fmla="*/ 75487 w 82415"/>
                <a:gd name="csY1" fmla="*/ 98780 h 100510"/>
                <a:gd name="csX2" fmla="*/ 59803 w 82415"/>
                <a:gd name="csY2" fmla="*/ 82202 h 100510"/>
                <a:gd name="csX3" fmla="*/ 42182 w 82415"/>
                <a:gd name="csY3" fmla="*/ 62626 h 100510"/>
                <a:gd name="csX4" fmla="*/ 15993 w 82415"/>
                <a:gd name="csY4" fmla="*/ 32096 h 100510"/>
                <a:gd name="csX5" fmla="*/ 1539 w 82415"/>
                <a:gd name="csY5" fmla="*/ 11514 h 100510"/>
                <a:gd name="csX6" fmla="*/ 3942 w 82415"/>
                <a:gd name="csY6" fmla="*/ 413 h 100510"/>
                <a:gd name="csX7" fmla="*/ 14801 w 82415"/>
                <a:gd name="csY7" fmla="*/ 4734 h 100510"/>
                <a:gd name="csX8" fmla="*/ 45405 w 82415"/>
                <a:gd name="csY8" fmla="*/ 33717 h 100510"/>
                <a:gd name="csX9" fmla="*/ 79156 w 82415"/>
                <a:gd name="csY9" fmla="*/ 84810 h 100510"/>
                <a:gd name="csX10" fmla="*/ 81950 w 82415"/>
                <a:gd name="csY10" fmla="*/ 96414 h 10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415" h="100510">
                  <a:moveTo>
                    <a:pt x="81950" y="96414"/>
                  </a:moveTo>
                  <a:cubicBezTo>
                    <a:pt x="80926" y="100251"/>
                    <a:pt x="79659" y="102114"/>
                    <a:pt x="75487" y="98780"/>
                  </a:cubicBezTo>
                  <a:cubicBezTo>
                    <a:pt x="69470" y="93937"/>
                    <a:pt x="64180" y="88312"/>
                    <a:pt x="59803" y="82202"/>
                  </a:cubicBezTo>
                  <a:cubicBezTo>
                    <a:pt x="54606" y="74938"/>
                    <a:pt x="47826" y="69350"/>
                    <a:pt x="42182" y="62626"/>
                  </a:cubicBezTo>
                  <a:cubicBezTo>
                    <a:pt x="33558" y="52362"/>
                    <a:pt x="24562" y="42397"/>
                    <a:pt x="15993" y="32096"/>
                  </a:cubicBezTo>
                  <a:cubicBezTo>
                    <a:pt x="10629" y="25652"/>
                    <a:pt x="4855" y="19449"/>
                    <a:pt x="1539" y="11514"/>
                  </a:cubicBezTo>
                  <a:cubicBezTo>
                    <a:pt x="-1013" y="5367"/>
                    <a:pt x="-510" y="2722"/>
                    <a:pt x="3942" y="413"/>
                  </a:cubicBezTo>
                  <a:cubicBezTo>
                    <a:pt x="8766" y="-1245"/>
                    <a:pt x="11672" y="2480"/>
                    <a:pt x="14801" y="4734"/>
                  </a:cubicBezTo>
                  <a:cubicBezTo>
                    <a:pt x="26275" y="13023"/>
                    <a:pt x="36296" y="22858"/>
                    <a:pt x="45405" y="33717"/>
                  </a:cubicBezTo>
                  <a:cubicBezTo>
                    <a:pt x="58630" y="49475"/>
                    <a:pt x="70588" y="66034"/>
                    <a:pt x="79156" y="84810"/>
                  </a:cubicBezTo>
                  <a:cubicBezTo>
                    <a:pt x="80833" y="88423"/>
                    <a:pt x="83496" y="91963"/>
                    <a:pt x="81950" y="96414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6E7E525-11D5-65A0-6E2F-3AC0530A077C}"/>
                </a:ext>
              </a:extLst>
            </p:cNvPr>
            <p:cNvSpPr/>
            <p:nvPr/>
          </p:nvSpPr>
          <p:spPr>
            <a:xfrm>
              <a:off x="1957367" y="5240771"/>
              <a:ext cx="86194" cy="108027"/>
            </a:xfrm>
            <a:custGeom>
              <a:avLst/>
              <a:gdLst>
                <a:gd name="csX0" fmla="*/ 3 w 86194"/>
                <a:gd name="csY0" fmla="*/ 5859 h 108027"/>
                <a:gd name="csX1" fmla="*/ 8459 w 86194"/>
                <a:gd name="csY1" fmla="*/ 234 h 108027"/>
                <a:gd name="csX2" fmla="*/ 27253 w 86194"/>
                <a:gd name="csY2" fmla="*/ 9771 h 108027"/>
                <a:gd name="csX3" fmla="*/ 78141 w 86194"/>
                <a:gd name="csY3" fmla="*/ 81241 h 108027"/>
                <a:gd name="csX4" fmla="*/ 83599 w 86194"/>
                <a:gd name="csY4" fmla="*/ 94802 h 108027"/>
                <a:gd name="csX5" fmla="*/ 85778 w 86194"/>
                <a:gd name="csY5" fmla="*/ 101153 h 108027"/>
                <a:gd name="csX6" fmla="*/ 84791 w 86194"/>
                <a:gd name="csY6" fmla="*/ 107505 h 108027"/>
                <a:gd name="csX7" fmla="*/ 79278 w 86194"/>
                <a:gd name="csY7" fmla="*/ 105046 h 108027"/>
                <a:gd name="csX8" fmla="*/ 72255 w 86194"/>
                <a:gd name="csY8" fmla="*/ 91933 h 108027"/>
                <a:gd name="csX9" fmla="*/ 43831 w 86194"/>
                <a:gd name="csY9" fmla="*/ 48086 h 108027"/>
                <a:gd name="csX10" fmla="*/ 1716 w 86194"/>
                <a:gd name="csY10" fmla="*/ 8597 h 108027"/>
                <a:gd name="csX11" fmla="*/ 3 w 86194"/>
                <a:gd name="csY11" fmla="*/ 5859 h 108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194" h="108027">
                  <a:moveTo>
                    <a:pt x="3" y="5859"/>
                  </a:moveTo>
                  <a:cubicBezTo>
                    <a:pt x="599" y="1054"/>
                    <a:pt x="3355" y="-679"/>
                    <a:pt x="8459" y="234"/>
                  </a:cubicBezTo>
                  <a:cubicBezTo>
                    <a:pt x="15705" y="1519"/>
                    <a:pt x="21703" y="5319"/>
                    <a:pt x="27253" y="9771"/>
                  </a:cubicBezTo>
                  <a:cubicBezTo>
                    <a:pt x="50984" y="28751"/>
                    <a:pt x="67226" y="53115"/>
                    <a:pt x="78141" y="81241"/>
                  </a:cubicBezTo>
                  <a:cubicBezTo>
                    <a:pt x="79911" y="85786"/>
                    <a:pt x="81289" y="90462"/>
                    <a:pt x="83599" y="94802"/>
                  </a:cubicBezTo>
                  <a:cubicBezTo>
                    <a:pt x="84642" y="96757"/>
                    <a:pt x="85462" y="98974"/>
                    <a:pt x="85778" y="101153"/>
                  </a:cubicBezTo>
                  <a:cubicBezTo>
                    <a:pt x="86095" y="103277"/>
                    <a:pt x="86896" y="106015"/>
                    <a:pt x="84791" y="107505"/>
                  </a:cubicBezTo>
                  <a:cubicBezTo>
                    <a:pt x="82090" y="109405"/>
                    <a:pt x="81289" y="105549"/>
                    <a:pt x="79278" y="105046"/>
                  </a:cubicBezTo>
                  <a:cubicBezTo>
                    <a:pt x="74938" y="101768"/>
                    <a:pt x="74397" y="96366"/>
                    <a:pt x="72255" y="91933"/>
                  </a:cubicBezTo>
                  <a:cubicBezTo>
                    <a:pt x="64581" y="76119"/>
                    <a:pt x="54765" y="61795"/>
                    <a:pt x="43831" y="48086"/>
                  </a:cubicBezTo>
                  <a:cubicBezTo>
                    <a:pt x="31686" y="32849"/>
                    <a:pt x="18052" y="19308"/>
                    <a:pt x="1716" y="8597"/>
                  </a:cubicBezTo>
                  <a:cubicBezTo>
                    <a:pt x="822" y="7946"/>
                    <a:pt x="-53" y="7182"/>
                    <a:pt x="3" y="5859"/>
                  </a:cubicBezTo>
                  <a:close/>
                </a:path>
              </a:pathLst>
            </a:custGeom>
            <a:solidFill>
              <a:srgbClr val="97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58CF9297-8D64-0F69-9964-E20869D0437B}"/>
                </a:ext>
              </a:extLst>
            </p:cNvPr>
            <p:cNvSpPr/>
            <p:nvPr/>
          </p:nvSpPr>
          <p:spPr>
            <a:xfrm>
              <a:off x="1952209" y="5245596"/>
              <a:ext cx="85781" cy="107284"/>
            </a:xfrm>
            <a:custGeom>
              <a:avLst/>
              <a:gdLst>
                <a:gd name="csX0" fmla="*/ 5161 w 85781"/>
                <a:gd name="csY0" fmla="*/ 1034 h 107284"/>
                <a:gd name="csX1" fmla="*/ 84454 w 85781"/>
                <a:gd name="csY1" fmla="*/ 100202 h 107284"/>
                <a:gd name="csX2" fmla="*/ 84380 w 85781"/>
                <a:gd name="csY2" fmla="*/ 107224 h 107284"/>
                <a:gd name="csX3" fmla="*/ 81642 w 85781"/>
                <a:gd name="csY3" fmla="*/ 100984 h 107284"/>
                <a:gd name="csX4" fmla="*/ 80990 w 85781"/>
                <a:gd name="csY4" fmla="*/ 100128 h 107284"/>
                <a:gd name="csX5" fmla="*/ 61879 w 85781"/>
                <a:gd name="csY5" fmla="*/ 62632 h 107284"/>
                <a:gd name="csX6" fmla="*/ 13729 w 85781"/>
                <a:gd name="csY6" fmla="*/ 10030 h 107284"/>
                <a:gd name="csX7" fmla="*/ 3018 w 85781"/>
                <a:gd name="csY7" fmla="*/ 4126 h 107284"/>
                <a:gd name="csX8" fmla="*/ 1 w 85781"/>
                <a:gd name="csY8" fmla="*/ 643 h 107284"/>
                <a:gd name="csX9" fmla="*/ 5161 w 85781"/>
                <a:gd name="csY9" fmla="*/ 1034 h 107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781" h="107284">
                  <a:moveTo>
                    <a:pt x="5161" y="1034"/>
                  </a:moveTo>
                  <a:cubicBezTo>
                    <a:pt x="41836" y="25900"/>
                    <a:pt x="67225" y="59801"/>
                    <a:pt x="84454" y="100202"/>
                  </a:cubicBezTo>
                  <a:cubicBezTo>
                    <a:pt x="84268" y="102679"/>
                    <a:pt x="87584" y="106200"/>
                    <a:pt x="84380" y="107224"/>
                  </a:cubicBezTo>
                  <a:cubicBezTo>
                    <a:pt x="82387" y="107876"/>
                    <a:pt x="82834" y="103108"/>
                    <a:pt x="81642" y="100984"/>
                  </a:cubicBezTo>
                  <a:cubicBezTo>
                    <a:pt x="81474" y="100668"/>
                    <a:pt x="81213" y="100407"/>
                    <a:pt x="80990" y="100128"/>
                  </a:cubicBezTo>
                  <a:cubicBezTo>
                    <a:pt x="77115" y="86362"/>
                    <a:pt x="69776" y="74348"/>
                    <a:pt x="61879" y="62632"/>
                  </a:cubicBezTo>
                  <a:cubicBezTo>
                    <a:pt x="48449" y="42720"/>
                    <a:pt x="33007" y="24596"/>
                    <a:pt x="13729" y="10030"/>
                  </a:cubicBezTo>
                  <a:cubicBezTo>
                    <a:pt x="10469" y="7572"/>
                    <a:pt x="7358" y="4703"/>
                    <a:pt x="3018" y="4126"/>
                  </a:cubicBezTo>
                  <a:cubicBezTo>
                    <a:pt x="2478" y="2598"/>
                    <a:pt x="-55" y="2729"/>
                    <a:pt x="1" y="643"/>
                  </a:cubicBezTo>
                  <a:cubicBezTo>
                    <a:pt x="1957" y="-997"/>
                    <a:pt x="3484" y="1015"/>
                    <a:pt x="5161" y="1034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6AB9812-070E-9C78-BCE7-8210A8EE781C}"/>
                </a:ext>
              </a:extLst>
            </p:cNvPr>
            <p:cNvSpPr/>
            <p:nvPr/>
          </p:nvSpPr>
          <p:spPr>
            <a:xfrm>
              <a:off x="2077269" y="5171807"/>
              <a:ext cx="11474" cy="1235"/>
            </a:xfrm>
            <a:custGeom>
              <a:avLst/>
              <a:gdLst>
                <a:gd name="csX0" fmla="*/ 0 w 11474"/>
                <a:gd name="csY0" fmla="*/ 0 h 1235"/>
                <a:gd name="csX1" fmla="*/ 11474 w 11474"/>
                <a:gd name="csY1" fmla="*/ 1025 h 1235"/>
                <a:gd name="csX2" fmla="*/ 0 w 11474"/>
                <a:gd name="csY2" fmla="*/ 0 h 1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74" h="1235">
                  <a:moveTo>
                    <a:pt x="0" y="0"/>
                  </a:moveTo>
                  <a:cubicBezTo>
                    <a:pt x="3837" y="130"/>
                    <a:pt x="7730" y="-335"/>
                    <a:pt x="11474" y="1025"/>
                  </a:cubicBezTo>
                  <a:cubicBezTo>
                    <a:pt x="7637" y="708"/>
                    <a:pt x="3651" y="2217"/>
                    <a:pt x="0" y="0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</p:grpSp>
      <p:grpSp>
        <p:nvGrpSpPr>
          <p:cNvPr id="222" name="Graphic 9">
            <a:extLst>
              <a:ext uri="{FF2B5EF4-FFF2-40B4-BE49-F238E27FC236}">
                <a16:creationId xmlns:a16="http://schemas.microsoft.com/office/drawing/2014/main" id="{8B8E3244-F8D5-5709-61E3-D0731A34AE44}"/>
              </a:ext>
            </a:extLst>
          </p:cNvPr>
          <p:cNvGrpSpPr/>
          <p:nvPr/>
        </p:nvGrpSpPr>
        <p:grpSpPr>
          <a:xfrm>
            <a:off x="4084531" y="5894523"/>
            <a:ext cx="373604" cy="304956"/>
            <a:chOff x="1505087" y="4809315"/>
            <a:chExt cx="842483" cy="687679"/>
          </a:xfrm>
        </p:grpSpPr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3D7A4BD1-968E-B804-3E35-5E82D0C73ACE}"/>
                </a:ext>
              </a:extLst>
            </p:cNvPr>
            <p:cNvSpPr/>
            <p:nvPr/>
          </p:nvSpPr>
          <p:spPr>
            <a:xfrm>
              <a:off x="1505087" y="4809315"/>
              <a:ext cx="842483" cy="687679"/>
            </a:xfrm>
            <a:custGeom>
              <a:avLst/>
              <a:gdLst>
                <a:gd name="csX0" fmla="*/ 320275 w 842483"/>
                <a:gd name="csY0" fmla="*/ 319221 h 687679"/>
                <a:gd name="csX1" fmla="*/ 309025 w 842483"/>
                <a:gd name="csY1" fmla="*/ 319799 h 687679"/>
                <a:gd name="csX2" fmla="*/ 302747 w 842483"/>
                <a:gd name="csY2" fmla="*/ 313633 h 687679"/>
                <a:gd name="csX3" fmla="*/ 303660 w 842483"/>
                <a:gd name="csY3" fmla="*/ 304693 h 687679"/>
                <a:gd name="csX4" fmla="*/ 299227 w 842483"/>
                <a:gd name="csY4" fmla="*/ 295789 h 687679"/>
                <a:gd name="csX5" fmla="*/ 269219 w 842483"/>
                <a:gd name="csY5" fmla="*/ 282844 h 687679"/>
                <a:gd name="csX6" fmla="*/ 260390 w 842483"/>
                <a:gd name="csY6" fmla="*/ 281167 h 687679"/>
                <a:gd name="csX7" fmla="*/ 257689 w 842483"/>
                <a:gd name="csY7" fmla="*/ 280199 h 687679"/>
                <a:gd name="csX8" fmla="*/ 267226 w 842483"/>
                <a:gd name="csY8" fmla="*/ 278094 h 687679"/>
                <a:gd name="csX9" fmla="*/ 294980 w 842483"/>
                <a:gd name="csY9" fmla="*/ 289084 h 687679"/>
                <a:gd name="csX10" fmla="*/ 296917 w 842483"/>
                <a:gd name="csY10" fmla="*/ 290238 h 687679"/>
                <a:gd name="csX11" fmla="*/ 309881 w 842483"/>
                <a:gd name="csY11" fmla="*/ 287314 h 687679"/>
                <a:gd name="csX12" fmla="*/ 315115 w 842483"/>
                <a:gd name="csY12" fmla="*/ 281745 h 687679"/>
                <a:gd name="csX13" fmla="*/ 331730 w 842483"/>
                <a:gd name="csY13" fmla="*/ 277684 h 687679"/>
                <a:gd name="csX14" fmla="*/ 369468 w 842483"/>
                <a:gd name="csY14" fmla="*/ 294280 h 687679"/>
                <a:gd name="csX15" fmla="*/ 374516 w 842483"/>
                <a:gd name="csY15" fmla="*/ 310821 h 687679"/>
                <a:gd name="csX16" fmla="*/ 380476 w 842483"/>
                <a:gd name="csY16" fmla="*/ 314826 h 687679"/>
                <a:gd name="csX17" fmla="*/ 417879 w 842483"/>
                <a:gd name="csY17" fmla="*/ 311864 h 687679"/>
                <a:gd name="csX18" fmla="*/ 442764 w 842483"/>
                <a:gd name="csY18" fmla="*/ 315012 h 687679"/>
                <a:gd name="csX19" fmla="*/ 470406 w 842483"/>
                <a:gd name="csY19" fmla="*/ 301042 h 687679"/>
                <a:gd name="csX20" fmla="*/ 492590 w 842483"/>
                <a:gd name="csY20" fmla="*/ 265968 h 687679"/>
                <a:gd name="csX21" fmla="*/ 494043 w 842483"/>
                <a:gd name="csY21" fmla="*/ 262317 h 687679"/>
                <a:gd name="csX22" fmla="*/ 478304 w 842483"/>
                <a:gd name="csY22" fmla="*/ 230652 h 687679"/>
                <a:gd name="csX23" fmla="*/ 454182 w 842483"/>
                <a:gd name="csY23" fmla="*/ 229124 h 687679"/>
                <a:gd name="csX24" fmla="*/ 452208 w 842483"/>
                <a:gd name="csY24" fmla="*/ 226535 h 687679"/>
                <a:gd name="csX25" fmla="*/ 468320 w 842483"/>
                <a:gd name="csY25" fmla="*/ 198819 h 687679"/>
                <a:gd name="csX26" fmla="*/ 466141 w 842483"/>
                <a:gd name="csY26" fmla="*/ 177286 h 687679"/>
                <a:gd name="csX27" fmla="*/ 454294 w 842483"/>
                <a:gd name="csY27" fmla="*/ 158064 h 687679"/>
                <a:gd name="csX28" fmla="*/ 450289 w 842483"/>
                <a:gd name="csY28" fmla="*/ 135879 h 687679"/>
                <a:gd name="csX29" fmla="*/ 463812 w 842483"/>
                <a:gd name="csY29" fmla="*/ 91138 h 687679"/>
                <a:gd name="csX30" fmla="*/ 492795 w 842483"/>
                <a:gd name="csY30" fmla="*/ 53270 h 687679"/>
                <a:gd name="csX31" fmla="*/ 529080 w 842483"/>
                <a:gd name="csY31" fmla="*/ 22797 h 687679"/>
                <a:gd name="csX32" fmla="*/ 575833 w 842483"/>
                <a:gd name="csY32" fmla="*/ 2624 h 687679"/>
                <a:gd name="csX33" fmla="*/ 638456 w 842483"/>
                <a:gd name="csY33" fmla="*/ 23579 h 687679"/>
                <a:gd name="csX34" fmla="*/ 645050 w 842483"/>
                <a:gd name="csY34" fmla="*/ 31291 h 687679"/>
                <a:gd name="csX35" fmla="*/ 655425 w 842483"/>
                <a:gd name="csY35" fmla="*/ 75641 h 687679"/>
                <a:gd name="csX36" fmla="*/ 607238 w 842483"/>
                <a:gd name="csY36" fmla="*/ 170711 h 687679"/>
                <a:gd name="csX37" fmla="*/ 574045 w 842483"/>
                <a:gd name="csY37" fmla="*/ 195988 h 687679"/>
                <a:gd name="csX38" fmla="*/ 537630 w 842483"/>
                <a:gd name="csY38" fmla="*/ 196286 h 687679"/>
                <a:gd name="csX39" fmla="*/ 515538 w 842483"/>
                <a:gd name="csY39" fmla="*/ 195596 h 687679"/>
                <a:gd name="csX40" fmla="*/ 481955 w 842483"/>
                <a:gd name="csY40" fmla="*/ 224281 h 687679"/>
                <a:gd name="csX41" fmla="*/ 483221 w 842483"/>
                <a:gd name="csY41" fmla="*/ 228100 h 687679"/>
                <a:gd name="csX42" fmla="*/ 500693 w 842483"/>
                <a:gd name="csY42" fmla="*/ 250415 h 687679"/>
                <a:gd name="csX43" fmla="*/ 500507 w 842483"/>
                <a:gd name="csY43" fmla="*/ 256543 h 687679"/>
                <a:gd name="csX44" fmla="*/ 487803 w 842483"/>
                <a:gd name="csY44" fmla="*/ 287780 h 687679"/>
                <a:gd name="csX45" fmla="*/ 432333 w 842483"/>
                <a:gd name="csY45" fmla="*/ 319650 h 687679"/>
                <a:gd name="csX46" fmla="*/ 414787 w 842483"/>
                <a:gd name="csY46" fmla="*/ 315627 h 687679"/>
                <a:gd name="csX47" fmla="*/ 399289 w 842483"/>
                <a:gd name="csY47" fmla="*/ 312888 h 687679"/>
                <a:gd name="csX48" fmla="*/ 387536 w 842483"/>
                <a:gd name="csY48" fmla="*/ 317452 h 687679"/>
                <a:gd name="csX49" fmla="*/ 408770 w 842483"/>
                <a:gd name="csY49" fmla="*/ 322928 h 687679"/>
                <a:gd name="csX50" fmla="*/ 454424 w 842483"/>
                <a:gd name="csY50" fmla="*/ 323841 h 687679"/>
                <a:gd name="csX51" fmla="*/ 497228 w 842483"/>
                <a:gd name="csY51" fmla="*/ 330751 h 687679"/>
                <a:gd name="csX52" fmla="*/ 522840 w 842483"/>
                <a:gd name="csY52" fmla="*/ 320265 h 687679"/>
                <a:gd name="csX53" fmla="*/ 546477 w 842483"/>
                <a:gd name="csY53" fmla="*/ 295398 h 687679"/>
                <a:gd name="csX54" fmla="*/ 587605 w 842483"/>
                <a:gd name="csY54" fmla="*/ 280832 h 687679"/>
                <a:gd name="csX55" fmla="*/ 665669 w 842483"/>
                <a:gd name="csY55" fmla="*/ 287985 h 687679"/>
                <a:gd name="csX56" fmla="*/ 752712 w 842483"/>
                <a:gd name="csY56" fmla="*/ 319911 h 687679"/>
                <a:gd name="csX57" fmla="*/ 817197 w 842483"/>
                <a:gd name="csY57" fmla="*/ 369532 h 687679"/>
                <a:gd name="csX58" fmla="*/ 840704 w 842483"/>
                <a:gd name="csY58" fmla="*/ 410883 h 687679"/>
                <a:gd name="csX59" fmla="*/ 834930 w 842483"/>
                <a:gd name="csY59" fmla="*/ 459201 h 687679"/>
                <a:gd name="csX60" fmla="*/ 803414 w 842483"/>
                <a:gd name="csY60" fmla="*/ 483471 h 687679"/>
                <a:gd name="csX61" fmla="*/ 679006 w 842483"/>
                <a:gd name="csY61" fmla="*/ 481609 h 687679"/>
                <a:gd name="csX62" fmla="*/ 578050 w 842483"/>
                <a:gd name="csY62" fmla="*/ 453184 h 687679"/>
                <a:gd name="csX63" fmla="*/ 553611 w 842483"/>
                <a:gd name="csY63" fmla="*/ 445957 h 687679"/>
                <a:gd name="csX64" fmla="*/ 561863 w 842483"/>
                <a:gd name="csY64" fmla="*/ 470135 h 687679"/>
                <a:gd name="csX65" fmla="*/ 572871 w 842483"/>
                <a:gd name="csY65" fmla="*/ 513255 h 687679"/>
                <a:gd name="csX66" fmla="*/ 570170 w 842483"/>
                <a:gd name="csY66" fmla="*/ 529628 h 687679"/>
                <a:gd name="csX67" fmla="*/ 550277 w 842483"/>
                <a:gd name="csY67" fmla="*/ 559449 h 687679"/>
                <a:gd name="csX68" fmla="*/ 464855 w 842483"/>
                <a:gd name="csY68" fmla="*/ 569843 h 687679"/>
                <a:gd name="csX69" fmla="*/ 411732 w 842483"/>
                <a:gd name="csY69" fmla="*/ 515863 h 687679"/>
                <a:gd name="csX70" fmla="*/ 414470 w 842483"/>
                <a:gd name="csY70" fmla="*/ 452551 h 687679"/>
                <a:gd name="csX71" fmla="*/ 420915 w 842483"/>
                <a:gd name="csY71" fmla="*/ 440630 h 687679"/>
                <a:gd name="csX72" fmla="*/ 422740 w 842483"/>
                <a:gd name="csY72" fmla="*/ 431391 h 687679"/>
                <a:gd name="csX73" fmla="*/ 414899 w 842483"/>
                <a:gd name="csY73" fmla="*/ 396187 h 687679"/>
                <a:gd name="csX74" fmla="*/ 408714 w 842483"/>
                <a:gd name="csY74" fmla="*/ 385979 h 687679"/>
                <a:gd name="csX75" fmla="*/ 406926 w 842483"/>
                <a:gd name="csY75" fmla="*/ 396652 h 687679"/>
                <a:gd name="csX76" fmla="*/ 366227 w 842483"/>
                <a:gd name="csY76" fmla="*/ 449552 h 687679"/>
                <a:gd name="csX77" fmla="*/ 347489 w 842483"/>
                <a:gd name="csY77" fmla="*/ 459964 h 687679"/>
                <a:gd name="csX78" fmla="*/ 324280 w 842483"/>
                <a:gd name="csY78" fmla="*/ 466465 h 687679"/>
                <a:gd name="csX79" fmla="*/ 299152 w 842483"/>
                <a:gd name="csY79" fmla="*/ 456872 h 687679"/>
                <a:gd name="csX80" fmla="*/ 279781 w 842483"/>
                <a:gd name="csY80" fmla="*/ 415111 h 687679"/>
                <a:gd name="csX81" fmla="*/ 279669 w 842483"/>
                <a:gd name="csY81" fmla="*/ 410585 h 687679"/>
                <a:gd name="csX82" fmla="*/ 276447 w 842483"/>
                <a:gd name="csY82" fmla="*/ 408592 h 687679"/>
                <a:gd name="csX83" fmla="*/ 245713 w 842483"/>
                <a:gd name="csY83" fmla="*/ 436607 h 687679"/>
                <a:gd name="csX84" fmla="*/ 245061 w 842483"/>
                <a:gd name="csY84" fmla="*/ 451266 h 687679"/>
                <a:gd name="csX85" fmla="*/ 260223 w 842483"/>
                <a:gd name="csY85" fmla="*/ 491928 h 687679"/>
                <a:gd name="csX86" fmla="*/ 267189 w 842483"/>
                <a:gd name="csY86" fmla="*/ 538718 h 687679"/>
                <a:gd name="csX87" fmla="*/ 262588 w 842483"/>
                <a:gd name="csY87" fmla="*/ 549484 h 687679"/>
                <a:gd name="csX88" fmla="*/ 201158 w 842483"/>
                <a:gd name="csY88" fmla="*/ 616074 h 687679"/>
                <a:gd name="csX89" fmla="*/ 170312 w 842483"/>
                <a:gd name="csY89" fmla="*/ 645746 h 687679"/>
                <a:gd name="csX90" fmla="*/ 134865 w 842483"/>
                <a:gd name="csY90" fmla="*/ 669123 h 687679"/>
                <a:gd name="csX91" fmla="*/ 74217 w 842483"/>
                <a:gd name="csY91" fmla="*/ 686148 h 687679"/>
                <a:gd name="csX92" fmla="*/ 29662 w 842483"/>
                <a:gd name="csY92" fmla="*/ 683708 h 687679"/>
                <a:gd name="csX93" fmla="*/ 14872 w 842483"/>
                <a:gd name="csY93" fmla="*/ 671973 h 687679"/>
                <a:gd name="csX94" fmla="*/ 269 w 842483"/>
                <a:gd name="csY94" fmla="*/ 625928 h 687679"/>
                <a:gd name="csX95" fmla="*/ 28079 w 842483"/>
                <a:gd name="csY95" fmla="*/ 528156 h 687679"/>
                <a:gd name="csX96" fmla="*/ 74645 w 842483"/>
                <a:gd name="csY96" fmla="*/ 467545 h 687679"/>
                <a:gd name="csX97" fmla="*/ 99661 w 842483"/>
                <a:gd name="csY97" fmla="*/ 439233 h 687679"/>
                <a:gd name="csX98" fmla="*/ 151350 w 842483"/>
                <a:gd name="csY98" fmla="*/ 415149 h 687679"/>
                <a:gd name="csX99" fmla="*/ 183406 w 842483"/>
                <a:gd name="csY99" fmla="*/ 415391 h 687679"/>
                <a:gd name="csX100" fmla="*/ 200841 w 842483"/>
                <a:gd name="csY100" fmla="*/ 415409 h 687679"/>
                <a:gd name="csX101" fmla="*/ 233959 w 842483"/>
                <a:gd name="csY101" fmla="*/ 404867 h 687679"/>
                <a:gd name="csX102" fmla="*/ 281550 w 842483"/>
                <a:gd name="csY102" fmla="*/ 371506 h 687679"/>
                <a:gd name="csX103" fmla="*/ 298277 w 842483"/>
                <a:gd name="csY103" fmla="*/ 354873 h 687679"/>
                <a:gd name="csX104" fmla="*/ 302617 w 842483"/>
                <a:gd name="csY104" fmla="*/ 351297 h 687679"/>
                <a:gd name="csX105" fmla="*/ 327893 w 842483"/>
                <a:gd name="csY105" fmla="*/ 318123 h 687679"/>
                <a:gd name="csX106" fmla="*/ 327577 w 842483"/>
                <a:gd name="csY106" fmla="*/ 316427 h 687679"/>
                <a:gd name="csX107" fmla="*/ 328936 w 842483"/>
                <a:gd name="csY107" fmla="*/ 315329 h 687679"/>
                <a:gd name="csX108" fmla="*/ 332308 w 842483"/>
                <a:gd name="csY108" fmla="*/ 318514 h 687679"/>
                <a:gd name="csX109" fmla="*/ 316922 w 842483"/>
                <a:gd name="csY109" fmla="*/ 345373 h 687679"/>
                <a:gd name="csX110" fmla="*/ 309006 w 842483"/>
                <a:gd name="csY110" fmla="*/ 352507 h 687679"/>
                <a:gd name="csX111" fmla="*/ 286058 w 842483"/>
                <a:gd name="csY111" fmla="*/ 386482 h 687679"/>
                <a:gd name="csX112" fmla="*/ 285425 w 842483"/>
                <a:gd name="csY112" fmla="*/ 427498 h 687679"/>
                <a:gd name="csX113" fmla="*/ 318859 w 842483"/>
                <a:gd name="csY113" fmla="*/ 461883 h 687679"/>
                <a:gd name="csX114" fmla="*/ 339740 w 842483"/>
                <a:gd name="csY114" fmla="*/ 458400 h 687679"/>
                <a:gd name="csX115" fmla="*/ 383848 w 842483"/>
                <a:gd name="csY115" fmla="*/ 430534 h 687679"/>
                <a:gd name="csX116" fmla="*/ 404673 w 842483"/>
                <a:gd name="csY116" fmla="*/ 383074 h 687679"/>
                <a:gd name="csX117" fmla="*/ 407932 w 842483"/>
                <a:gd name="csY117" fmla="*/ 347143 h 687679"/>
                <a:gd name="csX118" fmla="*/ 406870 w 842483"/>
                <a:gd name="csY118" fmla="*/ 338202 h 687679"/>
                <a:gd name="csX119" fmla="*/ 385841 w 842483"/>
                <a:gd name="csY119" fmla="*/ 322127 h 687679"/>
                <a:gd name="csX120" fmla="*/ 371778 w 842483"/>
                <a:gd name="csY120" fmla="*/ 321066 h 687679"/>
                <a:gd name="csX121" fmla="*/ 369543 w 842483"/>
                <a:gd name="csY121" fmla="*/ 317415 h 687679"/>
                <a:gd name="csX122" fmla="*/ 361477 w 842483"/>
                <a:gd name="csY122" fmla="*/ 292772 h 687679"/>
                <a:gd name="csX123" fmla="*/ 334785 w 842483"/>
                <a:gd name="csY123" fmla="*/ 282769 h 687679"/>
                <a:gd name="csX124" fmla="*/ 330892 w 842483"/>
                <a:gd name="csY124" fmla="*/ 283421 h 687679"/>
                <a:gd name="csX125" fmla="*/ 307032 w 842483"/>
                <a:gd name="csY125" fmla="*/ 308232 h 687679"/>
                <a:gd name="csX126" fmla="*/ 308354 w 842483"/>
                <a:gd name="csY126" fmla="*/ 315794 h 687679"/>
                <a:gd name="csX127" fmla="*/ 314687 w 842483"/>
                <a:gd name="csY127" fmla="*/ 316875 h 687679"/>
                <a:gd name="csX128" fmla="*/ 320275 w 842483"/>
                <a:gd name="csY128" fmla="*/ 319221 h 68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842483" h="687679">
                  <a:moveTo>
                    <a:pt x="320275" y="319221"/>
                  </a:moveTo>
                  <a:cubicBezTo>
                    <a:pt x="316531" y="319408"/>
                    <a:pt x="312769" y="319557"/>
                    <a:pt x="309025" y="319799"/>
                  </a:cubicBezTo>
                  <a:cubicBezTo>
                    <a:pt x="304573" y="320097"/>
                    <a:pt x="302803" y="317526"/>
                    <a:pt x="302747" y="313633"/>
                  </a:cubicBezTo>
                  <a:cubicBezTo>
                    <a:pt x="302710" y="310635"/>
                    <a:pt x="302673" y="307431"/>
                    <a:pt x="303660" y="304693"/>
                  </a:cubicBezTo>
                  <a:cubicBezTo>
                    <a:pt x="305467" y="299775"/>
                    <a:pt x="303511" y="297819"/>
                    <a:pt x="299227" y="295789"/>
                  </a:cubicBezTo>
                  <a:cubicBezTo>
                    <a:pt x="289373" y="291114"/>
                    <a:pt x="279594" y="286290"/>
                    <a:pt x="269219" y="282844"/>
                  </a:cubicBezTo>
                  <a:cubicBezTo>
                    <a:pt x="266332" y="281894"/>
                    <a:pt x="263426" y="281223"/>
                    <a:pt x="260390" y="281167"/>
                  </a:cubicBezTo>
                  <a:cubicBezTo>
                    <a:pt x="259124" y="281838"/>
                    <a:pt x="258155" y="281707"/>
                    <a:pt x="257689" y="280199"/>
                  </a:cubicBezTo>
                  <a:cubicBezTo>
                    <a:pt x="260111" y="276119"/>
                    <a:pt x="263892" y="277237"/>
                    <a:pt x="267226" y="278094"/>
                  </a:cubicBezTo>
                  <a:cubicBezTo>
                    <a:pt x="276931" y="280590"/>
                    <a:pt x="286058" y="284576"/>
                    <a:pt x="294980" y="289084"/>
                  </a:cubicBezTo>
                  <a:cubicBezTo>
                    <a:pt x="295651" y="289419"/>
                    <a:pt x="296265" y="289866"/>
                    <a:pt x="296917" y="290238"/>
                  </a:cubicBezTo>
                  <a:cubicBezTo>
                    <a:pt x="304536" y="294504"/>
                    <a:pt x="304983" y="294411"/>
                    <a:pt x="309881" y="287314"/>
                  </a:cubicBezTo>
                  <a:cubicBezTo>
                    <a:pt x="311073" y="284948"/>
                    <a:pt x="313029" y="283291"/>
                    <a:pt x="315115" y="281745"/>
                  </a:cubicBezTo>
                  <a:cubicBezTo>
                    <a:pt x="319809" y="277032"/>
                    <a:pt x="326124" y="278522"/>
                    <a:pt x="331730" y="277684"/>
                  </a:cubicBezTo>
                  <a:cubicBezTo>
                    <a:pt x="347619" y="275337"/>
                    <a:pt x="360658" y="279957"/>
                    <a:pt x="369468" y="294280"/>
                  </a:cubicBezTo>
                  <a:cubicBezTo>
                    <a:pt x="372635" y="299440"/>
                    <a:pt x="374125" y="304991"/>
                    <a:pt x="374516" y="310821"/>
                  </a:cubicBezTo>
                  <a:cubicBezTo>
                    <a:pt x="374814" y="315217"/>
                    <a:pt x="376323" y="316707"/>
                    <a:pt x="380476" y="314826"/>
                  </a:cubicBezTo>
                  <a:cubicBezTo>
                    <a:pt x="392453" y="307729"/>
                    <a:pt x="404859" y="307449"/>
                    <a:pt x="417879" y="311864"/>
                  </a:cubicBezTo>
                  <a:cubicBezTo>
                    <a:pt x="425870" y="314565"/>
                    <a:pt x="434010" y="316055"/>
                    <a:pt x="442764" y="315012"/>
                  </a:cubicBezTo>
                  <a:cubicBezTo>
                    <a:pt x="453903" y="313671"/>
                    <a:pt x="462303" y="308008"/>
                    <a:pt x="470406" y="301042"/>
                  </a:cubicBezTo>
                  <a:cubicBezTo>
                    <a:pt x="481396" y="291580"/>
                    <a:pt x="489349" y="280292"/>
                    <a:pt x="492590" y="265968"/>
                  </a:cubicBezTo>
                  <a:cubicBezTo>
                    <a:pt x="492870" y="264683"/>
                    <a:pt x="493298" y="263379"/>
                    <a:pt x="494043" y="262317"/>
                  </a:cubicBezTo>
                  <a:cubicBezTo>
                    <a:pt x="502258" y="250694"/>
                    <a:pt x="491082" y="232626"/>
                    <a:pt x="478304" y="230652"/>
                  </a:cubicBezTo>
                  <a:cubicBezTo>
                    <a:pt x="470220" y="229404"/>
                    <a:pt x="462192" y="230149"/>
                    <a:pt x="454182" y="229124"/>
                  </a:cubicBezTo>
                  <a:cubicBezTo>
                    <a:pt x="453046" y="228640"/>
                    <a:pt x="451686" y="228286"/>
                    <a:pt x="452208" y="226535"/>
                  </a:cubicBezTo>
                  <a:cubicBezTo>
                    <a:pt x="457460" y="217222"/>
                    <a:pt x="464520" y="208989"/>
                    <a:pt x="468320" y="198819"/>
                  </a:cubicBezTo>
                  <a:cubicBezTo>
                    <a:pt x="471170" y="191238"/>
                    <a:pt x="470536" y="184141"/>
                    <a:pt x="466141" y="177286"/>
                  </a:cubicBezTo>
                  <a:cubicBezTo>
                    <a:pt x="462080" y="170953"/>
                    <a:pt x="458280" y="164453"/>
                    <a:pt x="454294" y="158064"/>
                  </a:cubicBezTo>
                  <a:cubicBezTo>
                    <a:pt x="450010" y="151191"/>
                    <a:pt x="448278" y="143665"/>
                    <a:pt x="450289" y="135879"/>
                  </a:cubicBezTo>
                  <a:cubicBezTo>
                    <a:pt x="454182" y="120792"/>
                    <a:pt x="457609" y="105462"/>
                    <a:pt x="463812" y="91138"/>
                  </a:cubicBezTo>
                  <a:cubicBezTo>
                    <a:pt x="470238" y="76274"/>
                    <a:pt x="481265" y="64297"/>
                    <a:pt x="492795" y="53270"/>
                  </a:cubicBezTo>
                  <a:cubicBezTo>
                    <a:pt x="504176" y="42374"/>
                    <a:pt x="516824" y="32762"/>
                    <a:pt x="529080" y="22797"/>
                  </a:cubicBezTo>
                  <a:cubicBezTo>
                    <a:pt x="542733" y="11696"/>
                    <a:pt x="559311" y="7300"/>
                    <a:pt x="575833" y="2624"/>
                  </a:cubicBezTo>
                  <a:cubicBezTo>
                    <a:pt x="601612" y="-4659"/>
                    <a:pt x="621953" y="3500"/>
                    <a:pt x="638456" y="23579"/>
                  </a:cubicBezTo>
                  <a:cubicBezTo>
                    <a:pt x="640598" y="26187"/>
                    <a:pt x="642610" y="28981"/>
                    <a:pt x="645050" y="31291"/>
                  </a:cubicBezTo>
                  <a:cubicBezTo>
                    <a:pt x="658386" y="43808"/>
                    <a:pt x="656784" y="59845"/>
                    <a:pt x="655425" y="75641"/>
                  </a:cubicBezTo>
                  <a:cubicBezTo>
                    <a:pt x="652128" y="113714"/>
                    <a:pt x="633818" y="144522"/>
                    <a:pt x="607238" y="170711"/>
                  </a:cubicBezTo>
                  <a:cubicBezTo>
                    <a:pt x="597365" y="180434"/>
                    <a:pt x="585500" y="188053"/>
                    <a:pt x="574045" y="195988"/>
                  </a:cubicBezTo>
                  <a:cubicBezTo>
                    <a:pt x="561956" y="204351"/>
                    <a:pt x="549476" y="201874"/>
                    <a:pt x="537630" y="196286"/>
                  </a:cubicBezTo>
                  <a:cubicBezTo>
                    <a:pt x="529937" y="192653"/>
                    <a:pt x="522952" y="191964"/>
                    <a:pt x="515538" y="195596"/>
                  </a:cubicBezTo>
                  <a:cubicBezTo>
                    <a:pt x="501904" y="202265"/>
                    <a:pt x="490933" y="212118"/>
                    <a:pt x="481955" y="224281"/>
                  </a:cubicBezTo>
                  <a:cubicBezTo>
                    <a:pt x="480409" y="226368"/>
                    <a:pt x="480483" y="227206"/>
                    <a:pt x="483221" y="228100"/>
                  </a:cubicBezTo>
                  <a:cubicBezTo>
                    <a:pt x="493931" y="231602"/>
                    <a:pt x="498495" y="240189"/>
                    <a:pt x="500693" y="250415"/>
                  </a:cubicBezTo>
                  <a:cubicBezTo>
                    <a:pt x="501121" y="252370"/>
                    <a:pt x="501326" y="254848"/>
                    <a:pt x="500507" y="256543"/>
                  </a:cubicBezTo>
                  <a:cubicBezTo>
                    <a:pt x="495571" y="266694"/>
                    <a:pt x="494546" y="278615"/>
                    <a:pt x="487803" y="287780"/>
                  </a:cubicBezTo>
                  <a:cubicBezTo>
                    <a:pt x="474113" y="306406"/>
                    <a:pt x="457945" y="321419"/>
                    <a:pt x="432333" y="319650"/>
                  </a:cubicBezTo>
                  <a:cubicBezTo>
                    <a:pt x="426261" y="319240"/>
                    <a:pt x="420449" y="317694"/>
                    <a:pt x="414787" y="315627"/>
                  </a:cubicBezTo>
                  <a:cubicBezTo>
                    <a:pt x="409758" y="313801"/>
                    <a:pt x="404542" y="313280"/>
                    <a:pt x="399289" y="312888"/>
                  </a:cubicBezTo>
                  <a:cubicBezTo>
                    <a:pt x="395192" y="312590"/>
                    <a:pt x="391485" y="313708"/>
                    <a:pt x="387536" y="317452"/>
                  </a:cubicBezTo>
                  <a:cubicBezTo>
                    <a:pt x="395322" y="318458"/>
                    <a:pt x="401059" y="323021"/>
                    <a:pt x="408770" y="322928"/>
                  </a:cubicBezTo>
                  <a:cubicBezTo>
                    <a:pt x="423988" y="322742"/>
                    <a:pt x="439374" y="320991"/>
                    <a:pt x="454424" y="323841"/>
                  </a:cubicBezTo>
                  <a:cubicBezTo>
                    <a:pt x="468636" y="326523"/>
                    <a:pt x="482830" y="329243"/>
                    <a:pt x="497228" y="330751"/>
                  </a:cubicBezTo>
                  <a:cubicBezTo>
                    <a:pt x="507510" y="331832"/>
                    <a:pt x="515892" y="327734"/>
                    <a:pt x="522840" y="320265"/>
                  </a:cubicBezTo>
                  <a:cubicBezTo>
                    <a:pt x="530626" y="311883"/>
                    <a:pt x="538002" y="303016"/>
                    <a:pt x="546477" y="295398"/>
                  </a:cubicBezTo>
                  <a:cubicBezTo>
                    <a:pt x="557989" y="285060"/>
                    <a:pt x="572462" y="280590"/>
                    <a:pt x="587605" y="280832"/>
                  </a:cubicBezTo>
                  <a:cubicBezTo>
                    <a:pt x="613757" y="281260"/>
                    <a:pt x="639965" y="283309"/>
                    <a:pt x="665669" y="287985"/>
                  </a:cubicBezTo>
                  <a:cubicBezTo>
                    <a:pt x="696348" y="293573"/>
                    <a:pt x="725237" y="304898"/>
                    <a:pt x="752712" y="319911"/>
                  </a:cubicBezTo>
                  <a:cubicBezTo>
                    <a:pt x="776852" y="333117"/>
                    <a:pt x="798962" y="348875"/>
                    <a:pt x="817197" y="369532"/>
                  </a:cubicBezTo>
                  <a:cubicBezTo>
                    <a:pt x="827833" y="381583"/>
                    <a:pt x="836606" y="395013"/>
                    <a:pt x="840704" y="410883"/>
                  </a:cubicBezTo>
                  <a:cubicBezTo>
                    <a:pt x="845044" y="427722"/>
                    <a:pt x="840797" y="443219"/>
                    <a:pt x="834930" y="459201"/>
                  </a:cubicBezTo>
                  <a:cubicBezTo>
                    <a:pt x="829193" y="474847"/>
                    <a:pt x="817849" y="480435"/>
                    <a:pt x="803414" y="483471"/>
                  </a:cubicBezTo>
                  <a:cubicBezTo>
                    <a:pt x="761802" y="492244"/>
                    <a:pt x="720245" y="490531"/>
                    <a:pt x="679006" y="481609"/>
                  </a:cubicBezTo>
                  <a:cubicBezTo>
                    <a:pt x="644807" y="474214"/>
                    <a:pt x="611131" y="464751"/>
                    <a:pt x="578050" y="453184"/>
                  </a:cubicBezTo>
                  <a:cubicBezTo>
                    <a:pt x="570301" y="450483"/>
                    <a:pt x="562124" y="448881"/>
                    <a:pt x="553611" y="445957"/>
                  </a:cubicBezTo>
                  <a:cubicBezTo>
                    <a:pt x="556517" y="454395"/>
                    <a:pt x="559479" y="462181"/>
                    <a:pt x="561863" y="470135"/>
                  </a:cubicBezTo>
                  <a:cubicBezTo>
                    <a:pt x="566128" y="484347"/>
                    <a:pt x="570841" y="498466"/>
                    <a:pt x="572871" y="513255"/>
                  </a:cubicBezTo>
                  <a:cubicBezTo>
                    <a:pt x="573672" y="519048"/>
                    <a:pt x="572909" y="524413"/>
                    <a:pt x="570170" y="529628"/>
                  </a:cubicBezTo>
                  <a:cubicBezTo>
                    <a:pt x="564564" y="540264"/>
                    <a:pt x="560019" y="551757"/>
                    <a:pt x="550277" y="559449"/>
                  </a:cubicBezTo>
                  <a:cubicBezTo>
                    <a:pt x="524014" y="580144"/>
                    <a:pt x="496018" y="586626"/>
                    <a:pt x="464855" y="569843"/>
                  </a:cubicBezTo>
                  <a:cubicBezTo>
                    <a:pt x="441460" y="557233"/>
                    <a:pt x="422070" y="540543"/>
                    <a:pt x="411732" y="515863"/>
                  </a:cubicBezTo>
                  <a:cubicBezTo>
                    <a:pt x="402959" y="494889"/>
                    <a:pt x="403611" y="473227"/>
                    <a:pt x="414470" y="452551"/>
                  </a:cubicBezTo>
                  <a:cubicBezTo>
                    <a:pt x="416575" y="448546"/>
                    <a:pt x="418661" y="444542"/>
                    <a:pt x="420915" y="440630"/>
                  </a:cubicBezTo>
                  <a:cubicBezTo>
                    <a:pt x="422591" y="437724"/>
                    <a:pt x="423132" y="434632"/>
                    <a:pt x="422740" y="431391"/>
                  </a:cubicBezTo>
                  <a:cubicBezTo>
                    <a:pt x="421232" y="419414"/>
                    <a:pt x="418847" y="407605"/>
                    <a:pt x="414899" y="396187"/>
                  </a:cubicBezTo>
                  <a:cubicBezTo>
                    <a:pt x="413762" y="392927"/>
                    <a:pt x="411304" y="390133"/>
                    <a:pt x="408714" y="385979"/>
                  </a:cubicBezTo>
                  <a:cubicBezTo>
                    <a:pt x="407988" y="390338"/>
                    <a:pt x="407597" y="393523"/>
                    <a:pt x="406926" y="396652"/>
                  </a:cubicBezTo>
                  <a:cubicBezTo>
                    <a:pt x="401804" y="420774"/>
                    <a:pt x="386567" y="437184"/>
                    <a:pt x="366227" y="449552"/>
                  </a:cubicBezTo>
                  <a:cubicBezTo>
                    <a:pt x="360118" y="453259"/>
                    <a:pt x="353747" y="456518"/>
                    <a:pt x="347489" y="459964"/>
                  </a:cubicBezTo>
                  <a:cubicBezTo>
                    <a:pt x="340261" y="463932"/>
                    <a:pt x="332196" y="465329"/>
                    <a:pt x="324280" y="466465"/>
                  </a:cubicBezTo>
                  <a:cubicBezTo>
                    <a:pt x="314482" y="467881"/>
                    <a:pt x="306771" y="462311"/>
                    <a:pt x="299152" y="456872"/>
                  </a:cubicBezTo>
                  <a:cubicBezTo>
                    <a:pt x="284698" y="446553"/>
                    <a:pt x="280097" y="431875"/>
                    <a:pt x="279781" y="415111"/>
                  </a:cubicBezTo>
                  <a:cubicBezTo>
                    <a:pt x="279743" y="413603"/>
                    <a:pt x="279706" y="412094"/>
                    <a:pt x="279669" y="410585"/>
                  </a:cubicBezTo>
                  <a:cubicBezTo>
                    <a:pt x="279632" y="408257"/>
                    <a:pt x="279259" y="406878"/>
                    <a:pt x="276447" y="408592"/>
                  </a:cubicBezTo>
                  <a:cubicBezTo>
                    <a:pt x="264358" y="415912"/>
                    <a:pt x="254672" y="425915"/>
                    <a:pt x="245713" y="436607"/>
                  </a:cubicBezTo>
                  <a:cubicBezTo>
                    <a:pt x="242043" y="440965"/>
                    <a:pt x="243533" y="446441"/>
                    <a:pt x="245061" y="451266"/>
                  </a:cubicBezTo>
                  <a:cubicBezTo>
                    <a:pt x="249475" y="465050"/>
                    <a:pt x="254448" y="478610"/>
                    <a:pt x="260223" y="491928"/>
                  </a:cubicBezTo>
                  <a:cubicBezTo>
                    <a:pt x="266630" y="506736"/>
                    <a:pt x="269834" y="522382"/>
                    <a:pt x="267189" y="538718"/>
                  </a:cubicBezTo>
                  <a:cubicBezTo>
                    <a:pt x="266556" y="542685"/>
                    <a:pt x="264805" y="546094"/>
                    <a:pt x="262588" y="549484"/>
                  </a:cubicBezTo>
                  <a:cubicBezTo>
                    <a:pt x="245862" y="575152"/>
                    <a:pt x="222876" y="595008"/>
                    <a:pt x="201158" y="616074"/>
                  </a:cubicBezTo>
                  <a:cubicBezTo>
                    <a:pt x="190913" y="626002"/>
                    <a:pt x="179383" y="634589"/>
                    <a:pt x="170312" y="645746"/>
                  </a:cubicBezTo>
                  <a:cubicBezTo>
                    <a:pt x="160961" y="657239"/>
                    <a:pt x="148072" y="663759"/>
                    <a:pt x="134865" y="669123"/>
                  </a:cubicBezTo>
                  <a:cubicBezTo>
                    <a:pt x="115344" y="677058"/>
                    <a:pt x="95470" y="684378"/>
                    <a:pt x="74217" y="686148"/>
                  </a:cubicBezTo>
                  <a:cubicBezTo>
                    <a:pt x="59315" y="687377"/>
                    <a:pt x="44265" y="689817"/>
                    <a:pt x="29662" y="683708"/>
                  </a:cubicBezTo>
                  <a:cubicBezTo>
                    <a:pt x="23571" y="681156"/>
                    <a:pt x="18635" y="677430"/>
                    <a:pt x="14872" y="671973"/>
                  </a:cubicBezTo>
                  <a:cubicBezTo>
                    <a:pt x="5298" y="658096"/>
                    <a:pt x="1349" y="642822"/>
                    <a:pt x="269" y="625928"/>
                  </a:cubicBezTo>
                  <a:cubicBezTo>
                    <a:pt x="-2022" y="589829"/>
                    <a:pt x="10588" y="558276"/>
                    <a:pt x="28079" y="528156"/>
                  </a:cubicBezTo>
                  <a:cubicBezTo>
                    <a:pt x="40931" y="506009"/>
                    <a:pt x="55758" y="485203"/>
                    <a:pt x="74645" y="467545"/>
                  </a:cubicBezTo>
                  <a:cubicBezTo>
                    <a:pt x="83865" y="458921"/>
                    <a:pt x="91782" y="449105"/>
                    <a:pt x="99661" y="439233"/>
                  </a:cubicBezTo>
                  <a:cubicBezTo>
                    <a:pt x="112811" y="422748"/>
                    <a:pt x="130097" y="414553"/>
                    <a:pt x="151350" y="415149"/>
                  </a:cubicBezTo>
                  <a:cubicBezTo>
                    <a:pt x="162042" y="415447"/>
                    <a:pt x="172677" y="416881"/>
                    <a:pt x="183406" y="415391"/>
                  </a:cubicBezTo>
                  <a:cubicBezTo>
                    <a:pt x="189143" y="414609"/>
                    <a:pt x="194992" y="414571"/>
                    <a:pt x="200841" y="415409"/>
                  </a:cubicBezTo>
                  <a:cubicBezTo>
                    <a:pt x="213507" y="417235"/>
                    <a:pt x="224068" y="411572"/>
                    <a:pt x="233959" y="404867"/>
                  </a:cubicBezTo>
                  <a:cubicBezTo>
                    <a:pt x="249978" y="393989"/>
                    <a:pt x="265531" y="382403"/>
                    <a:pt x="281550" y="371506"/>
                  </a:cubicBezTo>
                  <a:cubicBezTo>
                    <a:pt x="288256" y="366943"/>
                    <a:pt x="292410" y="360107"/>
                    <a:pt x="298277" y="354873"/>
                  </a:cubicBezTo>
                  <a:cubicBezTo>
                    <a:pt x="299674" y="353625"/>
                    <a:pt x="300978" y="352079"/>
                    <a:pt x="302617" y="351297"/>
                  </a:cubicBezTo>
                  <a:cubicBezTo>
                    <a:pt x="316755" y="344554"/>
                    <a:pt x="320759" y="330155"/>
                    <a:pt x="327893" y="318123"/>
                  </a:cubicBezTo>
                  <a:cubicBezTo>
                    <a:pt x="327521" y="317601"/>
                    <a:pt x="327428" y="317042"/>
                    <a:pt x="327577" y="316427"/>
                  </a:cubicBezTo>
                  <a:cubicBezTo>
                    <a:pt x="327856" y="315869"/>
                    <a:pt x="328322" y="315496"/>
                    <a:pt x="328936" y="315329"/>
                  </a:cubicBezTo>
                  <a:cubicBezTo>
                    <a:pt x="331302" y="315086"/>
                    <a:pt x="332308" y="316260"/>
                    <a:pt x="332308" y="318514"/>
                  </a:cubicBezTo>
                  <a:cubicBezTo>
                    <a:pt x="328136" y="328013"/>
                    <a:pt x="322473" y="336675"/>
                    <a:pt x="316922" y="345373"/>
                  </a:cubicBezTo>
                  <a:cubicBezTo>
                    <a:pt x="315022" y="348335"/>
                    <a:pt x="312210" y="350812"/>
                    <a:pt x="309006" y="352507"/>
                  </a:cubicBezTo>
                  <a:cubicBezTo>
                    <a:pt x="295297" y="359753"/>
                    <a:pt x="288926" y="372363"/>
                    <a:pt x="286058" y="386482"/>
                  </a:cubicBezTo>
                  <a:cubicBezTo>
                    <a:pt x="283338" y="399931"/>
                    <a:pt x="283152" y="413808"/>
                    <a:pt x="285425" y="427498"/>
                  </a:cubicBezTo>
                  <a:cubicBezTo>
                    <a:pt x="288070" y="443517"/>
                    <a:pt x="302841" y="458791"/>
                    <a:pt x="318859" y="461883"/>
                  </a:cubicBezTo>
                  <a:cubicBezTo>
                    <a:pt x="326142" y="463299"/>
                    <a:pt x="333332" y="461026"/>
                    <a:pt x="339740" y="458400"/>
                  </a:cubicBezTo>
                  <a:cubicBezTo>
                    <a:pt x="355964" y="451713"/>
                    <a:pt x="371312" y="443275"/>
                    <a:pt x="383848" y="430534"/>
                  </a:cubicBezTo>
                  <a:cubicBezTo>
                    <a:pt x="396831" y="417328"/>
                    <a:pt x="403574" y="401607"/>
                    <a:pt x="404673" y="383074"/>
                  </a:cubicBezTo>
                  <a:cubicBezTo>
                    <a:pt x="405380" y="371078"/>
                    <a:pt x="408230" y="359250"/>
                    <a:pt x="407932" y="347143"/>
                  </a:cubicBezTo>
                  <a:cubicBezTo>
                    <a:pt x="407858" y="344125"/>
                    <a:pt x="407709" y="341126"/>
                    <a:pt x="406870" y="338202"/>
                  </a:cubicBezTo>
                  <a:cubicBezTo>
                    <a:pt x="403685" y="327287"/>
                    <a:pt x="397203" y="322202"/>
                    <a:pt x="385841" y="322127"/>
                  </a:cubicBezTo>
                  <a:cubicBezTo>
                    <a:pt x="381110" y="322090"/>
                    <a:pt x="376528" y="320786"/>
                    <a:pt x="371778" y="321066"/>
                  </a:cubicBezTo>
                  <a:cubicBezTo>
                    <a:pt x="370083" y="320432"/>
                    <a:pt x="369785" y="318942"/>
                    <a:pt x="369543" y="317415"/>
                  </a:cubicBezTo>
                  <a:cubicBezTo>
                    <a:pt x="368667" y="308623"/>
                    <a:pt x="367717" y="300148"/>
                    <a:pt x="361477" y="292772"/>
                  </a:cubicBezTo>
                  <a:cubicBezTo>
                    <a:pt x="354176" y="284148"/>
                    <a:pt x="345272" y="281856"/>
                    <a:pt x="334785" y="282769"/>
                  </a:cubicBezTo>
                  <a:cubicBezTo>
                    <a:pt x="333481" y="282881"/>
                    <a:pt x="332196" y="283253"/>
                    <a:pt x="330892" y="283421"/>
                  </a:cubicBezTo>
                  <a:cubicBezTo>
                    <a:pt x="316512" y="285228"/>
                    <a:pt x="308168" y="293852"/>
                    <a:pt x="307032" y="308232"/>
                  </a:cubicBezTo>
                  <a:cubicBezTo>
                    <a:pt x="306827" y="310821"/>
                    <a:pt x="306491" y="313522"/>
                    <a:pt x="308354" y="315794"/>
                  </a:cubicBezTo>
                  <a:cubicBezTo>
                    <a:pt x="310273" y="317396"/>
                    <a:pt x="312564" y="316577"/>
                    <a:pt x="314687" y="316875"/>
                  </a:cubicBezTo>
                  <a:cubicBezTo>
                    <a:pt x="316792" y="317173"/>
                    <a:pt x="319306" y="316390"/>
                    <a:pt x="320275" y="319221"/>
                  </a:cubicBezTo>
                  <a:close/>
                </a:path>
              </a:pathLst>
            </a:custGeom>
            <a:solidFill>
              <a:srgbClr val="32382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B702B97A-843A-18D2-9216-00927AB856D7}"/>
                </a:ext>
              </a:extLst>
            </p:cNvPr>
            <p:cNvSpPr/>
            <p:nvPr/>
          </p:nvSpPr>
          <p:spPr>
            <a:xfrm>
              <a:off x="1687301" y="4813444"/>
              <a:ext cx="272564" cy="294707"/>
            </a:xfrm>
            <a:custGeom>
              <a:avLst/>
              <a:gdLst>
                <a:gd name="csX0" fmla="*/ 133367 w 272564"/>
                <a:gd name="csY0" fmla="*/ 279125 h 294707"/>
                <a:gd name="csX1" fmla="*/ 129008 w 272564"/>
                <a:gd name="csY1" fmla="*/ 283744 h 294707"/>
                <a:gd name="csX2" fmla="*/ 97715 w 272564"/>
                <a:gd name="csY2" fmla="*/ 262733 h 294707"/>
                <a:gd name="csX3" fmla="*/ 86037 w 272564"/>
                <a:gd name="csY3" fmla="*/ 232335 h 294707"/>
                <a:gd name="csX4" fmla="*/ 88253 w 272564"/>
                <a:gd name="csY4" fmla="*/ 217284 h 294707"/>
                <a:gd name="csX5" fmla="*/ 82777 w 272564"/>
                <a:gd name="csY5" fmla="*/ 196143 h 294707"/>
                <a:gd name="csX6" fmla="*/ 44965 w 272564"/>
                <a:gd name="csY6" fmla="*/ 165372 h 294707"/>
                <a:gd name="csX7" fmla="*/ 5327 w 272564"/>
                <a:gd name="csY7" fmla="*/ 160920 h 294707"/>
                <a:gd name="csX8" fmla="*/ 0 w 272564"/>
                <a:gd name="csY8" fmla="*/ 158405 h 294707"/>
                <a:gd name="csX9" fmla="*/ 21737 w 272564"/>
                <a:gd name="csY9" fmla="*/ 155220 h 294707"/>
                <a:gd name="csX10" fmla="*/ 53533 w 272564"/>
                <a:gd name="csY10" fmla="*/ 166005 h 294707"/>
                <a:gd name="csX11" fmla="*/ 75755 w 272564"/>
                <a:gd name="csY11" fmla="*/ 183179 h 294707"/>
                <a:gd name="csX12" fmla="*/ 89427 w 272564"/>
                <a:gd name="csY12" fmla="*/ 196646 h 294707"/>
                <a:gd name="csX13" fmla="*/ 93748 w 272564"/>
                <a:gd name="csY13" fmla="*/ 218849 h 294707"/>
                <a:gd name="csX14" fmla="*/ 90730 w 272564"/>
                <a:gd name="csY14" fmla="*/ 242356 h 294707"/>
                <a:gd name="csX15" fmla="*/ 95033 w 272564"/>
                <a:gd name="csY15" fmla="*/ 252973 h 294707"/>
                <a:gd name="csX16" fmla="*/ 118037 w 272564"/>
                <a:gd name="csY16" fmla="*/ 270240 h 294707"/>
                <a:gd name="csX17" fmla="*/ 121856 w 272564"/>
                <a:gd name="csY17" fmla="*/ 268694 h 294707"/>
                <a:gd name="csX18" fmla="*/ 136794 w 272564"/>
                <a:gd name="csY18" fmla="*/ 251892 h 294707"/>
                <a:gd name="csX19" fmla="*/ 158587 w 272564"/>
                <a:gd name="csY19" fmla="*/ 244051 h 294707"/>
                <a:gd name="csX20" fmla="*/ 160879 w 272564"/>
                <a:gd name="csY20" fmla="*/ 237494 h 294707"/>
                <a:gd name="csX21" fmla="*/ 151267 w 272564"/>
                <a:gd name="csY21" fmla="*/ 218979 h 294707"/>
                <a:gd name="csX22" fmla="*/ 136571 w 272564"/>
                <a:gd name="csY22" fmla="*/ 212534 h 294707"/>
                <a:gd name="csX23" fmla="*/ 113492 w 272564"/>
                <a:gd name="csY23" fmla="*/ 208958 h 294707"/>
                <a:gd name="csX24" fmla="*/ 89296 w 272564"/>
                <a:gd name="csY24" fmla="*/ 195677 h 294707"/>
                <a:gd name="csX25" fmla="*/ 77878 w 272564"/>
                <a:gd name="csY25" fmla="*/ 182341 h 294707"/>
                <a:gd name="csX26" fmla="*/ 55340 w 272564"/>
                <a:gd name="csY26" fmla="*/ 132421 h 294707"/>
                <a:gd name="csX27" fmla="*/ 46604 w 272564"/>
                <a:gd name="csY27" fmla="*/ 92206 h 294707"/>
                <a:gd name="csX28" fmla="*/ 50404 w 272564"/>
                <a:gd name="csY28" fmla="*/ 48694 h 294707"/>
                <a:gd name="csX29" fmla="*/ 58767 w 272564"/>
                <a:gd name="csY29" fmla="*/ 24759 h 294707"/>
                <a:gd name="csX30" fmla="*/ 94512 w 272564"/>
                <a:gd name="csY30" fmla="*/ 1346 h 294707"/>
                <a:gd name="csX31" fmla="*/ 162387 w 272564"/>
                <a:gd name="csY31" fmla="*/ 25467 h 294707"/>
                <a:gd name="csX32" fmla="*/ 194407 w 272564"/>
                <a:gd name="csY32" fmla="*/ 80900 h 294707"/>
                <a:gd name="csX33" fmla="*/ 202826 w 272564"/>
                <a:gd name="csY33" fmla="*/ 172673 h 294707"/>
                <a:gd name="csX34" fmla="*/ 191780 w 272564"/>
                <a:gd name="csY34" fmla="*/ 197708 h 294707"/>
                <a:gd name="csX35" fmla="*/ 183789 w 272564"/>
                <a:gd name="csY35" fmla="*/ 210653 h 294707"/>
                <a:gd name="csX36" fmla="*/ 182783 w 272564"/>
                <a:gd name="csY36" fmla="*/ 224828 h 294707"/>
                <a:gd name="csX37" fmla="*/ 202919 w 272564"/>
                <a:gd name="csY37" fmla="*/ 286762 h 294707"/>
                <a:gd name="csX38" fmla="*/ 204148 w 272564"/>
                <a:gd name="csY38" fmla="*/ 289444 h 294707"/>
                <a:gd name="csX39" fmla="*/ 207687 w 272564"/>
                <a:gd name="csY39" fmla="*/ 280261 h 294707"/>
                <a:gd name="csX40" fmla="*/ 221210 w 272564"/>
                <a:gd name="csY40" fmla="*/ 248149 h 294707"/>
                <a:gd name="csX41" fmla="*/ 270031 w 272564"/>
                <a:gd name="csY41" fmla="*/ 222444 h 294707"/>
                <a:gd name="csX42" fmla="*/ 272564 w 272564"/>
                <a:gd name="csY42" fmla="*/ 223953 h 294707"/>
                <a:gd name="csX43" fmla="*/ 267665 w 272564"/>
                <a:gd name="csY43" fmla="*/ 226784 h 294707"/>
                <a:gd name="csX44" fmla="*/ 219571 w 272564"/>
                <a:gd name="csY44" fmla="*/ 254891 h 294707"/>
                <a:gd name="csX45" fmla="*/ 211487 w 272564"/>
                <a:gd name="csY45" fmla="*/ 276796 h 294707"/>
                <a:gd name="csX46" fmla="*/ 206179 w 272564"/>
                <a:gd name="csY46" fmla="*/ 292610 h 294707"/>
                <a:gd name="csX47" fmla="*/ 202192 w 272564"/>
                <a:gd name="csY47" fmla="*/ 294622 h 294707"/>
                <a:gd name="csX48" fmla="*/ 198449 w 272564"/>
                <a:gd name="csY48" fmla="*/ 291828 h 294707"/>
                <a:gd name="csX49" fmla="*/ 181368 w 272564"/>
                <a:gd name="csY49" fmla="*/ 232111 h 294707"/>
                <a:gd name="csX50" fmla="*/ 183063 w 272564"/>
                <a:gd name="csY50" fmla="*/ 203053 h 294707"/>
                <a:gd name="csX51" fmla="*/ 199659 w 272564"/>
                <a:gd name="csY51" fmla="*/ 166582 h 294707"/>
                <a:gd name="csX52" fmla="*/ 198393 w 272564"/>
                <a:gd name="csY52" fmla="*/ 114297 h 294707"/>
                <a:gd name="csX53" fmla="*/ 161866 w 272564"/>
                <a:gd name="csY53" fmla="*/ 30906 h 294707"/>
                <a:gd name="csX54" fmla="*/ 85049 w 272564"/>
                <a:gd name="csY54" fmla="*/ 7306 h 294707"/>
                <a:gd name="csX55" fmla="*/ 59438 w 272564"/>
                <a:gd name="csY55" fmla="*/ 33123 h 294707"/>
                <a:gd name="csX56" fmla="*/ 50366 w 272564"/>
                <a:gd name="csY56" fmla="*/ 88853 h 294707"/>
                <a:gd name="csX57" fmla="*/ 60816 w 272564"/>
                <a:gd name="csY57" fmla="*/ 138475 h 294707"/>
                <a:gd name="csX58" fmla="*/ 76667 w 272564"/>
                <a:gd name="csY58" fmla="*/ 173232 h 294707"/>
                <a:gd name="csX59" fmla="*/ 108482 w 272564"/>
                <a:gd name="csY59" fmla="*/ 200110 h 294707"/>
                <a:gd name="csX60" fmla="*/ 111015 w 272564"/>
                <a:gd name="csY60" fmla="*/ 201340 h 294707"/>
                <a:gd name="csX61" fmla="*/ 138638 w 272564"/>
                <a:gd name="csY61" fmla="*/ 206779 h 294707"/>
                <a:gd name="csX62" fmla="*/ 153763 w 272564"/>
                <a:gd name="csY62" fmla="*/ 213056 h 294707"/>
                <a:gd name="csX63" fmla="*/ 161381 w 272564"/>
                <a:gd name="csY63" fmla="*/ 225554 h 294707"/>
                <a:gd name="csX64" fmla="*/ 177494 w 272564"/>
                <a:gd name="csY64" fmla="*/ 262193 h 294707"/>
                <a:gd name="csX65" fmla="*/ 175948 w 272564"/>
                <a:gd name="csY65" fmla="*/ 266999 h 294707"/>
                <a:gd name="csX66" fmla="*/ 172334 w 272564"/>
                <a:gd name="csY66" fmla="*/ 263199 h 294707"/>
                <a:gd name="csX67" fmla="*/ 167864 w 272564"/>
                <a:gd name="csY67" fmla="*/ 252265 h 294707"/>
                <a:gd name="csX68" fmla="*/ 160748 w 272564"/>
                <a:gd name="csY68" fmla="*/ 248838 h 294707"/>
                <a:gd name="csX69" fmla="*/ 136981 w 272564"/>
                <a:gd name="csY69" fmla="*/ 257536 h 294707"/>
                <a:gd name="csX70" fmla="*/ 127090 w 272564"/>
                <a:gd name="csY70" fmla="*/ 269066 h 294707"/>
                <a:gd name="csX71" fmla="*/ 131504 w 272564"/>
                <a:gd name="csY71" fmla="*/ 277877 h 294707"/>
                <a:gd name="csX72" fmla="*/ 133367 w 272564"/>
                <a:gd name="csY72" fmla="*/ 279125 h 294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</a:cxnLst>
              <a:rect l="l" t="t" r="r" b="b"/>
              <a:pathLst>
                <a:path w="272564" h="294707">
                  <a:moveTo>
                    <a:pt x="133367" y="279125"/>
                  </a:moveTo>
                  <a:cubicBezTo>
                    <a:pt x="131597" y="280354"/>
                    <a:pt x="129846" y="281621"/>
                    <a:pt x="129008" y="283744"/>
                  </a:cubicBezTo>
                  <a:cubicBezTo>
                    <a:pt x="118205" y="277299"/>
                    <a:pt x="108072" y="269867"/>
                    <a:pt x="97715" y="262733"/>
                  </a:cubicBezTo>
                  <a:cubicBezTo>
                    <a:pt x="86502" y="255003"/>
                    <a:pt x="83913" y="244777"/>
                    <a:pt x="86037" y="232335"/>
                  </a:cubicBezTo>
                  <a:cubicBezTo>
                    <a:pt x="86893" y="227343"/>
                    <a:pt x="87452" y="222295"/>
                    <a:pt x="88253" y="217284"/>
                  </a:cubicBezTo>
                  <a:cubicBezTo>
                    <a:pt x="89520" y="209331"/>
                    <a:pt x="87601" y="202364"/>
                    <a:pt x="82777" y="196143"/>
                  </a:cubicBezTo>
                  <a:cubicBezTo>
                    <a:pt x="72569" y="182955"/>
                    <a:pt x="58525" y="174499"/>
                    <a:pt x="44965" y="165372"/>
                  </a:cubicBezTo>
                  <a:cubicBezTo>
                    <a:pt x="32373" y="156897"/>
                    <a:pt x="18962" y="158722"/>
                    <a:pt x="5327" y="160920"/>
                  </a:cubicBezTo>
                  <a:cubicBezTo>
                    <a:pt x="3297" y="160622"/>
                    <a:pt x="726" y="161460"/>
                    <a:pt x="0" y="158405"/>
                  </a:cubicBezTo>
                  <a:cubicBezTo>
                    <a:pt x="7246" y="157325"/>
                    <a:pt x="14454" y="156021"/>
                    <a:pt x="21737" y="155220"/>
                  </a:cubicBezTo>
                  <a:cubicBezTo>
                    <a:pt x="33938" y="153898"/>
                    <a:pt x="43866" y="159616"/>
                    <a:pt x="53533" y="166005"/>
                  </a:cubicBezTo>
                  <a:cubicBezTo>
                    <a:pt x="61375" y="171183"/>
                    <a:pt x="68434" y="177349"/>
                    <a:pt x="75755" y="183179"/>
                  </a:cubicBezTo>
                  <a:cubicBezTo>
                    <a:pt x="82460" y="185489"/>
                    <a:pt x="85105" y="191915"/>
                    <a:pt x="89427" y="196646"/>
                  </a:cubicBezTo>
                  <a:cubicBezTo>
                    <a:pt x="93990" y="203426"/>
                    <a:pt x="94735" y="210933"/>
                    <a:pt x="93748" y="218849"/>
                  </a:cubicBezTo>
                  <a:cubicBezTo>
                    <a:pt x="92761" y="226691"/>
                    <a:pt x="90768" y="234383"/>
                    <a:pt x="90730" y="242356"/>
                  </a:cubicBezTo>
                  <a:cubicBezTo>
                    <a:pt x="90712" y="246584"/>
                    <a:pt x="91997" y="250011"/>
                    <a:pt x="95033" y="252973"/>
                  </a:cubicBezTo>
                  <a:cubicBezTo>
                    <a:pt x="101944" y="259753"/>
                    <a:pt x="110009" y="264968"/>
                    <a:pt x="118037" y="270240"/>
                  </a:cubicBezTo>
                  <a:cubicBezTo>
                    <a:pt x="120105" y="271600"/>
                    <a:pt x="121483" y="271581"/>
                    <a:pt x="121856" y="268694"/>
                  </a:cubicBezTo>
                  <a:cubicBezTo>
                    <a:pt x="122973" y="259678"/>
                    <a:pt x="129139" y="255134"/>
                    <a:pt x="136794" y="251892"/>
                  </a:cubicBezTo>
                  <a:cubicBezTo>
                    <a:pt x="143910" y="248875"/>
                    <a:pt x="151323" y="246677"/>
                    <a:pt x="158587" y="244051"/>
                  </a:cubicBezTo>
                  <a:cubicBezTo>
                    <a:pt x="162611" y="242598"/>
                    <a:pt x="162965" y="240921"/>
                    <a:pt x="160879" y="237494"/>
                  </a:cubicBezTo>
                  <a:cubicBezTo>
                    <a:pt x="157265" y="231552"/>
                    <a:pt x="155309" y="224735"/>
                    <a:pt x="151267" y="218979"/>
                  </a:cubicBezTo>
                  <a:cubicBezTo>
                    <a:pt x="147616" y="213782"/>
                    <a:pt x="143463" y="210597"/>
                    <a:pt x="136571" y="212534"/>
                  </a:cubicBezTo>
                  <a:cubicBezTo>
                    <a:pt x="128449" y="214825"/>
                    <a:pt x="120924" y="213727"/>
                    <a:pt x="113492" y="208958"/>
                  </a:cubicBezTo>
                  <a:cubicBezTo>
                    <a:pt x="105781" y="204003"/>
                    <a:pt x="96635" y="201452"/>
                    <a:pt x="89296" y="195677"/>
                  </a:cubicBezTo>
                  <a:cubicBezTo>
                    <a:pt x="85236" y="191449"/>
                    <a:pt x="81566" y="186886"/>
                    <a:pt x="77878" y="182341"/>
                  </a:cubicBezTo>
                  <a:cubicBezTo>
                    <a:pt x="65976" y="167700"/>
                    <a:pt x="60239" y="150154"/>
                    <a:pt x="55340" y="132421"/>
                  </a:cubicBezTo>
                  <a:cubicBezTo>
                    <a:pt x="51689" y="119215"/>
                    <a:pt x="48765" y="105748"/>
                    <a:pt x="46604" y="92206"/>
                  </a:cubicBezTo>
                  <a:cubicBezTo>
                    <a:pt x="44276" y="77547"/>
                    <a:pt x="46175" y="62944"/>
                    <a:pt x="50404" y="48694"/>
                  </a:cubicBezTo>
                  <a:cubicBezTo>
                    <a:pt x="52807" y="40592"/>
                    <a:pt x="55023" y="32415"/>
                    <a:pt x="58767" y="24759"/>
                  </a:cubicBezTo>
                  <a:cubicBezTo>
                    <a:pt x="66069" y="9895"/>
                    <a:pt x="79256" y="4084"/>
                    <a:pt x="94512" y="1346"/>
                  </a:cubicBezTo>
                  <a:cubicBezTo>
                    <a:pt x="121744" y="-3535"/>
                    <a:pt x="144915" y="4940"/>
                    <a:pt x="162387" y="25467"/>
                  </a:cubicBezTo>
                  <a:cubicBezTo>
                    <a:pt x="176246" y="41747"/>
                    <a:pt x="187161" y="60448"/>
                    <a:pt x="194407" y="80900"/>
                  </a:cubicBezTo>
                  <a:cubicBezTo>
                    <a:pt x="204986" y="110777"/>
                    <a:pt x="207687" y="141362"/>
                    <a:pt x="202826" y="172673"/>
                  </a:cubicBezTo>
                  <a:cubicBezTo>
                    <a:pt x="201373" y="182043"/>
                    <a:pt x="197070" y="190052"/>
                    <a:pt x="191780" y="197708"/>
                  </a:cubicBezTo>
                  <a:cubicBezTo>
                    <a:pt x="188893" y="201880"/>
                    <a:pt x="186155" y="206183"/>
                    <a:pt x="183789" y="210653"/>
                  </a:cubicBezTo>
                  <a:cubicBezTo>
                    <a:pt x="181405" y="215124"/>
                    <a:pt x="180343" y="220525"/>
                    <a:pt x="182783" y="224828"/>
                  </a:cubicBezTo>
                  <a:cubicBezTo>
                    <a:pt x="193736" y="244144"/>
                    <a:pt x="197312" y="265751"/>
                    <a:pt x="202919" y="286762"/>
                  </a:cubicBezTo>
                  <a:cubicBezTo>
                    <a:pt x="203142" y="287600"/>
                    <a:pt x="203645" y="288363"/>
                    <a:pt x="204148" y="289444"/>
                  </a:cubicBezTo>
                  <a:cubicBezTo>
                    <a:pt x="207780" y="287041"/>
                    <a:pt x="208209" y="283409"/>
                    <a:pt x="207687" y="280261"/>
                  </a:cubicBezTo>
                  <a:cubicBezTo>
                    <a:pt x="205415" y="266589"/>
                    <a:pt x="211059" y="256177"/>
                    <a:pt x="221210" y="248149"/>
                  </a:cubicBezTo>
                  <a:cubicBezTo>
                    <a:pt x="235814" y="236581"/>
                    <a:pt x="250734" y="225238"/>
                    <a:pt x="270031" y="222444"/>
                  </a:cubicBezTo>
                  <a:cubicBezTo>
                    <a:pt x="270515" y="223543"/>
                    <a:pt x="271521" y="223804"/>
                    <a:pt x="272564" y="223953"/>
                  </a:cubicBezTo>
                  <a:cubicBezTo>
                    <a:pt x="272042" y="226784"/>
                    <a:pt x="269491" y="226374"/>
                    <a:pt x="267665" y="226784"/>
                  </a:cubicBezTo>
                  <a:cubicBezTo>
                    <a:pt x="248685" y="231124"/>
                    <a:pt x="233597" y="242356"/>
                    <a:pt x="219571" y="254891"/>
                  </a:cubicBezTo>
                  <a:cubicBezTo>
                    <a:pt x="213536" y="260293"/>
                    <a:pt x="210295" y="267986"/>
                    <a:pt x="211487" y="276796"/>
                  </a:cubicBezTo>
                  <a:cubicBezTo>
                    <a:pt x="212307" y="282831"/>
                    <a:pt x="211208" y="288438"/>
                    <a:pt x="206179" y="292610"/>
                  </a:cubicBezTo>
                  <a:cubicBezTo>
                    <a:pt x="205005" y="293579"/>
                    <a:pt x="203701" y="294399"/>
                    <a:pt x="202192" y="294622"/>
                  </a:cubicBezTo>
                  <a:cubicBezTo>
                    <a:pt x="200069" y="294939"/>
                    <a:pt x="198933" y="294454"/>
                    <a:pt x="198449" y="291828"/>
                  </a:cubicBezTo>
                  <a:cubicBezTo>
                    <a:pt x="194798" y="271357"/>
                    <a:pt x="192060" y="250626"/>
                    <a:pt x="181368" y="232111"/>
                  </a:cubicBezTo>
                  <a:cubicBezTo>
                    <a:pt x="175649" y="222202"/>
                    <a:pt x="175985" y="212292"/>
                    <a:pt x="183063" y="203053"/>
                  </a:cubicBezTo>
                  <a:cubicBezTo>
                    <a:pt x="191408" y="192157"/>
                    <a:pt x="198225" y="180701"/>
                    <a:pt x="199659" y="166582"/>
                  </a:cubicBezTo>
                  <a:cubicBezTo>
                    <a:pt x="201429" y="149073"/>
                    <a:pt x="200833" y="131751"/>
                    <a:pt x="198393" y="114297"/>
                  </a:cubicBezTo>
                  <a:cubicBezTo>
                    <a:pt x="193997" y="82986"/>
                    <a:pt x="180772" y="55437"/>
                    <a:pt x="161866" y="30906"/>
                  </a:cubicBezTo>
                  <a:cubicBezTo>
                    <a:pt x="144096" y="7828"/>
                    <a:pt x="114163" y="-2752"/>
                    <a:pt x="85049" y="7306"/>
                  </a:cubicBezTo>
                  <a:cubicBezTo>
                    <a:pt x="72048" y="11795"/>
                    <a:pt x="64057" y="20587"/>
                    <a:pt x="59438" y="33123"/>
                  </a:cubicBezTo>
                  <a:cubicBezTo>
                    <a:pt x="52807" y="51135"/>
                    <a:pt x="47964" y="69575"/>
                    <a:pt x="50366" y="88853"/>
                  </a:cubicBezTo>
                  <a:cubicBezTo>
                    <a:pt x="52471" y="105617"/>
                    <a:pt x="55396" y="122381"/>
                    <a:pt x="60816" y="138475"/>
                  </a:cubicBezTo>
                  <a:cubicBezTo>
                    <a:pt x="64895" y="150564"/>
                    <a:pt x="68695" y="162876"/>
                    <a:pt x="76667" y="173232"/>
                  </a:cubicBezTo>
                  <a:cubicBezTo>
                    <a:pt x="85329" y="184501"/>
                    <a:pt x="94419" y="195249"/>
                    <a:pt x="108482" y="200110"/>
                  </a:cubicBezTo>
                  <a:cubicBezTo>
                    <a:pt x="109376" y="200408"/>
                    <a:pt x="110233" y="200837"/>
                    <a:pt x="111015" y="201340"/>
                  </a:cubicBezTo>
                  <a:cubicBezTo>
                    <a:pt x="119509" y="206816"/>
                    <a:pt x="128245" y="209778"/>
                    <a:pt x="138638" y="206779"/>
                  </a:cubicBezTo>
                  <a:cubicBezTo>
                    <a:pt x="144692" y="205028"/>
                    <a:pt x="149907" y="207636"/>
                    <a:pt x="153763" y="213056"/>
                  </a:cubicBezTo>
                  <a:cubicBezTo>
                    <a:pt x="156632" y="217061"/>
                    <a:pt x="159221" y="221159"/>
                    <a:pt x="161381" y="225554"/>
                  </a:cubicBezTo>
                  <a:cubicBezTo>
                    <a:pt x="167286" y="237531"/>
                    <a:pt x="173750" y="249266"/>
                    <a:pt x="177494" y="262193"/>
                  </a:cubicBezTo>
                  <a:cubicBezTo>
                    <a:pt x="177680" y="264018"/>
                    <a:pt x="177810" y="265844"/>
                    <a:pt x="175948" y="266999"/>
                  </a:cubicBezTo>
                  <a:cubicBezTo>
                    <a:pt x="173563" y="266868"/>
                    <a:pt x="173135" y="264819"/>
                    <a:pt x="172334" y="263199"/>
                  </a:cubicBezTo>
                  <a:cubicBezTo>
                    <a:pt x="170583" y="259660"/>
                    <a:pt x="169242" y="255953"/>
                    <a:pt x="167864" y="252265"/>
                  </a:cubicBezTo>
                  <a:cubicBezTo>
                    <a:pt x="166616" y="248912"/>
                    <a:pt x="164231" y="247571"/>
                    <a:pt x="160748" y="248838"/>
                  </a:cubicBezTo>
                  <a:cubicBezTo>
                    <a:pt x="152813" y="251706"/>
                    <a:pt x="144617" y="253867"/>
                    <a:pt x="136981" y="257536"/>
                  </a:cubicBezTo>
                  <a:cubicBezTo>
                    <a:pt x="131989" y="259939"/>
                    <a:pt x="128431" y="263534"/>
                    <a:pt x="127090" y="269066"/>
                  </a:cubicBezTo>
                  <a:cubicBezTo>
                    <a:pt x="125655" y="274971"/>
                    <a:pt x="125898" y="275548"/>
                    <a:pt x="131504" y="277877"/>
                  </a:cubicBezTo>
                  <a:cubicBezTo>
                    <a:pt x="132193" y="278231"/>
                    <a:pt x="132864" y="278529"/>
                    <a:pt x="133367" y="279125"/>
                  </a:cubicBezTo>
                  <a:close/>
                </a:path>
              </a:pathLst>
            </a:custGeom>
            <a:solidFill>
              <a:srgbClr val="3C44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A5B4F2A-945E-2F9D-4FDA-E1AAAFD1DF66}"/>
                </a:ext>
              </a:extLst>
            </p:cNvPr>
            <p:cNvSpPr/>
            <p:nvPr/>
          </p:nvSpPr>
          <p:spPr>
            <a:xfrm>
              <a:off x="1629077" y="5011338"/>
              <a:ext cx="136419" cy="111786"/>
            </a:xfrm>
            <a:custGeom>
              <a:avLst/>
              <a:gdLst>
                <a:gd name="csX0" fmla="*/ 133979 w 136419"/>
                <a:gd name="csY0" fmla="*/ 77953 h 111786"/>
                <a:gd name="csX1" fmla="*/ 136419 w 136419"/>
                <a:gd name="csY1" fmla="*/ 79163 h 111786"/>
                <a:gd name="csX2" fmla="*/ 126212 w 136419"/>
                <a:gd name="csY2" fmla="*/ 89240 h 111786"/>
                <a:gd name="csX3" fmla="*/ 100824 w 136419"/>
                <a:gd name="csY3" fmla="*/ 109655 h 111786"/>
                <a:gd name="csX4" fmla="*/ 75212 w 136419"/>
                <a:gd name="csY4" fmla="*/ 110884 h 111786"/>
                <a:gd name="csX5" fmla="*/ 45018 w 136419"/>
                <a:gd name="csY5" fmla="*/ 104570 h 111786"/>
                <a:gd name="csX6" fmla="*/ 11565 w 136419"/>
                <a:gd name="csY6" fmla="*/ 74730 h 111786"/>
                <a:gd name="csX7" fmla="*/ 6517 w 136419"/>
                <a:gd name="csY7" fmla="*/ 65305 h 111786"/>
                <a:gd name="csX8" fmla="*/ 2084 w 136419"/>
                <a:gd name="csY8" fmla="*/ 23935 h 111786"/>
                <a:gd name="csX9" fmla="*/ 7765 w 136419"/>
                <a:gd name="csY9" fmla="*/ 0 h 111786"/>
                <a:gd name="csX10" fmla="*/ 9646 w 136419"/>
                <a:gd name="csY10" fmla="*/ 2645 h 111786"/>
                <a:gd name="csX11" fmla="*/ 5083 w 136419"/>
                <a:gd name="csY11" fmla="*/ 32150 h 111786"/>
                <a:gd name="csX12" fmla="*/ 11043 w 136419"/>
                <a:gd name="csY12" fmla="*/ 65771 h 111786"/>
                <a:gd name="csX13" fmla="*/ 41144 w 136419"/>
                <a:gd name="csY13" fmla="*/ 98498 h 111786"/>
                <a:gd name="csX14" fmla="*/ 55505 w 136419"/>
                <a:gd name="csY14" fmla="*/ 103247 h 111786"/>
                <a:gd name="csX15" fmla="*/ 84544 w 136419"/>
                <a:gd name="csY15" fmla="*/ 107196 h 111786"/>
                <a:gd name="csX16" fmla="*/ 119823 w 136419"/>
                <a:gd name="csY16" fmla="*/ 90954 h 111786"/>
                <a:gd name="csX17" fmla="*/ 124982 w 136419"/>
                <a:gd name="csY17" fmla="*/ 83559 h 111786"/>
                <a:gd name="csX18" fmla="*/ 133979 w 136419"/>
                <a:gd name="csY18" fmla="*/ 77953 h 111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6419" h="111786">
                  <a:moveTo>
                    <a:pt x="133979" y="77953"/>
                  </a:moveTo>
                  <a:cubicBezTo>
                    <a:pt x="134482" y="78958"/>
                    <a:pt x="135507" y="78958"/>
                    <a:pt x="136419" y="79163"/>
                  </a:cubicBezTo>
                  <a:cubicBezTo>
                    <a:pt x="131763" y="81249"/>
                    <a:pt x="128875" y="85012"/>
                    <a:pt x="126212" y="89240"/>
                  </a:cubicBezTo>
                  <a:cubicBezTo>
                    <a:pt x="120121" y="98926"/>
                    <a:pt x="111627" y="106153"/>
                    <a:pt x="100824" y="109655"/>
                  </a:cubicBezTo>
                  <a:cubicBezTo>
                    <a:pt x="92628" y="112319"/>
                    <a:pt x="83929" y="112188"/>
                    <a:pt x="75212" y="110884"/>
                  </a:cubicBezTo>
                  <a:cubicBezTo>
                    <a:pt x="64986" y="109338"/>
                    <a:pt x="54257" y="109022"/>
                    <a:pt x="45018" y="104570"/>
                  </a:cubicBezTo>
                  <a:cubicBezTo>
                    <a:pt x="31253" y="97939"/>
                    <a:pt x="18848" y="89017"/>
                    <a:pt x="11565" y="74730"/>
                  </a:cubicBezTo>
                  <a:cubicBezTo>
                    <a:pt x="9944" y="71545"/>
                    <a:pt x="8435" y="68285"/>
                    <a:pt x="6517" y="65305"/>
                  </a:cubicBezTo>
                  <a:cubicBezTo>
                    <a:pt x="-1865" y="52229"/>
                    <a:pt x="-748" y="38185"/>
                    <a:pt x="2084" y="23935"/>
                  </a:cubicBezTo>
                  <a:cubicBezTo>
                    <a:pt x="3686" y="15889"/>
                    <a:pt x="3332" y="7376"/>
                    <a:pt x="7765" y="0"/>
                  </a:cubicBezTo>
                  <a:cubicBezTo>
                    <a:pt x="9385" y="168"/>
                    <a:pt x="9460" y="1453"/>
                    <a:pt x="9646" y="2645"/>
                  </a:cubicBezTo>
                  <a:cubicBezTo>
                    <a:pt x="7821" y="12443"/>
                    <a:pt x="6964" y="22408"/>
                    <a:pt x="5083" y="32150"/>
                  </a:cubicBezTo>
                  <a:cubicBezTo>
                    <a:pt x="2736" y="44387"/>
                    <a:pt x="5939" y="54855"/>
                    <a:pt x="11043" y="65771"/>
                  </a:cubicBezTo>
                  <a:cubicBezTo>
                    <a:pt x="17730" y="80095"/>
                    <a:pt x="28403" y="90078"/>
                    <a:pt x="41144" y="98498"/>
                  </a:cubicBezTo>
                  <a:cubicBezTo>
                    <a:pt x="45521" y="101385"/>
                    <a:pt x="50550" y="102372"/>
                    <a:pt x="55505" y="103247"/>
                  </a:cubicBezTo>
                  <a:cubicBezTo>
                    <a:pt x="65116" y="104961"/>
                    <a:pt x="74746" y="106451"/>
                    <a:pt x="84544" y="107196"/>
                  </a:cubicBezTo>
                  <a:cubicBezTo>
                    <a:pt x="99576" y="108351"/>
                    <a:pt x="110659" y="101981"/>
                    <a:pt x="119823" y="90954"/>
                  </a:cubicBezTo>
                  <a:cubicBezTo>
                    <a:pt x="121760" y="88626"/>
                    <a:pt x="123008" y="85794"/>
                    <a:pt x="124982" y="83559"/>
                  </a:cubicBezTo>
                  <a:cubicBezTo>
                    <a:pt x="127404" y="80877"/>
                    <a:pt x="129378" y="77226"/>
                    <a:pt x="133979" y="77953"/>
                  </a:cubicBezTo>
                  <a:close/>
                </a:path>
              </a:pathLst>
            </a:custGeom>
            <a:solidFill>
              <a:srgbClr val="434D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312BD201-E1F3-6C72-447B-25490EA8CD9E}"/>
                </a:ext>
              </a:extLst>
            </p:cNvPr>
            <p:cNvSpPr/>
            <p:nvPr/>
          </p:nvSpPr>
          <p:spPr>
            <a:xfrm>
              <a:off x="1636860" y="4971850"/>
              <a:ext cx="56162" cy="41760"/>
            </a:xfrm>
            <a:custGeom>
              <a:avLst/>
              <a:gdLst>
                <a:gd name="csX0" fmla="*/ 857 w 56162"/>
                <a:gd name="csY0" fmla="*/ 41761 h 41760"/>
                <a:gd name="csX1" fmla="*/ 0 w 56162"/>
                <a:gd name="csY1" fmla="*/ 39507 h 41760"/>
                <a:gd name="csX2" fmla="*/ 50478 w 56162"/>
                <a:gd name="csY2" fmla="*/ 0 h 41760"/>
                <a:gd name="csX3" fmla="*/ 56159 w 56162"/>
                <a:gd name="csY3" fmla="*/ 1099 h 41760"/>
                <a:gd name="csX4" fmla="*/ 53030 w 56162"/>
                <a:gd name="csY4" fmla="*/ 3483 h 41760"/>
                <a:gd name="csX5" fmla="*/ 5346 w 56162"/>
                <a:gd name="csY5" fmla="*/ 37272 h 41760"/>
                <a:gd name="csX6" fmla="*/ 857 w 56162"/>
                <a:gd name="csY6" fmla="*/ 41761 h 41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162" h="41760">
                  <a:moveTo>
                    <a:pt x="857" y="41761"/>
                  </a:moveTo>
                  <a:cubicBezTo>
                    <a:pt x="577" y="41016"/>
                    <a:pt x="279" y="40271"/>
                    <a:pt x="0" y="39507"/>
                  </a:cubicBezTo>
                  <a:cubicBezTo>
                    <a:pt x="11213" y="19167"/>
                    <a:pt x="28573" y="6668"/>
                    <a:pt x="50478" y="0"/>
                  </a:cubicBezTo>
                  <a:cubicBezTo>
                    <a:pt x="52099" y="1751"/>
                    <a:pt x="54297" y="615"/>
                    <a:pt x="56159" y="1099"/>
                  </a:cubicBezTo>
                  <a:cubicBezTo>
                    <a:pt x="56253" y="3371"/>
                    <a:pt x="54371" y="3148"/>
                    <a:pt x="53030" y="3483"/>
                  </a:cubicBezTo>
                  <a:cubicBezTo>
                    <a:pt x="32783" y="8624"/>
                    <a:pt x="17099" y="20154"/>
                    <a:pt x="5346" y="37272"/>
                  </a:cubicBezTo>
                  <a:cubicBezTo>
                    <a:pt x="4172" y="39004"/>
                    <a:pt x="3763" y="41705"/>
                    <a:pt x="857" y="41761"/>
                  </a:cubicBezTo>
                  <a:close/>
                </a:path>
              </a:pathLst>
            </a:custGeom>
            <a:solidFill>
              <a:srgbClr val="56654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8AD24098-22E0-73D8-73ED-18220BD98D44}"/>
                </a:ext>
              </a:extLst>
            </p:cNvPr>
            <p:cNvSpPr/>
            <p:nvPr/>
          </p:nvSpPr>
          <p:spPr>
            <a:xfrm>
              <a:off x="1763074" y="4995748"/>
              <a:ext cx="13783" cy="14323"/>
            </a:xfrm>
            <a:custGeom>
              <a:avLst/>
              <a:gdLst>
                <a:gd name="csX0" fmla="*/ 12499 w 13783"/>
                <a:gd name="csY0" fmla="*/ 14324 h 14323"/>
                <a:gd name="csX1" fmla="*/ 0 w 13783"/>
                <a:gd name="csY1" fmla="*/ 857 h 14323"/>
                <a:gd name="csX2" fmla="*/ 2086 w 13783"/>
                <a:gd name="csY2" fmla="*/ 0 h 14323"/>
                <a:gd name="csX3" fmla="*/ 13784 w 13783"/>
                <a:gd name="csY3" fmla="*/ 11977 h 14323"/>
                <a:gd name="csX4" fmla="*/ 12499 w 13783"/>
                <a:gd name="csY4" fmla="*/ 14324 h 1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83" h="14323">
                  <a:moveTo>
                    <a:pt x="12499" y="14324"/>
                  </a:moveTo>
                  <a:cubicBezTo>
                    <a:pt x="8568" y="9611"/>
                    <a:pt x="4675" y="4880"/>
                    <a:pt x="0" y="857"/>
                  </a:cubicBezTo>
                  <a:cubicBezTo>
                    <a:pt x="689" y="577"/>
                    <a:pt x="1397" y="279"/>
                    <a:pt x="2086" y="0"/>
                  </a:cubicBezTo>
                  <a:cubicBezTo>
                    <a:pt x="7022" y="2980"/>
                    <a:pt x="9723" y="8140"/>
                    <a:pt x="13784" y="11977"/>
                  </a:cubicBezTo>
                  <a:cubicBezTo>
                    <a:pt x="13635" y="12908"/>
                    <a:pt x="13393" y="13802"/>
                    <a:pt x="12499" y="14324"/>
                  </a:cubicBezTo>
                  <a:close/>
                </a:path>
              </a:pathLst>
            </a:custGeom>
            <a:solidFill>
              <a:srgbClr val="BABAB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F11C7472-7F16-9942-7484-ADA03D157DDC}"/>
                </a:ext>
              </a:extLst>
            </p:cNvPr>
            <p:cNvSpPr/>
            <p:nvPr/>
          </p:nvSpPr>
          <p:spPr>
            <a:xfrm>
              <a:off x="1811690" y="5124260"/>
              <a:ext cx="21327" cy="4277"/>
            </a:xfrm>
            <a:custGeom>
              <a:avLst/>
              <a:gdLst>
                <a:gd name="csX0" fmla="*/ 13672 w 21327"/>
                <a:gd name="csY0" fmla="*/ 4277 h 4277"/>
                <a:gd name="csX1" fmla="*/ 0 w 21327"/>
                <a:gd name="csY1" fmla="*/ 2284 h 4277"/>
                <a:gd name="csX2" fmla="*/ 21328 w 21327"/>
                <a:gd name="csY2" fmla="*/ 1036 h 4277"/>
                <a:gd name="csX3" fmla="*/ 21328 w 21327"/>
                <a:gd name="csY3" fmla="*/ 3234 h 4277"/>
                <a:gd name="csX4" fmla="*/ 13672 w 21327"/>
                <a:gd name="csY4" fmla="*/ 4277 h 4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27" h="4277">
                  <a:moveTo>
                    <a:pt x="13672" y="4277"/>
                  </a:moveTo>
                  <a:cubicBezTo>
                    <a:pt x="9388" y="1763"/>
                    <a:pt x="4228" y="5227"/>
                    <a:pt x="0" y="2284"/>
                  </a:cubicBezTo>
                  <a:cubicBezTo>
                    <a:pt x="7004" y="86"/>
                    <a:pt x="14082" y="-901"/>
                    <a:pt x="21328" y="1036"/>
                  </a:cubicBezTo>
                  <a:cubicBezTo>
                    <a:pt x="21328" y="1763"/>
                    <a:pt x="21328" y="2508"/>
                    <a:pt x="21328" y="3234"/>
                  </a:cubicBezTo>
                  <a:cubicBezTo>
                    <a:pt x="18776" y="3588"/>
                    <a:pt x="16224" y="3942"/>
                    <a:pt x="13672" y="4277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FB35EAD-7609-E664-92BE-E7A35F965C64}"/>
                </a:ext>
              </a:extLst>
            </p:cNvPr>
            <p:cNvSpPr/>
            <p:nvPr/>
          </p:nvSpPr>
          <p:spPr>
            <a:xfrm>
              <a:off x="1735543" y="4815322"/>
              <a:ext cx="158087" cy="311143"/>
            </a:xfrm>
            <a:custGeom>
              <a:avLst/>
              <a:gdLst>
                <a:gd name="csX0" fmla="*/ 85125 w 158087"/>
                <a:gd name="csY0" fmla="*/ 277247 h 311143"/>
                <a:gd name="csX1" fmla="*/ 77208 w 158087"/>
                <a:gd name="csY1" fmla="*/ 267990 h 311143"/>
                <a:gd name="csX2" fmla="*/ 86820 w 158087"/>
                <a:gd name="csY2" fmla="*/ 255044 h 311143"/>
                <a:gd name="csX3" fmla="*/ 113605 w 158087"/>
                <a:gd name="csY3" fmla="*/ 245023 h 311143"/>
                <a:gd name="csX4" fmla="*/ 120534 w 158087"/>
                <a:gd name="csY4" fmla="*/ 248749 h 311143"/>
                <a:gd name="csX5" fmla="*/ 126923 w 158087"/>
                <a:gd name="csY5" fmla="*/ 264935 h 311143"/>
                <a:gd name="csX6" fmla="*/ 128935 w 158087"/>
                <a:gd name="csY6" fmla="*/ 268530 h 311143"/>
                <a:gd name="csX7" fmla="*/ 128115 w 158087"/>
                <a:gd name="csY7" fmla="*/ 260334 h 311143"/>
                <a:gd name="csX8" fmla="*/ 110550 w 158087"/>
                <a:gd name="csY8" fmla="*/ 221926 h 311143"/>
                <a:gd name="csX9" fmla="*/ 103919 w 158087"/>
                <a:gd name="csY9" fmla="*/ 211495 h 311143"/>
                <a:gd name="csX10" fmla="*/ 91868 w 158087"/>
                <a:gd name="csY10" fmla="*/ 206298 h 311143"/>
                <a:gd name="csX11" fmla="*/ 59643 w 158087"/>
                <a:gd name="csY11" fmla="*/ 199891 h 311143"/>
                <a:gd name="csX12" fmla="*/ 19466 w 158087"/>
                <a:gd name="csY12" fmla="*/ 158987 h 311143"/>
                <a:gd name="csX13" fmla="*/ 4006 w 158087"/>
                <a:gd name="csY13" fmla="*/ 106869 h 311143"/>
                <a:gd name="csX14" fmla="*/ 1 w 158087"/>
                <a:gd name="csY14" fmla="*/ 77365 h 311143"/>
                <a:gd name="csX15" fmla="*/ 12574 w 158087"/>
                <a:gd name="csY15" fmla="*/ 24540 h 311143"/>
                <a:gd name="csX16" fmla="*/ 40924 w 158087"/>
                <a:gd name="csY16" fmla="*/ 2579 h 311143"/>
                <a:gd name="csX17" fmla="*/ 100510 w 158087"/>
                <a:gd name="csY17" fmla="*/ 14519 h 311143"/>
                <a:gd name="csX18" fmla="*/ 141806 w 158087"/>
                <a:gd name="csY18" fmla="*/ 76061 h 311143"/>
                <a:gd name="csX19" fmla="*/ 152144 w 158087"/>
                <a:gd name="csY19" fmla="*/ 169176 h 311143"/>
                <a:gd name="csX20" fmla="*/ 136516 w 158087"/>
                <a:gd name="csY20" fmla="*/ 201232 h 311143"/>
                <a:gd name="csX21" fmla="*/ 135305 w 158087"/>
                <a:gd name="csY21" fmla="*/ 231016 h 311143"/>
                <a:gd name="csX22" fmla="*/ 148120 w 158087"/>
                <a:gd name="csY22" fmla="*/ 270393 h 311143"/>
                <a:gd name="csX23" fmla="*/ 152460 w 158087"/>
                <a:gd name="csY23" fmla="*/ 286095 h 311143"/>
                <a:gd name="csX24" fmla="*/ 151231 w 158087"/>
                <a:gd name="csY24" fmla="*/ 291068 h 311143"/>
                <a:gd name="csX25" fmla="*/ 157527 w 158087"/>
                <a:gd name="csY25" fmla="*/ 289802 h 311143"/>
                <a:gd name="csX26" fmla="*/ 155161 w 158087"/>
                <a:gd name="csY26" fmla="*/ 296451 h 311143"/>
                <a:gd name="csX27" fmla="*/ 150188 w 158087"/>
                <a:gd name="csY27" fmla="*/ 300847 h 311143"/>
                <a:gd name="csX28" fmla="*/ 151045 w 158087"/>
                <a:gd name="csY28" fmla="*/ 310198 h 311143"/>
                <a:gd name="csX29" fmla="*/ 142663 w 158087"/>
                <a:gd name="csY29" fmla="*/ 305057 h 311143"/>
                <a:gd name="csX30" fmla="*/ 116473 w 158087"/>
                <a:gd name="csY30" fmla="*/ 273373 h 311143"/>
                <a:gd name="csX31" fmla="*/ 85125 w 158087"/>
                <a:gd name="csY31" fmla="*/ 277247 h 311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8087" h="311143">
                  <a:moveTo>
                    <a:pt x="85125" y="277247"/>
                  </a:moveTo>
                  <a:cubicBezTo>
                    <a:pt x="77171" y="276931"/>
                    <a:pt x="76035" y="275422"/>
                    <a:pt x="77208" y="267990"/>
                  </a:cubicBezTo>
                  <a:cubicBezTo>
                    <a:pt x="78177" y="261880"/>
                    <a:pt x="81344" y="257354"/>
                    <a:pt x="86820" y="255044"/>
                  </a:cubicBezTo>
                  <a:cubicBezTo>
                    <a:pt x="95612" y="251356"/>
                    <a:pt x="104627" y="248227"/>
                    <a:pt x="113605" y="245023"/>
                  </a:cubicBezTo>
                  <a:cubicBezTo>
                    <a:pt x="117069" y="243794"/>
                    <a:pt x="119267" y="245359"/>
                    <a:pt x="120534" y="248749"/>
                  </a:cubicBezTo>
                  <a:cubicBezTo>
                    <a:pt x="122564" y="254188"/>
                    <a:pt x="124781" y="259552"/>
                    <a:pt x="126923" y="264935"/>
                  </a:cubicBezTo>
                  <a:cubicBezTo>
                    <a:pt x="128525" y="266071"/>
                    <a:pt x="128674" y="268046"/>
                    <a:pt x="128935" y="268530"/>
                  </a:cubicBezTo>
                  <a:cubicBezTo>
                    <a:pt x="127631" y="266742"/>
                    <a:pt x="129531" y="263277"/>
                    <a:pt x="128115" y="260334"/>
                  </a:cubicBezTo>
                  <a:cubicBezTo>
                    <a:pt x="123216" y="247091"/>
                    <a:pt x="116976" y="234462"/>
                    <a:pt x="110550" y="221926"/>
                  </a:cubicBezTo>
                  <a:cubicBezTo>
                    <a:pt x="108669" y="218238"/>
                    <a:pt x="106322" y="214885"/>
                    <a:pt x="103919" y="211495"/>
                  </a:cubicBezTo>
                  <a:cubicBezTo>
                    <a:pt x="100790" y="207081"/>
                    <a:pt x="96636" y="204771"/>
                    <a:pt x="91868" y="206298"/>
                  </a:cubicBezTo>
                  <a:cubicBezTo>
                    <a:pt x="79704" y="210191"/>
                    <a:pt x="70149" y="204510"/>
                    <a:pt x="59643" y="199891"/>
                  </a:cubicBezTo>
                  <a:cubicBezTo>
                    <a:pt x="40533" y="191509"/>
                    <a:pt x="28109" y="176906"/>
                    <a:pt x="19466" y="158987"/>
                  </a:cubicBezTo>
                  <a:cubicBezTo>
                    <a:pt x="11531" y="142595"/>
                    <a:pt x="6632" y="124993"/>
                    <a:pt x="4006" y="106869"/>
                  </a:cubicBezTo>
                  <a:cubicBezTo>
                    <a:pt x="2590" y="97053"/>
                    <a:pt x="-55" y="87498"/>
                    <a:pt x="1" y="77365"/>
                  </a:cubicBezTo>
                  <a:cubicBezTo>
                    <a:pt x="113" y="58682"/>
                    <a:pt x="5589" y="41490"/>
                    <a:pt x="12574" y="24540"/>
                  </a:cubicBezTo>
                  <a:cubicBezTo>
                    <a:pt x="17845" y="11780"/>
                    <a:pt x="28649" y="5932"/>
                    <a:pt x="40924" y="2579"/>
                  </a:cubicBezTo>
                  <a:cubicBezTo>
                    <a:pt x="62624" y="-3326"/>
                    <a:pt x="82592" y="1014"/>
                    <a:pt x="100510" y="14519"/>
                  </a:cubicBezTo>
                  <a:cubicBezTo>
                    <a:pt x="121354" y="30239"/>
                    <a:pt x="132418" y="52871"/>
                    <a:pt x="141806" y="76061"/>
                  </a:cubicBezTo>
                  <a:cubicBezTo>
                    <a:pt x="153894" y="105920"/>
                    <a:pt x="156726" y="137212"/>
                    <a:pt x="152144" y="169176"/>
                  </a:cubicBezTo>
                  <a:cubicBezTo>
                    <a:pt x="150355" y="181655"/>
                    <a:pt x="143575" y="191453"/>
                    <a:pt x="136516" y="201232"/>
                  </a:cubicBezTo>
                  <a:cubicBezTo>
                    <a:pt x="129009" y="211663"/>
                    <a:pt x="128618" y="220250"/>
                    <a:pt x="135305" y="231016"/>
                  </a:cubicBezTo>
                  <a:cubicBezTo>
                    <a:pt x="142793" y="243105"/>
                    <a:pt x="145047" y="256870"/>
                    <a:pt x="148120" y="270393"/>
                  </a:cubicBezTo>
                  <a:cubicBezTo>
                    <a:pt x="149331" y="275683"/>
                    <a:pt x="150076" y="281159"/>
                    <a:pt x="152460" y="286095"/>
                  </a:cubicBezTo>
                  <a:cubicBezTo>
                    <a:pt x="153503" y="288274"/>
                    <a:pt x="152162" y="289504"/>
                    <a:pt x="151231" y="291068"/>
                  </a:cubicBezTo>
                  <a:cubicBezTo>
                    <a:pt x="153876" y="292745"/>
                    <a:pt x="155478" y="290156"/>
                    <a:pt x="157527" y="289802"/>
                  </a:cubicBezTo>
                  <a:cubicBezTo>
                    <a:pt x="159147" y="292856"/>
                    <a:pt x="156912" y="294645"/>
                    <a:pt x="155161" y="296451"/>
                  </a:cubicBezTo>
                  <a:cubicBezTo>
                    <a:pt x="153634" y="298035"/>
                    <a:pt x="151641" y="299152"/>
                    <a:pt x="150188" y="300847"/>
                  </a:cubicBezTo>
                  <a:cubicBezTo>
                    <a:pt x="146649" y="304982"/>
                    <a:pt x="146816" y="306826"/>
                    <a:pt x="151045" y="310198"/>
                  </a:cubicBezTo>
                  <a:cubicBezTo>
                    <a:pt x="143948" y="312023"/>
                    <a:pt x="143333" y="311651"/>
                    <a:pt x="142663" y="305057"/>
                  </a:cubicBezTo>
                  <a:cubicBezTo>
                    <a:pt x="140949" y="288405"/>
                    <a:pt x="132008" y="276484"/>
                    <a:pt x="116473" y="273373"/>
                  </a:cubicBezTo>
                  <a:cubicBezTo>
                    <a:pt x="106024" y="271324"/>
                    <a:pt x="95034" y="271641"/>
                    <a:pt x="85125" y="277247"/>
                  </a:cubicBezTo>
                  <a:close/>
                </a:path>
              </a:pathLst>
            </a:custGeom>
            <a:solidFill>
              <a:srgbClr val="7D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8D2AF-1FE0-CE4E-A53A-412E06079CDC}"/>
                </a:ext>
              </a:extLst>
            </p:cNvPr>
            <p:cNvSpPr/>
            <p:nvPr/>
          </p:nvSpPr>
          <p:spPr>
            <a:xfrm>
              <a:off x="1631378" y="4971048"/>
              <a:ext cx="184967" cy="149354"/>
            </a:xfrm>
            <a:custGeom>
              <a:avLst/>
              <a:gdLst>
                <a:gd name="csX0" fmla="*/ 6339 w 184967"/>
                <a:gd name="csY0" fmla="*/ 42563 h 149354"/>
                <a:gd name="csX1" fmla="*/ 61642 w 184967"/>
                <a:gd name="csY1" fmla="*/ 1901 h 149354"/>
                <a:gd name="csX2" fmla="*/ 74997 w 184967"/>
                <a:gd name="csY2" fmla="*/ 57 h 149354"/>
                <a:gd name="csX3" fmla="*/ 97740 w 184967"/>
                <a:gd name="csY3" fmla="*/ 4378 h 149354"/>
                <a:gd name="csX4" fmla="*/ 132423 w 184967"/>
                <a:gd name="csY4" fmla="*/ 29319 h 149354"/>
                <a:gd name="csX5" fmla="*/ 144623 w 184967"/>
                <a:gd name="csY5" fmla="*/ 67709 h 149354"/>
                <a:gd name="csX6" fmla="*/ 142742 w 184967"/>
                <a:gd name="csY6" fmla="*/ 82759 h 149354"/>
                <a:gd name="csX7" fmla="*/ 151161 w 184967"/>
                <a:gd name="csY7" fmla="*/ 101125 h 149354"/>
                <a:gd name="csX8" fmla="*/ 182678 w 184967"/>
                <a:gd name="csY8" fmla="*/ 122732 h 149354"/>
                <a:gd name="csX9" fmla="*/ 184932 w 184967"/>
                <a:gd name="csY9" fmla="*/ 126141 h 149354"/>
                <a:gd name="csX10" fmla="*/ 184578 w 184967"/>
                <a:gd name="csY10" fmla="*/ 126588 h 149354"/>
                <a:gd name="csX11" fmla="*/ 169304 w 184967"/>
                <a:gd name="csY11" fmla="*/ 129437 h 149354"/>
                <a:gd name="csX12" fmla="*/ 139781 w 184967"/>
                <a:gd name="csY12" fmla="*/ 117479 h 149354"/>
                <a:gd name="csX13" fmla="*/ 131678 w 184967"/>
                <a:gd name="csY13" fmla="*/ 118243 h 149354"/>
                <a:gd name="csX14" fmla="*/ 122048 w 184967"/>
                <a:gd name="csY14" fmla="*/ 127295 h 149354"/>
                <a:gd name="csX15" fmla="*/ 86825 w 184967"/>
                <a:gd name="csY15" fmla="*/ 149331 h 149354"/>
                <a:gd name="csX16" fmla="*/ 51714 w 184967"/>
                <a:gd name="csY16" fmla="*/ 144711 h 149354"/>
                <a:gd name="csX17" fmla="*/ 9822 w 184967"/>
                <a:gd name="csY17" fmla="*/ 110960 h 149354"/>
                <a:gd name="csX18" fmla="*/ 3825 w 184967"/>
                <a:gd name="csY18" fmla="*/ 98853 h 149354"/>
                <a:gd name="csX19" fmla="*/ 379 w 184967"/>
                <a:gd name="csY19" fmla="*/ 79760 h 149354"/>
                <a:gd name="csX20" fmla="*/ 6339 w 184967"/>
                <a:gd name="csY20" fmla="*/ 42563 h 14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4967" h="149354">
                  <a:moveTo>
                    <a:pt x="6339" y="42563"/>
                  </a:moveTo>
                  <a:cubicBezTo>
                    <a:pt x="18875" y="20975"/>
                    <a:pt x="37427" y="7582"/>
                    <a:pt x="61642" y="1901"/>
                  </a:cubicBezTo>
                  <a:cubicBezTo>
                    <a:pt x="66093" y="1249"/>
                    <a:pt x="70527" y="187"/>
                    <a:pt x="74997" y="57"/>
                  </a:cubicBezTo>
                  <a:cubicBezTo>
                    <a:pt x="82839" y="-185"/>
                    <a:pt x="90401" y="187"/>
                    <a:pt x="97740" y="4378"/>
                  </a:cubicBezTo>
                  <a:cubicBezTo>
                    <a:pt x="110220" y="11512"/>
                    <a:pt x="121526" y="20043"/>
                    <a:pt x="132423" y="29319"/>
                  </a:cubicBezTo>
                  <a:cubicBezTo>
                    <a:pt x="144549" y="39657"/>
                    <a:pt x="148312" y="52416"/>
                    <a:pt x="144623" y="67709"/>
                  </a:cubicBezTo>
                  <a:cubicBezTo>
                    <a:pt x="143431" y="72626"/>
                    <a:pt x="143320" y="77730"/>
                    <a:pt x="142742" y="82759"/>
                  </a:cubicBezTo>
                  <a:cubicBezTo>
                    <a:pt x="141811" y="90824"/>
                    <a:pt x="145071" y="96301"/>
                    <a:pt x="151161" y="101125"/>
                  </a:cubicBezTo>
                  <a:cubicBezTo>
                    <a:pt x="161183" y="109060"/>
                    <a:pt x="171446" y="116622"/>
                    <a:pt x="182678" y="122732"/>
                  </a:cubicBezTo>
                  <a:cubicBezTo>
                    <a:pt x="184149" y="123533"/>
                    <a:pt x="185174" y="124334"/>
                    <a:pt x="184932" y="126141"/>
                  </a:cubicBezTo>
                  <a:cubicBezTo>
                    <a:pt x="184820" y="126290"/>
                    <a:pt x="184689" y="126420"/>
                    <a:pt x="184578" y="126588"/>
                  </a:cubicBezTo>
                  <a:cubicBezTo>
                    <a:pt x="178748" y="134970"/>
                    <a:pt x="178822" y="134821"/>
                    <a:pt x="169304" y="129437"/>
                  </a:cubicBezTo>
                  <a:cubicBezTo>
                    <a:pt x="160009" y="124185"/>
                    <a:pt x="150062" y="120348"/>
                    <a:pt x="139781" y="117479"/>
                  </a:cubicBezTo>
                  <a:cubicBezTo>
                    <a:pt x="137042" y="116715"/>
                    <a:pt x="134230" y="116492"/>
                    <a:pt x="131678" y="118243"/>
                  </a:cubicBezTo>
                  <a:cubicBezTo>
                    <a:pt x="127263" y="119994"/>
                    <a:pt x="124525" y="123365"/>
                    <a:pt x="122048" y="127295"/>
                  </a:cubicBezTo>
                  <a:cubicBezTo>
                    <a:pt x="113889" y="140278"/>
                    <a:pt x="102509" y="148958"/>
                    <a:pt x="86825" y="149331"/>
                  </a:cubicBezTo>
                  <a:cubicBezTo>
                    <a:pt x="75016" y="149610"/>
                    <a:pt x="63244" y="147375"/>
                    <a:pt x="51714" y="144711"/>
                  </a:cubicBezTo>
                  <a:cubicBezTo>
                    <a:pt x="32435" y="140241"/>
                    <a:pt x="18893" y="128264"/>
                    <a:pt x="9822" y="110960"/>
                  </a:cubicBezTo>
                  <a:cubicBezTo>
                    <a:pt x="7736" y="106974"/>
                    <a:pt x="5836" y="102876"/>
                    <a:pt x="3825" y="98853"/>
                  </a:cubicBezTo>
                  <a:cubicBezTo>
                    <a:pt x="807" y="92817"/>
                    <a:pt x="-776" y="86447"/>
                    <a:pt x="379" y="79760"/>
                  </a:cubicBezTo>
                  <a:cubicBezTo>
                    <a:pt x="2521" y="67373"/>
                    <a:pt x="2856" y="54707"/>
                    <a:pt x="6339" y="42563"/>
                  </a:cubicBezTo>
                  <a:close/>
                </a:path>
              </a:pathLst>
            </a:custGeom>
            <a:solidFill>
              <a:srgbClr val="82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5FF15275-DBF9-33BF-D655-2FF45B7B1661}"/>
                </a:ext>
              </a:extLst>
            </p:cNvPr>
            <p:cNvSpPr/>
            <p:nvPr/>
          </p:nvSpPr>
          <p:spPr>
            <a:xfrm>
              <a:off x="2001601" y="5127937"/>
              <a:ext cx="343690" cy="155147"/>
            </a:xfrm>
            <a:custGeom>
              <a:avLst/>
              <a:gdLst>
                <a:gd name="csX0" fmla="*/ 333182 w 343690"/>
                <a:gd name="csY0" fmla="*/ 73244 h 155147"/>
                <a:gd name="csX1" fmla="*/ 335343 w 343690"/>
                <a:gd name="csY1" fmla="*/ 140728 h 155147"/>
                <a:gd name="csX2" fmla="*/ 326160 w 343690"/>
                <a:gd name="csY2" fmla="*/ 154530 h 155147"/>
                <a:gd name="csX3" fmla="*/ 320721 w 343690"/>
                <a:gd name="csY3" fmla="*/ 151736 h 155147"/>
                <a:gd name="csX4" fmla="*/ 306676 w 343690"/>
                <a:gd name="csY4" fmla="*/ 141194 h 155147"/>
                <a:gd name="csX5" fmla="*/ 298890 w 343690"/>
                <a:gd name="csY5" fmla="*/ 139853 h 155147"/>
                <a:gd name="csX6" fmla="*/ 291011 w 343690"/>
                <a:gd name="csY6" fmla="*/ 132365 h 155147"/>
                <a:gd name="csX7" fmla="*/ 281996 w 343690"/>
                <a:gd name="csY7" fmla="*/ 139070 h 155147"/>
                <a:gd name="csX8" fmla="*/ 240179 w 343690"/>
                <a:gd name="csY8" fmla="*/ 133836 h 155147"/>
                <a:gd name="csX9" fmla="*/ 201976 w 343690"/>
                <a:gd name="csY9" fmla="*/ 126963 h 155147"/>
                <a:gd name="csX10" fmla="*/ 173309 w 343690"/>
                <a:gd name="csY10" fmla="*/ 121282 h 155147"/>
                <a:gd name="csX11" fmla="*/ 168355 w 343690"/>
                <a:gd name="csY11" fmla="*/ 117147 h 155147"/>
                <a:gd name="csX12" fmla="*/ 168056 w 343690"/>
                <a:gd name="csY12" fmla="*/ 106529 h 155147"/>
                <a:gd name="csX13" fmla="*/ 167814 w 343690"/>
                <a:gd name="csY13" fmla="*/ 105598 h 155147"/>
                <a:gd name="csX14" fmla="*/ 167684 w 343690"/>
                <a:gd name="csY14" fmla="*/ 106045 h 155147"/>
                <a:gd name="csX15" fmla="*/ 167293 w 343690"/>
                <a:gd name="csY15" fmla="*/ 111167 h 155147"/>
                <a:gd name="csX16" fmla="*/ 157775 w 343690"/>
                <a:gd name="csY16" fmla="*/ 116811 h 155147"/>
                <a:gd name="csX17" fmla="*/ 106607 w 343690"/>
                <a:gd name="csY17" fmla="*/ 101780 h 155147"/>
                <a:gd name="csX18" fmla="*/ 96716 w 343690"/>
                <a:gd name="csY18" fmla="*/ 89579 h 155147"/>
                <a:gd name="csX19" fmla="*/ 96418 w 343690"/>
                <a:gd name="csY19" fmla="*/ 86785 h 155147"/>
                <a:gd name="csX20" fmla="*/ 95226 w 343690"/>
                <a:gd name="csY20" fmla="*/ 83414 h 155147"/>
                <a:gd name="csX21" fmla="*/ 96325 w 343690"/>
                <a:gd name="csY21" fmla="*/ 90101 h 155147"/>
                <a:gd name="csX22" fmla="*/ 86192 w 343690"/>
                <a:gd name="csY22" fmla="*/ 97421 h 155147"/>
                <a:gd name="csX23" fmla="*/ 30852 w 343690"/>
                <a:gd name="csY23" fmla="*/ 83358 h 155147"/>
                <a:gd name="csX24" fmla="*/ 25544 w 343690"/>
                <a:gd name="csY24" fmla="*/ 78999 h 155147"/>
                <a:gd name="csX25" fmla="*/ 2093 w 343690"/>
                <a:gd name="csY25" fmla="*/ 47558 h 155147"/>
                <a:gd name="csX26" fmla="*/ 2689 w 343690"/>
                <a:gd name="csY26" fmla="*/ 39008 h 155147"/>
                <a:gd name="csX27" fmla="*/ 19006 w 343690"/>
                <a:gd name="csY27" fmla="*/ 14048 h 155147"/>
                <a:gd name="csX28" fmla="*/ 22415 w 343690"/>
                <a:gd name="csY28" fmla="*/ 9745 h 155147"/>
                <a:gd name="csX29" fmla="*/ 22359 w 343690"/>
                <a:gd name="csY29" fmla="*/ 9783 h 155147"/>
                <a:gd name="csX30" fmla="*/ 31355 w 343690"/>
                <a:gd name="csY30" fmla="*/ 3338 h 155147"/>
                <a:gd name="csX31" fmla="*/ 41414 w 343690"/>
                <a:gd name="csY31" fmla="*/ 823 h 155147"/>
                <a:gd name="csX32" fmla="*/ 55738 w 343690"/>
                <a:gd name="csY32" fmla="*/ 2146 h 155147"/>
                <a:gd name="csX33" fmla="*/ 86472 w 343690"/>
                <a:gd name="csY33" fmla="*/ 1755 h 155147"/>
                <a:gd name="csX34" fmla="*/ 94891 w 343690"/>
                <a:gd name="csY34" fmla="*/ 7212 h 155147"/>
                <a:gd name="csX35" fmla="*/ 96120 w 343690"/>
                <a:gd name="csY35" fmla="*/ 8255 h 155147"/>
                <a:gd name="csX36" fmla="*/ 97219 w 343690"/>
                <a:gd name="csY36" fmla="*/ 6411 h 155147"/>
                <a:gd name="csX37" fmla="*/ 106384 w 343690"/>
                <a:gd name="csY37" fmla="*/ 3450 h 155147"/>
                <a:gd name="csX38" fmla="*/ 150864 w 343690"/>
                <a:gd name="csY38" fmla="*/ 8646 h 155147"/>
                <a:gd name="csX39" fmla="*/ 167628 w 343690"/>
                <a:gd name="csY39" fmla="*/ 15501 h 155147"/>
                <a:gd name="csX40" fmla="*/ 169081 w 343690"/>
                <a:gd name="csY40" fmla="*/ 16339 h 155147"/>
                <a:gd name="csX41" fmla="*/ 192551 w 343690"/>
                <a:gd name="csY41" fmla="*/ 19860 h 155147"/>
                <a:gd name="csX42" fmla="*/ 227792 w 343690"/>
                <a:gd name="csY42" fmla="*/ 31650 h 155147"/>
                <a:gd name="csX43" fmla="*/ 242768 w 343690"/>
                <a:gd name="csY43" fmla="*/ 39026 h 155147"/>
                <a:gd name="csX44" fmla="*/ 244389 w 343690"/>
                <a:gd name="csY44" fmla="*/ 39138 h 155147"/>
                <a:gd name="csX45" fmla="*/ 254764 w 343690"/>
                <a:gd name="csY45" fmla="*/ 41280 h 155147"/>
                <a:gd name="csX46" fmla="*/ 283411 w 343690"/>
                <a:gd name="csY46" fmla="*/ 58026 h 155147"/>
                <a:gd name="csX47" fmla="*/ 303510 w 343690"/>
                <a:gd name="csY47" fmla="*/ 71604 h 155147"/>
                <a:gd name="csX48" fmla="*/ 325806 w 343690"/>
                <a:gd name="csY48" fmla="*/ 73355 h 155147"/>
                <a:gd name="csX49" fmla="*/ 333182 w 343690"/>
                <a:gd name="csY49" fmla="*/ 73244 h 155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43690" h="155147">
                  <a:moveTo>
                    <a:pt x="333182" y="73244"/>
                  </a:moveTo>
                  <a:cubicBezTo>
                    <a:pt x="346966" y="95316"/>
                    <a:pt x="346668" y="117799"/>
                    <a:pt x="335343" y="140728"/>
                  </a:cubicBezTo>
                  <a:cubicBezTo>
                    <a:pt x="332865" y="145757"/>
                    <a:pt x="330723" y="150917"/>
                    <a:pt x="326160" y="154530"/>
                  </a:cubicBezTo>
                  <a:cubicBezTo>
                    <a:pt x="323012" y="156207"/>
                    <a:pt x="321615" y="154195"/>
                    <a:pt x="320721" y="151736"/>
                  </a:cubicBezTo>
                  <a:cubicBezTo>
                    <a:pt x="318336" y="145105"/>
                    <a:pt x="313382" y="142088"/>
                    <a:pt x="306676" y="141194"/>
                  </a:cubicBezTo>
                  <a:cubicBezTo>
                    <a:pt x="304068" y="140858"/>
                    <a:pt x="301461" y="140430"/>
                    <a:pt x="298890" y="139853"/>
                  </a:cubicBezTo>
                  <a:cubicBezTo>
                    <a:pt x="295221" y="139033"/>
                    <a:pt x="292240" y="137301"/>
                    <a:pt x="291011" y="132365"/>
                  </a:cubicBezTo>
                  <a:cubicBezTo>
                    <a:pt x="289819" y="138269"/>
                    <a:pt x="286094" y="139573"/>
                    <a:pt x="281996" y="139070"/>
                  </a:cubicBezTo>
                  <a:cubicBezTo>
                    <a:pt x="268082" y="137338"/>
                    <a:pt x="254056" y="137710"/>
                    <a:pt x="240179" y="133836"/>
                  </a:cubicBezTo>
                  <a:cubicBezTo>
                    <a:pt x="227848" y="130390"/>
                    <a:pt x="214828" y="128732"/>
                    <a:pt x="201976" y="126963"/>
                  </a:cubicBezTo>
                  <a:cubicBezTo>
                    <a:pt x="192327" y="125640"/>
                    <a:pt x="182678" y="124057"/>
                    <a:pt x="173309" y="121282"/>
                  </a:cubicBezTo>
                  <a:cubicBezTo>
                    <a:pt x="171055" y="120611"/>
                    <a:pt x="169100" y="119605"/>
                    <a:pt x="168355" y="117147"/>
                  </a:cubicBezTo>
                  <a:cubicBezTo>
                    <a:pt x="167703" y="113626"/>
                    <a:pt x="168112" y="110069"/>
                    <a:pt x="168056" y="106529"/>
                  </a:cubicBezTo>
                  <a:cubicBezTo>
                    <a:pt x="168056" y="106101"/>
                    <a:pt x="168056" y="105784"/>
                    <a:pt x="167814" y="105598"/>
                  </a:cubicBezTo>
                  <a:cubicBezTo>
                    <a:pt x="167777" y="105728"/>
                    <a:pt x="167721" y="105840"/>
                    <a:pt x="167684" y="106045"/>
                  </a:cubicBezTo>
                  <a:cubicBezTo>
                    <a:pt x="167572" y="107815"/>
                    <a:pt x="167647" y="109510"/>
                    <a:pt x="167293" y="111167"/>
                  </a:cubicBezTo>
                  <a:cubicBezTo>
                    <a:pt x="166194" y="116402"/>
                    <a:pt x="162692" y="118748"/>
                    <a:pt x="157775" y="116811"/>
                  </a:cubicBezTo>
                  <a:cubicBezTo>
                    <a:pt x="141141" y="110311"/>
                    <a:pt x="123874" y="106101"/>
                    <a:pt x="106607" y="101780"/>
                  </a:cubicBezTo>
                  <a:cubicBezTo>
                    <a:pt x="97517" y="99507"/>
                    <a:pt x="97108" y="98874"/>
                    <a:pt x="96716" y="89579"/>
                  </a:cubicBezTo>
                  <a:cubicBezTo>
                    <a:pt x="96679" y="88648"/>
                    <a:pt x="96623" y="87698"/>
                    <a:pt x="96418" y="86785"/>
                  </a:cubicBezTo>
                  <a:cubicBezTo>
                    <a:pt x="96083" y="85742"/>
                    <a:pt x="95934" y="84643"/>
                    <a:pt x="95226" y="83414"/>
                  </a:cubicBezTo>
                  <a:cubicBezTo>
                    <a:pt x="96008" y="85742"/>
                    <a:pt x="96362" y="87884"/>
                    <a:pt x="96325" y="90101"/>
                  </a:cubicBezTo>
                  <a:cubicBezTo>
                    <a:pt x="95357" y="97049"/>
                    <a:pt x="92730" y="98837"/>
                    <a:pt x="86192" y="97421"/>
                  </a:cubicBezTo>
                  <a:cubicBezTo>
                    <a:pt x="67584" y="93379"/>
                    <a:pt x="49423" y="87568"/>
                    <a:pt x="30852" y="83358"/>
                  </a:cubicBezTo>
                  <a:cubicBezTo>
                    <a:pt x="28207" y="82762"/>
                    <a:pt x="26885" y="80974"/>
                    <a:pt x="25544" y="78999"/>
                  </a:cubicBezTo>
                  <a:cubicBezTo>
                    <a:pt x="22564" y="64918"/>
                    <a:pt x="14666" y="54505"/>
                    <a:pt x="2093" y="47558"/>
                  </a:cubicBezTo>
                  <a:cubicBezTo>
                    <a:pt x="-1092" y="44465"/>
                    <a:pt x="-440" y="41523"/>
                    <a:pt x="2689" y="39008"/>
                  </a:cubicBezTo>
                  <a:cubicBezTo>
                    <a:pt x="10866" y="32451"/>
                    <a:pt x="15988" y="23920"/>
                    <a:pt x="19006" y="14048"/>
                  </a:cubicBezTo>
                  <a:cubicBezTo>
                    <a:pt x="19621" y="12036"/>
                    <a:pt x="21278" y="11161"/>
                    <a:pt x="22415" y="9745"/>
                  </a:cubicBezTo>
                  <a:lnTo>
                    <a:pt x="22359" y="9783"/>
                  </a:lnTo>
                  <a:cubicBezTo>
                    <a:pt x="26028" y="8572"/>
                    <a:pt x="28859" y="6225"/>
                    <a:pt x="31355" y="3338"/>
                  </a:cubicBezTo>
                  <a:cubicBezTo>
                    <a:pt x="34056" y="209"/>
                    <a:pt x="37353" y="-928"/>
                    <a:pt x="41414" y="823"/>
                  </a:cubicBezTo>
                  <a:cubicBezTo>
                    <a:pt x="46015" y="2798"/>
                    <a:pt x="50783" y="2593"/>
                    <a:pt x="55738" y="2146"/>
                  </a:cubicBezTo>
                  <a:cubicBezTo>
                    <a:pt x="65945" y="1214"/>
                    <a:pt x="76208" y="283"/>
                    <a:pt x="86472" y="1755"/>
                  </a:cubicBezTo>
                  <a:cubicBezTo>
                    <a:pt x="90067" y="2276"/>
                    <a:pt x="93513" y="3189"/>
                    <a:pt x="94891" y="7212"/>
                  </a:cubicBezTo>
                  <a:cubicBezTo>
                    <a:pt x="95394" y="9615"/>
                    <a:pt x="95412" y="9615"/>
                    <a:pt x="96120" y="8255"/>
                  </a:cubicBezTo>
                  <a:cubicBezTo>
                    <a:pt x="96456" y="7622"/>
                    <a:pt x="96772" y="6989"/>
                    <a:pt x="97219" y="6411"/>
                  </a:cubicBezTo>
                  <a:cubicBezTo>
                    <a:pt x="99715" y="3673"/>
                    <a:pt x="102770" y="3226"/>
                    <a:pt x="106384" y="3450"/>
                  </a:cubicBezTo>
                  <a:cubicBezTo>
                    <a:pt x="121304" y="4400"/>
                    <a:pt x="136093" y="6486"/>
                    <a:pt x="150864" y="8646"/>
                  </a:cubicBezTo>
                  <a:cubicBezTo>
                    <a:pt x="156992" y="9540"/>
                    <a:pt x="163102" y="10639"/>
                    <a:pt x="167628" y="15501"/>
                  </a:cubicBezTo>
                  <a:cubicBezTo>
                    <a:pt x="168075" y="15836"/>
                    <a:pt x="168559" y="16116"/>
                    <a:pt x="169081" y="16339"/>
                  </a:cubicBezTo>
                  <a:cubicBezTo>
                    <a:pt x="177370" y="14477"/>
                    <a:pt x="184914" y="17066"/>
                    <a:pt x="192551" y="19860"/>
                  </a:cubicBezTo>
                  <a:cubicBezTo>
                    <a:pt x="204174" y="24125"/>
                    <a:pt x="215927" y="28130"/>
                    <a:pt x="227792" y="31650"/>
                  </a:cubicBezTo>
                  <a:cubicBezTo>
                    <a:pt x="233287" y="33289"/>
                    <a:pt x="238391" y="35338"/>
                    <a:pt x="242768" y="39026"/>
                  </a:cubicBezTo>
                  <a:cubicBezTo>
                    <a:pt x="243308" y="39082"/>
                    <a:pt x="243848" y="39138"/>
                    <a:pt x="244389" y="39138"/>
                  </a:cubicBezTo>
                  <a:cubicBezTo>
                    <a:pt x="248058" y="38803"/>
                    <a:pt x="251374" y="39902"/>
                    <a:pt x="254764" y="41280"/>
                  </a:cubicBezTo>
                  <a:cubicBezTo>
                    <a:pt x="265157" y="45471"/>
                    <a:pt x="274676" y="51097"/>
                    <a:pt x="283411" y="58026"/>
                  </a:cubicBezTo>
                  <a:cubicBezTo>
                    <a:pt x="289763" y="63074"/>
                    <a:pt x="296618" y="67451"/>
                    <a:pt x="303510" y="71604"/>
                  </a:cubicBezTo>
                  <a:cubicBezTo>
                    <a:pt x="310290" y="75665"/>
                    <a:pt x="317871" y="78534"/>
                    <a:pt x="325806" y="73355"/>
                  </a:cubicBezTo>
                  <a:cubicBezTo>
                    <a:pt x="328078" y="71847"/>
                    <a:pt x="330704" y="71306"/>
                    <a:pt x="333182" y="73244"/>
                  </a:cubicBezTo>
                  <a:close/>
                </a:path>
              </a:pathLst>
            </a:custGeom>
            <a:solidFill>
              <a:srgbClr val="88BE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AD870E28-0334-D6CD-ADFC-950FA690B557}"/>
                </a:ext>
              </a:extLst>
            </p:cNvPr>
            <p:cNvSpPr/>
            <p:nvPr/>
          </p:nvSpPr>
          <p:spPr>
            <a:xfrm>
              <a:off x="2023960" y="5092760"/>
              <a:ext cx="310823" cy="112743"/>
            </a:xfrm>
            <a:custGeom>
              <a:avLst/>
              <a:gdLst>
                <a:gd name="csX0" fmla="*/ 310823 w 310823"/>
                <a:gd name="csY0" fmla="*/ 108421 h 112743"/>
                <a:gd name="csX1" fmla="*/ 304807 w 310823"/>
                <a:gd name="csY1" fmla="*/ 109259 h 112743"/>
                <a:gd name="csX2" fmla="*/ 277500 w 310823"/>
                <a:gd name="csY2" fmla="*/ 106130 h 112743"/>
                <a:gd name="csX3" fmla="*/ 230989 w 310823"/>
                <a:gd name="csY3" fmla="*/ 77296 h 112743"/>
                <a:gd name="csX4" fmla="*/ 220633 w 310823"/>
                <a:gd name="csY4" fmla="*/ 75676 h 112743"/>
                <a:gd name="csX5" fmla="*/ 222570 w 310823"/>
                <a:gd name="csY5" fmla="*/ 65114 h 112743"/>
                <a:gd name="csX6" fmla="*/ 220596 w 310823"/>
                <a:gd name="csY6" fmla="*/ 75732 h 112743"/>
                <a:gd name="csX7" fmla="*/ 220204 w 310823"/>
                <a:gd name="csY7" fmla="*/ 76141 h 112743"/>
                <a:gd name="csX8" fmla="*/ 190718 w 310823"/>
                <a:gd name="csY8" fmla="*/ 63773 h 112743"/>
                <a:gd name="csX9" fmla="*/ 156855 w 310823"/>
                <a:gd name="csY9" fmla="*/ 52430 h 112743"/>
                <a:gd name="csX10" fmla="*/ 145996 w 310823"/>
                <a:gd name="csY10" fmla="*/ 52933 h 112743"/>
                <a:gd name="csX11" fmla="*/ 147672 w 310823"/>
                <a:gd name="csY11" fmla="*/ 44420 h 112743"/>
                <a:gd name="csX12" fmla="*/ 146014 w 310823"/>
                <a:gd name="csY12" fmla="*/ 52970 h 112743"/>
                <a:gd name="csX13" fmla="*/ 120123 w 310823"/>
                <a:gd name="csY13" fmla="*/ 44290 h 112743"/>
                <a:gd name="csX14" fmla="*/ 81305 w 310823"/>
                <a:gd name="csY14" fmla="*/ 39670 h 112743"/>
                <a:gd name="csX15" fmla="*/ 74935 w 310823"/>
                <a:gd name="csY15" fmla="*/ 42893 h 112743"/>
                <a:gd name="csX16" fmla="*/ 74805 w 310823"/>
                <a:gd name="csY16" fmla="*/ 33933 h 112743"/>
                <a:gd name="csX17" fmla="*/ 71415 w 310823"/>
                <a:gd name="csY17" fmla="*/ 44066 h 112743"/>
                <a:gd name="csX18" fmla="*/ 65435 w 310823"/>
                <a:gd name="csY18" fmla="*/ 38609 h 112743"/>
                <a:gd name="csX19" fmla="*/ 52676 w 310823"/>
                <a:gd name="csY19" fmla="*/ 37547 h 112743"/>
                <a:gd name="csX20" fmla="*/ 31423 w 310823"/>
                <a:gd name="csY20" fmla="*/ 39205 h 112743"/>
                <a:gd name="csX21" fmla="*/ 18813 w 310823"/>
                <a:gd name="csY21" fmla="*/ 37677 h 112743"/>
                <a:gd name="csX22" fmla="*/ 9444 w 310823"/>
                <a:gd name="csY22" fmla="*/ 40285 h 112743"/>
                <a:gd name="csX23" fmla="*/ 0 w 310823"/>
                <a:gd name="csY23" fmla="*/ 44923 h 112743"/>
                <a:gd name="csX24" fmla="*/ 24271 w 310823"/>
                <a:gd name="csY24" fmla="*/ 18324 h 112743"/>
                <a:gd name="csX25" fmla="*/ 64765 w 310823"/>
                <a:gd name="csY25" fmla="*/ 89 h 112743"/>
                <a:gd name="csX26" fmla="*/ 149907 w 310823"/>
                <a:gd name="csY26" fmla="*/ 7744 h 112743"/>
                <a:gd name="csX27" fmla="*/ 230039 w 310823"/>
                <a:gd name="csY27" fmla="*/ 37174 h 112743"/>
                <a:gd name="csX28" fmla="*/ 296518 w 310823"/>
                <a:gd name="csY28" fmla="*/ 87559 h 112743"/>
                <a:gd name="csX29" fmla="*/ 310823 w 310823"/>
                <a:gd name="csY29" fmla="*/ 108421 h 11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10823" h="112743">
                  <a:moveTo>
                    <a:pt x="310823" y="108421"/>
                  </a:moveTo>
                  <a:cubicBezTo>
                    <a:pt x="308774" y="108459"/>
                    <a:pt x="306632" y="107993"/>
                    <a:pt x="304807" y="109259"/>
                  </a:cubicBezTo>
                  <a:cubicBezTo>
                    <a:pt x="294767" y="116207"/>
                    <a:pt x="286217" y="111495"/>
                    <a:pt x="277500" y="106130"/>
                  </a:cubicBezTo>
                  <a:cubicBezTo>
                    <a:pt x="261965" y="96593"/>
                    <a:pt x="248536" y="83685"/>
                    <a:pt x="230989" y="77296"/>
                  </a:cubicBezTo>
                  <a:cubicBezTo>
                    <a:pt x="227487" y="76030"/>
                    <a:pt x="224191" y="75564"/>
                    <a:pt x="220633" y="75676"/>
                  </a:cubicBezTo>
                  <a:cubicBezTo>
                    <a:pt x="219720" y="71876"/>
                    <a:pt x="223334" y="68896"/>
                    <a:pt x="222570" y="65114"/>
                  </a:cubicBezTo>
                  <a:cubicBezTo>
                    <a:pt x="223203" y="68896"/>
                    <a:pt x="219627" y="71894"/>
                    <a:pt x="220596" y="75732"/>
                  </a:cubicBezTo>
                  <a:cubicBezTo>
                    <a:pt x="220465" y="75862"/>
                    <a:pt x="220335" y="76011"/>
                    <a:pt x="220204" y="76141"/>
                  </a:cubicBezTo>
                  <a:cubicBezTo>
                    <a:pt x="212139" y="67871"/>
                    <a:pt x="200740" y="67312"/>
                    <a:pt x="190718" y="63773"/>
                  </a:cubicBezTo>
                  <a:cubicBezTo>
                    <a:pt x="179524" y="59824"/>
                    <a:pt x="168441" y="55447"/>
                    <a:pt x="156855" y="52430"/>
                  </a:cubicBezTo>
                  <a:cubicBezTo>
                    <a:pt x="152739" y="51349"/>
                    <a:pt x="149609" y="54143"/>
                    <a:pt x="145996" y="52933"/>
                  </a:cubicBezTo>
                  <a:cubicBezTo>
                    <a:pt x="147616" y="50306"/>
                    <a:pt x="146610" y="47158"/>
                    <a:pt x="147672" y="44420"/>
                  </a:cubicBezTo>
                  <a:cubicBezTo>
                    <a:pt x="146648" y="47177"/>
                    <a:pt x="147449" y="50288"/>
                    <a:pt x="146014" y="52970"/>
                  </a:cubicBezTo>
                  <a:cubicBezTo>
                    <a:pt x="138992" y="45333"/>
                    <a:pt x="129213" y="45575"/>
                    <a:pt x="120123" y="44290"/>
                  </a:cubicBezTo>
                  <a:cubicBezTo>
                    <a:pt x="107215" y="42446"/>
                    <a:pt x="94251" y="41086"/>
                    <a:pt x="81305" y="39670"/>
                  </a:cubicBezTo>
                  <a:cubicBezTo>
                    <a:pt x="78679" y="39391"/>
                    <a:pt x="76909" y="41496"/>
                    <a:pt x="74935" y="42893"/>
                  </a:cubicBezTo>
                  <a:cubicBezTo>
                    <a:pt x="72048" y="39763"/>
                    <a:pt x="76015" y="36541"/>
                    <a:pt x="74805" y="33933"/>
                  </a:cubicBezTo>
                  <a:cubicBezTo>
                    <a:pt x="73836" y="37007"/>
                    <a:pt x="75270" y="41365"/>
                    <a:pt x="71415" y="44066"/>
                  </a:cubicBezTo>
                  <a:cubicBezTo>
                    <a:pt x="71620" y="39875"/>
                    <a:pt x="68136" y="39018"/>
                    <a:pt x="65435" y="38609"/>
                  </a:cubicBezTo>
                  <a:cubicBezTo>
                    <a:pt x="61207" y="37957"/>
                    <a:pt x="56569" y="36876"/>
                    <a:pt x="52676" y="37547"/>
                  </a:cubicBezTo>
                  <a:cubicBezTo>
                    <a:pt x="45579" y="38795"/>
                    <a:pt x="38427" y="37286"/>
                    <a:pt x="31423" y="39205"/>
                  </a:cubicBezTo>
                  <a:cubicBezTo>
                    <a:pt x="27195" y="40360"/>
                    <a:pt x="22445" y="39819"/>
                    <a:pt x="18813" y="37677"/>
                  </a:cubicBezTo>
                  <a:cubicBezTo>
                    <a:pt x="14194" y="34976"/>
                    <a:pt x="11642" y="36969"/>
                    <a:pt x="9444" y="40285"/>
                  </a:cubicBezTo>
                  <a:cubicBezTo>
                    <a:pt x="7097" y="43805"/>
                    <a:pt x="4210" y="45519"/>
                    <a:pt x="0" y="44923"/>
                  </a:cubicBezTo>
                  <a:cubicBezTo>
                    <a:pt x="8103" y="36075"/>
                    <a:pt x="16317" y="27321"/>
                    <a:pt x="24271" y="18324"/>
                  </a:cubicBezTo>
                  <a:cubicBezTo>
                    <a:pt x="35055" y="6105"/>
                    <a:pt x="49435" y="443"/>
                    <a:pt x="64765" y="89"/>
                  </a:cubicBezTo>
                  <a:cubicBezTo>
                    <a:pt x="93320" y="-563"/>
                    <a:pt x="121874" y="2417"/>
                    <a:pt x="149907" y="7744"/>
                  </a:cubicBezTo>
                  <a:cubicBezTo>
                    <a:pt x="178071" y="13090"/>
                    <a:pt x="204577" y="23782"/>
                    <a:pt x="230039" y="37174"/>
                  </a:cubicBezTo>
                  <a:cubicBezTo>
                    <a:pt x="255055" y="50343"/>
                    <a:pt x="277630" y="66474"/>
                    <a:pt x="296518" y="87559"/>
                  </a:cubicBezTo>
                  <a:cubicBezTo>
                    <a:pt x="302180" y="93893"/>
                    <a:pt x="306967" y="100859"/>
                    <a:pt x="310823" y="108421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51EFEB2B-B2A4-71A6-DA60-59E1DBADCEEB}"/>
                </a:ext>
              </a:extLst>
            </p:cNvPr>
            <p:cNvSpPr/>
            <p:nvPr/>
          </p:nvSpPr>
          <p:spPr>
            <a:xfrm>
              <a:off x="1976487" y="4813109"/>
              <a:ext cx="170493" cy="190557"/>
            </a:xfrm>
            <a:custGeom>
              <a:avLst/>
              <a:gdLst>
                <a:gd name="csX0" fmla="*/ 132615 w 170493"/>
                <a:gd name="csY0" fmla="*/ 339 h 190557"/>
                <a:gd name="csX1" fmla="*/ 168602 w 170493"/>
                <a:gd name="csY1" fmla="*/ 26342 h 190557"/>
                <a:gd name="csX2" fmla="*/ 166422 w 170493"/>
                <a:gd name="csY2" fmla="*/ 37797 h 190557"/>
                <a:gd name="csX3" fmla="*/ 160816 w 170493"/>
                <a:gd name="csY3" fmla="*/ 46776 h 190557"/>
                <a:gd name="csX4" fmla="*/ 156066 w 170493"/>
                <a:gd name="csY4" fmla="*/ 57002 h 190557"/>
                <a:gd name="csX5" fmla="*/ 147423 w 170493"/>
                <a:gd name="csY5" fmla="*/ 60783 h 190557"/>
                <a:gd name="csX6" fmla="*/ 149770 w 170493"/>
                <a:gd name="csY6" fmla="*/ 73579 h 190557"/>
                <a:gd name="csX7" fmla="*/ 138576 w 170493"/>
                <a:gd name="csY7" fmla="*/ 97514 h 190557"/>
                <a:gd name="csX8" fmla="*/ 110934 w 170493"/>
                <a:gd name="csY8" fmla="*/ 141324 h 190557"/>
                <a:gd name="csX9" fmla="*/ 83124 w 170493"/>
                <a:gd name="csY9" fmla="*/ 165669 h 190557"/>
                <a:gd name="csX10" fmla="*/ 52316 w 170493"/>
                <a:gd name="csY10" fmla="*/ 184315 h 190557"/>
                <a:gd name="csX11" fmla="*/ 45405 w 170493"/>
                <a:gd name="csY11" fmla="*/ 187947 h 190557"/>
                <a:gd name="csX12" fmla="*/ 42276 w 170493"/>
                <a:gd name="csY12" fmla="*/ 189269 h 190557"/>
                <a:gd name="csX13" fmla="*/ 26704 w 170493"/>
                <a:gd name="csY13" fmla="*/ 187947 h 190557"/>
                <a:gd name="csX14" fmla="*/ 8655 w 170493"/>
                <a:gd name="csY14" fmla="*/ 178671 h 190557"/>
                <a:gd name="csX15" fmla="*/ 1111 w 170493"/>
                <a:gd name="csY15" fmla="*/ 168035 h 190557"/>
                <a:gd name="csX16" fmla="*/ 1502 w 170493"/>
                <a:gd name="csY16" fmla="*/ 148570 h 190557"/>
                <a:gd name="csX17" fmla="*/ 3551 w 170493"/>
                <a:gd name="csY17" fmla="*/ 134675 h 190557"/>
                <a:gd name="csX18" fmla="*/ 12305 w 170493"/>
                <a:gd name="csY18" fmla="*/ 119941 h 190557"/>
                <a:gd name="csX19" fmla="*/ 13982 w 170493"/>
                <a:gd name="csY19" fmla="*/ 115601 h 190557"/>
                <a:gd name="csX20" fmla="*/ 16087 w 170493"/>
                <a:gd name="csY20" fmla="*/ 107070 h 190557"/>
                <a:gd name="csX21" fmla="*/ 30932 w 170493"/>
                <a:gd name="csY21" fmla="*/ 88034 h 190557"/>
                <a:gd name="csX22" fmla="*/ 82621 w 170493"/>
                <a:gd name="csY22" fmla="*/ 40964 h 190557"/>
                <a:gd name="csX23" fmla="*/ 112256 w 170493"/>
                <a:gd name="csY23" fmla="*/ 13322 h 190557"/>
                <a:gd name="csX24" fmla="*/ 115553 w 170493"/>
                <a:gd name="csY24" fmla="*/ 8777 h 190557"/>
                <a:gd name="csX25" fmla="*/ 132615 w 170493"/>
                <a:gd name="csY25" fmla="*/ 339 h 190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0493" h="190557">
                  <a:moveTo>
                    <a:pt x="132615" y="339"/>
                  </a:moveTo>
                  <a:cubicBezTo>
                    <a:pt x="148727" y="3320"/>
                    <a:pt x="159437" y="13769"/>
                    <a:pt x="168602" y="26342"/>
                  </a:cubicBezTo>
                  <a:cubicBezTo>
                    <a:pt x="171321" y="30812"/>
                    <a:pt x="171526" y="34463"/>
                    <a:pt x="166422" y="37797"/>
                  </a:cubicBezTo>
                  <a:cubicBezTo>
                    <a:pt x="163480" y="39716"/>
                    <a:pt x="162176" y="43460"/>
                    <a:pt x="160816" y="46776"/>
                  </a:cubicBezTo>
                  <a:cubicBezTo>
                    <a:pt x="159382" y="50259"/>
                    <a:pt x="157966" y="53723"/>
                    <a:pt x="156066" y="57002"/>
                  </a:cubicBezTo>
                  <a:cubicBezTo>
                    <a:pt x="154148" y="60280"/>
                    <a:pt x="151819" y="62310"/>
                    <a:pt x="147423" y="60783"/>
                  </a:cubicBezTo>
                  <a:cubicBezTo>
                    <a:pt x="152266" y="66203"/>
                    <a:pt x="152266" y="68047"/>
                    <a:pt x="149770" y="73579"/>
                  </a:cubicBezTo>
                  <a:cubicBezTo>
                    <a:pt x="146138" y="81607"/>
                    <a:pt x="143083" y="89859"/>
                    <a:pt x="138576" y="97514"/>
                  </a:cubicBezTo>
                  <a:cubicBezTo>
                    <a:pt x="129802" y="112416"/>
                    <a:pt x="121961" y="127969"/>
                    <a:pt x="110934" y="141324"/>
                  </a:cubicBezTo>
                  <a:cubicBezTo>
                    <a:pt x="103092" y="150824"/>
                    <a:pt x="94561" y="159839"/>
                    <a:pt x="83124" y="165669"/>
                  </a:cubicBezTo>
                  <a:cubicBezTo>
                    <a:pt x="72451" y="171108"/>
                    <a:pt x="62448" y="177888"/>
                    <a:pt x="52316" y="184315"/>
                  </a:cubicBezTo>
                  <a:cubicBezTo>
                    <a:pt x="50080" y="185730"/>
                    <a:pt x="47827" y="186960"/>
                    <a:pt x="45405" y="187947"/>
                  </a:cubicBezTo>
                  <a:cubicBezTo>
                    <a:pt x="44418" y="188524"/>
                    <a:pt x="43598" y="189474"/>
                    <a:pt x="42276" y="189269"/>
                  </a:cubicBezTo>
                  <a:cubicBezTo>
                    <a:pt x="36874" y="191300"/>
                    <a:pt x="31957" y="190983"/>
                    <a:pt x="26704" y="187947"/>
                  </a:cubicBezTo>
                  <a:cubicBezTo>
                    <a:pt x="20874" y="184575"/>
                    <a:pt x="14522" y="182117"/>
                    <a:pt x="8655" y="178671"/>
                  </a:cubicBezTo>
                  <a:cubicBezTo>
                    <a:pt x="4445" y="176193"/>
                    <a:pt x="2061" y="172785"/>
                    <a:pt x="1111" y="168035"/>
                  </a:cubicBezTo>
                  <a:cubicBezTo>
                    <a:pt x="-193" y="161497"/>
                    <a:pt x="-677" y="155127"/>
                    <a:pt x="1502" y="148570"/>
                  </a:cubicBezTo>
                  <a:cubicBezTo>
                    <a:pt x="2973" y="144156"/>
                    <a:pt x="1968" y="139201"/>
                    <a:pt x="3551" y="134675"/>
                  </a:cubicBezTo>
                  <a:cubicBezTo>
                    <a:pt x="5469" y="129143"/>
                    <a:pt x="7109" y="123480"/>
                    <a:pt x="12305" y="119941"/>
                  </a:cubicBezTo>
                  <a:cubicBezTo>
                    <a:pt x="13907" y="118842"/>
                    <a:pt x="14429" y="117501"/>
                    <a:pt x="13982" y="115601"/>
                  </a:cubicBezTo>
                  <a:cubicBezTo>
                    <a:pt x="13218" y="112434"/>
                    <a:pt x="14448" y="109659"/>
                    <a:pt x="16087" y="107070"/>
                  </a:cubicBezTo>
                  <a:cubicBezTo>
                    <a:pt x="20408" y="100234"/>
                    <a:pt x="24618" y="93342"/>
                    <a:pt x="30932" y="88034"/>
                  </a:cubicBezTo>
                  <a:cubicBezTo>
                    <a:pt x="48795" y="73039"/>
                    <a:pt x="64348" y="55456"/>
                    <a:pt x="82621" y="40964"/>
                  </a:cubicBezTo>
                  <a:cubicBezTo>
                    <a:pt x="93294" y="32508"/>
                    <a:pt x="101564" y="21648"/>
                    <a:pt x="112256" y="13322"/>
                  </a:cubicBezTo>
                  <a:cubicBezTo>
                    <a:pt x="113728" y="12167"/>
                    <a:pt x="114659" y="10435"/>
                    <a:pt x="115553" y="8777"/>
                  </a:cubicBezTo>
                  <a:cubicBezTo>
                    <a:pt x="119781" y="898"/>
                    <a:pt x="123302" y="-853"/>
                    <a:pt x="132615" y="339"/>
                  </a:cubicBezTo>
                  <a:close/>
                </a:path>
              </a:pathLst>
            </a:custGeom>
            <a:solidFill>
              <a:srgbClr val="8B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AA4FBDEE-3AE6-E3E6-B389-15406E4284A3}"/>
                </a:ext>
              </a:extLst>
            </p:cNvPr>
            <p:cNvSpPr/>
            <p:nvPr/>
          </p:nvSpPr>
          <p:spPr>
            <a:xfrm>
              <a:off x="1602084" y="5282579"/>
              <a:ext cx="168712" cy="195519"/>
            </a:xfrm>
            <a:custGeom>
              <a:avLst/>
              <a:gdLst>
                <a:gd name="csX0" fmla="*/ 151956 w 168712"/>
                <a:gd name="csY0" fmla="*/ 0 h 195519"/>
                <a:gd name="csX1" fmla="*/ 168701 w 168712"/>
                <a:gd name="csY1" fmla="*/ 55526 h 195519"/>
                <a:gd name="csX2" fmla="*/ 162257 w 168712"/>
                <a:gd name="csY2" fmla="*/ 76537 h 195519"/>
                <a:gd name="csX3" fmla="*/ 102204 w 168712"/>
                <a:gd name="csY3" fmla="*/ 141469 h 195519"/>
                <a:gd name="csX4" fmla="*/ 75121 w 168712"/>
                <a:gd name="csY4" fmla="*/ 165926 h 195519"/>
                <a:gd name="csX5" fmla="*/ 69794 w 168712"/>
                <a:gd name="csY5" fmla="*/ 166727 h 195519"/>
                <a:gd name="csX6" fmla="*/ 37756 w 168712"/>
                <a:gd name="csY6" fmla="*/ 187682 h 195519"/>
                <a:gd name="csX7" fmla="*/ 12368 w 168712"/>
                <a:gd name="csY7" fmla="*/ 195319 h 195519"/>
                <a:gd name="csX8" fmla="*/ 931 w 168712"/>
                <a:gd name="csY8" fmla="*/ 189340 h 195519"/>
                <a:gd name="csX9" fmla="*/ 3762 w 168712"/>
                <a:gd name="csY9" fmla="*/ 176301 h 195519"/>
                <a:gd name="csX10" fmla="*/ 21290 w 168712"/>
                <a:gd name="csY10" fmla="*/ 158904 h 195519"/>
                <a:gd name="csX11" fmla="*/ 25481 w 168712"/>
                <a:gd name="csY11" fmla="*/ 151099 h 195519"/>
                <a:gd name="csX12" fmla="*/ 37980 w 168712"/>
                <a:gd name="csY12" fmla="*/ 154452 h 195519"/>
                <a:gd name="csX13" fmla="*/ 24922 w 168712"/>
                <a:gd name="csY13" fmla="*/ 148454 h 195519"/>
                <a:gd name="csX14" fmla="*/ 27809 w 168712"/>
                <a:gd name="csY14" fmla="*/ 144673 h 195519"/>
                <a:gd name="csX15" fmla="*/ 70409 w 168712"/>
                <a:gd name="csY15" fmla="*/ 110661 h 195519"/>
                <a:gd name="csX16" fmla="*/ 82628 w 168712"/>
                <a:gd name="csY16" fmla="*/ 93711 h 195519"/>
                <a:gd name="csX17" fmla="*/ 83540 w 168712"/>
                <a:gd name="csY17" fmla="*/ 93152 h 195519"/>
                <a:gd name="csX18" fmla="*/ 85198 w 168712"/>
                <a:gd name="csY18" fmla="*/ 90973 h 195519"/>
                <a:gd name="csX19" fmla="*/ 108705 w 168712"/>
                <a:gd name="csY19" fmla="*/ 51186 h 195519"/>
                <a:gd name="csX20" fmla="*/ 109618 w 168712"/>
                <a:gd name="csY20" fmla="*/ 47945 h 195519"/>
                <a:gd name="csX21" fmla="*/ 115429 w 168712"/>
                <a:gd name="csY21" fmla="*/ 29430 h 195519"/>
                <a:gd name="csX22" fmla="*/ 116416 w 168712"/>
                <a:gd name="csY22" fmla="*/ 29020 h 195519"/>
                <a:gd name="csX23" fmla="*/ 136962 w 168712"/>
                <a:gd name="csY23" fmla="*/ 36303 h 195519"/>
                <a:gd name="csX24" fmla="*/ 131895 w 168712"/>
                <a:gd name="csY24" fmla="*/ 35130 h 195519"/>
                <a:gd name="csX25" fmla="*/ 116547 w 168712"/>
                <a:gd name="csY25" fmla="*/ 26245 h 195519"/>
                <a:gd name="csX26" fmla="*/ 131392 w 168712"/>
                <a:gd name="csY26" fmla="*/ 8941 h 195519"/>
                <a:gd name="csX27" fmla="*/ 146852 w 168712"/>
                <a:gd name="csY27" fmla="*/ 3967 h 195519"/>
                <a:gd name="csX28" fmla="*/ 151956 w 168712"/>
                <a:gd name="csY28" fmla="*/ 0 h 195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8712" h="195519">
                  <a:moveTo>
                    <a:pt x="151956" y="0"/>
                  </a:moveTo>
                  <a:cubicBezTo>
                    <a:pt x="160599" y="17584"/>
                    <a:pt x="168199" y="35540"/>
                    <a:pt x="168701" y="55526"/>
                  </a:cubicBezTo>
                  <a:cubicBezTo>
                    <a:pt x="168888" y="63107"/>
                    <a:pt x="166708" y="69775"/>
                    <a:pt x="162257" y="76537"/>
                  </a:cubicBezTo>
                  <a:cubicBezTo>
                    <a:pt x="145753" y="101534"/>
                    <a:pt x="123010" y="120589"/>
                    <a:pt x="102204" y="141469"/>
                  </a:cubicBezTo>
                  <a:cubicBezTo>
                    <a:pt x="93655" y="150056"/>
                    <a:pt x="83466" y="157004"/>
                    <a:pt x="75121" y="165926"/>
                  </a:cubicBezTo>
                  <a:cubicBezTo>
                    <a:pt x="72979" y="163710"/>
                    <a:pt x="71433" y="165516"/>
                    <a:pt x="69794" y="166727"/>
                  </a:cubicBezTo>
                  <a:cubicBezTo>
                    <a:pt x="59493" y="174290"/>
                    <a:pt x="49472" y="182467"/>
                    <a:pt x="37756" y="187682"/>
                  </a:cubicBezTo>
                  <a:cubicBezTo>
                    <a:pt x="29728" y="191277"/>
                    <a:pt x="21942" y="196623"/>
                    <a:pt x="12368" y="195319"/>
                  </a:cubicBezTo>
                  <a:cubicBezTo>
                    <a:pt x="7879" y="194704"/>
                    <a:pt x="3148" y="194108"/>
                    <a:pt x="931" y="189340"/>
                  </a:cubicBezTo>
                  <a:cubicBezTo>
                    <a:pt x="-1379" y="184385"/>
                    <a:pt x="1006" y="180380"/>
                    <a:pt x="3762" y="176301"/>
                  </a:cubicBezTo>
                  <a:cubicBezTo>
                    <a:pt x="8475" y="169316"/>
                    <a:pt x="14547" y="163728"/>
                    <a:pt x="21290" y="158904"/>
                  </a:cubicBezTo>
                  <a:cubicBezTo>
                    <a:pt x="24214" y="156818"/>
                    <a:pt x="25462" y="154433"/>
                    <a:pt x="25481" y="151099"/>
                  </a:cubicBezTo>
                  <a:cubicBezTo>
                    <a:pt x="30324" y="150708"/>
                    <a:pt x="34087" y="153949"/>
                    <a:pt x="37980" y="154452"/>
                  </a:cubicBezTo>
                  <a:cubicBezTo>
                    <a:pt x="34198" y="152366"/>
                    <a:pt x="28461" y="152701"/>
                    <a:pt x="24922" y="148454"/>
                  </a:cubicBezTo>
                  <a:cubicBezTo>
                    <a:pt x="24755" y="146350"/>
                    <a:pt x="26431" y="145586"/>
                    <a:pt x="27809" y="144673"/>
                  </a:cubicBezTo>
                  <a:cubicBezTo>
                    <a:pt x="43065" y="134652"/>
                    <a:pt x="56848" y="122731"/>
                    <a:pt x="70409" y="110661"/>
                  </a:cubicBezTo>
                  <a:cubicBezTo>
                    <a:pt x="75475" y="106153"/>
                    <a:pt x="81026" y="101105"/>
                    <a:pt x="82628" y="93711"/>
                  </a:cubicBezTo>
                  <a:cubicBezTo>
                    <a:pt x="82907" y="93450"/>
                    <a:pt x="83205" y="93189"/>
                    <a:pt x="83540" y="93152"/>
                  </a:cubicBezTo>
                  <a:cubicBezTo>
                    <a:pt x="85012" y="92966"/>
                    <a:pt x="85515" y="92351"/>
                    <a:pt x="85198" y="90973"/>
                  </a:cubicBezTo>
                  <a:cubicBezTo>
                    <a:pt x="97753" y="80504"/>
                    <a:pt x="104682" y="66702"/>
                    <a:pt x="108705" y="51186"/>
                  </a:cubicBezTo>
                  <a:cubicBezTo>
                    <a:pt x="108984" y="50106"/>
                    <a:pt x="109040" y="48895"/>
                    <a:pt x="109618" y="47945"/>
                  </a:cubicBezTo>
                  <a:cubicBezTo>
                    <a:pt x="113138" y="42264"/>
                    <a:pt x="114181" y="35819"/>
                    <a:pt x="115429" y="29430"/>
                  </a:cubicBezTo>
                  <a:cubicBezTo>
                    <a:pt x="115746" y="29207"/>
                    <a:pt x="116156" y="28890"/>
                    <a:pt x="116416" y="29020"/>
                  </a:cubicBezTo>
                  <a:cubicBezTo>
                    <a:pt x="123159" y="32168"/>
                    <a:pt x="129809" y="35558"/>
                    <a:pt x="136962" y="36303"/>
                  </a:cubicBezTo>
                  <a:cubicBezTo>
                    <a:pt x="135993" y="34925"/>
                    <a:pt x="133683" y="35651"/>
                    <a:pt x="131895" y="35130"/>
                  </a:cubicBezTo>
                  <a:cubicBezTo>
                    <a:pt x="126009" y="33453"/>
                    <a:pt x="119974" y="32131"/>
                    <a:pt x="116547" y="26245"/>
                  </a:cubicBezTo>
                  <a:cubicBezTo>
                    <a:pt x="121166" y="20210"/>
                    <a:pt x="125134" y="13635"/>
                    <a:pt x="131392" y="8941"/>
                  </a:cubicBezTo>
                  <a:cubicBezTo>
                    <a:pt x="136030" y="5458"/>
                    <a:pt x="140910" y="2738"/>
                    <a:pt x="146852" y="3967"/>
                  </a:cubicBezTo>
                  <a:cubicBezTo>
                    <a:pt x="150615" y="4768"/>
                    <a:pt x="150354" y="1416"/>
                    <a:pt x="151956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F7266906-AA72-E70C-5925-CB336C92741B}"/>
                </a:ext>
              </a:extLst>
            </p:cNvPr>
            <p:cNvSpPr/>
            <p:nvPr/>
          </p:nvSpPr>
          <p:spPr>
            <a:xfrm>
              <a:off x="2027145" y="5206918"/>
              <a:ext cx="300690" cy="88824"/>
            </a:xfrm>
            <a:custGeom>
              <a:avLst/>
              <a:gdLst>
                <a:gd name="csX0" fmla="*/ 0 w 300690"/>
                <a:gd name="csY0" fmla="*/ 0 h 88824"/>
                <a:gd name="csX1" fmla="*/ 10897 w 300690"/>
                <a:gd name="csY1" fmla="*/ 3632 h 88824"/>
                <a:gd name="csX2" fmla="*/ 36657 w 300690"/>
                <a:gd name="csY2" fmla="*/ 11120 h 88824"/>
                <a:gd name="csX3" fmla="*/ 60015 w 300690"/>
                <a:gd name="csY3" fmla="*/ 16671 h 88824"/>
                <a:gd name="csX4" fmla="*/ 69403 w 300690"/>
                <a:gd name="csY4" fmla="*/ 9928 h 88824"/>
                <a:gd name="csX5" fmla="*/ 70837 w 300690"/>
                <a:gd name="csY5" fmla="*/ 12480 h 88824"/>
                <a:gd name="csX6" fmla="*/ 71769 w 300690"/>
                <a:gd name="csY6" fmla="*/ 6631 h 88824"/>
                <a:gd name="csX7" fmla="*/ 72700 w 300690"/>
                <a:gd name="csY7" fmla="*/ 11437 h 88824"/>
                <a:gd name="csX8" fmla="*/ 80002 w 300690"/>
                <a:gd name="csY8" fmla="*/ 21141 h 88824"/>
                <a:gd name="csX9" fmla="*/ 115169 w 300690"/>
                <a:gd name="csY9" fmla="*/ 30678 h 88824"/>
                <a:gd name="csX10" fmla="*/ 133032 w 300690"/>
                <a:gd name="csY10" fmla="*/ 36657 h 88824"/>
                <a:gd name="csX11" fmla="*/ 140501 w 300690"/>
                <a:gd name="csY11" fmla="*/ 31758 h 88824"/>
                <a:gd name="csX12" fmla="*/ 141563 w 300690"/>
                <a:gd name="csY12" fmla="*/ 24699 h 88824"/>
                <a:gd name="csX13" fmla="*/ 142792 w 300690"/>
                <a:gd name="csY13" fmla="*/ 31069 h 88824"/>
                <a:gd name="csX14" fmla="*/ 143854 w 300690"/>
                <a:gd name="csY14" fmla="*/ 37011 h 88824"/>
                <a:gd name="csX15" fmla="*/ 147989 w 300690"/>
                <a:gd name="csY15" fmla="*/ 40718 h 88824"/>
                <a:gd name="csX16" fmla="*/ 197256 w 300690"/>
                <a:gd name="csY16" fmla="*/ 49882 h 88824"/>
                <a:gd name="csX17" fmla="*/ 219608 w 300690"/>
                <a:gd name="csY17" fmla="*/ 54520 h 88824"/>
                <a:gd name="csX18" fmla="*/ 236689 w 300690"/>
                <a:gd name="csY18" fmla="*/ 57258 h 88824"/>
                <a:gd name="csX19" fmla="*/ 256303 w 300690"/>
                <a:gd name="csY19" fmla="*/ 58562 h 88824"/>
                <a:gd name="csX20" fmla="*/ 263754 w 300690"/>
                <a:gd name="csY20" fmla="*/ 52415 h 88824"/>
                <a:gd name="csX21" fmla="*/ 265337 w 300690"/>
                <a:gd name="csY21" fmla="*/ 49882 h 88824"/>
                <a:gd name="csX22" fmla="*/ 267106 w 300690"/>
                <a:gd name="csY22" fmla="*/ 52229 h 88824"/>
                <a:gd name="csX23" fmla="*/ 275600 w 300690"/>
                <a:gd name="csY23" fmla="*/ 59754 h 88824"/>
                <a:gd name="csX24" fmla="*/ 293556 w 300690"/>
                <a:gd name="csY24" fmla="*/ 66367 h 88824"/>
                <a:gd name="csX25" fmla="*/ 296592 w 300690"/>
                <a:gd name="csY25" fmla="*/ 72122 h 88824"/>
                <a:gd name="csX26" fmla="*/ 300690 w 300690"/>
                <a:gd name="csY26" fmla="*/ 75550 h 88824"/>
                <a:gd name="csX27" fmla="*/ 265989 w 300690"/>
                <a:gd name="csY27" fmla="*/ 85794 h 88824"/>
                <a:gd name="csX28" fmla="*/ 120570 w 300690"/>
                <a:gd name="csY28" fmla="*/ 72309 h 88824"/>
                <a:gd name="csX29" fmla="*/ 36862 w 300690"/>
                <a:gd name="csY29" fmla="*/ 47274 h 88824"/>
                <a:gd name="csX30" fmla="*/ 23470 w 300690"/>
                <a:gd name="csY30" fmla="*/ 37663 h 88824"/>
                <a:gd name="csX31" fmla="*/ 7227 w 300690"/>
                <a:gd name="csY31" fmla="*/ 21290 h 88824"/>
                <a:gd name="csX32" fmla="*/ 782 w 300690"/>
                <a:gd name="csY32" fmla="*/ 8978 h 88824"/>
                <a:gd name="csX33" fmla="*/ 0 w 300690"/>
                <a:gd name="csY33" fmla="*/ 0 h 88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300690" h="88824">
                  <a:moveTo>
                    <a:pt x="0" y="0"/>
                  </a:moveTo>
                  <a:cubicBezTo>
                    <a:pt x="3129" y="2738"/>
                    <a:pt x="7004" y="2980"/>
                    <a:pt x="10897" y="3632"/>
                  </a:cubicBezTo>
                  <a:cubicBezTo>
                    <a:pt x="19744" y="5104"/>
                    <a:pt x="27754" y="9537"/>
                    <a:pt x="36657" y="11120"/>
                  </a:cubicBezTo>
                  <a:cubicBezTo>
                    <a:pt x="44518" y="12517"/>
                    <a:pt x="52304" y="14566"/>
                    <a:pt x="60015" y="16671"/>
                  </a:cubicBezTo>
                  <a:cubicBezTo>
                    <a:pt x="67354" y="18682"/>
                    <a:pt x="69068" y="17602"/>
                    <a:pt x="69403" y="9928"/>
                  </a:cubicBezTo>
                  <a:cubicBezTo>
                    <a:pt x="71415" y="9965"/>
                    <a:pt x="71023" y="11232"/>
                    <a:pt x="70837" y="12480"/>
                  </a:cubicBezTo>
                  <a:cubicBezTo>
                    <a:pt x="71638" y="10636"/>
                    <a:pt x="69422" y="8214"/>
                    <a:pt x="71769" y="6631"/>
                  </a:cubicBezTo>
                  <a:cubicBezTo>
                    <a:pt x="73147" y="8028"/>
                    <a:pt x="72923" y="9835"/>
                    <a:pt x="72700" y="11437"/>
                  </a:cubicBezTo>
                  <a:cubicBezTo>
                    <a:pt x="71918" y="17192"/>
                    <a:pt x="74283" y="19763"/>
                    <a:pt x="80002" y="21141"/>
                  </a:cubicBezTo>
                  <a:cubicBezTo>
                    <a:pt x="91792" y="23972"/>
                    <a:pt x="103639" y="26468"/>
                    <a:pt x="115169" y="30678"/>
                  </a:cubicBezTo>
                  <a:cubicBezTo>
                    <a:pt x="120962" y="32783"/>
                    <a:pt x="127220" y="34068"/>
                    <a:pt x="133032" y="36657"/>
                  </a:cubicBezTo>
                  <a:cubicBezTo>
                    <a:pt x="137055" y="38445"/>
                    <a:pt x="139756" y="36378"/>
                    <a:pt x="140501" y="31758"/>
                  </a:cubicBezTo>
                  <a:cubicBezTo>
                    <a:pt x="140873" y="29411"/>
                    <a:pt x="139681" y="26822"/>
                    <a:pt x="141563" y="24699"/>
                  </a:cubicBezTo>
                  <a:cubicBezTo>
                    <a:pt x="143556" y="26524"/>
                    <a:pt x="142550" y="28927"/>
                    <a:pt x="142792" y="31069"/>
                  </a:cubicBezTo>
                  <a:cubicBezTo>
                    <a:pt x="143016" y="33081"/>
                    <a:pt x="142308" y="35242"/>
                    <a:pt x="143854" y="37011"/>
                  </a:cubicBezTo>
                  <a:cubicBezTo>
                    <a:pt x="144059" y="39582"/>
                    <a:pt x="145772" y="40103"/>
                    <a:pt x="147989" y="40718"/>
                  </a:cubicBezTo>
                  <a:cubicBezTo>
                    <a:pt x="164175" y="45151"/>
                    <a:pt x="180958" y="46287"/>
                    <a:pt x="197256" y="49882"/>
                  </a:cubicBezTo>
                  <a:cubicBezTo>
                    <a:pt x="204670" y="51521"/>
                    <a:pt x="212549" y="50776"/>
                    <a:pt x="219608" y="54520"/>
                  </a:cubicBezTo>
                  <a:cubicBezTo>
                    <a:pt x="224842" y="57314"/>
                    <a:pt x="230989" y="56495"/>
                    <a:pt x="236689" y="57258"/>
                  </a:cubicBezTo>
                  <a:cubicBezTo>
                    <a:pt x="243134" y="58115"/>
                    <a:pt x="249765" y="57612"/>
                    <a:pt x="256303" y="58562"/>
                  </a:cubicBezTo>
                  <a:cubicBezTo>
                    <a:pt x="260624" y="59195"/>
                    <a:pt x="264406" y="58301"/>
                    <a:pt x="263754" y="52415"/>
                  </a:cubicBezTo>
                  <a:cubicBezTo>
                    <a:pt x="263623" y="51279"/>
                    <a:pt x="263884" y="49957"/>
                    <a:pt x="265337" y="49882"/>
                  </a:cubicBezTo>
                  <a:cubicBezTo>
                    <a:pt x="266808" y="49808"/>
                    <a:pt x="267181" y="51037"/>
                    <a:pt x="267106" y="52229"/>
                  </a:cubicBezTo>
                  <a:cubicBezTo>
                    <a:pt x="266715" y="58394"/>
                    <a:pt x="271242" y="59009"/>
                    <a:pt x="275600" y="59754"/>
                  </a:cubicBezTo>
                  <a:cubicBezTo>
                    <a:pt x="282008" y="60835"/>
                    <a:pt x="288788" y="60723"/>
                    <a:pt x="293556" y="66367"/>
                  </a:cubicBezTo>
                  <a:cubicBezTo>
                    <a:pt x="295028" y="68099"/>
                    <a:pt x="296686" y="69515"/>
                    <a:pt x="296592" y="72122"/>
                  </a:cubicBezTo>
                  <a:cubicBezTo>
                    <a:pt x="296481" y="74805"/>
                    <a:pt x="298269" y="75661"/>
                    <a:pt x="300690" y="75550"/>
                  </a:cubicBezTo>
                  <a:cubicBezTo>
                    <a:pt x="290278" y="82870"/>
                    <a:pt x="277984" y="83932"/>
                    <a:pt x="265989" y="85794"/>
                  </a:cubicBezTo>
                  <a:cubicBezTo>
                    <a:pt x="216405" y="93450"/>
                    <a:pt x="168311" y="85738"/>
                    <a:pt x="120570" y="72309"/>
                  </a:cubicBezTo>
                  <a:cubicBezTo>
                    <a:pt x="92519" y="64429"/>
                    <a:pt x="64802" y="55489"/>
                    <a:pt x="36862" y="47274"/>
                  </a:cubicBezTo>
                  <a:cubicBezTo>
                    <a:pt x="31125" y="45598"/>
                    <a:pt x="26934" y="42376"/>
                    <a:pt x="23470" y="37663"/>
                  </a:cubicBezTo>
                  <a:cubicBezTo>
                    <a:pt x="18869" y="31423"/>
                    <a:pt x="13504" y="25761"/>
                    <a:pt x="7227" y="21290"/>
                  </a:cubicBezTo>
                  <a:cubicBezTo>
                    <a:pt x="2682" y="18049"/>
                    <a:pt x="1006" y="14119"/>
                    <a:pt x="782" y="8978"/>
                  </a:cubicBezTo>
                  <a:cubicBezTo>
                    <a:pt x="577" y="5998"/>
                    <a:pt x="242" y="2999"/>
                    <a:pt x="0" y="0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A5B159AC-C09A-EE05-B045-FA223E170A5E}"/>
                </a:ext>
              </a:extLst>
            </p:cNvPr>
            <p:cNvSpPr/>
            <p:nvPr/>
          </p:nvSpPr>
          <p:spPr>
            <a:xfrm>
              <a:off x="1787742" y="5125126"/>
              <a:ext cx="127011" cy="147945"/>
            </a:xfrm>
            <a:custGeom>
              <a:avLst/>
              <a:gdLst>
                <a:gd name="csX0" fmla="*/ 89458 w 127011"/>
                <a:gd name="csY0" fmla="*/ 4808 h 147945"/>
                <a:gd name="csX1" fmla="*/ 117416 w 127011"/>
                <a:gd name="csY1" fmla="*/ 9092 h 147945"/>
                <a:gd name="csX2" fmla="*/ 126972 w 127011"/>
                <a:gd name="csY2" fmla="*/ 31649 h 147945"/>
                <a:gd name="csX3" fmla="*/ 119689 w 127011"/>
                <a:gd name="csY3" fmla="*/ 87957 h 147945"/>
                <a:gd name="csX4" fmla="*/ 87502 w 127011"/>
                <a:gd name="csY4" fmla="*/ 128060 h 147945"/>
                <a:gd name="csX5" fmla="*/ 43562 w 127011"/>
                <a:gd name="csY5" fmla="*/ 147674 h 147945"/>
                <a:gd name="csX6" fmla="*/ 18770 w 127011"/>
                <a:gd name="csY6" fmla="*/ 139199 h 147945"/>
                <a:gd name="csX7" fmla="*/ 31 w 127011"/>
                <a:gd name="csY7" fmla="*/ 99692 h 147945"/>
                <a:gd name="csX8" fmla="*/ 9959 w 127011"/>
                <a:gd name="csY8" fmla="*/ 50108 h 147945"/>
                <a:gd name="csX9" fmla="*/ 23985 w 127011"/>
                <a:gd name="csY9" fmla="*/ 36604 h 147945"/>
                <a:gd name="csX10" fmla="*/ 33708 w 127011"/>
                <a:gd name="csY10" fmla="*/ 28240 h 147945"/>
                <a:gd name="csX11" fmla="*/ 48684 w 127011"/>
                <a:gd name="csY11" fmla="*/ 2424 h 147945"/>
                <a:gd name="csX12" fmla="*/ 55762 w 127011"/>
                <a:gd name="csY12" fmla="*/ 170 h 147945"/>
                <a:gd name="csX13" fmla="*/ 81299 w 127011"/>
                <a:gd name="csY13" fmla="*/ 6503 h 147945"/>
                <a:gd name="csX14" fmla="*/ 89458 w 127011"/>
                <a:gd name="csY14" fmla="*/ 4808 h 147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011" h="147945">
                  <a:moveTo>
                    <a:pt x="89458" y="4808"/>
                  </a:moveTo>
                  <a:cubicBezTo>
                    <a:pt x="99088" y="4305"/>
                    <a:pt x="109239" y="2610"/>
                    <a:pt x="117416" y="9092"/>
                  </a:cubicBezTo>
                  <a:cubicBezTo>
                    <a:pt x="124364" y="14587"/>
                    <a:pt x="127400" y="22708"/>
                    <a:pt x="126972" y="31649"/>
                  </a:cubicBezTo>
                  <a:cubicBezTo>
                    <a:pt x="126096" y="50611"/>
                    <a:pt x="124811" y="69722"/>
                    <a:pt x="119689" y="87957"/>
                  </a:cubicBezTo>
                  <a:cubicBezTo>
                    <a:pt x="114790" y="105392"/>
                    <a:pt x="102515" y="118319"/>
                    <a:pt x="87502" y="128060"/>
                  </a:cubicBezTo>
                  <a:cubicBezTo>
                    <a:pt x="73960" y="136871"/>
                    <a:pt x="60102" y="145234"/>
                    <a:pt x="43562" y="147674"/>
                  </a:cubicBezTo>
                  <a:cubicBezTo>
                    <a:pt x="33634" y="149146"/>
                    <a:pt x="26313" y="144396"/>
                    <a:pt x="18770" y="139199"/>
                  </a:cubicBezTo>
                  <a:cubicBezTo>
                    <a:pt x="4837" y="129569"/>
                    <a:pt x="217" y="115767"/>
                    <a:pt x="31" y="99692"/>
                  </a:cubicBezTo>
                  <a:cubicBezTo>
                    <a:pt x="-174" y="82444"/>
                    <a:pt x="366" y="65401"/>
                    <a:pt x="9959" y="50108"/>
                  </a:cubicBezTo>
                  <a:cubicBezTo>
                    <a:pt x="13517" y="44427"/>
                    <a:pt x="17969" y="39658"/>
                    <a:pt x="23985" y="36604"/>
                  </a:cubicBezTo>
                  <a:cubicBezTo>
                    <a:pt x="27953" y="34592"/>
                    <a:pt x="31436" y="31910"/>
                    <a:pt x="33708" y="28240"/>
                  </a:cubicBezTo>
                  <a:cubicBezTo>
                    <a:pt x="38942" y="19784"/>
                    <a:pt x="43729" y="11048"/>
                    <a:pt x="48684" y="2424"/>
                  </a:cubicBezTo>
                  <a:cubicBezTo>
                    <a:pt x="50454" y="-165"/>
                    <a:pt x="53117" y="-203"/>
                    <a:pt x="55762" y="170"/>
                  </a:cubicBezTo>
                  <a:cubicBezTo>
                    <a:pt x="64479" y="1418"/>
                    <a:pt x="73308" y="2461"/>
                    <a:pt x="81299" y="6503"/>
                  </a:cubicBezTo>
                  <a:cubicBezTo>
                    <a:pt x="84764" y="8254"/>
                    <a:pt x="86980" y="6447"/>
                    <a:pt x="89458" y="4808"/>
                  </a:cubicBezTo>
                  <a:close/>
                </a:path>
              </a:pathLst>
            </a:custGeom>
            <a:solidFill>
              <a:srgbClr val="81B7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2C3A13A6-06EE-9CB1-1B1D-6A51981E27E7}"/>
                </a:ext>
              </a:extLst>
            </p:cNvPr>
            <p:cNvSpPr/>
            <p:nvPr/>
          </p:nvSpPr>
          <p:spPr>
            <a:xfrm>
              <a:off x="1881231" y="5037126"/>
              <a:ext cx="121922" cy="89318"/>
            </a:xfrm>
            <a:custGeom>
              <a:avLst/>
              <a:gdLst>
                <a:gd name="csX0" fmla="*/ 5357 w 121922"/>
                <a:gd name="csY0" fmla="*/ 88431 h 89318"/>
                <a:gd name="csX1" fmla="*/ 1222 w 121922"/>
                <a:gd name="csY1" fmla="*/ 81296 h 89318"/>
                <a:gd name="csX2" fmla="*/ 6828 w 121922"/>
                <a:gd name="csY2" fmla="*/ 75094 h 89318"/>
                <a:gd name="csX3" fmla="*/ 11857 w 121922"/>
                <a:gd name="csY3" fmla="*/ 68016 h 89318"/>
                <a:gd name="csX4" fmla="*/ 16197 w 121922"/>
                <a:gd name="csY4" fmla="*/ 54027 h 89318"/>
                <a:gd name="csX5" fmla="*/ 27206 w 121922"/>
                <a:gd name="csY5" fmla="*/ 27764 h 89318"/>
                <a:gd name="csX6" fmla="*/ 78653 w 121922"/>
                <a:gd name="csY6" fmla="*/ 252 h 89318"/>
                <a:gd name="csX7" fmla="*/ 104953 w 121922"/>
                <a:gd name="csY7" fmla="*/ 2264 h 89318"/>
                <a:gd name="csX8" fmla="*/ 120004 w 121922"/>
                <a:gd name="csY8" fmla="*/ 33277 h 89318"/>
                <a:gd name="csX9" fmla="*/ 116334 w 121922"/>
                <a:gd name="csY9" fmla="*/ 43950 h 89318"/>
                <a:gd name="csX10" fmla="*/ 82397 w 121922"/>
                <a:gd name="csY10" fmla="*/ 83830 h 89318"/>
                <a:gd name="csX11" fmla="*/ 44082 w 121922"/>
                <a:gd name="csY11" fmla="*/ 86437 h 89318"/>
                <a:gd name="csX12" fmla="*/ 29944 w 121922"/>
                <a:gd name="csY12" fmla="*/ 82619 h 89318"/>
                <a:gd name="csX13" fmla="*/ 5357 w 121922"/>
                <a:gd name="csY13" fmla="*/ 88431 h 89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1922" h="89318">
                  <a:moveTo>
                    <a:pt x="5357" y="88431"/>
                  </a:moveTo>
                  <a:cubicBezTo>
                    <a:pt x="-306" y="87760"/>
                    <a:pt x="-1107" y="86382"/>
                    <a:pt x="1222" y="81296"/>
                  </a:cubicBezTo>
                  <a:cubicBezTo>
                    <a:pt x="2432" y="78633"/>
                    <a:pt x="4425" y="76565"/>
                    <a:pt x="6828" y="75094"/>
                  </a:cubicBezTo>
                  <a:cubicBezTo>
                    <a:pt x="9604" y="73399"/>
                    <a:pt x="11317" y="71201"/>
                    <a:pt x="11857" y="68016"/>
                  </a:cubicBezTo>
                  <a:cubicBezTo>
                    <a:pt x="15601" y="64067"/>
                    <a:pt x="16980" y="59336"/>
                    <a:pt x="16197" y="54027"/>
                  </a:cubicBezTo>
                  <a:cubicBezTo>
                    <a:pt x="14577" y="43037"/>
                    <a:pt x="19327" y="34506"/>
                    <a:pt x="27206" y="27764"/>
                  </a:cubicBezTo>
                  <a:cubicBezTo>
                    <a:pt x="42275" y="14837"/>
                    <a:pt x="58685" y="4126"/>
                    <a:pt x="78653" y="252"/>
                  </a:cubicBezTo>
                  <a:cubicBezTo>
                    <a:pt x="87500" y="-251"/>
                    <a:pt x="96255" y="-195"/>
                    <a:pt x="104953" y="2264"/>
                  </a:cubicBezTo>
                  <a:cubicBezTo>
                    <a:pt x="118551" y="6119"/>
                    <a:pt x="125573" y="20331"/>
                    <a:pt x="120004" y="33277"/>
                  </a:cubicBezTo>
                  <a:cubicBezTo>
                    <a:pt x="118514" y="36723"/>
                    <a:pt x="117396" y="40337"/>
                    <a:pt x="116334" y="43950"/>
                  </a:cubicBezTo>
                  <a:cubicBezTo>
                    <a:pt x="110989" y="62335"/>
                    <a:pt x="97950" y="74479"/>
                    <a:pt x="82397" y="83830"/>
                  </a:cubicBezTo>
                  <a:cubicBezTo>
                    <a:pt x="70513" y="90945"/>
                    <a:pt x="57195" y="90386"/>
                    <a:pt x="44082" y="86437"/>
                  </a:cubicBezTo>
                  <a:cubicBezTo>
                    <a:pt x="39406" y="85040"/>
                    <a:pt x="34787" y="83532"/>
                    <a:pt x="29944" y="82619"/>
                  </a:cubicBezTo>
                  <a:cubicBezTo>
                    <a:pt x="20780" y="80943"/>
                    <a:pt x="12994" y="84221"/>
                    <a:pt x="5357" y="88431"/>
                  </a:cubicBezTo>
                  <a:close/>
                </a:path>
              </a:pathLst>
            </a:custGeom>
            <a:solidFill>
              <a:srgbClr val="84BB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A33257-3106-959E-BB9A-542B34CF62A7}"/>
                </a:ext>
              </a:extLst>
            </p:cNvPr>
            <p:cNvSpPr/>
            <p:nvPr/>
          </p:nvSpPr>
          <p:spPr>
            <a:xfrm>
              <a:off x="1957297" y="4812061"/>
              <a:ext cx="151804" cy="223362"/>
            </a:xfrm>
            <a:custGeom>
              <a:avLst/>
              <a:gdLst>
                <a:gd name="csX0" fmla="*/ 151805 w 151804"/>
                <a:gd name="csY0" fmla="*/ 1388 h 223362"/>
                <a:gd name="csX1" fmla="*/ 139828 w 151804"/>
                <a:gd name="csY1" fmla="*/ 3865 h 223362"/>
                <a:gd name="csX2" fmla="*/ 138021 w 151804"/>
                <a:gd name="csY2" fmla="*/ 5728 h 223362"/>
                <a:gd name="csX3" fmla="*/ 122617 w 151804"/>
                <a:gd name="csY3" fmla="*/ 24410 h 223362"/>
                <a:gd name="csX4" fmla="*/ 70387 w 151804"/>
                <a:gd name="csY4" fmla="*/ 72877 h 223362"/>
                <a:gd name="csX5" fmla="*/ 50289 w 151804"/>
                <a:gd name="csY5" fmla="*/ 90814 h 223362"/>
                <a:gd name="csX6" fmla="*/ 36338 w 151804"/>
                <a:gd name="csY6" fmla="*/ 108994 h 223362"/>
                <a:gd name="csX7" fmla="*/ 34848 w 151804"/>
                <a:gd name="csY7" fmla="*/ 117413 h 223362"/>
                <a:gd name="csX8" fmla="*/ 33786 w 151804"/>
                <a:gd name="csY8" fmla="*/ 121343 h 223362"/>
                <a:gd name="csX9" fmla="*/ 22834 w 151804"/>
                <a:gd name="csY9" fmla="*/ 145222 h 223362"/>
                <a:gd name="csX10" fmla="*/ 21474 w 151804"/>
                <a:gd name="csY10" fmla="*/ 152319 h 223362"/>
                <a:gd name="csX11" fmla="*/ 30620 w 151804"/>
                <a:gd name="csY11" fmla="*/ 179440 h 223362"/>
                <a:gd name="csX12" fmla="*/ 50997 w 151804"/>
                <a:gd name="csY12" fmla="*/ 189908 h 223362"/>
                <a:gd name="csX13" fmla="*/ 61465 w 151804"/>
                <a:gd name="csY13" fmla="*/ 190299 h 223362"/>
                <a:gd name="csX14" fmla="*/ 26652 w 151804"/>
                <a:gd name="csY14" fmla="*/ 221759 h 223362"/>
                <a:gd name="csX15" fmla="*/ 22834 w 151804"/>
                <a:gd name="csY15" fmla="*/ 223324 h 223362"/>
                <a:gd name="csX16" fmla="*/ 4412 w 151804"/>
                <a:gd name="csY16" fmla="*/ 222653 h 223362"/>
                <a:gd name="csX17" fmla="*/ 12757 w 151804"/>
                <a:gd name="csY17" fmla="*/ 208590 h 223362"/>
                <a:gd name="csX18" fmla="*/ 14135 w 151804"/>
                <a:gd name="csY18" fmla="*/ 169512 h 223362"/>
                <a:gd name="csX19" fmla="*/ 4859 w 151804"/>
                <a:gd name="csY19" fmla="*/ 154685 h 223362"/>
                <a:gd name="csX20" fmla="*/ 1860 w 151804"/>
                <a:gd name="csY20" fmla="*/ 127602 h 223362"/>
                <a:gd name="csX21" fmla="*/ 11360 w 151804"/>
                <a:gd name="csY21" fmla="*/ 95769 h 223362"/>
                <a:gd name="csX22" fmla="*/ 33283 w 151804"/>
                <a:gd name="csY22" fmla="*/ 62017 h 223362"/>
                <a:gd name="csX23" fmla="*/ 96297 w 151804"/>
                <a:gd name="csY23" fmla="*/ 11576 h 223362"/>
                <a:gd name="csX24" fmla="*/ 145229 w 151804"/>
                <a:gd name="csY24" fmla="*/ 84 h 223362"/>
                <a:gd name="csX25" fmla="*/ 151805 w 151804"/>
                <a:gd name="csY25" fmla="*/ 1388 h 223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1804" h="223362">
                  <a:moveTo>
                    <a:pt x="151805" y="1388"/>
                  </a:moveTo>
                  <a:cubicBezTo>
                    <a:pt x="147483" y="624"/>
                    <a:pt x="143963" y="3735"/>
                    <a:pt x="139828" y="3865"/>
                  </a:cubicBezTo>
                  <a:cubicBezTo>
                    <a:pt x="138747" y="3902"/>
                    <a:pt x="138226" y="4759"/>
                    <a:pt x="138021" y="5728"/>
                  </a:cubicBezTo>
                  <a:cubicBezTo>
                    <a:pt x="136158" y="14650"/>
                    <a:pt x="128130" y="18524"/>
                    <a:pt x="122617" y="24410"/>
                  </a:cubicBezTo>
                  <a:cubicBezTo>
                    <a:pt x="106356" y="41789"/>
                    <a:pt x="86630" y="55423"/>
                    <a:pt x="70387" y="72877"/>
                  </a:cubicBezTo>
                  <a:cubicBezTo>
                    <a:pt x="64297" y="79415"/>
                    <a:pt x="57200" y="85077"/>
                    <a:pt x="50289" y="90814"/>
                  </a:cubicBezTo>
                  <a:cubicBezTo>
                    <a:pt x="44217" y="95862"/>
                    <a:pt x="40603" y="102661"/>
                    <a:pt x="36338" y="108994"/>
                  </a:cubicBezTo>
                  <a:cubicBezTo>
                    <a:pt x="34680" y="111452"/>
                    <a:pt x="33209" y="114153"/>
                    <a:pt x="34848" y="117413"/>
                  </a:cubicBezTo>
                  <a:cubicBezTo>
                    <a:pt x="35537" y="118773"/>
                    <a:pt x="35425" y="120337"/>
                    <a:pt x="33786" y="121343"/>
                  </a:cubicBezTo>
                  <a:cubicBezTo>
                    <a:pt x="24734" y="126801"/>
                    <a:pt x="23709" y="136021"/>
                    <a:pt x="22834" y="145222"/>
                  </a:cubicBezTo>
                  <a:cubicBezTo>
                    <a:pt x="22591" y="147663"/>
                    <a:pt x="22405" y="149972"/>
                    <a:pt x="21474" y="152319"/>
                  </a:cubicBezTo>
                  <a:cubicBezTo>
                    <a:pt x="17879" y="161521"/>
                    <a:pt x="22144" y="174485"/>
                    <a:pt x="30620" y="179440"/>
                  </a:cubicBezTo>
                  <a:cubicBezTo>
                    <a:pt x="37213" y="183295"/>
                    <a:pt x="43956" y="187002"/>
                    <a:pt x="50997" y="189908"/>
                  </a:cubicBezTo>
                  <a:cubicBezTo>
                    <a:pt x="54015" y="191156"/>
                    <a:pt x="57945" y="190243"/>
                    <a:pt x="61465" y="190299"/>
                  </a:cubicBezTo>
                  <a:cubicBezTo>
                    <a:pt x="47495" y="198159"/>
                    <a:pt x="35593" y="208330"/>
                    <a:pt x="26652" y="221759"/>
                  </a:cubicBezTo>
                  <a:cubicBezTo>
                    <a:pt x="25665" y="223231"/>
                    <a:pt x="24547" y="223473"/>
                    <a:pt x="22834" y="223324"/>
                  </a:cubicBezTo>
                  <a:cubicBezTo>
                    <a:pt x="16892" y="222821"/>
                    <a:pt x="11024" y="221499"/>
                    <a:pt x="4412" y="222653"/>
                  </a:cubicBezTo>
                  <a:cubicBezTo>
                    <a:pt x="6666" y="217047"/>
                    <a:pt x="9758" y="212837"/>
                    <a:pt x="12757" y="208590"/>
                  </a:cubicBezTo>
                  <a:cubicBezTo>
                    <a:pt x="21753" y="195831"/>
                    <a:pt x="24007" y="182997"/>
                    <a:pt x="14135" y="169512"/>
                  </a:cubicBezTo>
                  <a:cubicBezTo>
                    <a:pt x="10708" y="164818"/>
                    <a:pt x="8063" y="159565"/>
                    <a:pt x="4859" y="154685"/>
                  </a:cubicBezTo>
                  <a:cubicBezTo>
                    <a:pt x="-766" y="146135"/>
                    <a:pt x="-1139" y="136803"/>
                    <a:pt x="1860" y="127602"/>
                  </a:cubicBezTo>
                  <a:cubicBezTo>
                    <a:pt x="5306" y="117059"/>
                    <a:pt x="8286" y="106405"/>
                    <a:pt x="11360" y="95769"/>
                  </a:cubicBezTo>
                  <a:cubicBezTo>
                    <a:pt x="15253" y="82283"/>
                    <a:pt x="23970" y="71629"/>
                    <a:pt x="33283" y="62017"/>
                  </a:cubicBezTo>
                  <a:cubicBezTo>
                    <a:pt x="52096" y="42590"/>
                    <a:pt x="71635" y="23423"/>
                    <a:pt x="96297" y="11576"/>
                  </a:cubicBezTo>
                  <a:cubicBezTo>
                    <a:pt x="111422" y="4312"/>
                    <a:pt x="127851" y="-717"/>
                    <a:pt x="145229" y="84"/>
                  </a:cubicBezTo>
                  <a:cubicBezTo>
                    <a:pt x="147465" y="214"/>
                    <a:pt x="149812" y="-28"/>
                    <a:pt x="151805" y="138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545DD96A-640D-8C90-B9AE-1C39BA2A5301}"/>
                </a:ext>
              </a:extLst>
            </p:cNvPr>
            <p:cNvSpPr/>
            <p:nvPr/>
          </p:nvSpPr>
          <p:spPr>
            <a:xfrm>
              <a:off x="1546979" y="5227735"/>
              <a:ext cx="188472" cy="234314"/>
            </a:xfrm>
            <a:custGeom>
              <a:avLst/>
              <a:gdLst>
                <a:gd name="csX0" fmla="*/ 157683 w 188472"/>
                <a:gd name="csY0" fmla="*/ 436 h 234314"/>
                <a:gd name="csX1" fmla="*/ 166381 w 188472"/>
                <a:gd name="csY1" fmla="*/ 511 h 234314"/>
                <a:gd name="csX2" fmla="*/ 177520 w 188472"/>
                <a:gd name="csY2" fmla="*/ 7012 h 234314"/>
                <a:gd name="csX3" fmla="*/ 179476 w 188472"/>
                <a:gd name="csY3" fmla="*/ 49760 h 234314"/>
                <a:gd name="csX4" fmla="*/ 157720 w 188472"/>
                <a:gd name="csY4" fmla="*/ 72670 h 234314"/>
                <a:gd name="csX5" fmla="*/ 126241 w 188472"/>
                <a:gd name="csY5" fmla="*/ 110985 h 234314"/>
                <a:gd name="csX6" fmla="*/ 102641 w 188472"/>
                <a:gd name="csY6" fmla="*/ 141198 h 234314"/>
                <a:gd name="csX7" fmla="*/ 93178 w 188472"/>
                <a:gd name="csY7" fmla="*/ 155205 h 234314"/>
                <a:gd name="csX8" fmla="*/ 66412 w 188472"/>
                <a:gd name="csY8" fmla="*/ 191508 h 234314"/>
                <a:gd name="csX9" fmla="*/ 64829 w 188472"/>
                <a:gd name="csY9" fmla="*/ 195159 h 234314"/>
                <a:gd name="csX10" fmla="*/ 54230 w 188472"/>
                <a:gd name="csY10" fmla="*/ 211700 h 234314"/>
                <a:gd name="csX11" fmla="*/ 32102 w 188472"/>
                <a:gd name="csY11" fmla="*/ 232114 h 234314"/>
                <a:gd name="csX12" fmla="*/ 27 w 188472"/>
                <a:gd name="csY12" fmla="*/ 211774 h 234314"/>
                <a:gd name="csX13" fmla="*/ 14499 w 188472"/>
                <a:gd name="csY13" fmla="*/ 163215 h 234314"/>
                <a:gd name="csX14" fmla="*/ 15449 w 188472"/>
                <a:gd name="csY14" fmla="*/ 161799 h 234314"/>
                <a:gd name="csX15" fmla="*/ 33834 w 188472"/>
                <a:gd name="csY15" fmla="*/ 133393 h 234314"/>
                <a:gd name="csX16" fmla="*/ 61811 w 188472"/>
                <a:gd name="csY16" fmla="*/ 93085 h 234314"/>
                <a:gd name="csX17" fmla="*/ 120299 w 188472"/>
                <a:gd name="csY17" fmla="*/ 25266 h 234314"/>
                <a:gd name="csX18" fmla="*/ 143415 w 188472"/>
                <a:gd name="csY18" fmla="*/ 4050 h 234314"/>
                <a:gd name="csX19" fmla="*/ 157683 w 188472"/>
                <a:gd name="csY19" fmla="*/ 436 h 234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8472" h="234314">
                  <a:moveTo>
                    <a:pt x="157683" y="436"/>
                  </a:moveTo>
                  <a:cubicBezTo>
                    <a:pt x="160588" y="455"/>
                    <a:pt x="163475" y="492"/>
                    <a:pt x="166381" y="511"/>
                  </a:cubicBezTo>
                  <a:cubicBezTo>
                    <a:pt x="170293" y="2318"/>
                    <a:pt x="174204" y="4180"/>
                    <a:pt x="177520" y="7012"/>
                  </a:cubicBezTo>
                  <a:cubicBezTo>
                    <a:pt x="191322" y="18765"/>
                    <a:pt x="192198" y="36125"/>
                    <a:pt x="179476" y="49760"/>
                  </a:cubicBezTo>
                  <a:cubicBezTo>
                    <a:pt x="172286" y="57453"/>
                    <a:pt x="164556" y="64624"/>
                    <a:pt x="157720" y="72670"/>
                  </a:cubicBezTo>
                  <a:cubicBezTo>
                    <a:pt x="147028" y="85281"/>
                    <a:pt x="135927" y="97500"/>
                    <a:pt x="126241" y="110985"/>
                  </a:cubicBezTo>
                  <a:cubicBezTo>
                    <a:pt x="118790" y="121342"/>
                    <a:pt x="110166" y="130841"/>
                    <a:pt x="102641" y="141198"/>
                  </a:cubicBezTo>
                  <a:cubicBezTo>
                    <a:pt x="99307" y="145780"/>
                    <a:pt x="96326" y="150548"/>
                    <a:pt x="93178" y="155205"/>
                  </a:cubicBezTo>
                  <a:cubicBezTo>
                    <a:pt x="84741" y="167666"/>
                    <a:pt x="74626" y="178898"/>
                    <a:pt x="66412" y="191508"/>
                  </a:cubicBezTo>
                  <a:cubicBezTo>
                    <a:pt x="65611" y="192607"/>
                    <a:pt x="65034" y="193781"/>
                    <a:pt x="64829" y="195159"/>
                  </a:cubicBezTo>
                  <a:cubicBezTo>
                    <a:pt x="62742" y="201604"/>
                    <a:pt x="58235" y="206596"/>
                    <a:pt x="54230" y="211700"/>
                  </a:cubicBezTo>
                  <a:cubicBezTo>
                    <a:pt x="48027" y="219635"/>
                    <a:pt x="42086" y="227942"/>
                    <a:pt x="32102" y="232114"/>
                  </a:cubicBezTo>
                  <a:cubicBezTo>
                    <a:pt x="16828" y="238503"/>
                    <a:pt x="567" y="230755"/>
                    <a:pt x="27" y="211774"/>
                  </a:cubicBezTo>
                  <a:cubicBezTo>
                    <a:pt x="-458" y="194153"/>
                    <a:pt x="5745" y="178228"/>
                    <a:pt x="14499" y="163215"/>
                  </a:cubicBezTo>
                  <a:cubicBezTo>
                    <a:pt x="14760" y="162712"/>
                    <a:pt x="15095" y="162246"/>
                    <a:pt x="15449" y="161799"/>
                  </a:cubicBezTo>
                  <a:cubicBezTo>
                    <a:pt x="21894" y="152541"/>
                    <a:pt x="27594" y="142800"/>
                    <a:pt x="33834" y="133393"/>
                  </a:cubicBezTo>
                  <a:cubicBezTo>
                    <a:pt x="42886" y="119759"/>
                    <a:pt x="52461" y="106496"/>
                    <a:pt x="61811" y="93085"/>
                  </a:cubicBezTo>
                  <a:cubicBezTo>
                    <a:pt x="78985" y="68442"/>
                    <a:pt x="100052" y="47226"/>
                    <a:pt x="120299" y="25266"/>
                  </a:cubicBezTo>
                  <a:cubicBezTo>
                    <a:pt x="127396" y="17573"/>
                    <a:pt x="134083" y="9414"/>
                    <a:pt x="143415" y="4050"/>
                  </a:cubicBezTo>
                  <a:cubicBezTo>
                    <a:pt x="147959" y="1479"/>
                    <a:pt x="152244" y="-1035"/>
                    <a:pt x="157683" y="436"/>
                  </a:cubicBezTo>
                  <a:close/>
                </a:path>
              </a:pathLst>
            </a:custGeom>
            <a:solidFill>
              <a:srgbClr val="8C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16AF9C0-5F8C-6917-CBEF-095349D4B84D}"/>
                </a:ext>
              </a:extLst>
            </p:cNvPr>
            <p:cNvSpPr/>
            <p:nvPr/>
          </p:nvSpPr>
          <p:spPr>
            <a:xfrm>
              <a:off x="2021892" y="4839489"/>
              <a:ext cx="136818" cy="168384"/>
            </a:xfrm>
            <a:custGeom>
              <a:avLst/>
              <a:gdLst>
                <a:gd name="csX0" fmla="*/ 0 w 136818"/>
                <a:gd name="csY0" fmla="*/ 161567 h 168384"/>
                <a:gd name="csX1" fmla="*/ 30585 w 136818"/>
                <a:gd name="csY1" fmla="*/ 142233 h 168384"/>
                <a:gd name="csX2" fmla="*/ 63349 w 136818"/>
                <a:gd name="csY2" fmla="*/ 115522 h 168384"/>
                <a:gd name="csX3" fmla="*/ 84099 w 136818"/>
                <a:gd name="csY3" fmla="*/ 83615 h 168384"/>
                <a:gd name="csX4" fmla="*/ 93022 w 136818"/>
                <a:gd name="csY4" fmla="*/ 68788 h 168384"/>
                <a:gd name="csX5" fmla="*/ 104272 w 136818"/>
                <a:gd name="csY5" fmla="*/ 44443 h 168384"/>
                <a:gd name="csX6" fmla="*/ 102149 w 136818"/>
                <a:gd name="csY6" fmla="*/ 36564 h 168384"/>
                <a:gd name="csX7" fmla="*/ 98591 w 136818"/>
                <a:gd name="csY7" fmla="*/ 32597 h 168384"/>
                <a:gd name="csX8" fmla="*/ 99746 w 136818"/>
                <a:gd name="csY8" fmla="*/ 32112 h 168384"/>
                <a:gd name="csX9" fmla="*/ 110568 w 136818"/>
                <a:gd name="csY9" fmla="*/ 28182 h 168384"/>
                <a:gd name="csX10" fmla="*/ 117776 w 136818"/>
                <a:gd name="csY10" fmla="*/ 13057 h 168384"/>
                <a:gd name="csX11" fmla="*/ 119173 w 136818"/>
                <a:gd name="csY11" fmla="*/ 10692 h 168384"/>
                <a:gd name="csX12" fmla="*/ 123215 w 136818"/>
                <a:gd name="csY12" fmla="*/ 0 h 168384"/>
                <a:gd name="csX13" fmla="*/ 136534 w 136818"/>
                <a:gd name="csY13" fmla="*/ 39693 h 168384"/>
                <a:gd name="csX14" fmla="*/ 83746 w 136818"/>
                <a:gd name="csY14" fmla="*/ 142699 h 168384"/>
                <a:gd name="csX15" fmla="*/ 55545 w 136818"/>
                <a:gd name="csY15" fmla="*/ 163263 h 168384"/>
                <a:gd name="csX16" fmla="*/ 24364 w 136818"/>
                <a:gd name="csY16" fmla="*/ 164734 h 168384"/>
                <a:gd name="csX17" fmla="*/ 0 w 136818"/>
                <a:gd name="csY17" fmla="*/ 161567 h 168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6818" h="168384">
                  <a:moveTo>
                    <a:pt x="0" y="161567"/>
                  </a:moveTo>
                  <a:cubicBezTo>
                    <a:pt x="9779" y="154471"/>
                    <a:pt x="19800" y="147840"/>
                    <a:pt x="30585" y="142233"/>
                  </a:cubicBezTo>
                  <a:cubicBezTo>
                    <a:pt x="43251" y="135639"/>
                    <a:pt x="54632" y="126847"/>
                    <a:pt x="63349" y="115522"/>
                  </a:cubicBezTo>
                  <a:cubicBezTo>
                    <a:pt x="71079" y="105501"/>
                    <a:pt x="78996" y="95387"/>
                    <a:pt x="84099" y="83615"/>
                  </a:cubicBezTo>
                  <a:cubicBezTo>
                    <a:pt x="86428" y="78251"/>
                    <a:pt x="90004" y="73650"/>
                    <a:pt x="93022" y="68788"/>
                  </a:cubicBezTo>
                  <a:cubicBezTo>
                    <a:pt x="97827" y="61058"/>
                    <a:pt x="99727" y="52173"/>
                    <a:pt x="104272" y="44443"/>
                  </a:cubicBezTo>
                  <a:cubicBezTo>
                    <a:pt x="106098" y="41314"/>
                    <a:pt x="104719" y="38576"/>
                    <a:pt x="102149" y="36564"/>
                  </a:cubicBezTo>
                  <a:cubicBezTo>
                    <a:pt x="100677" y="35428"/>
                    <a:pt x="99001" y="34646"/>
                    <a:pt x="98591" y="32597"/>
                  </a:cubicBezTo>
                  <a:cubicBezTo>
                    <a:pt x="99113" y="32373"/>
                    <a:pt x="99578" y="32001"/>
                    <a:pt x="99746" y="32112"/>
                  </a:cubicBezTo>
                  <a:cubicBezTo>
                    <a:pt x="105054" y="35391"/>
                    <a:pt x="108072" y="33528"/>
                    <a:pt x="110568" y="28182"/>
                  </a:cubicBezTo>
                  <a:cubicBezTo>
                    <a:pt x="112915" y="23134"/>
                    <a:pt x="114275" y="17565"/>
                    <a:pt x="117776" y="13057"/>
                  </a:cubicBezTo>
                  <a:cubicBezTo>
                    <a:pt x="118335" y="12331"/>
                    <a:pt x="118540" y="10878"/>
                    <a:pt x="119173" y="10692"/>
                  </a:cubicBezTo>
                  <a:cubicBezTo>
                    <a:pt x="125395" y="8885"/>
                    <a:pt x="123495" y="4154"/>
                    <a:pt x="123215" y="0"/>
                  </a:cubicBezTo>
                  <a:cubicBezTo>
                    <a:pt x="135733" y="10524"/>
                    <a:pt x="137688" y="24289"/>
                    <a:pt x="136534" y="39693"/>
                  </a:cubicBezTo>
                  <a:cubicBezTo>
                    <a:pt x="133367" y="81547"/>
                    <a:pt x="114591" y="115280"/>
                    <a:pt x="83746" y="142699"/>
                  </a:cubicBezTo>
                  <a:cubicBezTo>
                    <a:pt x="75084" y="150391"/>
                    <a:pt x="65119" y="156650"/>
                    <a:pt x="55545" y="163263"/>
                  </a:cubicBezTo>
                  <a:cubicBezTo>
                    <a:pt x="45579" y="170136"/>
                    <a:pt x="34627" y="169540"/>
                    <a:pt x="24364" y="164734"/>
                  </a:cubicBezTo>
                  <a:cubicBezTo>
                    <a:pt x="16261" y="160897"/>
                    <a:pt x="8587" y="158904"/>
                    <a:pt x="0" y="161567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3F1EFB7E-001D-7CE5-20DE-FD99A95C2CA9}"/>
                </a:ext>
              </a:extLst>
            </p:cNvPr>
            <p:cNvSpPr/>
            <p:nvPr/>
          </p:nvSpPr>
          <p:spPr>
            <a:xfrm>
              <a:off x="1921893" y="5215242"/>
              <a:ext cx="152227" cy="170707"/>
            </a:xfrm>
            <a:custGeom>
              <a:avLst/>
              <a:gdLst>
                <a:gd name="csX0" fmla="*/ 131832 w 152227"/>
                <a:gd name="csY0" fmla="*/ 151045 h 170707"/>
                <a:gd name="csX1" fmla="*/ 118737 w 152227"/>
                <a:gd name="csY1" fmla="*/ 160377 h 170707"/>
                <a:gd name="csX2" fmla="*/ 93461 w 152227"/>
                <a:gd name="csY2" fmla="*/ 170231 h 170707"/>
                <a:gd name="csX3" fmla="*/ 84501 w 152227"/>
                <a:gd name="csY3" fmla="*/ 170678 h 170707"/>
                <a:gd name="csX4" fmla="*/ 81223 w 152227"/>
                <a:gd name="csY4" fmla="*/ 166952 h 170707"/>
                <a:gd name="csX5" fmla="*/ 68650 w 152227"/>
                <a:gd name="csY5" fmla="*/ 140186 h 170707"/>
                <a:gd name="csX6" fmla="*/ 49018 w 152227"/>
                <a:gd name="csY6" fmla="*/ 127036 h 170707"/>
                <a:gd name="csX7" fmla="*/ 28715 w 152227"/>
                <a:gd name="csY7" fmla="*/ 103044 h 170707"/>
                <a:gd name="csX8" fmla="*/ 15322 w 152227"/>
                <a:gd name="csY8" fmla="*/ 75198 h 170707"/>
                <a:gd name="csX9" fmla="*/ 3848 w 152227"/>
                <a:gd name="csY9" fmla="*/ 57335 h 170707"/>
                <a:gd name="csX10" fmla="*/ 421 w 152227"/>
                <a:gd name="csY10" fmla="*/ 47891 h 170707"/>
                <a:gd name="csX11" fmla="*/ 8113 w 152227"/>
                <a:gd name="csY11" fmla="*/ 34443 h 170707"/>
                <a:gd name="csX12" fmla="*/ 8318 w 152227"/>
                <a:gd name="csY12" fmla="*/ 19858 h 170707"/>
                <a:gd name="csX13" fmla="*/ 8356 w 152227"/>
                <a:gd name="csY13" fmla="*/ 19914 h 170707"/>
                <a:gd name="csX14" fmla="*/ 10554 w 152227"/>
                <a:gd name="csY14" fmla="*/ 14400 h 170707"/>
                <a:gd name="csX15" fmla="*/ 23909 w 152227"/>
                <a:gd name="csY15" fmla="*/ 2759 h 170707"/>
                <a:gd name="csX16" fmla="*/ 30130 w 152227"/>
                <a:gd name="csY16" fmla="*/ 505 h 170707"/>
                <a:gd name="csX17" fmla="*/ 55649 w 152227"/>
                <a:gd name="csY17" fmla="*/ 5012 h 170707"/>
                <a:gd name="csX18" fmla="*/ 80757 w 152227"/>
                <a:gd name="csY18" fmla="*/ 4565 h 170707"/>
                <a:gd name="csX19" fmla="*/ 84334 w 152227"/>
                <a:gd name="csY19" fmla="*/ 7955 h 170707"/>
                <a:gd name="csX20" fmla="*/ 87612 w 152227"/>
                <a:gd name="csY20" fmla="*/ 27700 h 170707"/>
                <a:gd name="csX21" fmla="*/ 88320 w 152227"/>
                <a:gd name="csY21" fmla="*/ 31518 h 170707"/>
                <a:gd name="csX22" fmla="*/ 102327 w 152227"/>
                <a:gd name="csY22" fmla="*/ 45544 h 170707"/>
                <a:gd name="csX23" fmla="*/ 120879 w 152227"/>
                <a:gd name="csY23" fmla="*/ 85200 h 170707"/>
                <a:gd name="csX24" fmla="*/ 135296 w 152227"/>
                <a:gd name="csY24" fmla="*/ 107869 h 170707"/>
                <a:gd name="csX25" fmla="*/ 145392 w 152227"/>
                <a:gd name="csY25" fmla="*/ 112637 h 170707"/>
                <a:gd name="csX26" fmla="*/ 152228 w 152227"/>
                <a:gd name="csY26" fmla="*/ 119343 h 170707"/>
                <a:gd name="csX27" fmla="*/ 131757 w 152227"/>
                <a:gd name="csY27" fmla="*/ 151064 h 170707"/>
                <a:gd name="csX28" fmla="*/ 133303 w 152227"/>
                <a:gd name="csY28" fmla="*/ 145532 h 170707"/>
                <a:gd name="csX29" fmla="*/ 132279 w 152227"/>
                <a:gd name="csY29" fmla="*/ 127855 h 170707"/>
                <a:gd name="csX30" fmla="*/ 118197 w 152227"/>
                <a:gd name="csY30" fmla="*/ 102169 h 170707"/>
                <a:gd name="csX31" fmla="*/ 89195 w 152227"/>
                <a:gd name="csY31" fmla="*/ 53237 h 170707"/>
                <a:gd name="csX32" fmla="*/ 54773 w 152227"/>
                <a:gd name="csY32" fmla="*/ 18442 h 170707"/>
                <a:gd name="csX33" fmla="*/ 39332 w 152227"/>
                <a:gd name="csY33" fmla="*/ 16561 h 170707"/>
                <a:gd name="csX34" fmla="*/ 25418 w 152227"/>
                <a:gd name="csY34" fmla="*/ 24310 h 170707"/>
                <a:gd name="csX35" fmla="*/ 22102 w 152227"/>
                <a:gd name="csY35" fmla="*/ 49288 h 170707"/>
                <a:gd name="csX36" fmla="*/ 30130 w 152227"/>
                <a:gd name="csY36" fmla="*/ 62234 h 170707"/>
                <a:gd name="csX37" fmla="*/ 49074 w 152227"/>
                <a:gd name="csY37" fmla="*/ 88702 h 170707"/>
                <a:gd name="csX38" fmla="*/ 66806 w 152227"/>
                <a:gd name="csY38" fmla="*/ 108949 h 170707"/>
                <a:gd name="csX39" fmla="*/ 86942 w 152227"/>
                <a:gd name="csY39" fmla="*/ 124353 h 170707"/>
                <a:gd name="csX40" fmla="*/ 87836 w 152227"/>
                <a:gd name="csY40" fmla="*/ 125695 h 170707"/>
                <a:gd name="csX41" fmla="*/ 76641 w 152227"/>
                <a:gd name="csY41" fmla="*/ 133555 h 170707"/>
                <a:gd name="csX42" fmla="*/ 83607 w 152227"/>
                <a:gd name="csY42" fmla="*/ 129029 h 170707"/>
                <a:gd name="csX43" fmla="*/ 88022 w 152227"/>
                <a:gd name="csY43" fmla="*/ 128339 h 170707"/>
                <a:gd name="csX44" fmla="*/ 107599 w 152227"/>
                <a:gd name="csY44" fmla="*/ 152219 h 170707"/>
                <a:gd name="csX45" fmla="*/ 124344 w 152227"/>
                <a:gd name="csY45" fmla="*/ 152312 h 170707"/>
                <a:gd name="csX46" fmla="*/ 131832 w 152227"/>
                <a:gd name="csY46" fmla="*/ 151045 h 17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2227" h="170707">
                  <a:moveTo>
                    <a:pt x="131832" y="151045"/>
                  </a:moveTo>
                  <a:cubicBezTo>
                    <a:pt x="128591" y="155721"/>
                    <a:pt x="123524" y="157993"/>
                    <a:pt x="118737" y="160377"/>
                  </a:cubicBezTo>
                  <a:cubicBezTo>
                    <a:pt x="110635" y="164419"/>
                    <a:pt x="102607" y="168778"/>
                    <a:pt x="93461" y="170231"/>
                  </a:cubicBezTo>
                  <a:cubicBezTo>
                    <a:pt x="90518" y="171143"/>
                    <a:pt x="87482" y="170417"/>
                    <a:pt x="84501" y="170678"/>
                  </a:cubicBezTo>
                  <a:cubicBezTo>
                    <a:pt x="81707" y="170901"/>
                    <a:pt x="80459" y="169504"/>
                    <a:pt x="81223" y="166952"/>
                  </a:cubicBezTo>
                  <a:cubicBezTo>
                    <a:pt x="85042" y="154212"/>
                    <a:pt x="77814" y="146817"/>
                    <a:pt x="68650" y="140186"/>
                  </a:cubicBezTo>
                  <a:cubicBezTo>
                    <a:pt x="62261" y="135548"/>
                    <a:pt x="55183" y="131879"/>
                    <a:pt x="49018" y="127036"/>
                  </a:cubicBezTo>
                  <a:cubicBezTo>
                    <a:pt x="40710" y="120516"/>
                    <a:pt x="34303" y="112097"/>
                    <a:pt x="28715" y="103044"/>
                  </a:cubicBezTo>
                  <a:cubicBezTo>
                    <a:pt x="23257" y="94215"/>
                    <a:pt x="18861" y="84902"/>
                    <a:pt x="15322" y="75198"/>
                  </a:cubicBezTo>
                  <a:cubicBezTo>
                    <a:pt x="12807" y="68324"/>
                    <a:pt x="8970" y="62457"/>
                    <a:pt x="3848" y="57335"/>
                  </a:cubicBezTo>
                  <a:cubicBezTo>
                    <a:pt x="1277" y="54746"/>
                    <a:pt x="-958" y="51952"/>
                    <a:pt x="421" y="47891"/>
                  </a:cubicBezTo>
                  <a:cubicBezTo>
                    <a:pt x="2935" y="43383"/>
                    <a:pt x="4742" y="38466"/>
                    <a:pt x="8113" y="34443"/>
                  </a:cubicBezTo>
                  <a:cubicBezTo>
                    <a:pt x="9697" y="29600"/>
                    <a:pt x="9343" y="24738"/>
                    <a:pt x="8318" y="19858"/>
                  </a:cubicBezTo>
                  <a:lnTo>
                    <a:pt x="8356" y="19914"/>
                  </a:lnTo>
                  <a:cubicBezTo>
                    <a:pt x="7108" y="17287"/>
                    <a:pt x="8374" y="15574"/>
                    <a:pt x="10554" y="14400"/>
                  </a:cubicBezTo>
                  <a:cubicBezTo>
                    <a:pt x="15881" y="11513"/>
                    <a:pt x="20444" y="7825"/>
                    <a:pt x="23909" y="2759"/>
                  </a:cubicBezTo>
                  <a:cubicBezTo>
                    <a:pt x="25287" y="747"/>
                    <a:pt x="27280" y="-855"/>
                    <a:pt x="30130" y="505"/>
                  </a:cubicBezTo>
                  <a:cubicBezTo>
                    <a:pt x="37860" y="6428"/>
                    <a:pt x="46838" y="5217"/>
                    <a:pt x="55649" y="5012"/>
                  </a:cubicBezTo>
                  <a:cubicBezTo>
                    <a:pt x="64012" y="4062"/>
                    <a:pt x="72394" y="4845"/>
                    <a:pt x="80757" y="4565"/>
                  </a:cubicBezTo>
                  <a:cubicBezTo>
                    <a:pt x="83160" y="4491"/>
                    <a:pt x="84371" y="5944"/>
                    <a:pt x="84334" y="7955"/>
                  </a:cubicBezTo>
                  <a:cubicBezTo>
                    <a:pt x="84222" y="14773"/>
                    <a:pt x="86345" y="21162"/>
                    <a:pt x="87612" y="27700"/>
                  </a:cubicBezTo>
                  <a:cubicBezTo>
                    <a:pt x="89251" y="28724"/>
                    <a:pt x="83943" y="30978"/>
                    <a:pt x="88320" y="31518"/>
                  </a:cubicBezTo>
                  <a:cubicBezTo>
                    <a:pt x="95491" y="33698"/>
                    <a:pt x="98714" y="39975"/>
                    <a:pt x="102327" y="45544"/>
                  </a:cubicBezTo>
                  <a:cubicBezTo>
                    <a:pt x="110299" y="57894"/>
                    <a:pt x="115533" y="71528"/>
                    <a:pt x="120879" y="85200"/>
                  </a:cubicBezTo>
                  <a:cubicBezTo>
                    <a:pt x="124120" y="93489"/>
                    <a:pt x="129038" y="101238"/>
                    <a:pt x="135296" y="107869"/>
                  </a:cubicBezTo>
                  <a:cubicBezTo>
                    <a:pt x="138053" y="110793"/>
                    <a:pt x="141965" y="111166"/>
                    <a:pt x="145392" y="112637"/>
                  </a:cubicBezTo>
                  <a:cubicBezTo>
                    <a:pt x="148577" y="113997"/>
                    <a:pt x="151688" y="115319"/>
                    <a:pt x="152228" y="119343"/>
                  </a:cubicBezTo>
                  <a:cubicBezTo>
                    <a:pt x="147143" y="131040"/>
                    <a:pt x="142337" y="142924"/>
                    <a:pt x="131757" y="151064"/>
                  </a:cubicBezTo>
                  <a:cubicBezTo>
                    <a:pt x="130398" y="148698"/>
                    <a:pt x="132316" y="147208"/>
                    <a:pt x="133303" y="145532"/>
                  </a:cubicBezTo>
                  <a:cubicBezTo>
                    <a:pt x="137159" y="138975"/>
                    <a:pt x="136600" y="134021"/>
                    <a:pt x="132279" y="127855"/>
                  </a:cubicBezTo>
                  <a:cubicBezTo>
                    <a:pt x="126635" y="119846"/>
                    <a:pt x="122686" y="110849"/>
                    <a:pt x="118197" y="102169"/>
                  </a:cubicBezTo>
                  <a:cubicBezTo>
                    <a:pt x="109480" y="85275"/>
                    <a:pt x="101638" y="67766"/>
                    <a:pt x="89195" y="53237"/>
                  </a:cubicBezTo>
                  <a:cubicBezTo>
                    <a:pt x="78597" y="40850"/>
                    <a:pt x="68352" y="27942"/>
                    <a:pt x="54773" y="18442"/>
                  </a:cubicBezTo>
                  <a:cubicBezTo>
                    <a:pt x="49949" y="15071"/>
                    <a:pt x="45683" y="13264"/>
                    <a:pt x="39332" y="16561"/>
                  </a:cubicBezTo>
                  <a:cubicBezTo>
                    <a:pt x="34601" y="19020"/>
                    <a:pt x="29720" y="20603"/>
                    <a:pt x="25418" y="24310"/>
                  </a:cubicBezTo>
                  <a:cubicBezTo>
                    <a:pt x="16104" y="32338"/>
                    <a:pt x="18265" y="41353"/>
                    <a:pt x="22102" y="49288"/>
                  </a:cubicBezTo>
                  <a:cubicBezTo>
                    <a:pt x="24300" y="53852"/>
                    <a:pt x="26982" y="58266"/>
                    <a:pt x="30130" y="62234"/>
                  </a:cubicBezTo>
                  <a:cubicBezTo>
                    <a:pt x="36892" y="70746"/>
                    <a:pt x="42517" y="80041"/>
                    <a:pt x="49074" y="88702"/>
                  </a:cubicBezTo>
                  <a:cubicBezTo>
                    <a:pt x="54550" y="95948"/>
                    <a:pt x="60976" y="102150"/>
                    <a:pt x="66806" y="108949"/>
                  </a:cubicBezTo>
                  <a:cubicBezTo>
                    <a:pt x="72357" y="115413"/>
                    <a:pt x="77833" y="122360"/>
                    <a:pt x="86942" y="124353"/>
                  </a:cubicBezTo>
                  <a:cubicBezTo>
                    <a:pt x="87463" y="124465"/>
                    <a:pt x="87724" y="125117"/>
                    <a:pt x="87836" y="125695"/>
                  </a:cubicBezTo>
                  <a:cubicBezTo>
                    <a:pt x="84408" y="128731"/>
                    <a:pt x="80646" y="131301"/>
                    <a:pt x="76641" y="133555"/>
                  </a:cubicBezTo>
                  <a:cubicBezTo>
                    <a:pt x="79156" y="132344"/>
                    <a:pt x="81577" y="131022"/>
                    <a:pt x="83607" y="129029"/>
                  </a:cubicBezTo>
                  <a:cubicBezTo>
                    <a:pt x="84799" y="127874"/>
                    <a:pt x="86308" y="126905"/>
                    <a:pt x="88022" y="128339"/>
                  </a:cubicBezTo>
                  <a:cubicBezTo>
                    <a:pt x="91989" y="138398"/>
                    <a:pt x="99626" y="145513"/>
                    <a:pt x="107599" y="152219"/>
                  </a:cubicBezTo>
                  <a:cubicBezTo>
                    <a:pt x="111845" y="155795"/>
                    <a:pt x="119389" y="155423"/>
                    <a:pt x="124344" y="152312"/>
                  </a:cubicBezTo>
                  <a:cubicBezTo>
                    <a:pt x="126635" y="150934"/>
                    <a:pt x="128833" y="148587"/>
                    <a:pt x="131832" y="151045"/>
                  </a:cubicBezTo>
                  <a:close/>
                </a:path>
              </a:pathLst>
            </a:custGeom>
            <a:solidFill>
              <a:srgbClr val="88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47302AD7-CD35-8EEC-4295-5AEC779F9FB5}"/>
                </a:ext>
              </a:extLst>
            </p:cNvPr>
            <p:cNvSpPr/>
            <p:nvPr/>
          </p:nvSpPr>
          <p:spPr>
            <a:xfrm>
              <a:off x="1536984" y="5229512"/>
              <a:ext cx="114919" cy="158584"/>
            </a:xfrm>
            <a:custGeom>
              <a:avLst/>
              <a:gdLst>
                <a:gd name="csX0" fmla="*/ 0 w 114919"/>
                <a:gd name="csY0" fmla="*/ 107122 h 158584"/>
                <a:gd name="csX1" fmla="*/ 21756 w 114919"/>
                <a:gd name="csY1" fmla="*/ 74805 h 158584"/>
                <a:gd name="csX2" fmla="*/ 40494 w 114919"/>
                <a:gd name="csY2" fmla="*/ 53198 h 158584"/>
                <a:gd name="csX3" fmla="*/ 69142 w 114919"/>
                <a:gd name="csY3" fmla="*/ 21383 h 158584"/>
                <a:gd name="csX4" fmla="*/ 100677 w 114919"/>
                <a:gd name="csY4" fmla="*/ 0 h 158584"/>
                <a:gd name="csX5" fmla="*/ 109748 w 114919"/>
                <a:gd name="csY5" fmla="*/ 8214 h 158584"/>
                <a:gd name="csX6" fmla="*/ 114517 w 114919"/>
                <a:gd name="csY6" fmla="*/ 20303 h 158584"/>
                <a:gd name="csX7" fmla="*/ 111332 w 114919"/>
                <a:gd name="csY7" fmla="*/ 33323 h 158584"/>
                <a:gd name="csX8" fmla="*/ 103676 w 114919"/>
                <a:gd name="csY8" fmla="*/ 31516 h 158584"/>
                <a:gd name="csX9" fmla="*/ 96542 w 114919"/>
                <a:gd name="csY9" fmla="*/ 27884 h 158584"/>
                <a:gd name="csX10" fmla="*/ 111145 w 114919"/>
                <a:gd name="csY10" fmla="*/ 33584 h 158584"/>
                <a:gd name="csX11" fmla="*/ 110531 w 114919"/>
                <a:gd name="csY11" fmla="*/ 36937 h 158584"/>
                <a:gd name="csX12" fmla="*/ 97231 w 114919"/>
                <a:gd name="csY12" fmla="*/ 46678 h 158584"/>
                <a:gd name="csX13" fmla="*/ 76965 w 114919"/>
                <a:gd name="csY13" fmla="*/ 70558 h 158584"/>
                <a:gd name="csX14" fmla="*/ 72700 w 114919"/>
                <a:gd name="csY14" fmla="*/ 81249 h 158584"/>
                <a:gd name="csX15" fmla="*/ 67894 w 114919"/>
                <a:gd name="csY15" fmla="*/ 80765 h 158584"/>
                <a:gd name="csX16" fmla="*/ 45915 w 114919"/>
                <a:gd name="csY16" fmla="*/ 67354 h 158584"/>
                <a:gd name="csX17" fmla="*/ 70353 w 114919"/>
                <a:gd name="csY17" fmla="*/ 82311 h 158584"/>
                <a:gd name="csX18" fmla="*/ 69813 w 114919"/>
                <a:gd name="csY18" fmla="*/ 84379 h 158584"/>
                <a:gd name="csX19" fmla="*/ 52322 w 114919"/>
                <a:gd name="csY19" fmla="*/ 108798 h 158584"/>
                <a:gd name="csX20" fmla="*/ 35167 w 114919"/>
                <a:gd name="csY20" fmla="*/ 135900 h 158584"/>
                <a:gd name="csX21" fmla="*/ 22818 w 114919"/>
                <a:gd name="csY21" fmla="*/ 158420 h 158584"/>
                <a:gd name="csX22" fmla="*/ 11511 w 114919"/>
                <a:gd name="csY22" fmla="*/ 153074 h 158584"/>
                <a:gd name="csX23" fmla="*/ 13355 w 114919"/>
                <a:gd name="csY23" fmla="*/ 141823 h 158584"/>
                <a:gd name="csX24" fmla="*/ 31330 w 114919"/>
                <a:gd name="csY24" fmla="*/ 102428 h 158584"/>
                <a:gd name="csX25" fmla="*/ 25835 w 114919"/>
                <a:gd name="csY25" fmla="*/ 98982 h 158584"/>
                <a:gd name="csX26" fmla="*/ 6203 w 114919"/>
                <a:gd name="csY26" fmla="*/ 108388 h 158584"/>
                <a:gd name="csX27" fmla="*/ 0 w 114919"/>
                <a:gd name="csY27" fmla="*/ 107122 h 15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4919" h="158584">
                  <a:moveTo>
                    <a:pt x="0" y="107122"/>
                  </a:moveTo>
                  <a:cubicBezTo>
                    <a:pt x="5625" y="95257"/>
                    <a:pt x="14473" y="85552"/>
                    <a:pt x="21756" y="74805"/>
                  </a:cubicBezTo>
                  <a:cubicBezTo>
                    <a:pt x="27158" y="66832"/>
                    <a:pt x="33416" y="59605"/>
                    <a:pt x="40494" y="53198"/>
                  </a:cubicBezTo>
                  <a:cubicBezTo>
                    <a:pt x="51149" y="43530"/>
                    <a:pt x="60295" y="32652"/>
                    <a:pt x="69142" y="21383"/>
                  </a:cubicBezTo>
                  <a:cubicBezTo>
                    <a:pt x="77338" y="10971"/>
                    <a:pt x="87322" y="2924"/>
                    <a:pt x="100677" y="0"/>
                  </a:cubicBezTo>
                  <a:cubicBezTo>
                    <a:pt x="102726" y="3800"/>
                    <a:pt x="106470" y="5793"/>
                    <a:pt x="109748" y="8214"/>
                  </a:cubicBezTo>
                  <a:cubicBezTo>
                    <a:pt x="113958" y="11344"/>
                    <a:pt x="115802" y="14864"/>
                    <a:pt x="114517" y="20303"/>
                  </a:cubicBezTo>
                  <a:cubicBezTo>
                    <a:pt x="113492" y="24662"/>
                    <a:pt x="112691" y="29058"/>
                    <a:pt x="111332" y="33323"/>
                  </a:cubicBezTo>
                  <a:cubicBezTo>
                    <a:pt x="108277" y="34962"/>
                    <a:pt x="106097" y="32578"/>
                    <a:pt x="103676" y="31516"/>
                  </a:cubicBezTo>
                  <a:cubicBezTo>
                    <a:pt x="101236" y="30436"/>
                    <a:pt x="99057" y="28797"/>
                    <a:pt x="96542" y="27884"/>
                  </a:cubicBezTo>
                  <a:cubicBezTo>
                    <a:pt x="101571" y="29374"/>
                    <a:pt x="105148" y="34534"/>
                    <a:pt x="111145" y="33584"/>
                  </a:cubicBezTo>
                  <a:cubicBezTo>
                    <a:pt x="113846" y="35242"/>
                    <a:pt x="112244" y="36639"/>
                    <a:pt x="110531" y="36937"/>
                  </a:cubicBezTo>
                  <a:cubicBezTo>
                    <a:pt x="104421" y="38017"/>
                    <a:pt x="100845" y="42525"/>
                    <a:pt x="97231" y="46678"/>
                  </a:cubicBezTo>
                  <a:cubicBezTo>
                    <a:pt x="90395" y="54557"/>
                    <a:pt x="82479" y="61505"/>
                    <a:pt x="76965" y="70558"/>
                  </a:cubicBezTo>
                  <a:cubicBezTo>
                    <a:pt x="74898" y="73948"/>
                    <a:pt x="72923" y="77207"/>
                    <a:pt x="72700" y="81249"/>
                  </a:cubicBezTo>
                  <a:cubicBezTo>
                    <a:pt x="71005" y="82181"/>
                    <a:pt x="69217" y="81529"/>
                    <a:pt x="67894" y="80765"/>
                  </a:cubicBezTo>
                  <a:cubicBezTo>
                    <a:pt x="60444" y="76518"/>
                    <a:pt x="52378" y="73240"/>
                    <a:pt x="45915" y="67354"/>
                  </a:cubicBezTo>
                  <a:cubicBezTo>
                    <a:pt x="52956" y="74134"/>
                    <a:pt x="62194" y="77338"/>
                    <a:pt x="70353" y="82311"/>
                  </a:cubicBezTo>
                  <a:cubicBezTo>
                    <a:pt x="70539" y="83093"/>
                    <a:pt x="70446" y="83932"/>
                    <a:pt x="69813" y="84379"/>
                  </a:cubicBezTo>
                  <a:cubicBezTo>
                    <a:pt x="61207" y="90525"/>
                    <a:pt x="57184" y="99988"/>
                    <a:pt x="52322" y="108798"/>
                  </a:cubicBezTo>
                  <a:cubicBezTo>
                    <a:pt x="47144" y="118186"/>
                    <a:pt x="39973" y="126326"/>
                    <a:pt x="35167" y="135900"/>
                  </a:cubicBezTo>
                  <a:cubicBezTo>
                    <a:pt x="31311" y="143574"/>
                    <a:pt x="25221" y="149982"/>
                    <a:pt x="22818" y="158420"/>
                  </a:cubicBezTo>
                  <a:cubicBezTo>
                    <a:pt x="17751" y="159370"/>
                    <a:pt x="14715" y="156035"/>
                    <a:pt x="11511" y="153074"/>
                  </a:cubicBezTo>
                  <a:cubicBezTo>
                    <a:pt x="8978" y="148808"/>
                    <a:pt x="10580" y="145400"/>
                    <a:pt x="13355" y="141823"/>
                  </a:cubicBezTo>
                  <a:cubicBezTo>
                    <a:pt x="22445" y="130144"/>
                    <a:pt x="29076" y="117255"/>
                    <a:pt x="31330" y="102428"/>
                  </a:cubicBezTo>
                  <a:cubicBezTo>
                    <a:pt x="32112" y="97306"/>
                    <a:pt x="28238" y="98367"/>
                    <a:pt x="25835" y="98982"/>
                  </a:cubicBezTo>
                  <a:cubicBezTo>
                    <a:pt x="18738" y="100863"/>
                    <a:pt x="11940" y="103620"/>
                    <a:pt x="6203" y="108388"/>
                  </a:cubicBezTo>
                  <a:cubicBezTo>
                    <a:pt x="3502" y="110605"/>
                    <a:pt x="1155" y="112039"/>
                    <a:pt x="0" y="107122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9F6B8BC0-7B56-3CC6-07DC-AFDA01C024E1}"/>
                </a:ext>
              </a:extLst>
            </p:cNvPr>
            <p:cNvSpPr/>
            <p:nvPr/>
          </p:nvSpPr>
          <p:spPr>
            <a:xfrm>
              <a:off x="1613297" y="5220548"/>
              <a:ext cx="140818" cy="210001"/>
            </a:xfrm>
            <a:custGeom>
              <a:avLst/>
              <a:gdLst>
                <a:gd name="csX0" fmla="*/ 104551 w 140818"/>
                <a:gd name="csY0" fmla="*/ 91480 h 210001"/>
                <a:gd name="csX1" fmla="*/ 100994 w 140818"/>
                <a:gd name="csY1" fmla="*/ 107611 h 210001"/>
                <a:gd name="csX2" fmla="*/ 98554 w 140818"/>
                <a:gd name="csY2" fmla="*/ 115602 h 210001"/>
                <a:gd name="csX3" fmla="*/ 81864 w 140818"/>
                <a:gd name="csY3" fmla="*/ 148440 h 210001"/>
                <a:gd name="csX4" fmla="*/ 73929 w 140818"/>
                <a:gd name="csY4" fmla="*/ 153619 h 210001"/>
                <a:gd name="csX5" fmla="*/ 65603 w 140818"/>
                <a:gd name="csY5" fmla="*/ 152147 h 210001"/>
                <a:gd name="csX6" fmla="*/ 53757 w 140818"/>
                <a:gd name="csY6" fmla="*/ 143858 h 210001"/>
                <a:gd name="csX7" fmla="*/ 66665 w 140818"/>
                <a:gd name="csY7" fmla="*/ 152818 h 210001"/>
                <a:gd name="csX8" fmla="*/ 71787 w 140818"/>
                <a:gd name="csY8" fmla="*/ 155910 h 210001"/>
                <a:gd name="csX9" fmla="*/ 67931 w 140818"/>
                <a:gd name="csY9" fmla="*/ 165130 h 210001"/>
                <a:gd name="csX10" fmla="*/ 31442 w 140818"/>
                <a:gd name="csY10" fmla="*/ 197708 h 210001"/>
                <a:gd name="csX11" fmla="*/ 14175 w 140818"/>
                <a:gd name="csY11" fmla="*/ 210001 h 210001"/>
                <a:gd name="csX12" fmla="*/ 0 w 140818"/>
                <a:gd name="csY12" fmla="*/ 199980 h 210001"/>
                <a:gd name="csX13" fmla="*/ 23749 w 140818"/>
                <a:gd name="csY13" fmla="*/ 171109 h 210001"/>
                <a:gd name="csX14" fmla="*/ 46455 w 140818"/>
                <a:gd name="csY14" fmla="*/ 139760 h 210001"/>
                <a:gd name="csX15" fmla="*/ 49938 w 140818"/>
                <a:gd name="csY15" fmla="*/ 134713 h 210001"/>
                <a:gd name="csX16" fmla="*/ 63889 w 140818"/>
                <a:gd name="csY16" fmla="*/ 117166 h 210001"/>
                <a:gd name="csX17" fmla="*/ 73277 w 140818"/>
                <a:gd name="csY17" fmla="*/ 105301 h 210001"/>
                <a:gd name="csX18" fmla="*/ 90079 w 140818"/>
                <a:gd name="csY18" fmla="*/ 83545 h 210001"/>
                <a:gd name="csX19" fmla="*/ 107904 w 140818"/>
                <a:gd name="csY19" fmla="*/ 64825 h 210001"/>
                <a:gd name="csX20" fmla="*/ 120496 w 140818"/>
                <a:gd name="csY20" fmla="*/ 50427 h 210001"/>
                <a:gd name="csX21" fmla="*/ 117478 w 140818"/>
                <a:gd name="csY21" fmla="*/ 17216 h 210001"/>
                <a:gd name="csX22" fmla="*/ 107643 w 140818"/>
                <a:gd name="csY22" fmla="*/ 6449 h 210001"/>
                <a:gd name="csX23" fmla="*/ 120161 w 140818"/>
                <a:gd name="csY23" fmla="*/ 843 h 210001"/>
                <a:gd name="csX24" fmla="*/ 127667 w 140818"/>
                <a:gd name="csY24" fmla="*/ 2519 h 210001"/>
                <a:gd name="csX25" fmla="*/ 138191 w 140818"/>
                <a:gd name="csY25" fmla="*/ 13416 h 210001"/>
                <a:gd name="csX26" fmla="*/ 139644 w 140818"/>
                <a:gd name="csY26" fmla="*/ 17942 h 210001"/>
                <a:gd name="csX27" fmla="*/ 133646 w 140818"/>
                <a:gd name="csY27" fmla="*/ 38040 h 210001"/>
                <a:gd name="csX28" fmla="*/ 140743 w 140818"/>
                <a:gd name="csY28" fmla="*/ 62050 h 210001"/>
                <a:gd name="csX29" fmla="*/ 134429 w 140818"/>
                <a:gd name="csY29" fmla="*/ 67135 h 210001"/>
                <a:gd name="csX30" fmla="*/ 123066 w 140818"/>
                <a:gd name="csY30" fmla="*/ 70488 h 210001"/>
                <a:gd name="csX31" fmla="*/ 110680 w 140818"/>
                <a:gd name="csY31" fmla="*/ 83843 h 210001"/>
                <a:gd name="csX32" fmla="*/ 105669 w 140818"/>
                <a:gd name="csY32" fmla="*/ 88034 h 210001"/>
                <a:gd name="csX33" fmla="*/ 100938 w 140818"/>
                <a:gd name="csY33" fmla="*/ 85110 h 210001"/>
                <a:gd name="csX34" fmla="*/ 104551 w 140818"/>
                <a:gd name="csY34" fmla="*/ 91480 h 210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40818" h="210001">
                  <a:moveTo>
                    <a:pt x="104551" y="91480"/>
                  </a:moveTo>
                  <a:cubicBezTo>
                    <a:pt x="105185" y="97254"/>
                    <a:pt x="104272" y="102712"/>
                    <a:pt x="100994" y="107611"/>
                  </a:cubicBezTo>
                  <a:cubicBezTo>
                    <a:pt x="99373" y="110032"/>
                    <a:pt x="99168" y="112845"/>
                    <a:pt x="98554" y="115602"/>
                  </a:cubicBezTo>
                  <a:cubicBezTo>
                    <a:pt x="95834" y="127970"/>
                    <a:pt x="88365" y="137972"/>
                    <a:pt x="81864" y="148440"/>
                  </a:cubicBezTo>
                  <a:cubicBezTo>
                    <a:pt x="80113" y="151272"/>
                    <a:pt x="76723" y="152091"/>
                    <a:pt x="73929" y="153619"/>
                  </a:cubicBezTo>
                  <a:cubicBezTo>
                    <a:pt x="70725" y="155649"/>
                    <a:pt x="68211" y="153078"/>
                    <a:pt x="65603" y="152147"/>
                  </a:cubicBezTo>
                  <a:cubicBezTo>
                    <a:pt x="60444" y="150284"/>
                    <a:pt x="56346" y="146745"/>
                    <a:pt x="53757" y="143858"/>
                  </a:cubicBezTo>
                  <a:cubicBezTo>
                    <a:pt x="56569" y="147192"/>
                    <a:pt x="61133" y="150620"/>
                    <a:pt x="66665" y="152818"/>
                  </a:cubicBezTo>
                  <a:cubicBezTo>
                    <a:pt x="68527" y="153563"/>
                    <a:pt x="70688" y="153861"/>
                    <a:pt x="71787" y="155910"/>
                  </a:cubicBezTo>
                  <a:cubicBezTo>
                    <a:pt x="72197" y="159710"/>
                    <a:pt x="70409" y="162150"/>
                    <a:pt x="67931" y="165130"/>
                  </a:cubicBezTo>
                  <a:cubicBezTo>
                    <a:pt x="57370" y="177852"/>
                    <a:pt x="43959" y="187258"/>
                    <a:pt x="31442" y="197708"/>
                  </a:cubicBezTo>
                  <a:cubicBezTo>
                    <a:pt x="26040" y="202234"/>
                    <a:pt x="19949" y="205941"/>
                    <a:pt x="14175" y="210001"/>
                  </a:cubicBezTo>
                  <a:cubicBezTo>
                    <a:pt x="7171" y="209871"/>
                    <a:pt x="2924" y="205866"/>
                    <a:pt x="0" y="199980"/>
                  </a:cubicBezTo>
                  <a:cubicBezTo>
                    <a:pt x="9332" y="191561"/>
                    <a:pt x="15497" y="180515"/>
                    <a:pt x="23749" y="171109"/>
                  </a:cubicBezTo>
                  <a:cubicBezTo>
                    <a:pt x="32150" y="161535"/>
                    <a:pt x="40383" y="151290"/>
                    <a:pt x="46455" y="139760"/>
                  </a:cubicBezTo>
                  <a:cubicBezTo>
                    <a:pt x="47423" y="137916"/>
                    <a:pt x="48224" y="135942"/>
                    <a:pt x="49938" y="134713"/>
                  </a:cubicBezTo>
                  <a:cubicBezTo>
                    <a:pt x="56271" y="130205"/>
                    <a:pt x="59661" y="123294"/>
                    <a:pt x="63889" y="117166"/>
                  </a:cubicBezTo>
                  <a:cubicBezTo>
                    <a:pt x="66795" y="112957"/>
                    <a:pt x="70111" y="109231"/>
                    <a:pt x="73277" y="105301"/>
                  </a:cubicBezTo>
                  <a:cubicBezTo>
                    <a:pt x="79014" y="98167"/>
                    <a:pt x="84584" y="90865"/>
                    <a:pt x="90079" y="83545"/>
                  </a:cubicBezTo>
                  <a:cubicBezTo>
                    <a:pt x="95331" y="76542"/>
                    <a:pt x="102074" y="71159"/>
                    <a:pt x="107904" y="64825"/>
                  </a:cubicBezTo>
                  <a:cubicBezTo>
                    <a:pt x="112226" y="60131"/>
                    <a:pt x="116659" y="55512"/>
                    <a:pt x="120496" y="50427"/>
                  </a:cubicBezTo>
                  <a:cubicBezTo>
                    <a:pt x="129176" y="38916"/>
                    <a:pt x="128040" y="27237"/>
                    <a:pt x="117478" y="17216"/>
                  </a:cubicBezTo>
                  <a:cubicBezTo>
                    <a:pt x="113939" y="13863"/>
                    <a:pt x="110605" y="10324"/>
                    <a:pt x="107643" y="6449"/>
                  </a:cubicBezTo>
                  <a:cubicBezTo>
                    <a:pt x="111816" y="4587"/>
                    <a:pt x="115988" y="2706"/>
                    <a:pt x="120161" y="843"/>
                  </a:cubicBezTo>
                  <a:cubicBezTo>
                    <a:pt x="123160" y="-778"/>
                    <a:pt x="125767" y="23"/>
                    <a:pt x="127667" y="2519"/>
                  </a:cubicBezTo>
                  <a:cubicBezTo>
                    <a:pt x="130759" y="6580"/>
                    <a:pt x="133963" y="10436"/>
                    <a:pt x="138191" y="13416"/>
                  </a:cubicBezTo>
                  <a:cubicBezTo>
                    <a:pt x="139607" y="14403"/>
                    <a:pt x="140296" y="16061"/>
                    <a:pt x="139644" y="17942"/>
                  </a:cubicBezTo>
                  <a:cubicBezTo>
                    <a:pt x="133367" y="23362"/>
                    <a:pt x="131281" y="30031"/>
                    <a:pt x="133646" y="38040"/>
                  </a:cubicBezTo>
                  <a:cubicBezTo>
                    <a:pt x="136031" y="46031"/>
                    <a:pt x="138378" y="54041"/>
                    <a:pt x="140743" y="62050"/>
                  </a:cubicBezTo>
                  <a:cubicBezTo>
                    <a:pt x="141004" y="66651"/>
                    <a:pt x="140948" y="69855"/>
                    <a:pt x="134429" y="67135"/>
                  </a:cubicBezTo>
                  <a:cubicBezTo>
                    <a:pt x="130796" y="65626"/>
                    <a:pt x="126252" y="67936"/>
                    <a:pt x="123066" y="70488"/>
                  </a:cubicBezTo>
                  <a:cubicBezTo>
                    <a:pt x="118317" y="74288"/>
                    <a:pt x="113269" y="78032"/>
                    <a:pt x="110680" y="83843"/>
                  </a:cubicBezTo>
                  <a:cubicBezTo>
                    <a:pt x="109655" y="86153"/>
                    <a:pt x="107699" y="87066"/>
                    <a:pt x="105669" y="88034"/>
                  </a:cubicBezTo>
                  <a:cubicBezTo>
                    <a:pt x="102894" y="88630"/>
                    <a:pt x="102205" y="86172"/>
                    <a:pt x="100938" y="85110"/>
                  </a:cubicBezTo>
                  <a:cubicBezTo>
                    <a:pt x="101795" y="87103"/>
                    <a:pt x="104924" y="88332"/>
                    <a:pt x="104551" y="91480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787F8D51-520C-6701-15CB-F2975245821E}"/>
                </a:ext>
              </a:extLst>
            </p:cNvPr>
            <p:cNvSpPr/>
            <p:nvPr/>
          </p:nvSpPr>
          <p:spPr>
            <a:xfrm>
              <a:off x="1916972" y="5151058"/>
              <a:ext cx="108374" cy="70742"/>
            </a:xfrm>
            <a:custGeom>
              <a:avLst/>
              <a:gdLst>
                <a:gd name="csX0" fmla="*/ 108310 w 108374"/>
                <a:gd name="csY0" fmla="*/ 70743 h 70742"/>
                <a:gd name="csX1" fmla="*/ 59489 w 108374"/>
                <a:gd name="csY1" fmla="*/ 66887 h 70742"/>
                <a:gd name="csX2" fmla="*/ 22236 w 108374"/>
                <a:gd name="csY2" fmla="*/ 50291 h 70742"/>
                <a:gd name="csX3" fmla="*/ 2957 w 108374"/>
                <a:gd name="csY3" fmla="*/ 24716 h 70742"/>
                <a:gd name="csX4" fmla="*/ 256 w 108374"/>
                <a:gd name="csY4" fmla="*/ 13131 h 70742"/>
                <a:gd name="csX5" fmla="*/ 554 w 108374"/>
                <a:gd name="csY5" fmla="*/ 10337 h 70742"/>
                <a:gd name="csX6" fmla="*/ 11768 w 108374"/>
                <a:gd name="csY6" fmla="*/ 371 h 70742"/>
                <a:gd name="csX7" fmla="*/ 64369 w 108374"/>
                <a:gd name="csY7" fmla="*/ 16353 h 70742"/>
                <a:gd name="csX8" fmla="*/ 84039 w 108374"/>
                <a:gd name="csY8" fmla="*/ 26132 h 70742"/>
                <a:gd name="csX9" fmla="*/ 108310 w 108374"/>
                <a:gd name="csY9" fmla="*/ 70743 h 70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8374" h="70742">
                  <a:moveTo>
                    <a:pt x="108310" y="70743"/>
                  </a:moveTo>
                  <a:cubicBezTo>
                    <a:pt x="92384" y="63590"/>
                    <a:pt x="75806" y="64391"/>
                    <a:pt x="59489" y="66887"/>
                  </a:cubicBezTo>
                  <a:cubicBezTo>
                    <a:pt x="43042" y="69402"/>
                    <a:pt x="32089" y="60796"/>
                    <a:pt x="22236" y="50291"/>
                  </a:cubicBezTo>
                  <a:cubicBezTo>
                    <a:pt x="14971" y="42561"/>
                    <a:pt x="8564" y="33881"/>
                    <a:pt x="2957" y="24716"/>
                  </a:cubicBezTo>
                  <a:cubicBezTo>
                    <a:pt x="648" y="20935"/>
                    <a:pt x="-563" y="17396"/>
                    <a:pt x="256" y="13131"/>
                  </a:cubicBezTo>
                  <a:cubicBezTo>
                    <a:pt x="424" y="12218"/>
                    <a:pt x="499" y="11268"/>
                    <a:pt x="554" y="10337"/>
                  </a:cubicBezTo>
                  <a:cubicBezTo>
                    <a:pt x="1150" y="-411"/>
                    <a:pt x="1169" y="-597"/>
                    <a:pt x="11768" y="371"/>
                  </a:cubicBezTo>
                  <a:cubicBezTo>
                    <a:pt x="30376" y="2066"/>
                    <a:pt x="47512" y="8865"/>
                    <a:pt x="64369" y="16353"/>
                  </a:cubicBezTo>
                  <a:cubicBezTo>
                    <a:pt x="71056" y="19315"/>
                    <a:pt x="77464" y="22910"/>
                    <a:pt x="84039" y="26132"/>
                  </a:cubicBezTo>
                  <a:cubicBezTo>
                    <a:pt x="102535" y="35222"/>
                    <a:pt x="109111" y="50812"/>
                    <a:pt x="108310" y="70743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5CAA31E0-608A-9161-3E47-42E657C27272}"/>
                </a:ext>
              </a:extLst>
            </p:cNvPr>
            <p:cNvSpPr/>
            <p:nvPr/>
          </p:nvSpPr>
          <p:spPr>
            <a:xfrm>
              <a:off x="1517519" y="5383404"/>
              <a:ext cx="159649" cy="110090"/>
            </a:xfrm>
            <a:custGeom>
              <a:avLst/>
              <a:gdLst>
                <a:gd name="csX0" fmla="*/ 109953 w 159649"/>
                <a:gd name="csY0" fmla="*/ 50628 h 110090"/>
                <a:gd name="csX1" fmla="*/ 108985 w 159649"/>
                <a:gd name="csY1" fmla="*/ 57501 h 110090"/>
                <a:gd name="csX2" fmla="*/ 89259 w 159649"/>
                <a:gd name="csY2" fmla="*/ 76370 h 110090"/>
                <a:gd name="csX3" fmla="*/ 86633 w 159649"/>
                <a:gd name="csY3" fmla="*/ 88273 h 110090"/>
                <a:gd name="csX4" fmla="*/ 97343 w 159649"/>
                <a:gd name="csY4" fmla="*/ 93339 h 110090"/>
                <a:gd name="csX5" fmla="*/ 113064 w 159649"/>
                <a:gd name="csY5" fmla="*/ 89129 h 110090"/>
                <a:gd name="csX6" fmla="*/ 138955 w 159649"/>
                <a:gd name="csY6" fmla="*/ 75178 h 110090"/>
                <a:gd name="csX7" fmla="*/ 157023 w 159649"/>
                <a:gd name="csY7" fmla="*/ 61972 h 110090"/>
                <a:gd name="csX8" fmla="*/ 159649 w 159649"/>
                <a:gd name="csY8" fmla="*/ 65120 h 110090"/>
                <a:gd name="csX9" fmla="*/ 111350 w 159649"/>
                <a:gd name="csY9" fmla="*/ 95891 h 110090"/>
                <a:gd name="csX10" fmla="*/ 99802 w 159649"/>
                <a:gd name="csY10" fmla="*/ 100063 h 110090"/>
                <a:gd name="csX11" fmla="*/ 59289 w 159649"/>
                <a:gd name="csY11" fmla="*/ 109433 h 110090"/>
                <a:gd name="csX12" fmla="*/ 21700 w 159649"/>
                <a:gd name="csY12" fmla="*/ 108259 h 110090"/>
                <a:gd name="csX13" fmla="*/ 3558 w 159649"/>
                <a:gd name="csY13" fmla="*/ 93935 h 110090"/>
                <a:gd name="csX14" fmla="*/ 279 w 159649"/>
                <a:gd name="csY14" fmla="*/ 84957 h 110090"/>
                <a:gd name="csX15" fmla="*/ 559 w 159649"/>
                <a:gd name="csY15" fmla="*/ 82312 h 110090"/>
                <a:gd name="csX16" fmla="*/ 3595 w 159649"/>
                <a:gd name="csY16" fmla="*/ 82685 h 110090"/>
                <a:gd name="csX17" fmla="*/ 11679 w 159649"/>
                <a:gd name="csY17" fmla="*/ 86466 h 110090"/>
                <a:gd name="csX18" fmla="*/ 12368 w 159649"/>
                <a:gd name="csY18" fmla="*/ 51951 h 110090"/>
                <a:gd name="csX19" fmla="*/ 14622 w 159649"/>
                <a:gd name="csY19" fmla="*/ 19391 h 110090"/>
                <a:gd name="csX20" fmla="*/ 21644 w 159649"/>
                <a:gd name="csY20" fmla="*/ 3521 h 110090"/>
                <a:gd name="csX21" fmla="*/ 28927 w 159649"/>
                <a:gd name="csY21" fmla="*/ 1 h 110090"/>
                <a:gd name="csX22" fmla="*/ 39302 w 159649"/>
                <a:gd name="csY22" fmla="*/ 6390 h 110090"/>
                <a:gd name="csX23" fmla="*/ 26189 w 159649"/>
                <a:gd name="csY23" fmla="*/ 49473 h 110090"/>
                <a:gd name="csX24" fmla="*/ 27214 w 159649"/>
                <a:gd name="csY24" fmla="*/ 70168 h 110090"/>
                <a:gd name="csX25" fmla="*/ 47628 w 159649"/>
                <a:gd name="csY25" fmla="*/ 85628 h 110090"/>
                <a:gd name="csX26" fmla="*/ 75177 w 159649"/>
                <a:gd name="csY26" fmla="*/ 72347 h 110090"/>
                <a:gd name="csX27" fmla="*/ 86875 w 159649"/>
                <a:gd name="csY27" fmla="*/ 59420 h 110090"/>
                <a:gd name="csX28" fmla="*/ 95071 w 159649"/>
                <a:gd name="csY28" fmla="*/ 51783 h 110090"/>
                <a:gd name="csX29" fmla="*/ 100472 w 159649"/>
                <a:gd name="csY29" fmla="*/ 46158 h 110090"/>
                <a:gd name="csX30" fmla="*/ 109953 w 159649"/>
                <a:gd name="csY30" fmla="*/ 50628 h 1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9649" h="110090">
                  <a:moveTo>
                    <a:pt x="109953" y="50628"/>
                  </a:moveTo>
                  <a:cubicBezTo>
                    <a:pt x="112207" y="53273"/>
                    <a:pt x="112952" y="54931"/>
                    <a:pt x="108985" y="57501"/>
                  </a:cubicBezTo>
                  <a:cubicBezTo>
                    <a:pt x="101310" y="62475"/>
                    <a:pt x="94530" y="68677"/>
                    <a:pt x="89259" y="76370"/>
                  </a:cubicBezTo>
                  <a:cubicBezTo>
                    <a:pt x="86726" y="80077"/>
                    <a:pt x="84453" y="83802"/>
                    <a:pt x="86633" y="88273"/>
                  </a:cubicBezTo>
                  <a:cubicBezTo>
                    <a:pt x="88756" y="92594"/>
                    <a:pt x="93431" y="92370"/>
                    <a:pt x="97343" y="93339"/>
                  </a:cubicBezTo>
                  <a:cubicBezTo>
                    <a:pt x="103359" y="94829"/>
                    <a:pt x="107848" y="90638"/>
                    <a:pt x="113064" y="89129"/>
                  </a:cubicBezTo>
                  <a:cubicBezTo>
                    <a:pt x="122750" y="86298"/>
                    <a:pt x="130871" y="80766"/>
                    <a:pt x="138955" y="75178"/>
                  </a:cubicBezTo>
                  <a:cubicBezTo>
                    <a:pt x="145083" y="70931"/>
                    <a:pt x="150727" y="65939"/>
                    <a:pt x="157023" y="61972"/>
                  </a:cubicBezTo>
                  <a:cubicBezTo>
                    <a:pt x="161102" y="59401"/>
                    <a:pt x="158923" y="63890"/>
                    <a:pt x="159649" y="65120"/>
                  </a:cubicBezTo>
                  <a:cubicBezTo>
                    <a:pt x="146555" y="80096"/>
                    <a:pt x="130349" y="90173"/>
                    <a:pt x="111350" y="95891"/>
                  </a:cubicBezTo>
                  <a:cubicBezTo>
                    <a:pt x="107215" y="96487"/>
                    <a:pt x="103285" y="97623"/>
                    <a:pt x="99802" y="100063"/>
                  </a:cubicBezTo>
                  <a:cubicBezTo>
                    <a:pt x="86707" y="104906"/>
                    <a:pt x="73296" y="108483"/>
                    <a:pt x="59289" y="109433"/>
                  </a:cubicBezTo>
                  <a:cubicBezTo>
                    <a:pt x="46734" y="110010"/>
                    <a:pt x="34143" y="110997"/>
                    <a:pt x="21700" y="108259"/>
                  </a:cubicBezTo>
                  <a:cubicBezTo>
                    <a:pt x="13616" y="106061"/>
                    <a:pt x="7060" y="101926"/>
                    <a:pt x="3558" y="93935"/>
                  </a:cubicBezTo>
                  <a:cubicBezTo>
                    <a:pt x="2086" y="91085"/>
                    <a:pt x="1248" y="87993"/>
                    <a:pt x="279" y="84957"/>
                  </a:cubicBezTo>
                  <a:cubicBezTo>
                    <a:pt x="0" y="84100"/>
                    <a:pt x="-279" y="83057"/>
                    <a:pt x="559" y="82312"/>
                  </a:cubicBezTo>
                  <a:cubicBezTo>
                    <a:pt x="1639" y="81381"/>
                    <a:pt x="2682" y="82033"/>
                    <a:pt x="3595" y="82685"/>
                  </a:cubicBezTo>
                  <a:cubicBezTo>
                    <a:pt x="5867" y="84305"/>
                    <a:pt x="8158" y="85870"/>
                    <a:pt x="11679" y="86466"/>
                  </a:cubicBezTo>
                  <a:cubicBezTo>
                    <a:pt x="10897" y="74675"/>
                    <a:pt x="11567" y="63294"/>
                    <a:pt x="12368" y="51951"/>
                  </a:cubicBezTo>
                  <a:cubicBezTo>
                    <a:pt x="13150" y="41110"/>
                    <a:pt x="12964" y="30195"/>
                    <a:pt x="14622" y="19391"/>
                  </a:cubicBezTo>
                  <a:cubicBezTo>
                    <a:pt x="15535" y="13431"/>
                    <a:pt x="18683" y="8513"/>
                    <a:pt x="21644" y="3521"/>
                  </a:cubicBezTo>
                  <a:cubicBezTo>
                    <a:pt x="23172" y="951"/>
                    <a:pt x="25910" y="-36"/>
                    <a:pt x="28927" y="1"/>
                  </a:cubicBezTo>
                  <a:cubicBezTo>
                    <a:pt x="32802" y="1435"/>
                    <a:pt x="36918" y="2534"/>
                    <a:pt x="39302" y="6390"/>
                  </a:cubicBezTo>
                  <a:cubicBezTo>
                    <a:pt x="30380" y="19354"/>
                    <a:pt x="28070" y="34404"/>
                    <a:pt x="26189" y="49473"/>
                  </a:cubicBezTo>
                  <a:cubicBezTo>
                    <a:pt x="25332" y="56347"/>
                    <a:pt x="25649" y="63406"/>
                    <a:pt x="27214" y="70168"/>
                  </a:cubicBezTo>
                  <a:cubicBezTo>
                    <a:pt x="29281" y="79183"/>
                    <a:pt x="38632" y="85032"/>
                    <a:pt x="47628" y="85628"/>
                  </a:cubicBezTo>
                  <a:cubicBezTo>
                    <a:pt x="59661" y="86410"/>
                    <a:pt x="67224" y="79202"/>
                    <a:pt x="75177" y="72347"/>
                  </a:cubicBezTo>
                  <a:cubicBezTo>
                    <a:pt x="79592" y="68547"/>
                    <a:pt x="83783" y="64449"/>
                    <a:pt x="86875" y="59420"/>
                  </a:cubicBezTo>
                  <a:cubicBezTo>
                    <a:pt x="88905" y="56123"/>
                    <a:pt x="91941" y="53869"/>
                    <a:pt x="95071" y="51783"/>
                  </a:cubicBezTo>
                  <a:cubicBezTo>
                    <a:pt x="97324" y="50293"/>
                    <a:pt x="99168" y="48505"/>
                    <a:pt x="100472" y="46158"/>
                  </a:cubicBezTo>
                  <a:cubicBezTo>
                    <a:pt x="104738" y="45375"/>
                    <a:pt x="107662" y="47331"/>
                    <a:pt x="109953" y="50628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CAE99DB3-6DC1-FED4-151A-BCEED6AD96BA}"/>
                </a:ext>
              </a:extLst>
            </p:cNvPr>
            <p:cNvSpPr/>
            <p:nvPr/>
          </p:nvSpPr>
          <p:spPr>
            <a:xfrm>
              <a:off x="1914186" y="5263114"/>
              <a:ext cx="101149" cy="123515"/>
            </a:xfrm>
            <a:custGeom>
              <a:avLst/>
              <a:gdLst>
                <a:gd name="csX0" fmla="*/ 8146 w 101149"/>
                <a:gd name="csY0" fmla="*/ 0 h 123515"/>
                <a:gd name="csX1" fmla="*/ 16677 w 101149"/>
                <a:gd name="csY1" fmla="*/ 12778 h 123515"/>
                <a:gd name="csX2" fmla="*/ 30219 w 101149"/>
                <a:gd name="csY2" fmla="*/ 40904 h 123515"/>
                <a:gd name="csX3" fmla="*/ 58904 w 101149"/>
                <a:gd name="csY3" fmla="*/ 79107 h 123515"/>
                <a:gd name="csX4" fmla="*/ 85857 w 101149"/>
                <a:gd name="csY4" fmla="*/ 98777 h 123515"/>
                <a:gd name="csX5" fmla="*/ 90420 w 101149"/>
                <a:gd name="csY5" fmla="*/ 118186 h 123515"/>
                <a:gd name="csX6" fmla="*/ 93270 w 101149"/>
                <a:gd name="csY6" fmla="*/ 122228 h 123515"/>
                <a:gd name="csX7" fmla="*/ 101149 w 101149"/>
                <a:gd name="csY7" fmla="*/ 122358 h 123515"/>
                <a:gd name="csX8" fmla="*/ 84479 w 101149"/>
                <a:gd name="csY8" fmla="*/ 122657 h 123515"/>
                <a:gd name="csX9" fmla="*/ 19173 w 101149"/>
                <a:gd name="csY9" fmla="*/ 83596 h 123515"/>
                <a:gd name="csX10" fmla="*/ 416 w 101149"/>
                <a:gd name="csY10" fmla="*/ 23824 h 123515"/>
                <a:gd name="csX11" fmla="*/ 8146 w 101149"/>
                <a:gd name="csY11" fmla="*/ 0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1149" h="123515">
                  <a:moveTo>
                    <a:pt x="8146" y="0"/>
                  </a:moveTo>
                  <a:cubicBezTo>
                    <a:pt x="8594" y="5867"/>
                    <a:pt x="13362" y="8810"/>
                    <a:pt x="16677" y="12778"/>
                  </a:cubicBezTo>
                  <a:cubicBezTo>
                    <a:pt x="23551" y="20992"/>
                    <a:pt x="25711" y="31535"/>
                    <a:pt x="30219" y="40904"/>
                  </a:cubicBezTo>
                  <a:cubicBezTo>
                    <a:pt x="37279" y="55582"/>
                    <a:pt x="45884" y="69422"/>
                    <a:pt x="58904" y="79107"/>
                  </a:cubicBezTo>
                  <a:cubicBezTo>
                    <a:pt x="67808" y="85720"/>
                    <a:pt x="77978" y="90693"/>
                    <a:pt x="85857" y="98777"/>
                  </a:cubicBezTo>
                  <a:cubicBezTo>
                    <a:pt x="91221" y="104291"/>
                    <a:pt x="93028" y="110866"/>
                    <a:pt x="90420" y="118186"/>
                  </a:cubicBezTo>
                  <a:cubicBezTo>
                    <a:pt x="89266" y="121446"/>
                    <a:pt x="90253" y="122265"/>
                    <a:pt x="93270" y="122228"/>
                  </a:cubicBezTo>
                  <a:cubicBezTo>
                    <a:pt x="95897" y="122191"/>
                    <a:pt x="98523" y="122303"/>
                    <a:pt x="101149" y="122358"/>
                  </a:cubicBezTo>
                  <a:cubicBezTo>
                    <a:pt x="95636" y="124109"/>
                    <a:pt x="89992" y="123588"/>
                    <a:pt x="84479" y="122657"/>
                  </a:cubicBezTo>
                  <a:cubicBezTo>
                    <a:pt x="57656" y="118130"/>
                    <a:pt x="37092" y="103434"/>
                    <a:pt x="19173" y="83596"/>
                  </a:cubicBezTo>
                  <a:cubicBezTo>
                    <a:pt x="3527" y="66274"/>
                    <a:pt x="-1595" y="46306"/>
                    <a:pt x="416" y="23824"/>
                  </a:cubicBezTo>
                  <a:cubicBezTo>
                    <a:pt x="1199" y="15348"/>
                    <a:pt x="3229" y="7190"/>
                    <a:pt x="8146" y="0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B5D97E91-9A65-59F5-6C03-E4937289157F}"/>
                </a:ext>
              </a:extLst>
            </p:cNvPr>
            <p:cNvSpPr/>
            <p:nvPr/>
          </p:nvSpPr>
          <p:spPr>
            <a:xfrm>
              <a:off x="1507969" y="5326535"/>
              <a:ext cx="62752" cy="150767"/>
            </a:xfrm>
            <a:custGeom>
              <a:avLst/>
              <a:gdLst>
                <a:gd name="csX0" fmla="*/ 39073 w 62752"/>
                <a:gd name="csY0" fmla="*/ 57708 h 150767"/>
                <a:gd name="csX1" fmla="*/ 27078 w 62752"/>
                <a:gd name="csY1" fmla="*/ 71641 h 150767"/>
                <a:gd name="csX2" fmla="*/ 24731 w 62752"/>
                <a:gd name="csY2" fmla="*/ 83078 h 150767"/>
                <a:gd name="csX3" fmla="*/ 23352 w 62752"/>
                <a:gd name="csY3" fmla="*/ 111185 h 150767"/>
                <a:gd name="csX4" fmla="*/ 22254 w 62752"/>
                <a:gd name="csY4" fmla="*/ 137878 h 150767"/>
                <a:gd name="csX5" fmla="*/ 22011 w 62752"/>
                <a:gd name="csY5" fmla="*/ 145719 h 150767"/>
                <a:gd name="csX6" fmla="*/ 10929 w 62752"/>
                <a:gd name="csY6" fmla="*/ 139722 h 150767"/>
                <a:gd name="csX7" fmla="*/ 13108 w 62752"/>
                <a:gd name="csY7" fmla="*/ 150767 h 150767"/>
                <a:gd name="csX8" fmla="*/ 870 w 62752"/>
                <a:gd name="csY8" fmla="*/ 118040 h 150767"/>
                <a:gd name="csX9" fmla="*/ 28978 w 62752"/>
                <a:gd name="csY9" fmla="*/ 10117 h 150767"/>
                <a:gd name="csX10" fmla="*/ 33281 w 62752"/>
                <a:gd name="csY10" fmla="*/ 11533 h 150767"/>
                <a:gd name="csX11" fmla="*/ 53528 w 62752"/>
                <a:gd name="csY11" fmla="*/ 525 h 150767"/>
                <a:gd name="csX12" fmla="*/ 60196 w 62752"/>
                <a:gd name="csY12" fmla="*/ 245 h 150767"/>
                <a:gd name="csX13" fmla="*/ 62673 w 62752"/>
                <a:gd name="csY13" fmla="*/ 3859 h 150767"/>
                <a:gd name="csX14" fmla="*/ 46356 w 62752"/>
                <a:gd name="csY14" fmla="*/ 42807 h 150767"/>
                <a:gd name="csX15" fmla="*/ 41458 w 62752"/>
                <a:gd name="csY15" fmla="*/ 55548 h 150767"/>
                <a:gd name="csX16" fmla="*/ 30729 w 62752"/>
                <a:gd name="csY16" fmla="*/ 49289 h 150767"/>
                <a:gd name="csX17" fmla="*/ 37583 w 62752"/>
                <a:gd name="csY17" fmla="*/ 54691 h 150767"/>
                <a:gd name="csX18" fmla="*/ 39073 w 62752"/>
                <a:gd name="csY18" fmla="*/ 57708 h 150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752" h="150767">
                  <a:moveTo>
                    <a:pt x="39073" y="57708"/>
                  </a:moveTo>
                  <a:cubicBezTo>
                    <a:pt x="30598" y="58435"/>
                    <a:pt x="29965" y="66239"/>
                    <a:pt x="27078" y="71641"/>
                  </a:cubicBezTo>
                  <a:cubicBezTo>
                    <a:pt x="25308" y="74957"/>
                    <a:pt x="24619" y="79260"/>
                    <a:pt x="24731" y="83078"/>
                  </a:cubicBezTo>
                  <a:cubicBezTo>
                    <a:pt x="25029" y="92503"/>
                    <a:pt x="23371" y="101779"/>
                    <a:pt x="23352" y="111185"/>
                  </a:cubicBezTo>
                  <a:cubicBezTo>
                    <a:pt x="23334" y="120089"/>
                    <a:pt x="22850" y="128993"/>
                    <a:pt x="22254" y="137878"/>
                  </a:cubicBezTo>
                  <a:cubicBezTo>
                    <a:pt x="22067" y="140690"/>
                    <a:pt x="25290" y="145663"/>
                    <a:pt x="22011" y="145719"/>
                  </a:cubicBezTo>
                  <a:cubicBezTo>
                    <a:pt x="18621" y="145775"/>
                    <a:pt x="13536" y="143931"/>
                    <a:pt x="10929" y="139722"/>
                  </a:cubicBezTo>
                  <a:cubicBezTo>
                    <a:pt x="11655" y="143410"/>
                    <a:pt x="12381" y="147079"/>
                    <a:pt x="13108" y="150767"/>
                  </a:cubicBezTo>
                  <a:cubicBezTo>
                    <a:pt x="6235" y="140914"/>
                    <a:pt x="2211" y="130185"/>
                    <a:pt x="870" y="118040"/>
                  </a:cubicBezTo>
                  <a:cubicBezTo>
                    <a:pt x="-3526" y="78365"/>
                    <a:pt x="9178" y="43366"/>
                    <a:pt x="28978" y="10117"/>
                  </a:cubicBezTo>
                  <a:cubicBezTo>
                    <a:pt x="30021" y="11868"/>
                    <a:pt x="31548" y="13694"/>
                    <a:pt x="33281" y="11533"/>
                  </a:cubicBezTo>
                  <a:cubicBezTo>
                    <a:pt x="38533" y="4976"/>
                    <a:pt x="46524" y="3673"/>
                    <a:pt x="53528" y="525"/>
                  </a:cubicBezTo>
                  <a:cubicBezTo>
                    <a:pt x="55428" y="-314"/>
                    <a:pt x="57979" y="59"/>
                    <a:pt x="60196" y="245"/>
                  </a:cubicBezTo>
                  <a:cubicBezTo>
                    <a:pt x="62189" y="413"/>
                    <a:pt x="63027" y="1810"/>
                    <a:pt x="62673" y="3859"/>
                  </a:cubicBezTo>
                  <a:cubicBezTo>
                    <a:pt x="60233" y="18090"/>
                    <a:pt x="53714" y="30700"/>
                    <a:pt x="46356" y="42807"/>
                  </a:cubicBezTo>
                  <a:cubicBezTo>
                    <a:pt x="43860" y="46924"/>
                    <a:pt x="38105" y="49308"/>
                    <a:pt x="41458" y="55548"/>
                  </a:cubicBezTo>
                  <a:cubicBezTo>
                    <a:pt x="36168" y="55827"/>
                    <a:pt x="34249" y="50574"/>
                    <a:pt x="30729" y="49289"/>
                  </a:cubicBezTo>
                  <a:cubicBezTo>
                    <a:pt x="32349" y="51133"/>
                    <a:pt x="35329" y="52474"/>
                    <a:pt x="37583" y="54691"/>
                  </a:cubicBezTo>
                  <a:cubicBezTo>
                    <a:pt x="38477" y="55473"/>
                    <a:pt x="40023" y="56013"/>
                    <a:pt x="39073" y="5770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80B47D9E-EB2F-4817-A656-354920DAA34B}"/>
                </a:ext>
              </a:extLst>
            </p:cNvPr>
            <p:cNvSpPr/>
            <p:nvPr/>
          </p:nvSpPr>
          <p:spPr>
            <a:xfrm>
              <a:off x="1977542" y="5217879"/>
              <a:ext cx="97882" cy="116743"/>
            </a:xfrm>
            <a:custGeom>
              <a:avLst/>
              <a:gdLst>
                <a:gd name="csX0" fmla="*/ 30715 w 97882"/>
                <a:gd name="csY0" fmla="*/ 27056 h 116743"/>
                <a:gd name="csX1" fmla="*/ 27176 w 97882"/>
                <a:gd name="csY1" fmla="*/ 4723 h 116743"/>
                <a:gd name="csX2" fmla="*/ 22929 w 97882"/>
                <a:gd name="csY2" fmla="*/ 2543 h 116743"/>
                <a:gd name="csX3" fmla="*/ 0 w 97882"/>
                <a:gd name="csY3" fmla="*/ 2394 h 116743"/>
                <a:gd name="csX4" fmla="*/ 68285 w 97882"/>
                <a:gd name="csY4" fmla="*/ 24951 h 116743"/>
                <a:gd name="csX5" fmla="*/ 91569 w 97882"/>
                <a:gd name="csY5" fmla="*/ 79397 h 116743"/>
                <a:gd name="csX6" fmla="*/ 97678 w 97882"/>
                <a:gd name="csY6" fmla="*/ 108007 h 116743"/>
                <a:gd name="csX7" fmla="*/ 96561 w 97882"/>
                <a:gd name="csY7" fmla="*/ 116743 h 116743"/>
                <a:gd name="csX8" fmla="*/ 88551 w 97882"/>
                <a:gd name="csY8" fmla="*/ 111099 h 116743"/>
                <a:gd name="csX9" fmla="*/ 69478 w 97882"/>
                <a:gd name="csY9" fmla="*/ 93609 h 116743"/>
                <a:gd name="csX10" fmla="*/ 57109 w 97882"/>
                <a:gd name="csY10" fmla="*/ 65129 h 116743"/>
                <a:gd name="csX11" fmla="*/ 37216 w 97882"/>
                <a:gd name="csY11" fmla="*/ 32793 h 116743"/>
                <a:gd name="csX12" fmla="*/ 31945 w 97882"/>
                <a:gd name="csY12" fmla="*/ 29664 h 116743"/>
                <a:gd name="csX13" fmla="*/ 30715 w 97882"/>
                <a:gd name="csY13" fmla="*/ 27056 h 116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882" h="116743">
                  <a:moveTo>
                    <a:pt x="30715" y="27056"/>
                  </a:moveTo>
                  <a:cubicBezTo>
                    <a:pt x="29784" y="19587"/>
                    <a:pt x="26096" y="12602"/>
                    <a:pt x="27176" y="4723"/>
                  </a:cubicBezTo>
                  <a:cubicBezTo>
                    <a:pt x="27530" y="2078"/>
                    <a:pt x="24680" y="2562"/>
                    <a:pt x="22929" y="2543"/>
                  </a:cubicBezTo>
                  <a:cubicBezTo>
                    <a:pt x="15292" y="2450"/>
                    <a:pt x="7656" y="2432"/>
                    <a:pt x="0" y="2394"/>
                  </a:cubicBezTo>
                  <a:cubicBezTo>
                    <a:pt x="25370" y="-4740"/>
                    <a:pt x="51000" y="4443"/>
                    <a:pt x="68285" y="24951"/>
                  </a:cubicBezTo>
                  <a:cubicBezTo>
                    <a:pt x="81771" y="40951"/>
                    <a:pt x="86092" y="60342"/>
                    <a:pt x="91569" y="79397"/>
                  </a:cubicBezTo>
                  <a:cubicBezTo>
                    <a:pt x="94270" y="88747"/>
                    <a:pt x="97753" y="98024"/>
                    <a:pt x="97678" y="108007"/>
                  </a:cubicBezTo>
                  <a:cubicBezTo>
                    <a:pt x="97660" y="110950"/>
                    <a:pt x="98610" y="114042"/>
                    <a:pt x="96561" y="116743"/>
                  </a:cubicBezTo>
                  <a:cubicBezTo>
                    <a:pt x="94400" y="114154"/>
                    <a:pt x="92072" y="111695"/>
                    <a:pt x="88551" y="111099"/>
                  </a:cubicBezTo>
                  <a:cubicBezTo>
                    <a:pt x="78381" y="109404"/>
                    <a:pt x="74190" y="101283"/>
                    <a:pt x="69478" y="93609"/>
                  </a:cubicBezTo>
                  <a:cubicBezTo>
                    <a:pt x="63983" y="84687"/>
                    <a:pt x="61189" y="74628"/>
                    <a:pt x="57109" y="65129"/>
                  </a:cubicBezTo>
                  <a:cubicBezTo>
                    <a:pt x="52136" y="53543"/>
                    <a:pt x="46008" y="42218"/>
                    <a:pt x="37216" y="32793"/>
                  </a:cubicBezTo>
                  <a:cubicBezTo>
                    <a:pt x="35875" y="31359"/>
                    <a:pt x="33733" y="30688"/>
                    <a:pt x="31945" y="29664"/>
                  </a:cubicBezTo>
                  <a:cubicBezTo>
                    <a:pt x="31051" y="29030"/>
                    <a:pt x="33547" y="26739"/>
                    <a:pt x="30715" y="27056"/>
                  </a:cubicBezTo>
                  <a:close/>
                </a:path>
              </a:pathLst>
            </a:custGeom>
            <a:solidFill>
              <a:srgbClr val="7AB0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22BBECDB-AAF3-F0EE-236F-E6A2DC75DD06}"/>
                </a:ext>
              </a:extLst>
            </p:cNvPr>
            <p:cNvSpPr/>
            <p:nvPr/>
          </p:nvSpPr>
          <p:spPr>
            <a:xfrm>
              <a:off x="1559577" y="5227079"/>
              <a:ext cx="145065" cy="162808"/>
            </a:xfrm>
            <a:custGeom>
              <a:avLst/>
              <a:gdLst>
                <a:gd name="csX0" fmla="*/ 57 w 145065"/>
                <a:gd name="csY0" fmla="*/ 160648 h 162808"/>
                <a:gd name="csX1" fmla="*/ 3540 w 145065"/>
                <a:gd name="csY1" fmla="*/ 150496 h 162808"/>
                <a:gd name="csX2" fmla="*/ 11996 w 145065"/>
                <a:gd name="csY2" fmla="*/ 136601 h 162808"/>
                <a:gd name="csX3" fmla="*/ 39526 w 145065"/>
                <a:gd name="csY3" fmla="*/ 91580 h 162808"/>
                <a:gd name="csX4" fmla="*/ 47573 w 145065"/>
                <a:gd name="csY4" fmla="*/ 84968 h 162808"/>
                <a:gd name="csX5" fmla="*/ 49827 w 145065"/>
                <a:gd name="csY5" fmla="*/ 83590 h 162808"/>
                <a:gd name="csX6" fmla="*/ 51075 w 145065"/>
                <a:gd name="csY6" fmla="*/ 75357 h 162808"/>
                <a:gd name="csX7" fmla="*/ 79965 w 145065"/>
                <a:gd name="csY7" fmla="*/ 41680 h 162808"/>
                <a:gd name="csX8" fmla="*/ 86931 w 145065"/>
                <a:gd name="csY8" fmla="*/ 38476 h 162808"/>
                <a:gd name="csX9" fmla="*/ 88347 w 145065"/>
                <a:gd name="csY9" fmla="*/ 36203 h 162808"/>
                <a:gd name="csX10" fmla="*/ 88272 w 145065"/>
                <a:gd name="csY10" fmla="*/ 36147 h 162808"/>
                <a:gd name="csX11" fmla="*/ 90247 w 145065"/>
                <a:gd name="csY11" fmla="*/ 24245 h 162808"/>
                <a:gd name="csX12" fmla="*/ 81641 w 145065"/>
                <a:gd name="csY12" fmla="*/ 8468 h 162808"/>
                <a:gd name="csX13" fmla="*/ 78065 w 145065"/>
                <a:gd name="csY13" fmla="*/ 2433 h 162808"/>
                <a:gd name="csX14" fmla="*/ 85646 w 145065"/>
                <a:gd name="csY14" fmla="*/ 1092 h 162808"/>
                <a:gd name="csX15" fmla="*/ 113344 w 145065"/>
                <a:gd name="csY15" fmla="*/ 1111 h 162808"/>
                <a:gd name="csX16" fmla="*/ 135696 w 145065"/>
                <a:gd name="csY16" fmla="*/ 105 h 162808"/>
                <a:gd name="csX17" fmla="*/ 145065 w 145065"/>
                <a:gd name="csY17" fmla="*/ 1111 h 162808"/>
                <a:gd name="csX18" fmla="*/ 123775 w 145065"/>
                <a:gd name="csY18" fmla="*/ 11393 h 162808"/>
                <a:gd name="csX19" fmla="*/ 108333 w 145065"/>
                <a:gd name="csY19" fmla="*/ 27374 h 162808"/>
                <a:gd name="csX20" fmla="*/ 89465 w 145065"/>
                <a:gd name="csY20" fmla="*/ 47901 h 162808"/>
                <a:gd name="csX21" fmla="*/ 50945 w 145065"/>
                <a:gd name="csY21" fmla="*/ 93816 h 162808"/>
                <a:gd name="csX22" fmla="*/ 6110 w 145065"/>
                <a:gd name="csY22" fmla="*/ 160909 h 162808"/>
                <a:gd name="csX23" fmla="*/ 3558 w 145065"/>
                <a:gd name="csY23" fmla="*/ 162809 h 162808"/>
                <a:gd name="csX24" fmla="*/ 57 w 145065"/>
                <a:gd name="csY24" fmla="*/ 160648 h 1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065" h="162808">
                  <a:moveTo>
                    <a:pt x="57" y="160648"/>
                  </a:moveTo>
                  <a:cubicBezTo>
                    <a:pt x="-279" y="156736"/>
                    <a:pt x="876" y="153700"/>
                    <a:pt x="3540" y="150496"/>
                  </a:cubicBezTo>
                  <a:cubicBezTo>
                    <a:pt x="6986" y="146380"/>
                    <a:pt x="9165" y="141239"/>
                    <a:pt x="11996" y="136601"/>
                  </a:cubicBezTo>
                  <a:cubicBezTo>
                    <a:pt x="21179" y="121606"/>
                    <a:pt x="30567" y="106724"/>
                    <a:pt x="39526" y="91580"/>
                  </a:cubicBezTo>
                  <a:cubicBezTo>
                    <a:pt x="41557" y="88153"/>
                    <a:pt x="45450" y="87818"/>
                    <a:pt x="47573" y="84968"/>
                  </a:cubicBezTo>
                  <a:cubicBezTo>
                    <a:pt x="47946" y="83888"/>
                    <a:pt x="49473" y="84688"/>
                    <a:pt x="49827" y="83590"/>
                  </a:cubicBezTo>
                  <a:cubicBezTo>
                    <a:pt x="48281" y="80535"/>
                    <a:pt x="49361" y="78076"/>
                    <a:pt x="51075" y="75357"/>
                  </a:cubicBezTo>
                  <a:cubicBezTo>
                    <a:pt x="59084" y="62709"/>
                    <a:pt x="69590" y="52260"/>
                    <a:pt x="79965" y="41680"/>
                  </a:cubicBezTo>
                  <a:cubicBezTo>
                    <a:pt x="81884" y="39724"/>
                    <a:pt x="84100" y="38494"/>
                    <a:pt x="86931" y="38476"/>
                  </a:cubicBezTo>
                  <a:cubicBezTo>
                    <a:pt x="88384" y="38457"/>
                    <a:pt x="89818" y="38159"/>
                    <a:pt x="88347" y="36203"/>
                  </a:cubicBezTo>
                  <a:lnTo>
                    <a:pt x="88272" y="36147"/>
                  </a:lnTo>
                  <a:cubicBezTo>
                    <a:pt x="87062" y="31901"/>
                    <a:pt x="88980" y="27765"/>
                    <a:pt x="90247" y="24245"/>
                  </a:cubicBezTo>
                  <a:cubicBezTo>
                    <a:pt x="93525" y="15118"/>
                    <a:pt x="87062" y="11896"/>
                    <a:pt x="81641" y="8468"/>
                  </a:cubicBezTo>
                  <a:cubicBezTo>
                    <a:pt x="78922" y="6755"/>
                    <a:pt x="77804" y="5339"/>
                    <a:pt x="78065" y="2433"/>
                  </a:cubicBezTo>
                  <a:cubicBezTo>
                    <a:pt x="80505" y="1446"/>
                    <a:pt x="82964" y="608"/>
                    <a:pt x="85646" y="1092"/>
                  </a:cubicBezTo>
                  <a:cubicBezTo>
                    <a:pt x="94885" y="384"/>
                    <a:pt x="104105" y="366"/>
                    <a:pt x="113344" y="1111"/>
                  </a:cubicBezTo>
                  <a:cubicBezTo>
                    <a:pt x="120850" y="2117"/>
                    <a:pt x="128227" y="142"/>
                    <a:pt x="135696" y="105"/>
                  </a:cubicBezTo>
                  <a:cubicBezTo>
                    <a:pt x="138862" y="86"/>
                    <a:pt x="142066" y="-454"/>
                    <a:pt x="145065" y="1111"/>
                  </a:cubicBezTo>
                  <a:cubicBezTo>
                    <a:pt x="136068" y="626"/>
                    <a:pt x="130685" y="7556"/>
                    <a:pt x="123775" y="11393"/>
                  </a:cubicBezTo>
                  <a:cubicBezTo>
                    <a:pt x="116995" y="15174"/>
                    <a:pt x="113996" y="22438"/>
                    <a:pt x="108333" y="27374"/>
                  </a:cubicBezTo>
                  <a:cubicBezTo>
                    <a:pt x="101367" y="33447"/>
                    <a:pt x="95965" y="41270"/>
                    <a:pt x="89465" y="47901"/>
                  </a:cubicBezTo>
                  <a:cubicBezTo>
                    <a:pt x="75401" y="62206"/>
                    <a:pt x="62642" y="77555"/>
                    <a:pt x="50945" y="93816"/>
                  </a:cubicBezTo>
                  <a:cubicBezTo>
                    <a:pt x="35224" y="115665"/>
                    <a:pt x="19689" y="137625"/>
                    <a:pt x="6110" y="160909"/>
                  </a:cubicBezTo>
                  <a:cubicBezTo>
                    <a:pt x="5496" y="161970"/>
                    <a:pt x="4825" y="162716"/>
                    <a:pt x="3558" y="162809"/>
                  </a:cubicBezTo>
                  <a:cubicBezTo>
                    <a:pt x="1994" y="162734"/>
                    <a:pt x="150" y="163125"/>
                    <a:pt x="57" y="160648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725B15A3-D5ED-E051-3A31-27B7AB536541}"/>
                </a:ext>
              </a:extLst>
            </p:cNvPr>
            <p:cNvSpPr/>
            <p:nvPr/>
          </p:nvSpPr>
          <p:spPr>
            <a:xfrm>
              <a:off x="1910207" y="5134176"/>
              <a:ext cx="113808" cy="41318"/>
            </a:xfrm>
            <a:custGeom>
              <a:avLst/>
              <a:gdLst>
                <a:gd name="csX0" fmla="*/ 113809 w 113808"/>
                <a:gd name="csY0" fmla="*/ 3488 h 41318"/>
                <a:gd name="csX1" fmla="*/ 102987 w 113808"/>
                <a:gd name="csY1" fmla="*/ 25784 h 41318"/>
                <a:gd name="csX2" fmla="*/ 96039 w 113808"/>
                <a:gd name="csY2" fmla="*/ 32899 h 41318"/>
                <a:gd name="csX3" fmla="*/ 93487 w 113808"/>
                <a:gd name="csY3" fmla="*/ 41319 h 41318"/>
                <a:gd name="csX4" fmla="*/ 33025 w 113808"/>
                <a:gd name="csY4" fmla="*/ 16787 h 41318"/>
                <a:gd name="csX5" fmla="*/ 11884 w 113808"/>
                <a:gd name="csY5" fmla="*/ 13956 h 41318"/>
                <a:gd name="csX6" fmla="*/ 4694 w 113808"/>
                <a:gd name="csY6" fmla="*/ 9542 h 41318"/>
                <a:gd name="csX7" fmla="*/ 0 w 113808"/>
                <a:gd name="csY7" fmla="*/ 154 h 41318"/>
                <a:gd name="csX8" fmla="*/ 53440 w 113808"/>
                <a:gd name="csY8" fmla="*/ 2352 h 41318"/>
                <a:gd name="csX9" fmla="*/ 93972 w 113808"/>
                <a:gd name="csY9" fmla="*/ 8871 h 41318"/>
                <a:gd name="csX10" fmla="*/ 113809 w 113808"/>
                <a:gd name="csY10" fmla="*/ 3488 h 41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808" h="41318">
                  <a:moveTo>
                    <a:pt x="113809" y="3488"/>
                  </a:moveTo>
                  <a:cubicBezTo>
                    <a:pt x="110978" y="11293"/>
                    <a:pt x="107960" y="18985"/>
                    <a:pt x="102987" y="25784"/>
                  </a:cubicBezTo>
                  <a:cubicBezTo>
                    <a:pt x="100975" y="28522"/>
                    <a:pt x="98926" y="31242"/>
                    <a:pt x="96039" y="32899"/>
                  </a:cubicBezTo>
                  <a:cubicBezTo>
                    <a:pt x="92314" y="35041"/>
                    <a:pt x="91848" y="37761"/>
                    <a:pt x="93487" y="41319"/>
                  </a:cubicBezTo>
                  <a:cubicBezTo>
                    <a:pt x="74134" y="31167"/>
                    <a:pt x="54408" y="21984"/>
                    <a:pt x="33025" y="16787"/>
                  </a:cubicBezTo>
                  <a:cubicBezTo>
                    <a:pt x="26040" y="15092"/>
                    <a:pt x="19055" y="13639"/>
                    <a:pt x="11884" y="13956"/>
                  </a:cubicBezTo>
                  <a:cubicBezTo>
                    <a:pt x="8233" y="14124"/>
                    <a:pt x="5905" y="13379"/>
                    <a:pt x="4694" y="9542"/>
                  </a:cubicBezTo>
                  <a:cubicBezTo>
                    <a:pt x="3763" y="6580"/>
                    <a:pt x="1937" y="3916"/>
                    <a:pt x="0" y="154"/>
                  </a:cubicBezTo>
                  <a:cubicBezTo>
                    <a:pt x="18403" y="1197"/>
                    <a:pt x="36154" y="-1970"/>
                    <a:pt x="53440" y="2352"/>
                  </a:cubicBezTo>
                  <a:cubicBezTo>
                    <a:pt x="66814" y="5686"/>
                    <a:pt x="80504" y="6431"/>
                    <a:pt x="93972" y="8871"/>
                  </a:cubicBezTo>
                  <a:cubicBezTo>
                    <a:pt x="101087" y="10156"/>
                    <a:pt x="107401" y="6096"/>
                    <a:pt x="113809" y="3488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B158B5E9-3106-5D36-3477-2F505CF411A5}"/>
                </a:ext>
              </a:extLst>
            </p:cNvPr>
            <p:cNvSpPr/>
            <p:nvPr/>
          </p:nvSpPr>
          <p:spPr>
            <a:xfrm>
              <a:off x="1810321" y="5090529"/>
              <a:ext cx="65650" cy="41636"/>
            </a:xfrm>
            <a:custGeom>
              <a:avLst/>
              <a:gdLst>
                <a:gd name="csX0" fmla="*/ 22697 w 65650"/>
                <a:gd name="csY0" fmla="*/ 34766 h 41636"/>
                <a:gd name="csX1" fmla="*/ 1369 w 65650"/>
                <a:gd name="csY1" fmla="*/ 36015 h 41636"/>
                <a:gd name="csX2" fmla="*/ 289 w 65650"/>
                <a:gd name="csY2" fmla="*/ 27893 h 41636"/>
                <a:gd name="csX3" fmla="*/ 9267 w 65650"/>
                <a:gd name="csY3" fmla="*/ 6417 h 41636"/>
                <a:gd name="csX4" fmla="*/ 19959 w 65650"/>
                <a:gd name="csY4" fmla="*/ 1090 h 41636"/>
                <a:gd name="csX5" fmla="*/ 35661 w 65650"/>
                <a:gd name="csY5" fmla="*/ 9 h 41636"/>
                <a:gd name="csX6" fmla="*/ 64495 w 65650"/>
                <a:gd name="csY6" fmla="*/ 24727 h 41636"/>
                <a:gd name="csX7" fmla="*/ 65650 w 65650"/>
                <a:gd name="csY7" fmla="*/ 35847 h 41636"/>
                <a:gd name="csX8" fmla="*/ 57287 w 65650"/>
                <a:gd name="csY8" fmla="*/ 40615 h 41636"/>
                <a:gd name="csX9" fmla="*/ 22771 w 65650"/>
                <a:gd name="csY9" fmla="*/ 34804 h 41636"/>
                <a:gd name="csX10" fmla="*/ 22697 w 65650"/>
                <a:gd name="csY10" fmla="*/ 34766 h 4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650" h="41636">
                  <a:moveTo>
                    <a:pt x="22697" y="34766"/>
                  </a:moveTo>
                  <a:cubicBezTo>
                    <a:pt x="15582" y="35176"/>
                    <a:pt x="8466" y="35605"/>
                    <a:pt x="1369" y="36015"/>
                  </a:cubicBezTo>
                  <a:cubicBezTo>
                    <a:pt x="-642" y="33518"/>
                    <a:pt x="103" y="30669"/>
                    <a:pt x="289" y="27893"/>
                  </a:cubicBezTo>
                  <a:cubicBezTo>
                    <a:pt x="811" y="19698"/>
                    <a:pt x="4573" y="12768"/>
                    <a:pt x="9267" y="6417"/>
                  </a:cubicBezTo>
                  <a:cubicBezTo>
                    <a:pt x="11689" y="3120"/>
                    <a:pt x="15377" y="1145"/>
                    <a:pt x="19959" y="1090"/>
                  </a:cubicBezTo>
                  <a:cubicBezTo>
                    <a:pt x="25193" y="1034"/>
                    <a:pt x="30408" y="158"/>
                    <a:pt x="35661" y="9"/>
                  </a:cubicBezTo>
                  <a:cubicBezTo>
                    <a:pt x="48663" y="-382"/>
                    <a:pt x="62782" y="11800"/>
                    <a:pt x="64495" y="24727"/>
                  </a:cubicBezTo>
                  <a:cubicBezTo>
                    <a:pt x="64979" y="28415"/>
                    <a:pt x="65278" y="32140"/>
                    <a:pt x="65650" y="35847"/>
                  </a:cubicBezTo>
                  <a:cubicBezTo>
                    <a:pt x="64421" y="41938"/>
                    <a:pt x="63117" y="42646"/>
                    <a:pt x="57287" y="40615"/>
                  </a:cubicBezTo>
                  <a:cubicBezTo>
                    <a:pt x="46111" y="36722"/>
                    <a:pt x="34767" y="33798"/>
                    <a:pt x="22771" y="34804"/>
                  </a:cubicBezTo>
                  <a:lnTo>
                    <a:pt x="22697" y="34766"/>
                  </a:lnTo>
                  <a:close/>
                </a:path>
              </a:pathLst>
            </a:custGeom>
            <a:solidFill>
              <a:srgbClr val="81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CCE8D238-DE00-EA40-1D71-6DC5F5CCF259}"/>
                </a:ext>
              </a:extLst>
            </p:cNvPr>
            <p:cNvSpPr/>
            <p:nvPr/>
          </p:nvSpPr>
          <p:spPr>
            <a:xfrm>
              <a:off x="1612430" y="5226979"/>
              <a:ext cx="129139" cy="193541"/>
            </a:xfrm>
            <a:custGeom>
              <a:avLst/>
              <a:gdLst>
                <a:gd name="csX0" fmla="*/ 108511 w 129139"/>
                <a:gd name="csY0" fmla="*/ 0 h 193541"/>
                <a:gd name="csX1" fmla="*/ 123226 w 129139"/>
                <a:gd name="csY1" fmla="*/ 15311 h 193541"/>
                <a:gd name="csX2" fmla="*/ 127957 w 129139"/>
                <a:gd name="csY2" fmla="*/ 23507 h 193541"/>
                <a:gd name="csX3" fmla="*/ 124120 w 129139"/>
                <a:gd name="csY3" fmla="*/ 42525 h 193541"/>
                <a:gd name="csX4" fmla="*/ 99961 w 129139"/>
                <a:gd name="csY4" fmla="*/ 68770 h 193541"/>
                <a:gd name="csX5" fmla="*/ 87630 w 129139"/>
                <a:gd name="csY5" fmla="*/ 83261 h 193541"/>
                <a:gd name="csX6" fmla="*/ 69991 w 129139"/>
                <a:gd name="csY6" fmla="*/ 105557 h 193541"/>
                <a:gd name="csX7" fmla="*/ 57790 w 129139"/>
                <a:gd name="csY7" fmla="*/ 122880 h 193541"/>
                <a:gd name="csX8" fmla="*/ 27727 w 129139"/>
                <a:gd name="csY8" fmla="*/ 163505 h 193541"/>
                <a:gd name="csX9" fmla="*/ 6027 w 129139"/>
                <a:gd name="csY9" fmla="*/ 190401 h 193541"/>
                <a:gd name="csX10" fmla="*/ 1482 w 129139"/>
                <a:gd name="csY10" fmla="*/ 193438 h 193541"/>
                <a:gd name="csX11" fmla="*/ 308 w 129139"/>
                <a:gd name="csY11" fmla="*/ 192469 h 193541"/>
                <a:gd name="csX12" fmla="*/ 550 w 129139"/>
                <a:gd name="csY12" fmla="*/ 189377 h 193541"/>
                <a:gd name="csX13" fmla="*/ 33445 w 129139"/>
                <a:gd name="csY13" fmla="*/ 144785 h 193541"/>
                <a:gd name="csX14" fmla="*/ 55685 w 129139"/>
                <a:gd name="csY14" fmla="*/ 115988 h 193541"/>
                <a:gd name="csX15" fmla="*/ 65725 w 129139"/>
                <a:gd name="csY15" fmla="*/ 103210 h 193541"/>
                <a:gd name="csX16" fmla="*/ 91914 w 129139"/>
                <a:gd name="csY16" fmla="*/ 71843 h 193541"/>
                <a:gd name="csX17" fmla="*/ 116315 w 129139"/>
                <a:gd name="csY17" fmla="*/ 45430 h 193541"/>
                <a:gd name="csX18" fmla="*/ 107095 w 129139"/>
                <a:gd name="csY18" fmla="*/ 5979 h 193541"/>
                <a:gd name="csX19" fmla="*/ 100948 w 129139"/>
                <a:gd name="csY19" fmla="*/ 1267 h 193541"/>
                <a:gd name="csX20" fmla="*/ 108511 w 129139"/>
                <a:gd name="csY20" fmla="*/ 0 h 193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9139" h="193541">
                  <a:moveTo>
                    <a:pt x="108511" y="0"/>
                  </a:moveTo>
                  <a:cubicBezTo>
                    <a:pt x="114527" y="4042"/>
                    <a:pt x="119538" y="9053"/>
                    <a:pt x="123226" y="15311"/>
                  </a:cubicBezTo>
                  <a:cubicBezTo>
                    <a:pt x="124828" y="18031"/>
                    <a:pt x="126765" y="20620"/>
                    <a:pt x="127957" y="23507"/>
                  </a:cubicBezTo>
                  <a:cubicBezTo>
                    <a:pt x="130881" y="30585"/>
                    <a:pt x="127920" y="37142"/>
                    <a:pt x="124120" y="42525"/>
                  </a:cubicBezTo>
                  <a:cubicBezTo>
                    <a:pt x="117247" y="52248"/>
                    <a:pt x="108976" y="60853"/>
                    <a:pt x="99961" y="68770"/>
                  </a:cubicBezTo>
                  <a:cubicBezTo>
                    <a:pt x="95248" y="72905"/>
                    <a:pt x="91858" y="78530"/>
                    <a:pt x="87630" y="83261"/>
                  </a:cubicBezTo>
                  <a:cubicBezTo>
                    <a:pt x="81316" y="90339"/>
                    <a:pt x="76920" y="98814"/>
                    <a:pt x="69991" y="105557"/>
                  </a:cubicBezTo>
                  <a:cubicBezTo>
                    <a:pt x="65017" y="110381"/>
                    <a:pt x="62317" y="117478"/>
                    <a:pt x="57790" y="122880"/>
                  </a:cubicBezTo>
                  <a:cubicBezTo>
                    <a:pt x="46931" y="135844"/>
                    <a:pt x="38605" y="150745"/>
                    <a:pt x="27727" y="163505"/>
                  </a:cubicBezTo>
                  <a:cubicBezTo>
                    <a:pt x="20220" y="172296"/>
                    <a:pt x="13384" y="181535"/>
                    <a:pt x="6027" y="190401"/>
                  </a:cubicBezTo>
                  <a:cubicBezTo>
                    <a:pt x="4909" y="191743"/>
                    <a:pt x="3009" y="192450"/>
                    <a:pt x="1482" y="193438"/>
                  </a:cubicBezTo>
                  <a:cubicBezTo>
                    <a:pt x="569" y="193754"/>
                    <a:pt x="252" y="193326"/>
                    <a:pt x="308" y="192469"/>
                  </a:cubicBezTo>
                  <a:cubicBezTo>
                    <a:pt x="85" y="191426"/>
                    <a:pt x="-362" y="190569"/>
                    <a:pt x="550" y="189377"/>
                  </a:cubicBezTo>
                  <a:cubicBezTo>
                    <a:pt x="11950" y="174830"/>
                    <a:pt x="23238" y="160245"/>
                    <a:pt x="33445" y="144785"/>
                  </a:cubicBezTo>
                  <a:cubicBezTo>
                    <a:pt x="40095" y="134708"/>
                    <a:pt x="47583" y="125078"/>
                    <a:pt x="55685" y="115988"/>
                  </a:cubicBezTo>
                  <a:cubicBezTo>
                    <a:pt x="59280" y="111946"/>
                    <a:pt x="62838" y="107774"/>
                    <a:pt x="65725" y="103210"/>
                  </a:cubicBezTo>
                  <a:cubicBezTo>
                    <a:pt x="73083" y="91569"/>
                    <a:pt x="83588" y="82628"/>
                    <a:pt x="91914" y="71843"/>
                  </a:cubicBezTo>
                  <a:cubicBezTo>
                    <a:pt x="99290" y="62306"/>
                    <a:pt x="109032" y="55023"/>
                    <a:pt x="116315" y="45430"/>
                  </a:cubicBezTo>
                  <a:cubicBezTo>
                    <a:pt x="126169" y="32448"/>
                    <a:pt x="121717" y="13840"/>
                    <a:pt x="107095" y="5979"/>
                  </a:cubicBezTo>
                  <a:cubicBezTo>
                    <a:pt x="104841" y="4768"/>
                    <a:pt x="102345" y="3707"/>
                    <a:pt x="100948" y="1267"/>
                  </a:cubicBezTo>
                  <a:cubicBezTo>
                    <a:pt x="103444" y="857"/>
                    <a:pt x="105977" y="428"/>
                    <a:pt x="108511" y="0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2D031A-AC8F-942E-7B97-6E728D329F52}"/>
                </a:ext>
              </a:extLst>
            </p:cNvPr>
            <p:cNvSpPr/>
            <p:nvPr/>
          </p:nvSpPr>
          <p:spPr>
            <a:xfrm>
              <a:off x="1733439" y="5182014"/>
              <a:ext cx="55991" cy="56457"/>
            </a:xfrm>
            <a:custGeom>
              <a:avLst/>
              <a:gdLst>
                <a:gd name="csX0" fmla="*/ 19483 w 55991"/>
                <a:gd name="csY0" fmla="*/ 56457 h 56457"/>
                <a:gd name="csX1" fmla="*/ 4768 w 55991"/>
                <a:gd name="csY1" fmla="*/ 40308 h 56457"/>
                <a:gd name="csX2" fmla="*/ 0 w 55991"/>
                <a:gd name="csY2" fmla="*/ 39339 h 56457"/>
                <a:gd name="csX3" fmla="*/ 55992 w 55991"/>
                <a:gd name="csY3" fmla="*/ 0 h 56457"/>
                <a:gd name="csX4" fmla="*/ 51167 w 55991"/>
                <a:gd name="csY4" fmla="*/ 29188 h 56457"/>
                <a:gd name="csX5" fmla="*/ 48671 w 55991"/>
                <a:gd name="csY5" fmla="*/ 32094 h 56457"/>
                <a:gd name="csX6" fmla="*/ 20955 w 55991"/>
                <a:gd name="csY6" fmla="*/ 55731 h 56457"/>
                <a:gd name="csX7" fmla="*/ 19483 w 55991"/>
                <a:gd name="csY7" fmla="*/ 56457 h 56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991" h="56457">
                  <a:moveTo>
                    <a:pt x="19483" y="56457"/>
                  </a:moveTo>
                  <a:cubicBezTo>
                    <a:pt x="15237" y="50478"/>
                    <a:pt x="8922" y="46418"/>
                    <a:pt x="4768" y="40308"/>
                  </a:cubicBezTo>
                  <a:cubicBezTo>
                    <a:pt x="3781" y="38855"/>
                    <a:pt x="1621" y="39637"/>
                    <a:pt x="0" y="39339"/>
                  </a:cubicBezTo>
                  <a:cubicBezTo>
                    <a:pt x="18664" y="26226"/>
                    <a:pt x="37328" y="13113"/>
                    <a:pt x="55992" y="0"/>
                  </a:cubicBezTo>
                  <a:cubicBezTo>
                    <a:pt x="53086" y="9649"/>
                    <a:pt x="52360" y="19446"/>
                    <a:pt x="51167" y="29188"/>
                  </a:cubicBezTo>
                  <a:cubicBezTo>
                    <a:pt x="51000" y="30585"/>
                    <a:pt x="49789" y="31423"/>
                    <a:pt x="48671" y="32094"/>
                  </a:cubicBezTo>
                  <a:cubicBezTo>
                    <a:pt x="38147" y="38464"/>
                    <a:pt x="28946" y="46380"/>
                    <a:pt x="20955" y="55731"/>
                  </a:cubicBezTo>
                  <a:cubicBezTo>
                    <a:pt x="20620" y="56122"/>
                    <a:pt x="19986" y="56234"/>
                    <a:pt x="19483" y="56457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BF6DD637-CD6F-C17E-D873-676E5953F878}"/>
                </a:ext>
              </a:extLst>
            </p:cNvPr>
            <p:cNvSpPr/>
            <p:nvPr/>
          </p:nvSpPr>
          <p:spPr>
            <a:xfrm>
              <a:off x="1914602" y="5175849"/>
              <a:ext cx="37439" cy="59288"/>
            </a:xfrm>
            <a:custGeom>
              <a:avLst/>
              <a:gdLst>
                <a:gd name="csX0" fmla="*/ 37440 w 37439"/>
                <a:gd name="csY0" fmla="*/ 39898 h 59288"/>
                <a:gd name="csX1" fmla="*/ 15665 w 37439"/>
                <a:gd name="csY1" fmla="*/ 59289 h 59288"/>
                <a:gd name="csX2" fmla="*/ 10916 w 37439"/>
                <a:gd name="csY2" fmla="*/ 37365 h 59288"/>
                <a:gd name="csX3" fmla="*/ 4545 w 37439"/>
                <a:gd name="csY3" fmla="*/ 23712 h 59288"/>
                <a:gd name="csX4" fmla="*/ 2124 w 37439"/>
                <a:gd name="csY4" fmla="*/ 0 h 59288"/>
                <a:gd name="csX5" fmla="*/ 37440 w 37439"/>
                <a:gd name="csY5" fmla="*/ 39898 h 59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7439" h="59288">
                  <a:moveTo>
                    <a:pt x="37440" y="39898"/>
                  </a:moveTo>
                  <a:cubicBezTo>
                    <a:pt x="29691" y="45803"/>
                    <a:pt x="22259" y="52080"/>
                    <a:pt x="15665" y="59289"/>
                  </a:cubicBezTo>
                  <a:cubicBezTo>
                    <a:pt x="14101" y="51968"/>
                    <a:pt x="12760" y="44611"/>
                    <a:pt x="10916" y="37365"/>
                  </a:cubicBezTo>
                  <a:cubicBezTo>
                    <a:pt x="9668" y="32466"/>
                    <a:pt x="7898" y="27679"/>
                    <a:pt x="4545" y="23712"/>
                  </a:cubicBezTo>
                  <a:cubicBezTo>
                    <a:pt x="-1341" y="16764"/>
                    <a:pt x="-782" y="9015"/>
                    <a:pt x="2124" y="0"/>
                  </a:cubicBezTo>
                  <a:cubicBezTo>
                    <a:pt x="12741" y="14845"/>
                    <a:pt x="22539" y="29710"/>
                    <a:pt x="37440" y="39898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BB3BBFFD-AF57-5ACF-ED5D-97F2709CC057}"/>
                </a:ext>
              </a:extLst>
            </p:cNvPr>
            <p:cNvSpPr/>
            <p:nvPr/>
          </p:nvSpPr>
          <p:spPr>
            <a:xfrm>
              <a:off x="1833055" y="5123768"/>
              <a:ext cx="44145" cy="10483"/>
            </a:xfrm>
            <a:custGeom>
              <a:avLst/>
              <a:gdLst>
                <a:gd name="csX0" fmla="*/ 0 w 44145"/>
                <a:gd name="csY0" fmla="*/ 1546 h 10483"/>
                <a:gd name="csX1" fmla="*/ 28741 w 44145"/>
                <a:gd name="csY1" fmla="*/ 4191 h 10483"/>
                <a:gd name="csX2" fmla="*/ 34515 w 44145"/>
                <a:gd name="csY2" fmla="*/ 6296 h 10483"/>
                <a:gd name="csX3" fmla="*/ 42879 w 44145"/>
                <a:gd name="csY3" fmla="*/ 2608 h 10483"/>
                <a:gd name="csX4" fmla="*/ 44145 w 44145"/>
                <a:gd name="csY4" fmla="*/ 6166 h 10483"/>
                <a:gd name="csX5" fmla="*/ 35950 w 44145"/>
                <a:gd name="csY5" fmla="*/ 9463 h 10483"/>
                <a:gd name="csX6" fmla="*/ 8829 w 44145"/>
                <a:gd name="csY6" fmla="*/ 2813 h 10483"/>
                <a:gd name="csX7" fmla="*/ 3371 w 44145"/>
                <a:gd name="csY7" fmla="*/ 3781 h 10483"/>
                <a:gd name="csX8" fmla="*/ 0 w 44145"/>
                <a:gd name="csY8" fmla="*/ 1546 h 10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145" h="10483">
                  <a:moveTo>
                    <a:pt x="0" y="1546"/>
                  </a:moveTo>
                  <a:cubicBezTo>
                    <a:pt x="10021" y="-2347"/>
                    <a:pt x="19279" y="2086"/>
                    <a:pt x="28741" y="4191"/>
                  </a:cubicBezTo>
                  <a:cubicBezTo>
                    <a:pt x="30734" y="4638"/>
                    <a:pt x="32690" y="5383"/>
                    <a:pt x="34515" y="6296"/>
                  </a:cubicBezTo>
                  <a:cubicBezTo>
                    <a:pt x="38892" y="8494"/>
                    <a:pt x="41593" y="7246"/>
                    <a:pt x="42879" y="2608"/>
                  </a:cubicBezTo>
                  <a:cubicBezTo>
                    <a:pt x="43233" y="3819"/>
                    <a:pt x="42674" y="5346"/>
                    <a:pt x="44145" y="6166"/>
                  </a:cubicBezTo>
                  <a:cubicBezTo>
                    <a:pt x="42674" y="10394"/>
                    <a:pt x="40141" y="11567"/>
                    <a:pt x="35950" y="9463"/>
                  </a:cubicBezTo>
                  <a:cubicBezTo>
                    <a:pt x="27456" y="5160"/>
                    <a:pt x="18105" y="4079"/>
                    <a:pt x="8829" y="2813"/>
                  </a:cubicBezTo>
                  <a:cubicBezTo>
                    <a:pt x="6948" y="2552"/>
                    <a:pt x="5085" y="2869"/>
                    <a:pt x="3371" y="3781"/>
                  </a:cubicBezTo>
                  <a:cubicBezTo>
                    <a:pt x="3409" y="1304"/>
                    <a:pt x="1453" y="1826"/>
                    <a:pt x="0" y="1546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F5445EAD-9B4B-E12C-939A-2F5BE04E5482}"/>
                </a:ext>
              </a:extLst>
            </p:cNvPr>
            <p:cNvSpPr/>
            <p:nvPr/>
          </p:nvSpPr>
          <p:spPr>
            <a:xfrm>
              <a:off x="1539238" y="5491626"/>
              <a:ext cx="37588" cy="2832"/>
            </a:xfrm>
            <a:custGeom>
              <a:avLst/>
              <a:gdLst>
                <a:gd name="csX0" fmla="*/ 0 w 37588"/>
                <a:gd name="csY0" fmla="*/ 0 h 2832"/>
                <a:gd name="csX1" fmla="*/ 37589 w 37588"/>
                <a:gd name="csY1" fmla="*/ 1173 h 2832"/>
                <a:gd name="csX2" fmla="*/ 0 w 37588"/>
                <a:gd name="csY2" fmla="*/ 0 h 2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588" h="2832">
                  <a:moveTo>
                    <a:pt x="0" y="0"/>
                  </a:moveTo>
                  <a:cubicBezTo>
                    <a:pt x="12499" y="1192"/>
                    <a:pt x="25053" y="1024"/>
                    <a:pt x="37589" y="1173"/>
                  </a:cubicBezTo>
                  <a:cubicBezTo>
                    <a:pt x="25034" y="2142"/>
                    <a:pt x="12405" y="4917"/>
                    <a:pt x="0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278DF47F-E1F9-D0F8-C08A-4F36CFB33233}"/>
                </a:ext>
              </a:extLst>
            </p:cNvPr>
            <p:cNvSpPr/>
            <p:nvPr/>
          </p:nvSpPr>
          <p:spPr>
            <a:xfrm>
              <a:off x="1645242" y="5227032"/>
              <a:ext cx="27697" cy="1139"/>
            </a:xfrm>
            <a:custGeom>
              <a:avLst/>
              <a:gdLst>
                <a:gd name="csX0" fmla="*/ 27698 w 27697"/>
                <a:gd name="csY0" fmla="*/ 1139 h 1139"/>
                <a:gd name="csX1" fmla="*/ 0 w 27697"/>
                <a:gd name="csY1" fmla="*/ 1120 h 1139"/>
                <a:gd name="csX2" fmla="*/ 27698 w 27697"/>
                <a:gd name="csY2" fmla="*/ 1139 h 1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697" h="1139">
                  <a:moveTo>
                    <a:pt x="27698" y="1139"/>
                  </a:moveTo>
                  <a:cubicBezTo>
                    <a:pt x="18459" y="1139"/>
                    <a:pt x="9239" y="1139"/>
                    <a:pt x="0" y="1120"/>
                  </a:cubicBezTo>
                  <a:cubicBezTo>
                    <a:pt x="9239" y="-891"/>
                    <a:pt x="18478" y="245"/>
                    <a:pt x="27698" y="1139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52499BDE-B156-426C-8449-18760B97D378}"/>
                </a:ext>
              </a:extLst>
            </p:cNvPr>
            <p:cNvSpPr/>
            <p:nvPr/>
          </p:nvSpPr>
          <p:spPr>
            <a:xfrm>
              <a:off x="1617339" y="5479125"/>
              <a:ext cx="11548" cy="4323"/>
            </a:xfrm>
            <a:custGeom>
              <a:avLst/>
              <a:gdLst>
                <a:gd name="csX0" fmla="*/ 0 w 11548"/>
                <a:gd name="csY0" fmla="*/ 4324 h 4323"/>
                <a:gd name="csX1" fmla="*/ 11549 w 11548"/>
                <a:gd name="csY1" fmla="*/ 151 h 4323"/>
                <a:gd name="csX2" fmla="*/ 0 w 11548"/>
                <a:gd name="csY2" fmla="*/ 4324 h 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548" h="4323">
                  <a:moveTo>
                    <a:pt x="0" y="4324"/>
                  </a:moveTo>
                  <a:cubicBezTo>
                    <a:pt x="2757" y="-54"/>
                    <a:pt x="7041" y="-277"/>
                    <a:pt x="11549" y="151"/>
                  </a:cubicBezTo>
                  <a:cubicBezTo>
                    <a:pt x="7916" y="2107"/>
                    <a:pt x="4042" y="3411"/>
                    <a:pt x="0" y="4324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44667651-714C-21FD-137B-4FC6BE312E06}"/>
                </a:ext>
              </a:extLst>
            </p:cNvPr>
            <p:cNvSpPr/>
            <p:nvPr/>
          </p:nvSpPr>
          <p:spPr>
            <a:xfrm>
              <a:off x="1930025" y="5235100"/>
              <a:ext cx="1773" cy="14584"/>
            </a:xfrm>
            <a:custGeom>
              <a:avLst/>
              <a:gdLst>
                <a:gd name="csX0" fmla="*/ 205 w 1773"/>
                <a:gd name="csY0" fmla="*/ 0 h 14584"/>
                <a:gd name="csX1" fmla="*/ 0 w 1773"/>
                <a:gd name="csY1" fmla="*/ 14585 h 14584"/>
                <a:gd name="csX2" fmla="*/ 205 w 1773"/>
                <a:gd name="csY2" fmla="*/ 0 h 1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3" h="14584">
                  <a:moveTo>
                    <a:pt x="205" y="0"/>
                  </a:moveTo>
                  <a:cubicBezTo>
                    <a:pt x="2086" y="4880"/>
                    <a:pt x="2570" y="9760"/>
                    <a:pt x="0" y="14585"/>
                  </a:cubicBezTo>
                  <a:cubicBezTo>
                    <a:pt x="689" y="9723"/>
                    <a:pt x="447" y="4862"/>
                    <a:pt x="205" y="0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1B3F27C2-C671-5A6D-E18A-133D2C9E5D2E}"/>
                </a:ext>
              </a:extLst>
            </p:cNvPr>
            <p:cNvSpPr/>
            <p:nvPr/>
          </p:nvSpPr>
          <p:spPr>
            <a:xfrm>
              <a:off x="1775573" y="5007725"/>
              <a:ext cx="76516" cy="79566"/>
            </a:xfrm>
            <a:custGeom>
              <a:avLst/>
              <a:gdLst>
                <a:gd name="csX0" fmla="*/ 0 w 76516"/>
                <a:gd name="csY0" fmla="*/ 2347 h 79566"/>
                <a:gd name="csX1" fmla="*/ 1285 w 76516"/>
                <a:gd name="csY1" fmla="*/ 0 h 79566"/>
                <a:gd name="csX2" fmla="*/ 24047 w 76516"/>
                <a:gd name="csY2" fmla="*/ 12238 h 79566"/>
                <a:gd name="csX3" fmla="*/ 30846 w 76516"/>
                <a:gd name="csY3" fmla="*/ 16168 h 79566"/>
                <a:gd name="csX4" fmla="*/ 40941 w 76516"/>
                <a:gd name="csY4" fmla="*/ 18049 h 79566"/>
                <a:gd name="csX5" fmla="*/ 42562 w 76516"/>
                <a:gd name="csY5" fmla="*/ 17565 h 79566"/>
                <a:gd name="csX6" fmla="*/ 67242 w 76516"/>
                <a:gd name="csY6" fmla="*/ 29188 h 79566"/>
                <a:gd name="csX7" fmla="*/ 75736 w 76516"/>
                <a:gd name="csY7" fmla="*/ 45728 h 79566"/>
                <a:gd name="csX8" fmla="*/ 73966 w 76516"/>
                <a:gd name="csY8" fmla="*/ 49919 h 79566"/>
                <a:gd name="csX9" fmla="*/ 47517 w 76516"/>
                <a:gd name="csY9" fmla="*/ 59587 h 79566"/>
                <a:gd name="csX10" fmla="*/ 34813 w 76516"/>
                <a:gd name="csY10" fmla="*/ 75829 h 79566"/>
                <a:gd name="csX11" fmla="*/ 29784 w 76516"/>
                <a:gd name="csY11" fmla="*/ 77878 h 79566"/>
                <a:gd name="csX12" fmla="*/ 10524 w 76516"/>
                <a:gd name="csY12" fmla="*/ 64150 h 79566"/>
                <a:gd name="csX13" fmla="*/ 1714 w 76516"/>
                <a:gd name="csY13" fmla="*/ 39582 h 79566"/>
                <a:gd name="csX14" fmla="*/ 4116 w 76516"/>
                <a:gd name="csY14" fmla="*/ 24010 h 79566"/>
                <a:gd name="csX15" fmla="*/ 0 w 76516"/>
                <a:gd name="csY15" fmla="*/ 2347 h 79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6516" h="79566">
                  <a:moveTo>
                    <a:pt x="0" y="2347"/>
                  </a:moveTo>
                  <a:cubicBezTo>
                    <a:pt x="149" y="1416"/>
                    <a:pt x="242" y="447"/>
                    <a:pt x="1285" y="0"/>
                  </a:cubicBezTo>
                  <a:cubicBezTo>
                    <a:pt x="8270" y="5197"/>
                    <a:pt x="16205" y="8643"/>
                    <a:pt x="24047" y="12238"/>
                  </a:cubicBezTo>
                  <a:cubicBezTo>
                    <a:pt x="26450" y="13337"/>
                    <a:pt x="28741" y="14529"/>
                    <a:pt x="30846" y="16168"/>
                  </a:cubicBezTo>
                  <a:cubicBezTo>
                    <a:pt x="33826" y="18496"/>
                    <a:pt x="37235" y="19204"/>
                    <a:pt x="40941" y="18049"/>
                  </a:cubicBezTo>
                  <a:cubicBezTo>
                    <a:pt x="41482" y="17882"/>
                    <a:pt x="42003" y="17677"/>
                    <a:pt x="42562" y="17565"/>
                  </a:cubicBezTo>
                  <a:cubicBezTo>
                    <a:pt x="56551" y="14641"/>
                    <a:pt x="60518" y="16503"/>
                    <a:pt x="67242" y="29188"/>
                  </a:cubicBezTo>
                  <a:cubicBezTo>
                    <a:pt x="70148" y="34664"/>
                    <a:pt x="72830" y="40252"/>
                    <a:pt x="75736" y="45728"/>
                  </a:cubicBezTo>
                  <a:cubicBezTo>
                    <a:pt x="76984" y="48075"/>
                    <a:pt x="76965" y="48951"/>
                    <a:pt x="73966" y="49919"/>
                  </a:cubicBezTo>
                  <a:cubicBezTo>
                    <a:pt x="65044" y="52807"/>
                    <a:pt x="56253" y="56159"/>
                    <a:pt x="47517" y="59587"/>
                  </a:cubicBezTo>
                  <a:cubicBezTo>
                    <a:pt x="40178" y="62455"/>
                    <a:pt x="35111" y="67428"/>
                    <a:pt x="34813" y="75829"/>
                  </a:cubicBezTo>
                  <a:cubicBezTo>
                    <a:pt x="34646" y="80691"/>
                    <a:pt x="32690" y="80169"/>
                    <a:pt x="29784" y="77878"/>
                  </a:cubicBezTo>
                  <a:cubicBezTo>
                    <a:pt x="23600" y="72979"/>
                    <a:pt x="17025" y="68565"/>
                    <a:pt x="10524" y="64150"/>
                  </a:cubicBezTo>
                  <a:cubicBezTo>
                    <a:pt x="1211" y="57798"/>
                    <a:pt x="-75" y="49491"/>
                    <a:pt x="1714" y="39582"/>
                  </a:cubicBezTo>
                  <a:cubicBezTo>
                    <a:pt x="2645" y="34422"/>
                    <a:pt x="3446" y="29225"/>
                    <a:pt x="4116" y="24010"/>
                  </a:cubicBezTo>
                  <a:cubicBezTo>
                    <a:pt x="5122" y="16373"/>
                    <a:pt x="4191" y="9034"/>
                    <a:pt x="0" y="2347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67DE56F5-7FFA-C806-B32D-DD6C0CFBD31C}"/>
                </a:ext>
              </a:extLst>
            </p:cNvPr>
            <p:cNvSpPr/>
            <p:nvPr/>
          </p:nvSpPr>
          <p:spPr>
            <a:xfrm>
              <a:off x="1862504" y="5075674"/>
              <a:ext cx="4638" cy="13969"/>
            </a:xfrm>
            <a:custGeom>
              <a:avLst/>
              <a:gdLst>
                <a:gd name="csX0" fmla="*/ 1173 w 4638"/>
                <a:gd name="csY0" fmla="*/ 0 h 13969"/>
                <a:gd name="csX1" fmla="*/ 4638 w 4638"/>
                <a:gd name="csY1" fmla="*/ 13970 h 13969"/>
                <a:gd name="csX2" fmla="*/ 0 w 4638"/>
                <a:gd name="csY2" fmla="*/ 4582 h 13969"/>
                <a:gd name="csX3" fmla="*/ 1173 w 4638"/>
                <a:gd name="csY3" fmla="*/ 0 h 13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8" h="13969">
                  <a:moveTo>
                    <a:pt x="1173" y="0"/>
                  </a:moveTo>
                  <a:cubicBezTo>
                    <a:pt x="2813" y="4135"/>
                    <a:pt x="4005" y="8382"/>
                    <a:pt x="4638" y="13970"/>
                  </a:cubicBezTo>
                  <a:cubicBezTo>
                    <a:pt x="559" y="11027"/>
                    <a:pt x="559" y="7674"/>
                    <a:pt x="0" y="4582"/>
                  </a:cubicBezTo>
                  <a:cubicBezTo>
                    <a:pt x="1937" y="3465"/>
                    <a:pt x="820" y="1546"/>
                    <a:pt x="1173" y="0"/>
                  </a:cubicBezTo>
                  <a:close/>
                </a:path>
              </a:pathLst>
            </a:custGeom>
            <a:solidFill>
              <a:srgbClr val="516F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386BA16A-494E-79D8-1758-13B5CFDC12FA}"/>
                </a:ext>
              </a:extLst>
            </p:cNvPr>
            <p:cNvSpPr/>
            <p:nvPr/>
          </p:nvSpPr>
          <p:spPr>
            <a:xfrm>
              <a:off x="1759704" y="4831993"/>
              <a:ext cx="112433" cy="181201"/>
            </a:xfrm>
            <a:custGeom>
              <a:avLst/>
              <a:gdLst>
                <a:gd name="csX0" fmla="*/ 14510 w 112433"/>
                <a:gd name="csY0" fmla="*/ 106944 h 181201"/>
                <a:gd name="csX1" fmla="*/ 5979 w 112433"/>
                <a:gd name="csY1" fmla="*/ 98953 h 181201"/>
                <a:gd name="csX2" fmla="*/ 18 w 112433"/>
                <a:gd name="csY2" fmla="*/ 70007 h 181201"/>
                <a:gd name="csX3" fmla="*/ 8400 w 112433"/>
                <a:gd name="csY3" fmla="*/ 58011 h 181201"/>
                <a:gd name="csX4" fmla="*/ 12591 w 112433"/>
                <a:gd name="csY4" fmla="*/ 55385 h 181201"/>
                <a:gd name="csX5" fmla="*/ 7841 w 112433"/>
                <a:gd name="csY5" fmla="*/ 55199 h 181201"/>
                <a:gd name="csX6" fmla="*/ 1490 w 112433"/>
                <a:gd name="csY6" fmla="*/ 49126 h 181201"/>
                <a:gd name="csX7" fmla="*/ 9983 w 112433"/>
                <a:gd name="csY7" fmla="*/ 18411 h 181201"/>
                <a:gd name="csX8" fmla="*/ 20917 w 112433"/>
                <a:gd name="csY8" fmla="*/ 3659 h 181201"/>
                <a:gd name="csX9" fmla="*/ 41071 w 112433"/>
                <a:gd name="csY9" fmla="*/ 2169 h 181201"/>
                <a:gd name="csX10" fmla="*/ 66124 w 112433"/>
                <a:gd name="csY10" fmla="*/ 18877 h 181201"/>
                <a:gd name="csX11" fmla="*/ 74897 w 112433"/>
                <a:gd name="csY11" fmla="*/ 27445 h 181201"/>
                <a:gd name="csX12" fmla="*/ 73798 w 112433"/>
                <a:gd name="csY12" fmla="*/ 35156 h 181201"/>
                <a:gd name="csX13" fmla="*/ 72141 w 112433"/>
                <a:gd name="csY13" fmla="*/ 38155 h 181201"/>
                <a:gd name="csX14" fmla="*/ 75456 w 112433"/>
                <a:gd name="csY14" fmla="*/ 37801 h 181201"/>
                <a:gd name="csX15" fmla="*/ 82609 w 112433"/>
                <a:gd name="csY15" fmla="*/ 39180 h 181201"/>
                <a:gd name="csX16" fmla="*/ 98255 w 112433"/>
                <a:gd name="csY16" fmla="*/ 79730 h 181201"/>
                <a:gd name="csX17" fmla="*/ 97100 w 112433"/>
                <a:gd name="csY17" fmla="*/ 85486 h 181201"/>
                <a:gd name="csX18" fmla="*/ 102930 w 112433"/>
                <a:gd name="csY18" fmla="*/ 90310 h 181201"/>
                <a:gd name="csX19" fmla="*/ 111629 w 112433"/>
                <a:gd name="csY19" fmla="*/ 121137 h 181201"/>
                <a:gd name="csX20" fmla="*/ 107308 w 112433"/>
                <a:gd name="csY20" fmla="*/ 131661 h 181201"/>
                <a:gd name="csX21" fmla="*/ 100528 w 112433"/>
                <a:gd name="csY21" fmla="*/ 134548 h 181201"/>
                <a:gd name="csX22" fmla="*/ 96728 w 112433"/>
                <a:gd name="csY22" fmla="*/ 118175 h 181201"/>
                <a:gd name="csX23" fmla="*/ 66515 w 112433"/>
                <a:gd name="csY23" fmla="*/ 40055 h 181201"/>
                <a:gd name="csX24" fmla="*/ 39432 w 112433"/>
                <a:gd name="csY24" fmla="*/ 16921 h 181201"/>
                <a:gd name="csX25" fmla="*/ 31255 w 112433"/>
                <a:gd name="csY25" fmla="*/ 18877 h 181201"/>
                <a:gd name="csX26" fmla="*/ 29392 w 112433"/>
                <a:gd name="csY26" fmla="*/ 21801 h 181201"/>
                <a:gd name="csX27" fmla="*/ 26431 w 112433"/>
                <a:gd name="csY27" fmla="*/ 38435 h 181201"/>
                <a:gd name="csX28" fmla="*/ 35856 w 112433"/>
                <a:gd name="csY28" fmla="*/ 58924 h 181201"/>
                <a:gd name="csX29" fmla="*/ 60611 w 112433"/>
                <a:gd name="csY29" fmla="*/ 127079 h 181201"/>
                <a:gd name="csX30" fmla="*/ 72215 w 112433"/>
                <a:gd name="csY30" fmla="*/ 154348 h 181201"/>
                <a:gd name="csX31" fmla="*/ 84341 w 112433"/>
                <a:gd name="csY31" fmla="*/ 162879 h 181201"/>
                <a:gd name="csX32" fmla="*/ 87917 w 112433"/>
                <a:gd name="csY32" fmla="*/ 165394 h 181201"/>
                <a:gd name="csX33" fmla="*/ 87079 w 112433"/>
                <a:gd name="csY33" fmla="*/ 176942 h 181201"/>
                <a:gd name="csX34" fmla="*/ 82702 w 112433"/>
                <a:gd name="csY34" fmla="*/ 181152 h 181201"/>
                <a:gd name="csX35" fmla="*/ 68173 w 112433"/>
                <a:gd name="csY35" fmla="*/ 178246 h 181201"/>
                <a:gd name="csX36" fmla="*/ 48801 w 112433"/>
                <a:gd name="csY36" fmla="*/ 164146 h 181201"/>
                <a:gd name="csX37" fmla="*/ 46287 w 112433"/>
                <a:gd name="csY37" fmla="*/ 156583 h 181201"/>
                <a:gd name="csX38" fmla="*/ 49248 w 112433"/>
                <a:gd name="csY38" fmla="*/ 152728 h 181201"/>
                <a:gd name="csX39" fmla="*/ 43958 w 112433"/>
                <a:gd name="csY39" fmla="*/ 154404 h 181201"/>
                <a:gd name="csX40" fmla="*/ 39469 w 112433"/>
                <a:gd name="csY40" fmla="*/ 152616 h 181201"/>
                <a:gd name="csX41" fmla="*/ 21178 w 112433"/>
                <a:gd name="csY41" fmla="*/ 128085 h 181201"/>
                <a:gd name="csX42" fmla="*/ 14193 w 112433"/>
                <a:gd name="csY42" fmla="*/ 116071 h 181201"/>
                <a:gd name="csX43" fmla="*/ 15869 w 112433"/>
                <a:gd name="csY43" fmla="*/ 109365 h 181201"/>
                <a:gd name="csX44" fmla="*/ 21588 w 112433"/>
                <a:gd name="csY44" fmla="*/ 103814 h 181201"/>
                <a:gd name="csX45" fmla="*/ 14510 w 112433"/>
                <a:gd name="csY45" fmla="*/ 106944 h 18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12433" h="181201">
                  <a:moveTo>
                    <a:pt x="14510" y="106944"/>
                  </a:moveTo>
                  <a:cubicBezTo>
                    <a:pt x="8326" y="107931"/>
                    <a:pt x="7376" y="102380"/>
                    <a:pt x="5979" y="98953"/>
                  </a:cubicBezTo>
                  <a:cubicBezTo>
                    <a:pt x="2216" y="89770"/>
                    <a:pt x="298" y="79991"/>
                    <a:pt x="18" y="70007"/>
                  </a:cubicBezTo>
                  <a:cubicBezTo>
                    <a:pt x="-187" y="62426"/>
                    <a:pt x="1266" y="60712"/>
                    <a:pt x="8400" y="58011"/>
                  </a:cubicBezTo>
                  <a:cubicBezTo>
                    <a:pt x="9928" y="57434"/>
                    <a:pt x="13187" y="57788"/>
                    <a:pt x="12591" y="55385"/>
                  </a:cubicBezTo>
                  <a:cubicBezTo>
                    <a:pt x="11902" y="52610"/>
                    <a:pt x="9369" y="54826"/>
                    <a:pt x="7841" y="55199"/>
                  </a:cubicBezTo>
                  <a:cubicBezTo>
                    <a:pt x="2831" y="56372"/>
                    <a:pt x="-280" y="53876"/>
                    <a:pt x="1490" y="49126"/>
                  </a:cubicBezTo>
                  <a:cubicBezTo>
                    <a:pt x="5215" y="39124"/>
                    <a:pt x="5178" y="28171"/>
                    <a:pt x="9983" y="18411"/>
                  </a:cubicBezTo>
                  <a:cubicBezTo>
                    <a:pt x="12796" y="12730"/>
                    <a:pt x="16465" y="7682"/>
                    <a:pt x="20917" y="3659"/>
                  </a:cubicBezTo>
                  <a:cubicBezTo>
                    <a:pt x="26729" y="-1575"/>
                    <a:pt x="34217" y="-365"/>
                    <a:pt x="41071" y="2169"/>
                  </a:cubicBezTo>
                  <a:cubicBezTo>
                    <a:pt x="50720" y="5726"/>
                    <a:pt x="58301" y="12525"/>
                    <a:pt x="66124" y="18877"/>
                  </a:cubicBezTo>
                  <a:cubicBezTo>
                    <a:pt x="69309" y="21466"/>
                    <a:pt x="72439" y="23980"/>
                    <a:pt x="74897" y="27445"/>
                  </a:cubicBezTo>
                  <a:cubicBezTo>
                    <a:pt x="77282" y="30779"/>
                    <a:pt x="77691" y="32996"/>
                    <a:pt x="73798" y="35156"/>
                  </a:cubicBezTo>
                  <a:cubicBezTo>
                    <a:pt x="72793" y="35715"/>
                    <a:pt x="71135" y="36591"/>
                    <a:pt x="72141" y="38155"/>
                  </a:cubicBezTo>
                  <a:cubicBezTo>
                    <a:pt x="73165" y="39739"/>
                    <a:pt x="74450" y="38714"/>
                    <a:pt x="75456" y="37801"/>
                  </a:cubicBezTo>
                  <a:cubicBezTo>
                    <a:pt x="78474" y="35026"/>
                    <a:pt x="81454" y="37094"/>
                    <a:pt x="82609" y="39180"/>
                  </a:cubicBezTo>
                  <a:cubicBezTo>
                    <a:pt x="89650" y="51958"/>
                    <a:pt x="96430" y="64922"/>
                    <a:pt x="98255" y="79730"/>
                  </a:cubicBezTo>
                  <a:cubicBezTo>
                    <a:pt x="99149" y="81909"/>
                    <a:pt x="94679" y="83008"/>
                    <a:pt x="97100" y="85486"/>
                  </a:cubicBezTo>
                  <a:cubicBezTo>
                    <a:pt x="100434" y="85430"/>
                    <a:pt x="102055" y="86994"/>
                    <a:pt x="102930" y="90310"/>
                  </a:cubicBezTo>
                  <a:cubicBezTo>
                    <a:pt x="105631" y="100648"/>
                    <a:pt x="108407" y="110967"/>
                    <a:pt x="111629" y="121137"/>
                  </a:cubicBezTo>
                  <a:cubicBezTo>
                    <a:pt x="113268" y="126278"/>
                    <a:pt x="112672" y="129761"/>
                    <a:pt x="107308" y="131661"/>
                  </a:cubicBezTo>
                  <a:cubicBezTo>
                    <a:pt x="105762" y="134325"/>
                    <a:pt x="103638" y="135591"/>
                    <a:pt x="100528" y="134548"/>
                  </a:cubicBezTo>
                  <a:cubicBezTo>
                    <a:pt x="98069" y="129370"/>
                    <a:pt x="97976" y="123652"/>
                    <a:pt x="96728" y="118175"/>
                  </a:cubicBezTo>
                  <a:cubicBezTo>
                    <a:pt x="90395" y="90682"/>
                    <a:pt x="80783" y="64456"/>
                    <a:pt x="66515" y="40055"/>
                  </a:cubicBezTo>
                  <a:cubicBezTo>
                    <a:pt x="60182" y="29233"/>
                    <a:pt x="52434" y="20032"/>
                    <a:pt x="39432" y="16921"/>
                  </a:cubicBezTo>
                  <a:cubicBezTo>
                    <a:pt x="36247" y="16157"/>
                    <a:pt x="33490" y="16139"/>
                    <a:pt x="31255" y="18877"/>
                  </a:cubicBezTo>
                  <a:cubicBezTo>
                    <a:pt x="29243" y="18970"/>
                    <a:pt x="29597" y="20553"/>
                    <a:pt x="29392" y="21801"/>
                  </a:cubicBezTo>
                  <a:cubicBezTo>
                    <a:pt x="24121" y="26588"/>
                    <a:pt x="24419" y="32418"/>
                    <a:pt x="26431" y="38435"/>
                  </a:cubicBezTo>
                  <a:cubicBezTo>
                    <a:pt x="28815" y="45587"/>
                    <a:pt x="32317" y="52274"/>
                    <a:pt x="35856" y="58924"/>
                  </a:cubicBezTo>
                  <a:cubicBezTo>
                    <a:pt x="47293" y="80494"/>
                    <a:pt x="55302" y="103274"/>
                    <a:pt x="60611" y="127079"/>
                  </a:cubicBezTo>
                  <a:cubicBezTo>
                    <a:pt x="62790" y="136839"/>
                    <a:pt x="65752" y="146302"/>
                    <a:pt x="72215" y="154348"/>
                  </a:cubicBezTo>
                  <a:cubicBezTo>
                    <a:pt x="75512" y="158446"/>
                    <a:pt x="78958" y="161873"/>
                    <a:pt x="84341" y="162879"/>
                  </a:cubicBezTo>
                  <a:cubicBezTo>
                    <a:pt x="85813" y="163159"/>
                    <a:pt x="87210" y="163867"/>
                    <a:pt x="87917" y="165394"/>
                  </a:cubicBezTo>
                  <a:cubicBezTo>
                    <a:pt x="88811" y="169343"/>
                    <a:pt x="89501" y="173254"/>
                    <a:pt x="87079" y="176942"/>
                  </a:cubicBezTo>
                  <a:cubicBezTo>
                    <a:pt x="86967" y="179774"/>
                    <a:pt x="84583" y="181525"/>
                    <a:pt x="82702" y="181152"/>
                  </a:cubicBezTo>
                  <a:cubicBezTo>
                    <a:pt x="77896" y="180183"/>
                    <a:pt x="72867" y="181133"/>
                    <a:pt x="68173" y="178246"/>
                  </a:cubicBezTo>
                  <a:cubicBezTo>
                    <a:pt x="61281" y="174055"/>
                    <a:pt x="55134" y="169007"/>
                    <a:pt x="48801" y="164146"/>
                  </a:cubicBezTo>
                  <a:cubicBezTo>
                    <a:pt x="46063" y="162041"/>
                    <a:pt x="46380" y="159340"/>
                    <a:pt x="46287" y="156583"/>
                  </a:cubicBezTo>
                  <a:cubicBezTo>
                    <a:pt x="45914" y="154237"/>
                    <a:pt x="47963" y="153696"/>
                    <a:pt x="49248" y="152728"/>
                  </a:cubicBezTo>
                  <a:cubicBezTo>
                    <a:pt x="47404" y="152914"/>
                    <a:pt x="46343" y="155578"/>
                    <a:pt x="43958" y="154404"/>
                  </a:cubicBezTo>
                  <a:cubicBezTo>
                    <a:pt x="42133" y="154628"/>
                    <a:pt x="40587" y="154088"/>
                    <a:pt x="39469" y="152616"/>
                  </a:cubicBezTo>
                  <a:cubicBezTo>
                    <a:pt x="33304" y="144495"/>
                    <a:pt x="24996" y="138069"/>
                    <a:pt x="21178" y="128085"/>
                  </a:cubicBezTo>
                  <a:cubicBezTo>
                    <a:pt x="19539" y="123801"/>
                    <a:pt x="16819" y="119889"/>
                    <a:pt x="14193" y="116071"/>
                  </a:cubicBezTo>
                  <a:cubicBezTo>
                    <a:pt x="11995" y="112885"/>
                    <a:pt x="13038" y="111023"/>
                    <a:pt x="15869" y="109365"/>
                  </a:cubicBezTo>
                  <a:cubicBezTo>
                    <a:pt x="16559" y="106068"/>
                    <a:pt x="19818" y="105528"/>
                    <a:pt x="21588" y="103814"/>
                  </a:cubicBezTo>
                  <a:cubicBezTo>
                    <a:pt x="19315" y="104541"/>
                    <a:pt x="17527" y="107186"/>
                    <a:pt x="14510" y="106944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0F751405-14E8-B704-69DF-050498B11962}"/>
                </a:ext>
              </a:extLst>
            </p:cNvPr>
            <p:cNvSpPr/>
            <p:nvPr/>
          </p:nvSpPr>
          <p:spPr>
            <a:xfrm>
              <a:off x="1790214" y="4846599"/>
              <a:ext cx="76264" cy="156502"/>
            </a:xfrm>
            <a:custGeom>
              <a:avLst/>
              <a:gdLst>
                <a:gd name="csX0" fmla="*/ 0 w 76264"/>
                <a:gd name="csY0" fmla="*/ 4159 h 156502"/>
                <a:gd name="csX1" fmla="*/ 7078 w 76264"/>
                <a:gd name="csY1" fmla="*/ 284 h 156502"/>
                <a:gd name="csX2" fmla="*/ 37645 w 76264"/>
                <a:gd name="csY2" fmla="*/ 25356 h 156502"/>
                <a:gd name="csX3" fmla="*/ 69831 w 76264"/>
                <a:gd name="csY3" fmla="*/ 113981 h 156502"/>
                <a:gd name="csX4" fmla="*/ 70055 w 76264"/>
                <a:gd name="csY4" fmla="*/ 119607 h 156502"/>
                <a:gd name="csX5" fmla="*/ 68937 w 76264"/>
                <a:gd name="csY5" fmla="*/ 120668 h 156502"/>
                <a:gd name="csX6" fmla="*/ 70185 w 76264"/>
                <a:gd name="csY6" fmla="*/ 122866 h 156502"/>
                <a:gd name="csX7" fmla="*/ 76258 w 76264"/>
                <a:gd name="csY7" fmla="*/ 128920 h 156502"/>
                <a:gd name="csX8" fmla="*/ 68881 w 76264"/>
                <a:gd name="csY8" fmla="*/ 152837 h 156502"/>
                <a:gd name="csX9" fmla="*/ 59978 w 76264"/>
                <a:gd name="csY9" fmla="*/ 151123 h 156502"/>
                <a:gd name="csX10" fmla="*/ 57538 w 76264"/>
                <a:gd name="csY10" fmla="*/ 137563 h 156502"/>
                <a:gd name="csX11" fmla="*/ 19670 w 76264"/>
                <a:gd name="csY11" fmla="*/ 27759 h 156502"/>
                <a:gd name="csX12" fmla="*/ 2757 w 76264"/>
                <a:gd name="csY12" fmla="*/ 7530 h 156502"/>
                <a:gd name="csX13" fmla="*/ 0 w 76264"/>
                <a:gd name="csY13" fmla="*/ 4159 h 156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4" h="156502">
                  <a:moveTo>
                    <a:pt x="0" y="4159"/>
                  </a:moveTo>
                  <a:cubicBezTo>
                    <a:pt x="913" y="191"/>
                    <a:pt x="3129" y="-498"/>
                    <a:pt x="7078" y="284"/>
                  </a:cubicBezTo>
                  <a:cubicBezTo>
                    <a:pt x="21868" y="3171"/>
                    <a:pt x="30641" y="13118"/>
                    <a:pt x="37645" y="25356"/>
                  </a:cubicBezTo>
                  <a:cubicBezTo>
                    <a:pt x="53514" y="53035"/>
                    <a:pt x="63964" y="82670"/>
                    <a:pt x="69831" y="113981"/>
                  </a:cubicBezTo>
                  <a:cubicBezTo>
                    <a:pt x="70167" y="115807"/>
                    <a:pt x="69999" y="117725"/>
                    <a:pt x="70055" y="119607"/>
                  </a:cubicBezTo>
                  <a:cubicBezTo>
                    <a:pt x="70241" y="120557"/>
                    <a:pt x="70055" y="121115"/>
                    <a:pt x="68937" y="120668"/>
                  </a:cubicBezTo>
                  <a:cubicBezTo>
                    <a:pt x="67280" y="122587"/>
                    <a:pt x="68863" y="123071"/>
                    <a:pt x="70185" y="122866"/>
                  </a:cubicBezTo>
                  <a:cubicBezTo>
                    <a:pt x="75121" y="122084"/>
                    <a:pt x="76220" y="125530"/>
                    <a:pt x="76258" y="128920"/>
                  </a:cubicBezTo>
                  <a:cubicBezTo>
                    <a:pt x="76369" y="137600"/>
                    <a:pt x="75159" y="146056"/>
                    <a:pt x="68881" y="152837"/>
                  </a:cubicBezTo>
                  <a:cubicBezTo>
                    <a:pt x="64001" y="158108"/>
                    <a:pt x="62679" y="157828"/>
                    <a:pt x="59978" y="151123"/>
                  </a:cubicBezTo>
                  <a:cubicBezTo>
                    <a:pt x="56998" y="147006"/>
                    <a:pt x="58115" y="142052"/>
                    <a:pt x="57538" y="137563"/>
                  </a:cubicBezTo>
                  <a:cubicBezTo>
                    <a:pt x="52564" y="98298"/>
                    <a:pt x="40587" y="61492"/>
                    <a:pt x="19670" y="27759"/>
                  </a:cubicBezTo>
                  <a:cubicBezTo>
                    <a:pt x="14994" y="20233"/>
                    <a:pt x="9444" y="13398"/>
                    <a:pt x="2757" y="7530"/>
                  </a:cubicBezTo>
                  <a:cubicBezTo>
                    <a:pt x="1695" y="6562"/>
                    <a:pt x="298" y="5816"/>
                    <a:pt x="0" y="4159"/>
                  </a:cubicBezTo>
                  <a:close/>
                </a:path>
              </a:pathLst>
            </a:custGeom>
            <a:solidFill>
              <a:srgbClr val="9AC6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A1F434D-9E8C-D025-C68B-117B0212576F}"/>
                </a:ext>
              </a:extLst>
            </p:cNvPr>
            <p:cNvSpPr/>
            <p:nvPr/>
          </p:nvSpPr>
          <p:spPr>
            <a:xfrm>
              <a:off x="1788750" y="4850758"/>
              <a:ext cx="61478" cy="158335"/>
            </a:xfrm>
            <a:custGeom>
              <a:avLst/>
              <a:gdLst>
                <a:gd name="csX0" fmla="*/ 1464 w 61478"/>
                <a:gd name="csY0" fmla="*/ 0 h 158335"/>
                <a:gd name="csX1" fmla="*/ 25175 w 61478"/>
                <a:gd name="csY1" fmla="*/ 27381 h 158335"/>
                <a:gd name="csX2" fmla="*/ 61050 w 61478"/>
                <a:gd name="csY2" fmla="*/ 137371 h 158335"/>
                <a:gd name="csX3" fmla="*/ 61479 w 61478"/>
                <a:gd name="csY3" fmla="*/ 146946 h 158335"/>
                <a:gd name="csX4" fmla="*/ 61293 w 61478"/>
                <a:gd name="csY4" fmla="*/ 155234 h 158335"/>
                <a:gd name="csX5" fmla="*/ 58014 w 61478"/>
                <a:gd name="csY5" fmla="*/ 158140 h 158335"/>
                <a:gd name="csX6" fmla="*/ 57958 w 61478"/>
                <a:gd name="csY6" fmla="*/ 145828 h 158335"/>
                <a:gd name="csX7" fmla="*/ 55611 w 61478"/>
                <a:gd name="csY7" fmla="*/ 131579 h 158335"/>
                <a:gd name="csX8" fmla="*/ 41008 w 61478"/>
                <a:gd name="csY8" fmla="*/ 70353 h 158335"/>
                <a:gd name="csX9" fmla="*/ 12975 w 61478"/>
                <a:gd name="csY9" fmla="*/ 15926 h 158335"/>
                <a:gd name="csX10" fmla="*/ 551 w 61478"/>
                <a:gd name="csY10" fmla="*/ 2179 h 158335"/>
                <a:gd name="csX11" fmla="*/ 1464 w 61478"/>
                <a:gd name="csY11" fmla="*/ 0 h 158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1478" h="158335">
                  <a:moveTo>
                    <a:pt x="1464" y="0"/>
                  </a:moveTo>
                  <a:cubicBezTo>
                    <a:pt x="12379" y="6519"/>
                    <a:pt x="18898" y="16913"/>
                    <a:pt x="25175" y="27381"/>
                  </a:cubicBezTo>
                  <a:cubicBezTo>
                    <a:pt x="45478" y="61300"/>
                    <a:pt x="56599" y="98256"/>
                    <a:pt x="61050" y="137371"/>
                  </a:cubicBezTo>
                  <a:cubicBezTo>
                    <a:pt x="61404" y="140538"/>
                    <a:pt x="61348" y="143760"/>
                    <a:pt x="61479" y="146946"/>
                  </a:cubicBezTo>
                  <a:cubicBezTo>
                    <a:pt x="61404" y="149702"/>
                    <a:pt x="61311" y="152478"/>
                    <a:pt x="61293" y="155234"/>
                  </a:cubicBezTo>
                  <a:cubicBezTo>
                    <a:pt x="61293" y="157488"/>
                    <a:pt x="60622" y="158867"/>
                    <a:pt x="58014" y="158140"/>
                  </a:cubicBezTo>
                  <a:cubicBezTo>
                    <a:pt x="57996" y="154042"/>
                    <a:pt x="57977" y="149926"/>
                    <a:pt x="57958" y="145828"/>
                  </a:cubicBezTo>
                  <a:cubicBezTo>
                    <a:pt x="55332" y="141395"/>
                    <a:pt x="55928" y="136291"/>
                    <a:pt x="55611" y="131579"/>
                  </a:cubicBezTo>
                  <a:cubicBezTo>
                    <a:pt x="54233" y="110288"/>
                    <a:pt x="48142" y="90190"/>
                    <a:pt x="41008" y="70353"/>
                  </a:cubicBezTo>
                  <a:cubicBezTo>
                    <a:pt x="34042" y="51018"/>
                    <a:pt x="25809" y="32299"/>
                    <a:pt x="12975" y="15926"/>
                  </a:cubicBezTo>
                  <a:cubicBezTo>
                    <a:pt x="9138" y="11046"/>
                    <a:pt x="3922" y="7451"/>
                    <a:pt x="551" y="2179"/>
                  </a:cubicBezTo>
                  <a:cubicBezTo>
                    <a:pt x="-287" y="987"/>
                    <a:pt x="-306" y="112"/>
                    <a:pt x="1464" y="0"/>
                  </a:cubicBezTo>
                  <a:close/>
                </a:path>
              </a:pathLst>
            </a:custGeom>
            <a:solidFill>
              <a:srgbClr val="45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38907D07-C692-548F-D67E-10529DFF0A4C}"/>
                </a:ext>
              </a:extLst>
            </p:cNvPr>
            <p:cNvSpPr/>
            <p:nvPr/>
          </p:nvSpPr>
          <p:spPr>
            <a:xfrm>
              <a:off x="1853595" y="4908575"/>
              <a:ext cx="9839" cy="10673"/>
            </a:xfrm>
            <a:custGeom>
              <a:avLst/>
              <a:gdLst>
                <a:gd name="csX0" fmla="*/ 3227 w 9839"/>
                <a:gd name="csY0" fmla="*/ 8904 h 10673"/>
                <a:gd name="csX1" fmla="*/ 768 w 9839"/>
                <a:gd name="csY1" fmla="*/ 10543 h 10673"/>
                <a:gd name="csX2" fmla="*/ 731 w 9839"/>
                <a:gd name="csY2" fmla="*/ 7767 h 10673"/>
                <a:gd name="csX3" fmla="*/ 4382 w 9839"/>
                <a:gd name="csY3" fmla="*/ 3129 h 10673"/>
                <a:gd name="csX4" fmla="*/ 9839 w 9839"/>
                <a:gd name="csY4" fmla="*/ 0 h 10673"/>
                <a:gd name="csX5" fmla="*/ 3227 w 9839"/>
                <a:gd name="csY5" fmla="*/ 8904 h 10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839" h="10673">
                  <a:moveTo>
                    <a:pt x="3227" y="8904"/>
                  </a:moveTo>
                  <a:cubicBezTo>
                    <a:pt x="2221" y="9220"/>
                    <a:pt x="2072" y="11195"/>
                    <a:pt x="768" y="10543"/>
                  </a:cubicBezTo>
                  <a:cubicBezTo>
                    <a:pt x="-480" y="9928"/>
                    <a:pt x="5" y="8587"/>
                    <a:pt x="731" y="7767"/>
                  </a:cubicBezTo>
                  <a:cubicBezTo>
                    <a:pt x="2035" y="6277"/>
                    <a:pt x="2370" y="4042"/>
                    <a:pt x="4382" y="3129"/>
                  </a:cubicBezTo>
                  <a:cubicBezTo>
                    <a:pt x="5946" y="2235"/>
                    <a:pt x="7511" y="1322"/>
                    <a:pt x="9839" y="0"/>
                  </a:cubicBezTo>
                  <a:cubicBezTo>
                    <a:pt x="8685" y="4452"/>
                    <a:pt x="4736" y="5793"/>
                    <a:pt x="3227" y="8904"/>
                  </a:cubicBezTo>
                  <a:close/>
                </a:path>
              </a:pathLst>
            </a:custGeom>
            <a:solidFill>
              <a:srgbClr val="5E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9877AD6E-134F-D94B-5CBC-F4D2874ED0D4}"/>
                </a:ext>
              </a:extLst>
            </p:cNvPr>
            <p:cNvSpPr/>
            <p:nvPr/>
          </p:nvSpPr>
          <p:spPr>
            <a:xfrm>
              <a:off x="1773964" y="4933386"/>
              <a:ext cx="11648" cy="7990"/>
            </a:xfrm>
            <a:custGeom>
              <a:avLst/>
              <a:gdLst>
                <a:gd name="csX0" fmla="*/ 249 w 11648"/>
                <a:gd name="csY0" fmla="*/ 5551 h 7990"/>
                <a:gd name="csX1" fmla="*/ 11648 w 11648"/>
                <a:gd name="csY1" fmla="*/ 0 h 7990"/>
                <a:gd name="csX2" fmla="*/ 1590 w 11648"/>
                <a:gd name="csY2" fmla="*/ 7991 h 7990"/>
                <a:gd name="csX3" fmla="*/ 249 w 11648"/>
                <a:gd name="csY3" fmla="*/ 5551 h 7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48" h="7990">
                  <a:moveTo>
                    <a:pt x="249" y="5551"/>
                  </a:moveTo>
                  <a:cubicBezTo>
                    <a:pt x="3415" y="3073"/>
                    <a:pt x="6619" y="671"/>
                    <a:pt x="11648" y="0"/>
                  </a:cubicBezTo>
                  <a:cubicBezTo>
                    <a:pt x="8575" y="3967"/>
                    <a:pt x="4701" y="5495"/>
                    <a:pt x="1590" y="7991"/>
                  </a:cubicBezTo>
                  <a:cubicBezTo>
                    <a:pt x="-273" y="7954"/>
                    <a:pt x="-161" y="6836"/>
                    <a:pt x="249" y="5551"/>
                  </a:cubicBezTo>
                  <a:close/>
                </a:path>
              </a:pathLst>
            </a:custGeom>
            <a:solidFill>
              <a:srgbClr val="5B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472A877-8288-F675-55BA-1E09BA0EC73D}"/>
                </a:ext>
              </a:extLst>
            </p:cNvPr>
            <p:cNvSpPr/>
            <p:nvPr/>
          </p:nvSpPr>
          <p:spPr>
            <a:xfrm>
              <a:off x="1803625" y="4982299"/>
              <a:ext cx="8437" cy="6298"/>
            </a:xfrm>
            <a:custGeom>
              <a:avLst/>
              <a:gdLst>
                <a:gd name="csX0" fmla="*/ 0 w 8437"/>
                <a:gd name="csY0" fmla="*/ 4098 h 6298"/>
                <a:gd name="csX1" fmla="*/ 8438 w 8437"/>
                <a:gd name="csY1" fmla="*/ 0 h 6298"/>
                <a:gd name="csX2" fmla="*/ 2347 w 8437"/>
                <a:gd name="csY2" fmla="*/ 6277 h 6298"/>
                <a:gd name="csX3" fmla="*/ 0 w 8437"/>
                <a:gd name="csY3" fmla="*/ 4098 h 6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37" h="6298">
                  <a:moveTo>
                    <a:pt x="0" y="4098"/>
                  </a:moveTo>
                  <a:cubicBezTo>
                    <a:pt x="2608" y="2496"/>
                    <a:pt x="5048" y="559"/>
                    <a:pt x="8438" y="0"/>
                  </a:cubicBezTo>
                  <a:cubicBezTo>
                    <a:pt x="7358" y="3297"/>
                    <a:pt x="3967" y="3930"/>
                    <a:pt x="2347" y="6277"/>
                  </a:cubicBezTo>
                  <a:cubicBezTo>
                    <a:pt x="726" y="6445"/>
                    <a:pt x="37" y="5625"/>
                    <a:pt x="0" y="4098"/>
                  </a:cubicBezTo>
                  <a:close/>
                </a:path>
              </a:pathLst>
            </a:custGeom>
            <a:solidFill>
              <a:srgbClr val="59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D65FF921-D5B1-9BE6-F5F6-EE767F7F39E4}"/>
                </a:ext>
              </a:extLst>
            </p:cNvPr>
            <p:cNvSpPr/>
            <p:nvPr/>
          </p:nvSpPr>
          <p:spPr>
            <a:xfrm>
              <a:off x="1859188" y="4963635"/>
              <a:ext cx="9592" cy="4611"/>
            </a:xfrm>
            <a:custGeom>
              <a:avLst/>
              <a:gdLst>
                <a:gd name="csX0" fmla="*/ 0 w 9592"/>
                <a:gd name="csY0" fmla="*/ 3614 h 4611"/>
                <a:gd name="csX1" fmla="*/ 1118 w 9592"/>
                <a:gd name="csY1" fmla="*/ 2552 h 4611"/>
                <a:gd name="csX2" fmla="*/ 7842 w 9592"/>
                <a:gd name="csY2" fmla="*/ 0 h 4611"/>
                <a:gd name="csX3" fmla="*/ 9593 w 9592"/>
                <a:gd name="csY3" fmla="*/ 1062 h 4611"/>
                <a:gd name="csX4" fmla="*/ 0 w 9592"/>
                <a:gd name="csY4" fmla="*/ 3614 h 4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92" h="4611">
                  <a:moveTo>
                    <a:pt x="0" y="3614"/>
                  </a:moveTo>
                  <a:cubicBezTo>
                    <a:pt x="373" y="3260"/>
                    <a:pt x="745" y="2906"/>
                    <a:pt x="1118" y="2552"/>
                  </a:cubicBezTo>
                  <a:cubicBezTo>
                    <a:pt x="3725" y="2664"/>
                    <a:pt x="5774" y="1341"/>
                    <a:pt x="7842" y="0"/>
                  </a:cubicBezTo>
                  <a:cubicBezTo>
                    <a:pt x="8419" y="354"/>
                    <a:pt x="9015" y="708"/>
                    <a:pt x="9593" y="1062"/>
                  </a:cubicBezTo>
                  <a:cubicBezTo>
                    <a:pt x="6706" y="3129"/>
                    <a:pt x="4117" y="6221"/>
                    <a:pt x="0" y="3614"/>
                  </a:cubicBezTo>
                  <a:close/>
                </a:path>
              </a:pathLst>
            </a:custGeom>
            <a:solidFill>
              <a:srgbClr val="5672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8B82F67-7D9F-6058-B06E-3D9238A22BC7}"/>
                </a:ext>
              </a:extLst>
            </p:cNvPr>
            <p:cNvSpPr/>
            <p:nvPr/>
          </p:nvSpPr>
          <p:spPr>
            <a:xfrm>
              <a:off x="1661430" y="5017946"/>
              <a:ext cx="95479" cy="63612"/>
            </a:xfrm>
            <a:custGeom>
              <a:avLst/>
              <a:gdLst>
                <a:gd name="csX0" fmla="*/ 85811 w 95479"/>
                <a:gd name="csY0" fmla="*/ 54562 h 63612"/>
                <a:gd name="csX1" fmla="*/ 84880 w 95479"/>
                <a:gd name="csY1" fmla="*/ 61081 h 63612"/>
                <a:gd name="csX2" fmla="*/ 60479 w 95479"/>
                <a:gd name="csY2" fmla="*/ 62999 h 63612"/>
                <a:gd name="csX3" fmla="*/ 37755 w 95479"/>
                <a:gd name="csY3" fmla="*/ 57113 h 63612"/>
                <a:gd name="csX4" fmla="*/ 1861 w 95479"/>
                <a:gd name="csY4" fmla="*/ 27236 h 63612"/>
                <a:gd name="csX5" fmla="*/ 18532 w 95479"/>
                <a:gd name="csY5" fmla="*/ 41 h 63612"/>
                <a:gd name="csX6" fmla="*/ 56120 w 95479"/>
                <a:gd name="csY6" fmla="*/ 15036 h 63612"/>
                <a:gd name="csX7" fmla="*/ 58784 w 95479"/>
                <a:gd name="csY7" fmla="*/ 17066 h 63612"/>
                <a:gd name="csX8" fmla="*/ 59771 w 95479"/>
                <a:gd name="csY8" fmla="*/ 17048 h 63612"/>
                <a:gd name="csX9" fmla="*/ 86854 w 95479"/>
                <a:gd name="csY9" fmla="*/ 31055 h 63612"/>
                <a:gd name="csX10" fmla="*/ 95125 w 95479"/>
                <a:gd name="csY10" fmla="*/ 42920 h 63612"/>
                <a:gd name="csX11" fmla="*/ 88661 w 95479"/>
                <a:gd name="csY11" fmla="*/ 50967 h 63612"/>
                <a:gd name="csX12" fmla="*/ 85849 w 95479"/>
                <a:gd name="csY12" fmla="*/ 50985 h 63612"/>
                <a:gd name="csX13" fmla="*/ 69830 w 95479"/>
                <a:gd name="csY13" fmla="*/ 46198 h 63612"/>
                <a:gd name="csX14" fmla="*/ 68135 w 95479"/>
                <a:gd name="csY14" fmla="*/ 39437 h 63612"/>
                <a:gd name="csX15" fmla="*/ 30080 w 95479"/>
                <a:gd name="csY15" fmla="*/ 17457 h 63612"/>
                <a:gd name="csX16" fmla="*/ 26169 w 95479"/>
                <a:gd name="csY16" fmla="*/ 20456 h 63612"/>
                <a:gd name="csX17" fmla="*/ 20674 w 95479"/>
                <a:gd name="csY17" fmla="*/ 18649 h 63612"/>
                <a:gd name="csX18" fmla="*/ 21475 w 95479"/>
                <a:gd name="csY18" fmla="*/ 21965 h 63612"/>
                <a:gd name="csX19" fmla="*/ 21885 w 95479"/>
                <a:gd name="csY19" fmla="*/ 28391 h 63612"/>
                <a:gd name="csX20" fmla="*/ 51836 w 95479"/>
                <a:gd name="csY20" fmla="*/ 46012 h 63612"/>
                <a:gd name="csX21" fmla="*/ 58933 w 95479"/>
                <a:gd name="csY21" fmla="*/ 43702 h 63612"/>
                <a:gd name="csX22" fmla="*/ 63236 w 95479"/>
                <a:gd name="csY22" fmla="*/ 44280 h 63612"/>
                <a:gd name="csX23" fmla="*/ 85811 w 95479"/>
                <a:gd name="csY23" fmla="*/ 54562 h 6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5479" h="63612">
                  <a:moveTo>
                    <a:pt x="85811" y="54562"/>
                  </a:moveTo>
                  <a:cubicBezTo>
                    <a:pt x="89350" y="57281"/>
                    <a:pt x="88661" y="59442"/>
                    <a:pt x="84880" y="61081"/>
                  </a:cubicBezTo>
                  <a:cubicBezTo>
                    <a:pt x="76982" y="64508"/>
                    <a:pt x="68693" y="63689"/>
                    <a:pt x="60479" y="62999"/>
                  </a:cubicBezTo>
                  <a:cubicBezTo>
                    <a:pt x="52600" y="62329"/>
                    <a:pt x="44721" y="60392"/>
                    <a:pt x="37755" y="57113"/>
                  </a:cubicBezTo>
                  <a:cubicBezTo>
                    <a:pt x="23375" y="50333"/>
                    <a:pt x="9479" y="42324"/>
                    <a:pt x="1861" y="27236"/>
                  </a:cubicBezTo>
                  <a:cubicBezTo>
                    <a:pt x="-4155" y="15315"/>
                    <a:pt x="5214" y="600"/>
                    <a:pt x="18532" y="41"/>
                  </a:cubicBezTo>
                  <a:cubicBezTo>
                    <a:pt x="33433" y="-573"/>
                    <a:pt x="45317" y="5704"/>
                    <a:pt x="56120" y="15036"/>
                  </a:cubicBezTo>
                  <a:cubicBezTo>
                    <a:pt x="56959" y="15762"/>
                    <a:pt x="57890" y="16377"/>
                    <a:pt x="58784" y="17066"/>
                  </a:cubicBezTo>
                  <a:cubicBezTo>
                    <a:pt x="59101" y="16563"/>
                    <a:pt x="59436" y="16526"/>
                    <a:pt x="59771" y="17048"/>
                  </a:cubicBezTo>
                  <a:cubicBezTo>
                    <a:pt x="69550" y="20270"/>
                    <a:pt x="78491" y="25150"/>
                    <a:pt x="86854" y="31055"/>
                  </a:cubicBezTo>
                  <a:cubicBezTo>
                    <a:pt x="90971" y="33961"/>
                    <a:pt x="94324" y="37407"/>
                    <a:pt x="95125" y="42920"/>
                  </a:cubicBezTo>
                  <a:cubicBezTo>
                    <a:pt x="96112" y="49663"/>
                    <a:pt x="95367" y="50911"/>
                    <a:pt x="88661" y="50967"/>
                  </a:cubicBezTo>
                  <a:cubicBezTo>
                    <a:pt x="87730" y="50967"/>
                    <a:pt x="86799" y="50985"/>
                    <a:pt x="85849" y="50985"/>
                  </a:cubicBezTo>
                  <a:cubicBezTo>
                    <a:pt x="79441" y="52941"/>
                    <a:pt x="74728" y="49234"/>
                    <a:pt x="69830" y="46198"/>
                  </a:cubicBezTo>
                  <a:cubicBezTo>
                    <a:pt x="70724" y="43591"/>
                    <a:pt x="71096" y="41095"/>
                    <a:pt x="68135" y="39437"/>
                  </a:cubicBezTo>
                  <a:cubicBezTo>
                    <a:pt x="55357" y="32266"/>
                    <a:pt x="44032" y="22617"/>
                    <a:pt x="30080" y="17457"/>
                  </a:cubicBezTo>
                  <a:cubicBezTo>
                    <a:pt x="26951" y="16302"/>
                    <a:pt x="25033" y="16265"/>
                    <a:pt x="26169" y="20456"/>
                  </a:cubicBezTo>
                  <a:cubicBezTo>
                    <a:pt x="23580" y="22207"/>
                    <a:pt x="22350" y="19860"/>
                    <a:pt x="20674" y="18649"/>
                  </a:cubicBezTo>
                  <a:cubicBezTo>
                    <a:pt x="20879" y="19767"/>
                    <a:pt x="22332" y="20605"/>
                    <a:pt x="21475" y="21965"/>
                  </a:cubicBezTo>
                  <a:cubicBezTo>
                    <a:pt x="19240" y="24256"/>
                    <a:pt x="20134" y="26380"/>
                    <a:pt x="21885" y="28391"/>
                  </a:cubicBezTo>
                  <a:cubicBezTo>
                    <a:pt x="29913" y="37593"/>
                    <a:pt x="40101" y="43106"/>
                    <a:pt x="51836" y="46012"/>
                  </a:cubicBezTo>
                  <a:cubicBezTo>
                    <a:pt x="54668" y="46701"/>
                    <a:pt x="56959" y="45695"/>
                    <a:pt x="58933" y="43702"/>
                  </a:cubicBezTo>
                  <a:cubicBezTo>
                    <a:pt x="60460" y="43162"/>
                    <a:pt x="61895" y="43646"/>
                    <a:pt x="63236" y="44280"/>
                  </a:cubicBezTo>
                  <a:cubicBezTo>
                    <a:pt x="70705" y="47819"/>
                    <a:pt x="78677" y="50277"/>
                    <a:pt x="85811" y="54562"/>
                  </a:cubicBezTo>
                  <a:close/>
                </a:path>
              </a:pathLst>
            </a:custGeom>
            <a:solidFill>
              <a:srgbClr val="98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9CB93DE8-16BF-BD95-33DD-FE79508611CB}"/>
                </a:ext>
              </a:extLst>
            </p:cNvPr>
            <p:cNvSpPr/>
            <p:nvPr/>
          </p:nvSpPr>
          <p:spPr>
            <a:xfrm>
              <a:off x="1678528" y="5034257"/>
              <a:ext cx="81566" cy="39357"/>
            </a:xfrm>
            <a:custGeom>
              <a:avLst/>
              <a:gdLst>
                <a:gd name="csX0" fmla="*/ 68714 w 81566"/>
                <a:gd name="csY0" fmla="*/ 38251 h 39357"/>
                <a:gd name="csX1" fmla="*/ 45319 w 81566"/>
                <a:gd name="csY1" fmla="*/ 29142 h 39357"/>
                <a:gd name="csX2" fmla="*/ 41612 w 81566"/>
                <a:gd name="csY2" fmla="*/ 28043 h 39357"/>
                <a:gd name="csX3" fmla="*/ 40532 w 81566"/>
                <a:gd name="csY3" fmla="*/ 28267 h 39357"/>
                <a:gd name="csX4" fmla="*/ 5029 w 81566"/>
                <a:gd name="csY4" fmla="*/ 6809 h 39357"/>
                <a:gd name="csX5" fmla="*/ 4452 w 81566"/>
                <a:gd name="csY5" fmla="*/ 5244 h 39357"/>
                <a:gd name="csX6" fmla="*/ 0 w 81566"/>
                <a:gd name="csY6" fmla="*/ 141 h 39357"/>
                <a:gd name="csX7" fmla="*/ 8773 w 81566"/>
                <a:gd name="csY7" fmla="*/ 4555 h 39357"/>
                <a:gd name="csX8" fmla="*/ 26599 w 81566"/>
                <a:gd name="csY8" fmla="*/ 15079 h 39357"/>
                <a:gd name="csX9" fmla="*/ 49715 w 81566"/>
                <a:gd name="csY9" fmla="*/ 26758 h 39357"/>
                <a:gd name="csX10" fmla="*/ 52769 w 81566"/>
                <a:gd name="csY10" fmla="*/ 29086 h 39357"/>
                <a:gd name="csX11" fmla="*/ 68751 w 81566"/>
                <a:gd name="csY11" fmla="*/ 34674 h 39357"/>
                <a:gd name="csX12" fmla="*/ 81566 w 81566"/>
                <a:gd name="csY12" fmla="*/ 38102 h 39357"/>
                <a:gd name="csX13" fmla="*/ 68714 w 81566"/>
                <a:gd name="csY13" fmla="*/ 38251 h 39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1566" h="39357">
                  <a:moveTo>
                    <a:pt x="68714" y="38251"/>
                  </a:moveTo>
                  <a:cubicBezTo>
                    <a:pt x="60313" y="36761"/>
                    <a:pt x="53198" y="31955"/>
                    <a:pt x="45319" y="29142"/>
                  </a:cubicBezTo>
                  <a:cubicBezTo>
                    <a:pt x="44108" y="28714"/>
                    <a:pt x="43046" y="27745"/>
                    <a:pt x="41612" y="28043"/>
                  </a:cubicBezTo>
                  <a:cubicBezTo>
                    <a:pt x="41258" y="28211"/>
                    <a:pt x="40848" y="28397"/>
                    <a:pt x="40532" y="28267"/>
                  </a:cubicBezTo>
                  <a:cubicBezTo>
                    <a:pt x="27530" y="23051"/>
                    <a:pt x="15516" y="16197"/>
                    <a:pt x="5029" y="6809"/>
                  </a:cubicBezTo>
                  <a:cubicBezTo>
                    <a:pt x="4619" y="6436"/>
                    <a:pt x="4526" y="5822"/>
                    <a:pt x="4452" y="5244"/>
                  </a:cubicBezTo>
                  <a:cubicBezTo>
                    <a:pt x="3763" y="2972"/>
                    <a:pt x="466" y="3084"/>
                    <a:pt x="0" y="141"/>
                  </a:cubicBezTo>
                  <a:cubicBezTo>
                    <a:pt x="4266" y="-865"/>
                    <a:pt x="5588" y="3829"/>
                    <a:pt x="8773" y="4555"/>
                  </a:cubicBezTo>
                  <a:cubicBezTo>
                    <a:pt x="15460" y="6790"/>
                    <a:pt x="20489" y="11801"/>
                    <a:pt x="26599" y="15079"/>
                  </a:cubicBezTo>
                  <a:cubicBezTo>
                    <a:pt x="34217" y="19158"/>
                    <a:pt x="41817" y="23238"/>
                    <a:pt x="49715" y="26758"/>
                  </a:cubicBezTo>
                  <a:cubicBezTo>
                    <a:pt x="50925" y="27298"/>
                    <a:pt x="52155" y="27783"/>
                    <a:pt x="52769" y="29086"/>
                  </a:cubicBezTo>
                  <a:cubicBezTo>
                    <a:pt x="57780" y="31825"/>
                    <a:pt x="63089" y="33780"/>
                    <a:pt x="68751" y="34674"/>
                  </a:cubicBezTo>
                  <a:cubicBezTo>
                    <a:pt x="72439" y="36910"/>
                    <a:pt x="77152" y="35550"/>
                    <a:pt x="81566" y="38102"/>
                  </a:cubicBezTo>
                  <a:cubicBezTo>
                    <a:pt x="76798" y="40952"/>
                    <a:pt x="72719" y="38027"/>
                    <a:pt x="68714" y="38251"/>
                  </a:cubicBezTo>
                  <a:close/>
                </a:path>
              </a:pathLst>
            </a:custGeom>
            <a:solidFill>
              <a:srgbClr val="4A5F2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2D430372-9AE1-248B-FFF0-C538420016F3}"/>
                </a:ext>
              </a:extLst>
            </p:cNvPr>
            <p:cNvSpPr/>
            <p:nvPr/>
          </p:nvSpPr>
          <p:spPr>
            <a:xfrm>
              <a:off x="1720215" y="5015287"/>
              <a:ext cx="7785" cy="19725"/>
            </a:xfrm>
            <a:custGeom>
              <a:avLst/>
              <a:gdLst>
                <a:gd name="csX0" fmla="*/ 969 w 7785"/>
                <a:gd name="csY0" fmla="*/ 19707 h 19725"/>
                <a:gd name="csX1" fmla="*/ 484 w 7785"/>
                <a:gd name="csY1" fmla="*/ 19726 h 19725"/>
                <a:gd name="csX2" fmla="*/ 0 w 7785"/>
                <a:gd name="csY2" fmla="*/ 19726 h 19725"/>
                <a:gd name="csX3" fmla="*/ 7786 w 7785"/>
                <a:gd name="csY3" fmla="*/ 0 h 19725"/>
                <a:gd name="csX4" fmla="*/ 969 w 7785"/>
                <a:gd name="csY4" fmla="*/ 19707 h 1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85" h="19725">
                  <a:moveTo>
                    <a:pt x="969" y="19707"/>
                  </a:moveTo>
                  <a:lnTo>
                    <a:pt x="484" y="19726"/>
                  </a:lnTo>
                  <a:cubicBezTo>
                    <a:pt x="484" y="19726"/>
                    <a:pt x="0" y="19726"/>
                    <a:pt x="0" y="19726"/>
                  </a:cubicBezTo>
                  <a:cubicBezTo>
                    <a:pt x="540" y="12349"/>
                    <a:pt x="4955" y="6501"/>
                    <a:pt x="7786" y="0"/>
                  </a:cubicBezTo>
                  <a:cubicBezTo>
                    <a:pt x="7022" y="7097"/>
                    <a:pt x="4005" y="13411"/>
                    <a:pt x="969" y="19707"/>
                  </a:cubicBezTo>
                  <a:close/>
                </a:path>
              </a:pathLst>
            </a:custGeom>
            <a:solidFill>
              <a:srgbClr val="58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AB69814F-AA0F-D2B9-01D2-D78610C7423A}"/>
                </a:ext>
              </a:extLst>
            </p:cNvPr>
            <p:cNvSpPr/>
            <p:nvPr/>
          </p:nvSpPr>
          <p:spPr>
            <a:xfrm>
              <a:off x="1685486" y="5082362"/>
              <a:ext cx="3845" cy="12312"/>
            </a:xfrm>
            <a:custGeom>
              <a:avLst/>
              <a:gdLst>
                <a:gd name="csX0" fmla="*/ 3846 w 3845"/>
                <a:gd name="csY0" fmla="*/ 0 h 12312"/>
                <a:gd name="csX1" fmla="*/ 381 w 3845"/>
                <a:gd name="csY1" fmla="*/ 12312 h 12312"/>
                <a:gd name="csX2" fmla="*/ 3846 w 3845"/>
                <a:gd name="csY2" fmla="*/ 0 h 1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45" h="12312">
                  <a:moveTo>
                    <a:pt x="3846" y="0"/>
                  </a:moveTo>
                  <a:cubicBezTo>
                    <a:pt x="3082" y="4340"/>
                    <a:pt x="3026" y="7805"/>
                    <a:pt x="381" y="12312"/>
                  </a:cubicBezTo>
                  <a:cubicBezTo>
                    <a:pt x="-680" y="6966"/>
                    <a:pt x="475" y="3744"/>
                    <a:pt x="3846" y="0"/>
                  </a:cubicBezTo>
                  <a:close/>
                </a:path>
              </a:pathLst>
            </a:custGeom>
            <a:solidFill>
              <a:srgbClr val="5274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B9B98B88-853A-427B-6078-32E5BDC628AD}"/>
                </a:ext>
              </a:extLst>
            </p:cNvPr>
            <p:cNvSpPr/>
            <p:nvPr/>
          </p:nvSpPr>
          <p:spPr>
            <a:xfrm>
              <a:off x="2024976" y="5143364"/>
              <a:ext cx="317636" cy="110940"/>
            </a:xfrm>
            <a:custGeom>
              <a:avLst/>
              <a:gdLst>
                <a:gd name="csX0" fmla="*/ 51063 w 317636"/>
                <a:gd name="csY0" fmla="*/ 37 h 110940"/>
                <a:gd name="csX1" fmla="*/ 123279 w 317636"/>
                <a:gd name="csY1" fmla="*/ 6575 h 110940"/>
                <a:gd name="csX2" fmla="*/ 162358 w 317636"/>
                <a:gd name="csY2" fmla="*/ 16316 h 110940"/>
                <a:gd name="csX3" fmla="*/ 209036 w 317636"/>
                <a:gd name="csY3" fmla="*/ 30212 h 110940"/>
                <a:gd name="csX4" fmla="*/ 249288 w 317636"/>
                <a:gd name="csY4" fmla="*/ 48634 h 110940"/>
                <a:gd name="csX5" fmla="*/ 273093 w 317636"/>
                <a:gd name="csY5" fmla="*/ 64559 h 110940"/>
                <a:gd name="csX6" fmla="*/ 301704 w 317636"/>
                <a:gd name="csY6" fmla="*/ 77263 h 110940"/>
                <a:gd name="csX7" fmla="*/ 313644 w 317636"/>
                <a:gd name="csY7" fmla="*/ 81901 h 110940"/>
                <a:gd name="csX8" fmla="*/ 315283 w 317636"/>
                <a:gd name="csY8" fmla="*/ 83354 h 110940"/>
                <a:gd name="csX9" fmla="*/ 314314 w 317636"/>
                <a:gd name="csY9" fmla="*/ 109040 h 110940"/>
                <a:gd name="csX10" fmla="*/ 308763 w 317636"/>
                <a:gd name="csY10" fmla="*/ 110940 h 110940"/>
                <a:gd name="csX11" fmla="*/ 271361 w 317636"/>
                <a:gd name="csY11" fmla="*/ 107587 h 110940"/>
                <a:gd name="csX12" fmla="*/ 223602 w 317636"/>
                <a:gd name="csY12" fmla="*/ 98367 h 110940"/>
                <a:gd name="csX13" fmla="*/ 196482 w 317636"/>
                <a:gd name="csY13" fmla="*/ 92406 h 110940"/>
                <a:gd name="csX14" fmla="*/ 178675 w 317636"/>
                <a:gd name="csY14" fmla="*/ 85906 h 110940"/>
                <a:gd name="csX15" fmla="*/ 157366 w 317636"/>
                <a:gd name="csY15" fmla="*/ 81621 h 110940"/>
                <a:gd name="csX16" fmla="*/ 149077 w 317636"/>
                <a:gd name="csY16" fmla="*/ 77859 h 110940"/>
                <a:gd name="csX17" fmla="*/ 136597 w 317636"/>
                <a:gd name="csY17" fmla="*/ 73854 h 110940"/>
                <a:gd name="csX18" fmla="*/ 114413 w 317636"/>
                <a:gd name="csY18" fmla="*/ 68210 h 110940"/>
                <a:gd name="csX19" fmla="*/ 104541 w 317636"/>
                <a:gd name="csY19" fmla="*/ 67186 h 110940"/>
                <a:gd name="csX20" fmla="*/ 81164 w 317636"/>
                <a:gd name="csY20" fmla="*/ 63330 h 110940"/>
                <a:gd name="csX21" fmla="*/ 23906 w 317636"/>
                <a:gd name="csY21" fmla="*/ 51912 h 110940"/>
                <a:gd name="csX22" fmla="*/ 7160 w 317636"/>
                <a:gd name="csY22" fmla="*/ 45355 h 110940"/>
                <a:gd name="csX23" fmla="*/ 809 w 317636"/>
                <a:gd name="csY23" fmla="*/ 28889 h 110940"/>
                <a:gd name="csX24" fmla="*/ 29531 w 317636"/>
                <a:gd name="csY24" fmla="*/ 3334 h 110940"/>
                <a:gd name="csX25" fmla="*/ 51063 w 317636"/>
                <a:gd name="csY25" fmla="*/ 37 h 11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17636" h="110940">
                  <a:moveTo>
                    <a:pt x="51063" y="37"/>
                  </a:moveTo>
                  <a:cubicBezTo>
                    <a:pt x="77513" y="558"/>
                    <a:pt x="100517" y="1769"/>
                    <a:pt x="123279" y="6575"/>
                  </a:cubicBezTo>
                  <a:cubicBezTo>
                    <a:pt x="136448" y="9369"/>
                    <a:pt x="149319" y="13262"/>
                    <a:pt x="162358" y="16316"/>
                  </a:cubicBezTo>
                  <a:cubicBezTo>
                    <a:pt x="178246" y="20042"/>
                    <a:pt x="193278" y="26207"/>
                    <a:pt x="209036" y="30212"/>
                  </a:cubicBezTo>
                  <a:cubicBezTo>
                    <a:pt x="223435" y="33863"/>
                    <a:pt x="236809" y="40457"/>
                    <a:pt x="249288" y="48634"/>
                  </a:cubicBezTo>
                  <a:cubicBezTo>
                    <a:pt x="257279" y="53868"/>
                    <a:pt x="265307" y="59027"/>
                    <a:pt x="273093" y="64559"/>
                  </a:cubicBezTo>
                  <a:cubicBezTo>
                    <a:pt x="281792" y="70762"/>
                    <a:pt x="291720" y="74152"/>
                    <a:pt x="301704" y="77263"/>
                  </a:cubicBezTo>
                  <a:cubicBezTo>
                    <a:pt x="305820" y="78548"/>
                    <a:pt x="309341" y="81174"/>
                    <a:pt x="313644" y="81901"/>
                  </a:cubicBezTo>
                  <a:cubicBezTo>
                    <a:pt x="314258" y="82013"/>
                    <a:pt x="314836" y="82776"/>
                    <a:pt x="315283" y="83354"/>
                  </a:cubicBezTo>
                  <a:cubicBezTo>
                    <a:pt x="318915" y="88085"/>
                    <a:pt x="318151" y="104197"/>
                    <a:pt x="314314" y="109040"/>
                  </a:cubicBezTo>
                  <a:cubicBezTo>
                    <a:pt x="312731" y="111052"/>
                    <a:pt x="310812" y="110940"/>
                    <a:pt x="308763" y="110940"/>
                  </a:cubicBezTo>
                  <a:cubicBezTo>
                    <a:pt x="296190" y="110940"/>
                    <a:pt x="283692" y="110269"/>
                    <a:pt x="271361" y="107587"/>
                  </a:cubicBezTo>
                  <a:cubicBezTo>
                    <a:pt x="255510" y="104122"/>
                    <a:pt x="239044" y="103470"/>
                    <a:pt x="223602" y="98367"/>
                  </a:cubicBezTo>
                  <a:cubicBezTo>
                    <a:pt x="214643" y="95386"/>
                    <a:pt x="205497" y="94437"/>
                    <a:pt x="196482" y="92406"/>
                  </a:cubicBezTo>
                  <a:cubicBezTo>
                    <a:pt x="190521" y="91065"/>
                    <a:pt x="184468" y="88476"/>
                    <a:pt x="178675" y="85906"/>
                  </a:cubicBezTo>
                  <a:cubicBezTo>
                    <a:pt x="171895" y="82888"/>
                    <a:pt x="164630" y="82106"/>
                    <a:pt x="157366" y="81621"/>
                  </a:cubicBezTo>
                  <a:cubicBezTo>
                    <a:pt x="154013" y="81398"/>
                    <a:pt x="151480" y="80634"/>
                    <a:pt x="149077" y="77859"/>
                  </a:cubicBezTo>
                  <a:cubicBezTo>
                    <a:pt x="145966" y="74264"/>
                    <a:pt x="140769" y="75233"/>
                    <a:pt x="136597" y="73854"/>
                  </a:cubicBezTo>
                  <a:cubicBezTo>
                    <a:pt x="129351" y="71470"/>
                    <a:pt x="121435" y="71712"/>
                    <a:pt x="114413" y="68210"/>
                  </a:cubicBezTo>
                  <a:cubicBezTo>
                    <a:pt x="111358" y="66683"/>
                    <a:pt x="107800" y="67484"/>
                    <a:pt x="104541" y="67186"/>
                  </a:cubicBezTo>
                  <a:cubicBezTo>
                    <a:pt x="96624" y="66441"/>
                    <a:pt x="88727" y="65360"/>
                    <a:pt x="81164" y="63330"/>
                  </a:cubicBezTo>
                  <a:cubicBezTo>
                    <a:pt x="62295" y="58264"/>
                    <a:pt x="42663" y="57239"/>
                    <a:pt x="23906" y="51912"/>
                  </a:cubicBezTo>
                  <a:cubicBezTo>
                    <a:pt x="18150" y="50273"/>
                    <a:pt x="12562" y="47926"/>
                    <a:pt x="7160" y="45355"/>
                  </a:cubicBezTo>
                  <a:cubicBezTo>
                    <a:pt x="1479" y="42636"/>
                    <a:pt x="-1557" y="34850"/>
                    <a:pt x="809" y="28889"/>
                  </a:cubicBezTo>
                  <a:cubicBezTo>
                    <a:pt x="6061" y="15646"/>
                    <a:pt x="14350" y="6128"/>
                    <a:pt x="29531" y="3334"/>
                  </a:cubicBezTo>
                  <a:cubicBezTo>
                    <a:pt x="37801" y="1732"/>
                    <a:pt x="45904" y="-299"/>
                    <a:pt x="51063" y="37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49EB3A5F-1965-E07C-B6E8-ABB089311368}"/>
                </a:ext>
              </a:extLst>
            </p:cNvPr>
            <p:cNvSpPr/>
            <p:nvPr/>
          </p:nvSpPr>
          <p:spPr>
            <a:xfrm>
              <a:off x="2095393" y="5121417"/>
              <a:ext cx="4417" cy="19375"/>
            </a:xfrm>
            <a:custGeom>
              <a:avLst/>
              <a:gdLst>
                <a:gd name="csX0" fmla="*/ 0 w 4417"/>
                <a:gd name="csY0" fmla="*/ 15408 h 19375"/>
                <a:gd name="csX1" fmla="*/ 1565 w 4417"/>
                <a:gd name="csY1" fmla="*/ 2929 h 19375"/>
                <a:gd name="csX2" fmla="*/ 2142 w 4417"/>
                <a:gd name="csY2" fmla="*/ 79 h 19375"/>
                <a:gd name="csX3" fmla="*/ 4415 w 4417"/>
                <a:gd name="csY3" fmla="*/ 2500 h 19375"/>
                <a:gd name="csX4" fmla="*/ 3520 w 4417"/>
                <a:gd name="csY4" fmla="*/ 14235 h 19375"/>
                <a:gd name="csX5" fmla="*/ 1099 w 4417"/>
                <a:gd name="csY5" fmla="*/ 19376 h 19375"/>
                <a:gd name="csX6" fmla="*/ 0 w 4417"/>
                <a:gd name="csY6" fmla="*/ 15408 h 19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17" h="19375">
                  <a:moveTo>
                    <a:pt x="0" y="15408"/>
                  </a:moveTo>
                  <a:cubicBezTo>
                    <a:pt x="1267" y="11348"/>
                    <a:pt x="2570" y="7269"/>
                    <a:pt x="1565" y="2929"/>
                  </a:cubicBezTo>
                  <a:cubicBezTo>
                    <a:pt x="1304" y="1830"/>
                    <a:pt x="764" y="451"/>
                    <a:pt x="2142" y="79"/>
                  </a:cubicBezTo>
                  <a:cubicBezTo>
                    <a:pt x="3837" y="-368"/>
                    <a:pt x="4470" y="1178"/>
                    <a:pt x="4415" y="2500"/>
                  </a:cubicBezTo>
                  <a:cubicBezTo>
                    <a:pt x="4228" y="6412"/>
                    <a:pt x="3837" y="10323"/>
                    <a:pt x="3520" y="14235"/>
                  </a:cubicBezTo>
                  <a:cubicBezTo>
                    <a:pt x="3204" y="16154"/>
                    <a:pt x="2999" y="18146"/>
                    <a:pt x="1099" y="19376"/>
                  </a:cubicBezTo>
                  <a:cubicBezTo>
                    <a:pt x="-559" y="18333"/>
                    <a:pt x="317" y="16712"/>
                    <a:pt x="0" y="15408"/>
                  </a:cubicBezTo>
                  <a:close/>
                </a:path>
              </a:pathLst>
            </a:custGeom>
            <a:solidFill>
              <a:srgbClr val="53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2F74249D-FBD3-B735-D442-88B58429A2FC}"/>
                </a:ext>
              </a:extLst>
            </p:cNvPr>
            <p:cNvSpPr/>
            <p:nvPr/>
          </p:nvSpPr>
          <p:spPr>
            <a:xfrm>
              <a:off x="2236620" y="5241141"/>
              <a:ext cx="5259" cy="10692"/>
            </a:xfrm>
            <a:custGeom>
              <a:avLst/>
              <a:gdLst>
                <a:gd name="csX0" fmla="*/ 5234 w 5259"/>
                <a:gd name="csY0" fmla="*/ 9214 h 10692"/>
                <a:gd name="csX1" fmla="*/ 3949 w 5259"/>
                <a:gd name="csY1" fmla="*/ 10574 h 10692"/>
                <a:gd name="csX2" fmla="*/ 75 w 5259"/>
                <a:gd name="csY2" fmla="*/ 1856 h 10692"/>
                <a:gd name="csX3" fmla="*/ 1528 w 5259"/>
                <a:gd name="csY3" fmla="*/ 68 h 10692"/>
                <a:gd name="csX4" fmla="*/ 5234 w 5259"/>
                <a:gd name="csY4" fmla="*/ 9214 h 10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59" h="10692">
                  <a:moveTo>
                    <a:pt x="5234" y="9214"/>
                  </a:moveTo>
                  <a:cubicBezTo>
                    <a:pt x="5421" y="9866"/>
                    <a:pt x="4527" y="11077"/>
                    <a:pt x="3949" y="10574"/>
                  </a:cubicBezTo>
                  <a:cubicBezTo>
                    <a:pt x="1379" y="8357"/>
                    <a:pt x="1081" y="4893"/>
                    <a:pt x="75" y="1856"/>
                  </a:cubicBezTo>
                  <a:cubicBezTo>
                    <a:pt x="-242" y="925"/>
                    <a:pt x="485" y="-304"/>
                    <a:pt x="1528" y="68"/>
                  </a:cubicBezTo>
                  <a:cubicBezTo>
                    <a:pt x="5793" y="1596"/>
                    <a:pt x="3875" y="5843"/>
                    <a:pt x="5234" y="9214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90CC3BAE-9538-4CF1-5D46-9B0A55FAB175}"/>
                </a:ext>
              </a:extLst>
            </p:cNvPr>
            <p:cNvSpPr/>
            <p:nvPr/>
          </p:nvSpPr>
          <p:spPr>
            <a:xfrm>
              <a:off x="2168689" y="5229236"/>
              <a:ext cx="2526" cy="14711"/>
            </a:xfrm>
            <a:custGeom>
              <a:avLst/>
              <a:gdLst>
                <a:gd name="csX0" fmla="*/ 2272 w 2526"/>
                <a:gd name="csY0" fmla="*/ 14711 h 14711"/>
                <a:gd name="csX1" fmla="*/ 205 w 2526"/>
                <a:gd name="csY1" fmla="*/ 9160 h 14711"/>
                <a:gd name="csX2" fmla="*/ 0 w 2526"/>
                <a:gd name="csY2" fmla="*/ 2399 h 14711"/>
                <a:gd name="csX3" fmla="*/ 1211 w 2526"/>
                <a:gd name="csY3" fmla="*/ 71 h 14711"/>
                <a:gd name="csX4" fmla="*/ 2515 w 2526"/>
                <a:gd name="csY4" fmla="*/ 1822 h 14711"/>
                <a:gd name="csX5" fmla="*/ 2272 w 2526"/>
                <a:gd name="csY5" fmla="*/ 14711 h 14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26" h="14711">
                  <a:moveTo>
                    <a:pt x="2272" y="14711"/>
                  </a:moveTo>
                  <a:cubicBezTo>
                    <a:pt x="-1248" y="13947"/>
                    <a:pt x="484" y="11098"/>
                    <a:pt x="205" y="9160"/>
                  </a:cubicBezTo>
                  <a:cubicBezTo>
                    <a:pt x="-112" y="6944"/>
                    <a:pt x="56" y="4653"/>
                    <a:pt x="0" y="2399"/>
                  </a:cubicBezTo>
                  <a:cubicBezTo>
                    <a:pt x="168" y="1505"/>
                    <a:pt x="130" y="350"/>
                    <a:pt x="1211" y="71"/>
                  </a:cubicBezTo>
                  <a:cubicBezTo>
                    <a:pt x="2738" y="-320"/>
                    <a:pt x="2515" y="1002"/>
                    <a:pt x="2515" y="1822"/>
                  </a:cubicBezTo>
                  <a:cubicBezTo>
                    <a:pt x="2459" y="6124"/>
                    <a:pt x="2347" y="10408"/>
                    <a:pt x="2272" y="14711"/>
                  </a:cubicBezTo>
                  <a:close/>
                </a:path>
              </a:pathLst>
            </a:custGeom>
            <a:solidFill>
              <a:srgbClr val="5F873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2770102-E3BC-4E32-6297-DFD73D229954}"/>
                </a:ext>
              </a:extLst>
            </p:cNvPr>
            <p:cNvSpPr/>
            <p:nvPr/>
          </p:nvSpPr>
          <p:spPr>
            <a:xfrm>
              <a:off x="2094630" y="5208031"/>
              <a:ext cx="4283" cy="13304"/>
            </a:xfrm>
            <a:custGeom>
              <a:avLst/>
              <a:gdLst>
                <a:gd name="csX0" fmla="*/ 4283 w 4283"/>
                <a:gd name="csY0" fmla="*/ 5518 h 13304"/>
                <a:gd name="csX1" fmla="*/ 4283 w 4283"/>
                <a:gd name="csY1" fmla="*/ 13304 h 13304"/>
                <a:gd name="csX2" fmla="*/ 1918 w 4283"/>
                <a:gd name="csY2" fmla="*/ 8815 h 13304"/>
                <a:gd name="csX3" fmla="*/ 688 w 4283"/>
                <a:gd name="csY3" fmla="*/ 2929 h 13304"/>
                <a:gd name="csX4" fmla="*/ 819 w 4283"/>
                <a:gd name="csY4" fmla="*/ 154 h 13304"/>
                <a:gd name="csX5" fmla="*/ 3091 w 4283"/>
                <a:gd name="csY5" fmla="*/ 1849 h 13304"/>
                <a:gd name="csX6" fmla="*/ 4283 w 4283"/>
                <a:gd name="csY6" fmla="*/ 5518 h 13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283" h="13304">
                  <a:moveTo>
                    <a:pt x="4283" y="5518"/>
                  </a:moveTo>
                  <a:cubicBezTo>
                    <a:pt x="4283" y="7735"/>
                    <a:pt x="4283" y="9970"/>
                    <a:pt x="4283" y="13304"/>
                  </a:cubicBezTo>
                  <a:cubicBezTo>
                    <a:pt x="3147" y="11144"/>
                    <a:pt x="2532" y="9970"/>
                    <a:pt x="1918" y="8815"/>
                  </a:cubicBezTo>
                  <a:cubicBezTo>
                    <a:pt x="1936" y="6766"/>
                    <a:pt x="1601" y="4810"/>
                    <a:pt x="688" y="2929"/>
                  </a:cubicBezTo>
                  <a:cubicBezTo>
                    <a:pt x="241" y="2016"/>
                    <a:pt x="-671" y="806"/>
                    <a:pt x="819" y="154"/>
                  </a:cubicBezTo>
                  <a:cubicBezTo>
                    <a:pt x="2160" y="-424"/>
                    <a:pt x="2719" y="731"/>
                    <a:pt x="3091" y="1849"/>
                  </a:cubicBezTo>
                  <a:cubicBezTo>
                    <a:pt x="3482" y="3078"/>
                    <a:pt x="3874" y="4308"/>
                    <a:pt x="4283" y="5518"/>
                  </a:cubicBezTo>
                  <a:close/>
                </a:path>
              </a:pathLst>
            </a:custGeom>
            <a:solidFill>
              <a:srgbClr val="5273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BEAD81-F6DF-8C09-A1BD-E36F30909AB6}"/>
                </a:ext>
              </a:extLst>
            </p:cNvPr>
            <p:cNvSpPr/>
            <p:nvPr/>
          </p:nvSpPr>
          <p:spPr>
            <a:xfrm>
              <a:off x="2243446" y="5154914"/>
              <a:ext cx="4508" cy="13577"/>
            </a:xfrm>
            <a:custGeom>
              <a:avLst/>
              <a:gdLst>
                <a:gd name="csX0" fmla="*/ 1109 w 4508"/>
                <a:gd name="csY0" fmla="*/ 13577 h 13577"/>
                <a:gd name="csX1" fmla="*/ 848 w 4508"/>
                <a:gd name="csY1" fmla="*/ 7915 h 13577"/>
                <a:gd name="csX2" fmla="*/ 1500 w 4508"/>
                <a:gd name="csY2" fmla="*/ 2606 h 13577"/>
                <a:gd name="csX3" fmla="*/ 2077 w 4508"/>
                <a:gd name="csY3" fmla="*/ 36 h 13577"/>
                <a:gd name="csX4" fmla="*/ 4499 w 4508"/>
                <a:gd name="csY4" fmla="*/ 2364 h 13577"/>
                <a:gd name="csX5" fmla="*/ 1165 w 4508"/>
                <a:gd name="csY5" fmla="*/ 13522 h 13577"/>
                <a:gd name="csX6" fmla="*/ 1109 w 4508"/>
                <a:gd name="csY6" fmla="*/ 13577 h 13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08" h="13577">
                  <a:moveTo>
                    <a:pt x="1109" y="13577"/>
                  </a:moveTo>
                  <a:cubicBezTo>
                    <a:pt x="-1033" y="11771"/>
                    <a:pt x="531" y="9852"/>
                    <a:pt x="848" y="7915"/>
                  </a:cubicBezTo>
                  <a:cubicBezTo>
                    <a:pt x="1146" y="6145"/>
                    <a:pt x="2860" y="4413"/>
                    <a:pt x="1500" y="2606"/>
                  </a:cubicBezTo>
                  <a:cubicBezTo>
                    <a:pt x="494" y="1265"/>
                    <a:pt x="-139" y="353"/>
                    <a:pt x="2077" y="36"/>
                  </a:cubicBezTo>
                  <a:cubicBezTo>
                    <a:pt x="3716" y="-206"/>
                    <a:pt x="4443" y="800"/>
                    <a:pt x="4499" y="2364"/>
                  </a:cubicBezTo>
                  <a:cubicBezTo>
                    <a:pt x="4666" y="6462"/>
                    <a:pt x="2711" y="9927"/>
                    <a:pt x="1165" y="13522"/>
                  </a:cubicBezTo>
                  <a:cubicBezTo>
                    <a:pt x="1146" y="13522"/>
                    <a:pt x="1109" y="13577"/>
                    <a:pt x="1109" y="13577"/>
                  </a:cubicBezTo>
                  <a:close/>
                </a:path>
              </a:pathLst>
            </a:custGeom>
            <a:solidFill>
              <a:srgbClr val="54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10A25A58-C882-D1BE-603A-64D92DC469B9}"/>
                </a:ext>
              </a:extLst>
            </p:cNvPr>
            <p:cNvSpPr/>
            <p:nvPr/>
          </p:nvSpPr>
          <p:spPr>
            <a:xfrm>
              <a:off x="2169896" y="5132542"/>
              <a:ext cx="2855" cy="13187"/>
            </a:xfrm>
            <a:custGeom>
              <a:avLst/>
              <a:gdLst>
                <a:gd name="csX0" fmla="*/ 96 w 2855"/>
                <a:gd name="csY0" fmla="*/ 13188 h 13187"/>
                <a:gd name="csX1" fmla="*/ 1698 w 2855"/>
                <a:gd name="csY1" fmla="*/ 0 h 13187"/>
                <a:gd name="csX2" fmla="*/ 78 w 2855"/>
                <a:gd name="csY2" fmla="*/ 13150 h 13187"/>
                <a:gd name="csX3" fmla="*/ 96 w 2855"/>
                <a:gd name="csY3" fmla="*/ 13188 h 1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5" h="13187">
                  <a:moveTo>
                    <a:pt x="96" y="13188"/>
                  </a:moveTo>
                  <a:cubicBezTo>
                    <a:pt x="-314" y="8717"/>
                    <a:pt x="655" y="4433"/>
                    <a:pt x="1698" y="0"/>
                  </a:cubicBezTo>
                  <a:cubicBezTo>
                    <a:pt x="3766" y="2868"/>
                    <a:pt x="2965" y="8773"/>
                    <a:pt x="78" y="13150"/>
                  </a:cubicBezTo>
                  <a:cubicBezTo>
                    <a:pt x="78" y="13150"/>
                    <a:pt x="96" y="13188"/>
                    <a:pt x="96" y="13188"/>
                  </a:cubicBezTo>
                  <a:close/>
                </a:path>
              </a:pathLst>
            </a:custGeom>
            <a:solidFill>
              <a:srgbClr val="4763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CB5D4A5-B7B4-C554-E329-5E964D3097B9}"/>
                </a:ext>
              </a:extLst>
            </p:cNvPr>
            <p:cNvSpPr/>
            <p:nvPr/>
          </p:nvSpPr>
          <p:spPr>
            <a:xfrm>
              <a:off x="2004465" y="4840612"/>
              <a:ext cx="112301" cy="139911"/>
            </a:xfrm>
            <a:custGeom>
              <a:avLst/>
              <a:gdLst>
                <a:gd name="csX0" fmla="*/ 5263 w 112301"/>
                <a:gd name="csY0" fmla="*/ 135746 h 139911"/>
                <a:gd name="csX1" fmla="*/ 346 w 112301"/>
                <a:gd name="csY1" fmla="*/ 122502 h 139911"/>
                <a:gd name="csX2" fmla="*/ 14204 w 112301"/>
                <a:gd name="csY2" fmla="*/ 85882 h 139911"/>
                <a:gd name="csX3" fmla="*/ 57194 w 112301"/>
                <a:gd name="csY3" fmla="*/ 29891 h 139911"/>
                <a:gd name="csX4" fmla="*/ 88003 w 112301"/>
                <a:gd name="csY4" fmla="*/ 4596 h 139911"/>
                <a:gd name="csX5" fmla="*/ 102215 w 112301"/>
                <a:gd name="csY5" fmla="*/ 32 h 139911"/>
                <a:gd name="csX6" fmla="*/ 112031 w 112301"/>
                <a:gd name="csY6" fmla="*/ 12922 h 139911"/>
                <a:gd name="csX7" fmla="*/ 106518 w 112301"/>
                <a:gd name="csY7" fmla="*/ 25755 h 139911"/>
                <a:gd name="csX8" fmla="*/ 85339 w 112301"/>
                <a:gd name="csY8" fmla="*/ 50417 h 139911"/>
                <a:gd name="csX9" fmla="*/ 48310 w 112301"/>
                <a:gd name="csY9" fmla="*/ 99070 h 139911"/>
                <a:gd name="csX10" fmla="*/ 24710 w 112301"/>
                <a:gd name="csY10" fmla="*/ 132374 h 139911"/>
                <a:gd name="csX11" fmla="*/ 16085 w 112301"/>
                <a:gd name="csY11" fmla="*/ 138633 h 139911"/>
                <a:gd name="csX12" fmla="*/ 8299 w 112301"/>
                <a:gd name="csY12" fmla="*/ 136603 h 139911"/>
                <a:gd name="csX13" fmla="*/ 9790 w 112301"/>
                <a:gd name="csY13" fmla="*/ 129934 h 139911"/>
                <a:gd name="csX14" fmla="*/ 19345 w 112301"/>
                <a:gd name="csY14" fmla="*/ 112779 h 139911"/>
                <a:gd name="csX15" fmla="*/ 21971 w 112301"/>
                <a:gd name="csY15" fmla="*/ 117715 h 139911"/>
                <a:gd name="csX16" fmla="*/ 35979 w 112301"/>
                <a:gd name="csY16" fmla="*/ 98437 h 139911"/>
                <a:gd name="csX17" fmla="*/ 63975 w 112301"/>
                <a:gd name="csY17" fmla="*/ 59190 h 139911"/>
                <a:gd name="csX18" fmla="*/ 91486 w 112301"/>
                <a:gd name="csY18" fmla="*/ 27152 h 139911"/>
                <a:gd name="csX19" fmla="*/ 91952 w 112301"/>
                <a:gd name="csY19" fmla="*/ 18379 h 139911"/>
                <a:gd name="csX20" fmla="*/ 100818 w 112301"/>
                <a:gd name="csY20" fmla="*/ 10649 h 139911"/>
                <a:gd name="csX21" fmla="*/ 83290 w 112301"/>
                <a:gd name="csY21" fmla="*/ 23762 h 139911"/>
                <a:gd name="csX22" fmla="*/ 39611 w 112301"/>
                <a:gd name="csY22" fmla="*/ 77444 h 139911"/>
                <a:gd name="csX23" fmla="*/ 8542 w 112301"/>
                <a:gd name="csY23" fmla="*/ 132300 h 139911"/>
                <a:gd name="csX24" fmla="*/ 5263 w 112301"/>
                <a:gd name="csY24" fmla="*/ 135746 h 13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2301" h="139911">
                  <a:moveTo>
                    <a:pt x="5263" y="135746"/>
                  </a:moveTo>
                  <a:cubicBezTo>
                    <a:pt x="-1051" y="133101"/>
                    <a:pt x="-138" y="127271"/>
                    <a:pt x="346" y="122502"/>
                  </a:cubicBezTo>
                  <a:cubicBezTo>
                    <a:pt x="1668" y="109147"/>
                    <a:pt x="7648" y="97263"/>
                    <a:pt x="14204" y="85882"/>
                  </a:cubicBezTo>
                  <a:cubicBezTo>
                    <a:pt x="26051" y="65374"/>
                    <a:pt x="39350" y="45816"/>
                    <a:pt x="57194" y="29891"/>
                  </a:cubicBezTo>
                  <a:cubicBezTo>
                    <a:pt x="67104" y="21043"/>
                    <a:pt x="76771" y="11860"/>
                    <a:pt x="88003" y="4596"/>
                  </a:cubicBezTo>
                  <a:cubicBezTo>
                    <a:pt x="92343" y="1783"/>
                    <a:pt x="96888" y="-285"/>
                    <a:pt x="102215" y="32"/>
                  </a:cubicBezTo>
                  <a:cubicBezTo>
                    <a:pt x="109033" y="442"/>
                    <a:pt x="113466" y="6235"/>
                    <a:pt x="112031" y="12922"/>
                  </a:cubicBezTo>
                  <a:cubicBezTo>
                    <a:pt x="111026" y="17560"/>
                    <a:pt x="109014" y="21732"/>
                    <a:pt x="106518" y="25755"/>
                  </a:cubicBezTo>
                  <a:cubicBezTo>
                    <a:pt x="100725" y="35106"/>
                    <a:pt x="92269" y="42110"/>
                    <a:pt x="85339" y="50417"/>
                  </a:cubicBezTo>
                  <a:cubicBezTo>
                    <a:pt x="72282" y="66064"/>
                    <a:pt x="58051" y="80946"/>
                    <a:pt x="48310" y="99070"/>
                  </a:cubicBezTo>
                  <a:cubicBezTo>
                    <a:pt x="41790" y="111196"/>
                    <a:pt x="34470" y="122614"/>
                    <a:pt x="24710" y="132374"/>
                  </a:cubicBezTo>
                  <a:cubicBezTo>
                    <a:pt x="22139" y="134945"/>
                    <a:pt x="19122" y="136752"/>
                    <a:pt x="16085" y="138633"/>
                  </a:cubicBezTo>
                  <a:cubicBezTo>
                    <a:pt x="12677" y="140738"/>
                    <a:pt x="10088" y="140365"/>
                    <a:pt x="8299" y="136603"/>
                  </a:cubicBezTo>
                  <a:cubicBezTo>
                    <a:pt x="6772" y="133939"/>
                    <a:pt x="8914" y="131983"/>
                    <a:pt x="9790" y="129934"/>
                  </a:cubicBezTo>
                  <a:cubicBezTo>
                    <a:pt x="12360" y="123899"/>
                    <a:pt x="14651" y="117659"/>
                    <a:pt x="19345" y="112779"/>
                  </a:cubicBezTo>
                  <a:cubicBezTo>
                    <a:pt x="21450" y="113673"/>
                    <a:pt x="20314" y="116281"/>
                    <a:pt x="21971" y="117715"/>
                  </a:cubicBezTo>
                  <a:cubicBezTo>
                    <a:pt x="28193" y="112388"/>
                    <a:pt x="32645" y="105720"/>
                    <a:pt x="35979" y="98437"/>
                  </a:cubicBezTo>
                  <a:cubicBezTo>
                    <a:pt x="42815" y="83517"/>
                    <a:pt x="53357" y="71447"/>
                    <a:pt x="63975" y="59190"/>
                  </a:cubicBezTo>
                  <a:cubicBezTo>
                    <a:pt x="73195" y="48573"/>
                    <a:pt x="81707" y="37341"/>
                    <a:pt x="91486" y="27152"/>
                  </a:cubicBezTo>
                  <a:cubicBezTo>
                    <a:pt x="93777" y="24768"/>
                    <a:pt x="96888" y="21546"/>
                    <a:pt x="91952" y="18379"/>
                  </a:cubicBezTo>
                  <a:cubicBezTo>
                    <a:pt x="93051" y="13965"/>
                    <a:pt x="97242" y="13164"/>
                    <a:pt x="100818" y="10649"/>
                  </a:cubicBezTo>
                  <a:cubicBezTo>
                    <a:pt x="93759" y="14077"/>
                    <a:pt x="88487" y="18938"/>
                    <a:pt x="83290" y="23762"/>
                  </a:cubicBezTo>
                  <a:cubicBezTo>
                    <a:pt x="66228" y="39595"/>
                    <a:pt x="52445" y="58147"/>
                    <a:pt x="39611" y="77444"/>
                  </a:cubicBezTo>
                  <a:cubicBezTo>
                    <a:pt x="27951" y="94991"/>
                    <a:pt x="17129" y="113021"/>
                    <a:pt x="8542" y="132300"/>
                  </a:cubicBezTo>
                  <a:cubicBezTo>
                    <a:pt x="7871" y="133771"/>
                    <a:pt x="7368" y="135578"/>
                    <a:pt x="5263" y="135746"/>
                  </a:cubicBezTo>
                  <a:close/>
                </a:path>
              </a:pathLst>
            </a:custGeom>
            <a:solidFill>
              <a:srgbClr val="9A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01CA559B-4D87-9438-741D-684F9D6E5502}"/>
                </a:ext>
              </a:extLst>
            </p:cNvPr>
            <p:cNvSpPr/>
            <p:nvPr/>
          </p:nvSpPr>
          <p:spPr>
            <a:xfrm>
              <a:off x="2008414" y="4848746"/>
              <a:ext cx="101396" cy="134465"/>
            </a:xfrm>
            <a:custGeom>
              <a:avLst/>
              <a:gdLst>
                <a:gd name="csX0" fmla="*/ 1315 w 101396"/>
                <a:gd name="csY0" fmla="*/ 127611 h 134465"/>
                <a:gd name="csX1" fmla="*/ 29404 w 101396"/>
                <a:gd name="csY1" fmla="*/ 76276 h 134465"/>
                <a:gd name="csX2" fmla="*/ 85601 w 101396"/>
                <a:gd name="csY2" fmla="*/ 8475 h 134465"/>
                <a:gd name="csX3" fmla="*/ 101396 w 101396"/>
                <a:gd name="csY3" fmla="*/ 0 h 134465"/>
                <a:gd name="csX4" fmla="*/ 88115 w 101396"/>
                <a:gd name="csY4" fmla="*/ 9984 h 134465"/>
                <a:gd name="csX5" fmla="*/ 79510 w 101396"/>
                <a:gd name="csY5" fmla="*/ 18627 h 134465"/>
                <a:gd name="csX6" fmla="*/ 30987 w 101396"/>
                <a:gd name="csY6" fmla="*/ 80579 h 134465"/>
                <a:gd name="csX7" fmla="*/ 15676 w 101396"/>
                <a:gd name="csY7" fmla="*/ 104738 h 134465"/>
                <a:gd name="csX8" fmla="*/ 4333 w 101396"/>
                <a:gd name="csY8" fmla="*/ 128431 h 134465"/>
                <a:gd name="csX9" fmla="*/ 458 w 101396"/>
                <a:gd name="csY9" fmla="*/ 134466 h 134465"/>
                <a:gd name="csX10" fmla="*/ 1315 w 101396"/>
                <a:gd name="csY10" fmla="*/ 127611 h 13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396" h="134465">
                  <a:moveTo>
                    <a:pt x="1315" y="127611"/>
                  </a:moveTo>
                  <a:cubicBezTo>
                    <a:pt x="9921" y="110102"/>
                    <a:pt x="18675" y="92649"/>
                    <a:pt x="29404" y="76276"/>
                  </a:cubicBezTo>
                  <a:cubicBezTo>
                    <a:pt x="45591" y="51577"/>
                    <a:pt x="62522" y="27456"/>
                    <a:pt x="85601" y="8475"/>
                  </a:cubicBezTo>
                  <a:cubicBezTo>
                    <a:pt x="89848" y="4992"/>
                    <a:pt x="94132" y="1378"/>
                    <a:pt x="101396" y="0"/>
                  </a:cubicBezTo>
                  <a:cubicBezTo>
                    <a:pt x="97205" y="5327"/>
                    <a:pt x="91356" y="6016"/>
                    <a:pt x="88115" y="9984"/>
                  </a:cubicBezTo>
                  <a:cubicBezTo>
                    <a:pt x="86607" y="14212"/>
                    <a:pt x="82378" y="15740"/>
                    <a:pt x="79510" y="18627"/>
                  </a:cubicBezTo>
                  <a:cubicBezTo>
                    <a:pt x="60902" y="37402"/>
                    <a:pt x="45106" y="58283"/>
                    <a:pt x="30987" y="80579"/>
                  </a:cubicBezTo>
                  <a:cubicBezTo>
                    <a:pt x="25884" y="88644"/>
                    <a:pt x="22047" y="97492"/>
                    <a:pt x="15676" y="104738"/>
                  </a:cubicBezTo>
                  <a:cubicBezTo>
                    <a:pt x="11224" y="112319"/>
                    <a:pt x="7406" y="120198"/>
                    <a:pt x="4333" y="128431"/>
                  </a:cubicBezTo>
                  <a:cubicBezTo>
                    <a:pt x="3066" y="130405"/>
                    <a:pt x="1799" y="132380"/>
                    <a:pt x="458" y="134466"/>
                  </a:cubicBezTo>
                  <a:cubicBezTo>
                    <a:pt x="-753" y="131858"/>
                    <a:pt x="756" y="129809"/>
                    <a:pt x="1315" y="127611"/>
                  </a:cubicBezTo>
                  <a:close/>
                </a:path>
              </a:pathLst>
            </a:custGeom>
            <a:solidFill>
              <a:srgbClr val="52682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42CC3BD-E184-D626-B6B4-06C048DBE286}"/>
                </a:ext>
              </a:extLst>
            </p:cNvPr>
            <p:cNvSpPr/>
            <p:nvPr/>
          </p:nvSpPr>
          <p:spPr>
            <a:xfrm>
              <a:off x="2077389" y="4914495"/>
              <a:ext cx="12471" cy="8422"/>
            </a:xfrm>
            <a:custGeom>
              <a:avLst/>
              <a:gdLst>
                <a:gd name="csX0" fmla="*/ 12471 w 12471"/>
                <a:gd name="csY0" fmla="*/ 8422 h 8422"/>
                <a:gd name="csX1" fmla="*/ 1556 w 12471"/>
                <a:gd name="csY1" fmla="*/ 3244 h 8422"/>
                <a:gd name="csX2" fmla="*/ 234 w 12471"/>
                <a:gd name="csY2" fmla="*/ 618 h 8422"/>
                <a:gd name="csX3" fmla="*/ 2692 w 12471"/>
                <a:gd name="csY3" fmla="*/ 469 h 8422"/>
                <a:gd name="csX4" fmla="*/ 12471 w 12471"/>
                <a:gd name="csY4" fmla="*/ 8422 h 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71" h="8422">
                  <a:moveTo>
                    <a:pt x="12471" y="8422"/>
                  </a:moveTo>
                  <a:cubicBezTo>
                    <a:pt x="8839" y="6709"/>
                    <a:pt x="5188" y="4976"/>
                    <a:pt x="1556" y="3244"/>
                  </a:cubicBezTo>
                  <a:cubicBezTo>
                    <a:pt x="439" y="2723"/>
                    <a:pt x="-437" y="1866"/>
                    <a:pt x="234" y="618"/>
                  </a:cubicBezTo>
                  <a:cubicBezTo>
                    <a:pt x="792" y="-463"/>
                    <a:pt x="1817" y="133"/>
                    <a:pt x="2692" y="469"/>
                  </a:cubicBezTo>
                  <a:cubicBezTo>
                    <a:pt x="6679" y="2015"/>
                    <a:pt x="10404" y="3896"/>
                    <a:pt x="12471" y="8422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F52AB535-97C7-F084-1101-5643555A0DB7}"/>
                </a:ext>
              </a:extLst>
            </p:cNvPr>
            <p:cNvSpPr/>
            <p:nvPr/>
          </p:nvSpPr>
          <p:spPr>
            <a:xfrm>
              <a:off x="2054058" y="4957165"/>
              <a:ext cx="13897" cy="5104"/>
            </a:xfrm>
            <a:custGeom>
              <a:avLst/>
              <a:gdLst>
                <a:gd name="csX0" fmla="*/ 10787 w 13897"/>
                <a:gd name="csY0" fmla="*/ 4533 h 5104"/>
                <a:gd name="csX1" fmla="*/ 2069 w 13897"/>
                <a:gd name="csY1" fmla="*/ 3192 h 5104"/>
                <a:gd name="csX2" fmla="*/ 20 w 13897"/>
                <a:gd name="csY2" fmla="*/ 1106 h 5104"/>
                <a:gd name="csX3" fmla="*/ 2274 w 13897"/>
                <a:gd name="csY3" fmla="*/ 7 h 5104"/>
                <a:gd name="csX4" fmla="*/ 13897 w 13897"/>
                <a:gd name="csY4" fmla="*/ 3378 h 5104"/>
                <a:gd name="csX5" fmla="*/ 10787 w 13897"/>
                <a:gd name="csY5" fmla="*/ 4533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897" h="5104">
                  <a:moveTo>
                    <a:pt x="10787" y="4533"/>
                  </a:moveTo>
                  <a:cubicBezTo>
                    <a:pt x="7974" y="3415"/>
                    <a:pt x="5106" y="2987"/>
                    <a:pt x="2069" y="3192"/>
                  </a:cubicBezTo>
                  <a:cubicBezTo>
                    <a:pt x="952" y="3266"/>
                    <a:pt x="-166" y="2447"/>
                    <a:pt x="20" y="1106"/>
                  </a:cubicBezTo>
                  <a:cubicBezTo>
                    <a:pt x="169" y="-68"/>
                    <a:pt x="1417" y="-12"/>
                    <a:pt x="2274" y="7"/>
                  </a:cubicBezTo>
                  <a:cubicBezTo>
                    <a:pt x="6428" y="100"/>
                    <a:pt x="10321" y="1199"/>
                    <a:pt x="13897" y="3378"/>
                  </a:cubicBezTo>
                  <a:cubicBezTo>
                    <a:pt x="13823" y="6358"/>
                    <a:pt x="11979" y="4589"/>
                    <a:pt x="10787" y="4533"/>
                  </a:cubicBezTo>
                  <a:close/>
                </a:path>
              </a:pathLst>
            </a:custGeom>
            <a:solidFill>
              <a:srgbClr val="4864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627B222-F70B-0974-D843-7BD96A8FC8CD}"/>
                </a:ext>
              </a:extLst>
            </p:cNvPr>
            <p:cNvSpPr/>
            <p:nvPr/>
          </p:nvSpPr>
          <p:spPr>
            <a:xfrm>
              <a:off x="2064845" y="4960525"/>
              <a:ext cx="6095" cy="4070"/>
            </a:xfrm>
            <a:custGeom>
              <a:avLst/>
              <a:gdLst>
                <a:gd name="csX0" fmla="*/ 0 w 6095"/>
                <a:gd name="csY0" fmla="*/ 1173 h 4070"/>
                <a:gd name="csX1" fmla="*/ 3092 w 6095"/>
                <a:gd name="csY1" fmla="*/ 0 h 4070"/>
                <a:gd name="csX2" fmla="*/ 5756 w 6095"/>
                <a:gd name="csY2" fmla="*/ 3204 h 4070"/>
                <a:gd name="csX3" fmla="*/ 0 w 6095"/>
                <a:gd name="csY3" fmla="*/ 1173 h 4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5" h="4070">
                  <a:moveTo>
                    <a:pt x="0" y="1173"/>
                  </a:moveTo>
                  <a:cubicBezTo>
                    <a:pt x="1099" y="969"/>
                    <a:pt x="2515" y="1602"/>
                    <a:pt x="3092" y="0"/>
                  </a:cubicBezTo>
                  <a:cubicBezTo>
                    <a:pt x="4675" y="577"/>
                    <a:pt x="6966" y="1956"/>
                    <a:pt x="5756" y="3204"/>
                  </a:cubicBezTo>
                  <a:cubicBezTo>
                    <a:pt x="3297" y="5756"/>
                    <a:pt x="1956" y="1937"/>
                    <a:pt x="0" y="1173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A4113115-B0CC-A757-174F-F5316C38049A}"/>
                </a:ext>
              </a:extLst>
            </p:cNvPr>
            <p:cNvSpPr/>
            <p:nvPr/>
          </p:nvSpPr>
          <p:spPr>
            <a:xfrm>
              <a:off x="1610597" y="5419422"/>
              <a:ext cx="30715" cy="17844"/>
            </a:xfrm>
            <a:custGeom>
              <a:avLst/>
              <a:gdLst>
                <a:gd name="csX0" fmla="*/ 2142 w 30715"/>
                <a:gd name="csY0" fmla="*/ 26 h 17844"/>
                <a:gd name="csX1" fmla="*/ 3316 w 30715"/>
                <a:gd name="csY1" fmla="*/ 994 h 17844"/>
                <a:gd name="csX2" fmla="*/ 16876 w 30715"/>
                <a:gd name="csY2" fmla="*/ 11127 h 17844"/>
                <a:gd name="csX3" fmla="*/ 30715 w 30715"/>
                <a:gd name="csY3" fmla="*/ 17554 h 17844"/>
                <a:gd name="csX4" fmla="*/ 16857 w 30715"/>
                <a:gd name="csY4" fmla="*/ 14610 h 17844"/>
                <a:gd name="csX5" fmla="*/ 7842 w 30715"/>
                <a:gd name="csY5" fmla="*/ 9972 h 17844"/>
                <a:gd name="csX6" fmla="*/ 0 w 30715"/>
                <a:gd name="csY6" fmla="*/ 1907 h 17844"/>
                <a:gd name="csX7" fmla="*/ 2142 w 30715"/>
                <a:gd name="csY7" fmla="*/ 26 h 17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715" h="17844">
                  <a:moveTo>
                    <a:pt x="2142" y="26"/>
                  </a:moveTo>
                  <a:cubicBezTo>
                    <a:pt x="2533" y="343"/>
                    <a:pt x="2924" y="678"/>
                    <a:pt x="3316" y="994"/>
                  </a:cubicBezTo>
                  <a:cubicBezTo>
                    <a:pt x="6668" y="5931"/>
                    <a:pt x="11437" y="8985"/>
                    <a:pt x="16876" y="11127"/>
                  </a:cubicBezTo>
                  <a:cubicBezTo>
                    <a:pt x="20862" y="14350"/>
                    <a:pt x="26245" y="14536"/>
                    <a:pt x="30715" y="17554"/>
                  </a:cubicBezTo>
                  <a:cubicBezTo>
                    <a:pt x="25407" y="18820"/>
                    <a:pt x="21365" y="15598"/>
                    <a:pt x="16857" y="14610"/>
                  </a:cubicBezTo>
                  <a:cubicBezTo>
                    <a:pt x="13858" y="13064"/>
                    <a:pt x="10841" y="11519"/>
                    <a:pt x="7842" y="9972"/>
                  </a:cubicBezTo>
                  <a:cubicBezTo>
                    <a:pt x="3334" y="9134"/>
                    <a:pt x="1695" y="5502"/>
                    <a:pt x="0" y="1907"/>
                  </a:cubicBezTo>
                  <a:cubicBezTo>
                    <a:pt x="19" y="510"/>
                    <a:pt x="726" y="-142"/>
                    <a:pt x="2142" y="26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A4667B0D-9026-D9C7-B31B-321940E5A1F0}"/>
                </a:ext>
              </a:extLst>
            </p:cNvPr>
            <p:cNvSpPr/>
            <p:nvPr/>
          </p:nvSpPr>
          <p:spPr>
            <a:xfrm>
              <a:off x="1712646" y="5300275"/>
              <a:ext cx="28859" cy="18986"/>
            </a:xfrm>
            <a:custGeom>
              <a:avLst/>
              <a:gdLst>
                <a:gd name="csX0" fmla="*/ 5203 w 28859"/>
                <a:gd name="csY0" fmla="*/ 11753 h 18986"/>
                <a:gd name="csX1" fmla="*/ 435 w 28859"/>
                <a:gd name="csY1" fmla="*/ 0 h 18986"/>
                <a:gd name="csX2" fmla="*/ 6302 w 28859"/>
                <a:gd name="csY2" fmla="*/ 8270 h 18986"/>
                <a:gd name="csX3" fmla="*/ 28859 w 28859"/>
                <a:gd name="csY3" fmla="*/ 18925 h 18986"/>
                <a:gd name="csX4" fmla="*/ 5203 w 28859"/>
                <a:gd name="csY4" fmla="*/ 11753 h 1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859" h="18986">
                  <a:moveTo>
                    <a:pt x="5203" y="11753"/>
                  </a:moveTo>
                  <a:cubicBezTo>
                    <a:pt x="3173" y="8363"/>
                    <a:pt x="-1428" y="6128"/>
                    <a:pt x="435" y="0"/>
                  </a:cubicBezTo>
                  <a:cubicBezTo>
                    <a:pt x="2223" y="3539"/>
                    <a:pt x="3210" y="6761"/>
                    <a:pt x="6302" y="8270"/>
                  </a:cubicBezTo>
                  <a:cubicBezTo>
                    <a:pt x="12039" y="14901"/>
                    <a:pt x="20663" y="15628"/>
                    <a:pt x="28859" y="18925"/>
                  </a:cubicBezTo>
                  <a:cubicBezTo>
                    <a:pt x="19490" y="19484"/>
                    <a:pt x="12188" y="16168"/>
                    <a:pt x="5203" y="11753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03CD64AA-6627-B22B-9972-8F76A8FF47B6}"/>
                </a:ext>
              </a:extLst>
            </p:cNvPr>
            <p:cNvSpPr/>
            <p:nvPr/>
          </p:nvSpPr>
          <p:spPr>
            <a:xfrm>
              <a:off x="1664204" y="5359116"/>
              <a:ext cx="24438" cy="17322"/>
            </a:xfrm>
            <a:custGeom>
              <a:avLst/>
              <a:gdLst>
                <a:gd name="csX0" fmla="*/ 20881 w 24438"/>
                <a:gd name="csY0" fmla="*/ 17323 h 17322"/>
                <a:gd name="csX1" fmla="*/ 0 w 24438"/>
                <a:gd name="csY1" fmla="*/ 0 h 17322"/>
                <a:gd name="csX2" fmla="*/ 23023 w 24438"/>
                <a:gd name="csY2" fmla="*/ 15050 h 17322"/>
                <a:gd name="csX3" fmla="*/ 24438 w 24438"/>
                <a:gd name="csY3" fmla="*/ 16987 h 17322"/>
                <a:gd name="csX4" fmla="*/ 20881 w 24438"/>
                <a:gd name="csY4" fmla="*/ 17323 h 17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38" h="17322">
                  <a:moveTo>
                    <a:pt x="20881" y="17323"/>
                  </a:moveTo>
                  <a:cubicBezTo>
                    <a:pt x="11586" y="14324"/>
                    <a:pt x="3073" y="10394"/>
                    <a:pt x="0" y="0"/>
                  </a:cubicBezTo>
                  <a:cubicBezTo>
                    <a:pt x="5104" y="8959"/>
                    <a:pt x="13672" y="12592"/>
                    <a:pt x="23023" y="15050"/>
                  </a:cubicBezTo>
                  <a:cubicBezTo>
                    <a:pt x="23488" y="15702"/>
                    <a:pt x="23973" y="16335"/>
                    <a:pt x="24438" y="16987"/>
                  </a:cubicBezTo>
                  <a:cubicBezTo>
                    <a:pt x="23246" y="17099"/>
                    <a:pt x="22073" y="17211"/>
                    <a:pt x="20881" y="17323"/>
                  </a:cubicBezTo>
                  <a:close/>
                </a:path>
              </a:pathLst>
            </a:custGeom>
            <a:solidFill>
              <a:srgbClr val="57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88112019-7EB6-BCF0-1353-03045EAC0E59}"/>
                </a:ext>
              </a:extLst>
            </p:cNvPr>
            <p:cNvSpPr/>
            <p:nvPr/>
          </p:nvSpPr>
          <p:spPr>
            <a:xfrm>
              <a:off x="1824530" y="5137454"/>
              <a:ext cx="60381" cy="122910"/>
            </a:xfrm>
            <a:custGeom>
              <a:avLst/>
              <a:gdLst>
                <a:gd name="csX0" fmla="*/ 34546 w 60381"/>
                <a:gd name="csY0" fmla="*/ 6264 h 122910"/>
                <a:gd name="csX1" fmla="*/ 41587 w 60381"/>
                <a:gd name="csY1" fmla="*/ 24 h 122910"/>
                <a:gd name="csX2" fmla="*/ 60065 w 60381"/>
                <a:gd name="csY2" fmla="*/ 19247 h 122910"/>
                <a:gd name="csX3" fmla="*/ 60307 w 60381"/>
                <a:gd name="csY3" fmla="*/ 33887 h 122910"/>
                <a:gd name="csX4" fmla="*/ 37806 w 60381"/>
                <a:gd name="csY4" fmla="*/ 106662 h 122910"/>
                <a:gd name="csX5" fmla="*/ 26630 w 60381"/>
                <a:gd name="csY5" fmla="*/ 119067 h 122910"/>
                <a:gd name="csX6" fmla="*/ 2546 w 60381"/>
                <a:gd name="csY6" fmla="*/ 111020 h 122910"/>
                <a:gd name="csX7" fmla="*/ 3533 w 60381"/>
                <a:gd name="csY7" fmla="*/ 80025 h 122910"/>
                <a:gd name="csX8" fmla="*/ 18844 w 60381"/>
                <a:gd name="csY8" fmla="*/ 28541 h 122910"/>
                <a:gd name="csX9" fmla="*/ 25978 w 60381"/>
                <a:gd name="csY9" fmla="*/ 10846 h 122910"/>
                <a:gd name="csX10" fmla="*/ 31194 w 60381"/>
                <a:gd name="csY10" fmla="*/ 7158 h 122910"/>
                <a:gd name="csX11" fmla="*/ 40395 w 60381"/>
                <a:gd name="csY11" fmla="*/ 14367 h 122910"/>
                <a:gd name="csX12" fmla="*/ 43338 w 60381"/>
                <a:gd name="csY12" fmla="*/ 39792 h 122910"/>
                <a:gd name="csX13" fmla="*/ 18751 w 60381"/>
                <a:gd name="csY13" fmla="*/ 100701 h 122910"/>
                <a:gd name="csX14" fmla="*/ 43375 w 60381"/>
                <a:gd name="csY14" fmla="*/ 40165 h 122910"/>
                <a:gd name="csX15" fmla="*/ 42202 w 60381"/>
                <a:gd name="csY15" fmla="*/ 18315 h 122910"/>
                <a:gd name="csX16" fmla="*/ 34546 w 60381"/>
                <a:gd name="csY16" fmla="*/ 6264 h 12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381" h="122910">
                  <a:moveTo>
                    <a:pt x="34546" y="6264"/>
                  </a:moveTo>
                  <a:cubicBezTo>
                    <a:pt x="33950" y="2222"/>
                    <a:pt x="36763" y="-274"/>
                    <a:pt x="41587" y="24"/>
                  </a:cubicBezTo>
                  <a:cubicBezTo>
                    <a:pt x="52018" y="657"/>
                    <a:pt x="61369" y="9151"/>
                    <a:pt x="60065" y="19247"/>
                  </a:cubicBezTo>
                  <a:cubicBezTo>
                    <a:pt x="59394" y="24481"/>
                    <a:pt x="60698" y="29212"/>
                    <a:pt x="60307" y="33887"/>
                  </a:cubicBezTo>
                  <a:cubicBezTo>
                    <a:pt x="58202" y="59704"/>
                    <a:pt x="54887" y="85278"/>
                    <a:pt x="37806" y="106662"/>
                  </a:cubicBezTo>
                  <a:cubicBezTo>
                    <a:pt x="34286" y="111058"/>
                    <a:pt x="31287" y="115826"/>
                    <a:pt x="26630" y="119067"/>
                  </a:cubicBezTo>
                  <a:cubicBezTo>
                    <a:pt x="16050" y="126462"/>
                    <a:pt x="7333" y="122867"/>
                    <a:pt x="2546" y="111020"/>
                  </a:cubicBezTo>
                  <a:cubicBezTo>
                    <a:pt x="-1850" y="100142"/>
                    <a:pt x="87" y="90550"/>
                    <a:pt x="3533" y="80025"/>
                  </a:cubicBezTo>
                  <a:cubicBezTo>
                    <a:pt x="9121" y="63038"/>
                    <a:pt x="15026" y="46088"/>
                    <a:pt x="18844" y="28541"/>
                  </a:cubicBezTo>
                  <a:cubicBezTo>
                    <a:pt x="20204" y="22283"/>
                    <a:pt x="23426" y="16676"/>
                    <a:pt x="25978" y="10846"/>
                  </a:cubicBezTo>
                  <a:cubicBezTo>
                    <a:pt x="26984" y="8555"/>
                    <a:pt x="28753" y="7382"/>
                    <a:pt x="31194" y="7158"/>
                  </a:cubicBezTo>
                  <a:cubicBezTo>
                    <a:pt x="36074" y="7233"/>
                    <a:pt x="38477" y="10567"/>
                    <a:pt x="40395" y="14367"/>
                  </a:cubicBezTo>
                  <a:cubicBezTo>
                    <a:pt x="44474" y="22469"/>
                    <a:pt x="44567" y="31317"/>
                    <a:pt x="43338" y="39792"/>
                  </a:cubicBezTo>
                  <a:cubicBezTo>
                    <a:pt x="40134" y="62014"/>
                    <a:pt x="32162" y="82503"/>
                    <a:pt x="18751" y="100701"/>
                  </a:cubicBezTo>
                  <a:cubicBezTo>
                    <a:pt x="32144" y="82633"/>
                    <a:pt x="40078" y="62274"/>
                    <a:pt x="43375" y="40165"/>
                  </a:cubicBezTo>
                  <a:cubicBezTo>
                    <a:pt x="44437" y="32975"/>
                    <a:pt x="44046" y="25561"/>
                    <a:pt x="42202" y="18315"/>
                  </a:cubicBezTo>
                  <a:cubicBezTo>
                    <a:pt x="40935" y="13417"/>
                    <a:pt x="36968" y="10380"/>
                    <a:pt x="34546" y="6264"/>
                  </a:cubicBezTo>
                  <a:close/>
                </a:path>
              </a:pathLst>
            </a:custGeom>
            <a:solidFill>
              <a:srgbClr val="96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D75E782E-321F-0CD4-3A19-3A7BF9D22970}"/>
                </a:ext>
              </a:extLst>
            </p:cNvPr>
            <p:cNvSpPr/>
            <p:nvPr/>
          </p:nvSpPr>
          <p:spPr>
            <a:xfrm>
              <a:off x="1839207" y="5143567"/>
              <a:ext cx="30062" cy="99430"/>
            </a:xfrm>
            <a:custGeom>
              <a:avLst/>
              <a:gdLst>
                <a:gd name="csX0" fmla="*/ 19869 w 30062"/>
                <a:gd name="csY0" fmla="*/ 151 h 99430"/>
                <a:gd name="csX1" fmla="*/ 30058 w 30062"/>
                <a:gd name="csY1" fmla="*/ 23323 h 99430"/>
                <a:gd name="csX2" fmla="*/ 7557 w 30062"/>
                <a:gd name="csY2" fmla="*/ 91924 h 99430"/>
                <a:gd name="csX3" fmla="*/ 3292 w 30062"/>
                <a:gd name="csY3" fmla="*/ 97885 h 99430"/>
                <a:gd name="csX4" fmla="*/ 628 w 30062"/>
                <a:gd name="csY4" fmla="*/ 99133 h 99430"/>
                <a:gd name="csX5" fmla="*/ 1112 w 30062"/>
                <a:gd name="csY5" fmla="*/ 96358 h 99430"/>
                <a:gd name="csX6" fmla="*/ 21378 w 30062"/>
                <a:gd name="csY6" fmla="*/ 58825 h 99430"/>
                <a:gd name="csX7" fmla="*/ 26817 w 30062"/>
                <a:gd name="csY7" fmla="*/ 14140 h 99430"/>
                <a:gd name="csX8" fmla="*/ 16554 w 30062"/>
                <a:gd name="csY8" fmla="*/ 1120 h 99430"/>
                <a:gd name="csX9" fmla="*/ 19869 w 30062"/>
                <a:gd name="csY9" fmla="*/ 151 h 9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0062" h="99430">
                  <a:moveTo>
                    <a:pt x="19869" y="151"/>
                  </a:moveTo>
                  <a:cubicBezTo>
                    <a:pt x="28233" y="5683"/>
                    <a:pt x="29984" y="14363"/>
                    <a:pt x="30058" y="23323"/>
                  </a:cubicBezTo>
                  <a:cubicBezTo>
                    <a:pt x="30300" y="48655"/>
                    <a:pt x="21155" y="71044"/>
                    <a:pt x="7557" y="91924"/>
                  </a:cubicBezTo>
                  <a:cubicBezTo>
                    <a:pt x="6216" y="93973"/>
                    <a:pt x="4707" y="95911"/>
                    <a:pt x="3292" y="97885"/>
                  </a:cubicBezTo>
                  <a:cubicBezTo>
                    <a:pt x="2621" y="98816"/>
                    <a:pt x="1820" y="99990"/>
                    <a:pt x="628" y="99133"/>
                  </a:cubicBezTo>
                  <a:cubicBezTo>
                    <a:pt x="-713" y="98183"/>
                    <a:pt x="404" y="97196"/>
                    <a:pt x="1112" y="96358"/>
                  </a:cubicBezTo>
                  <a:cubicBezTo>
                    <a:pt x="10314" y="85163"/>
                    <a:pt x="16740" y="72441"/>
                    <a:pt x="21378" y="58825"/>
                  </a:cubicBezTo>
                  <a:cubicBezTo>
                    <a:pt x="26296" y="44352"/>
                    <a:pt x="30002" y="29656"/>
                    <a:pt x="26817" y="14140"/>
                  </a:cubicBezTo>
                  <a:cubicBezTo>
                    <a:pt x="25550" y="8011"/>
                    <a:pt x="22328" y="3616"/>
                    <a:pt x="16554" y="1120"/>
                  </a:cubicBezTo>
                  <a:cubicBezTo>
                    <a:pt x="17336" y="-240"/>
                    <a:pt x="18603" y="-72"/>
                    <a:pt x="19869" y="151"/>
                  </a:cubicBezTo>
                  <a:close/>
                </a:path>
              </a:pathLst>
            </a:custGeom>
            <a:solidFill>
              <a:srgbClr val="5B75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D56D254C-697A-FEB9-B945-EDE1EF67F76E}"/>
                </a:ext>
              </a:extLst>
            </p:cNvPr>
            <p:cNvSpPr/>
            <p:nvPr/>
          </p:nvSpPr>
          <p:spPr>
            <a:xfrm>
              <a:off x="1807531" y="5213581"/>
              <a:ext cx="14347" cy="4411"/>
            </a:xfrm>
            <a:custGeom>
              <a:avLst/>
              <a:gdLst>
                <a:gd name="csX0" fmla="*/ 14348 w 14347"/>
                <a:gd name="csY0" fmla="*/ 434 h 4411"/>
                <a:gd name="csX1" fmla="*/ 2315 w 14347"/>
                <a:gd name="csY1" fmla="*/ 4196 h 4411"/>
                <a:gd name="csX2" fmla="*/ 43 w 14347"/>
                <a:gd name="csY2" fmla="*/ 3451 h 4411"/>
                <a:gd name="csX3" fmla="*/ 1644 w 14347"/>
                <a:gd name="csY3" fmla="*/ 1477 h 4411"/>
                <a:gd name="csX4" fmla="*/ 14348 w 14347"/>
                <a:gd name="csY4" fmla="*/ 434 h 4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47" h="4411">
                  <a:moveTo>
                    <a:pt x="14348" y="434"/>
                  </a:moveTo>
                  <a:cubicBezTo>
                    <a:pt x="9691" y="1905"/>
                    <a:pt x="6022" y="3079"/>
                    <a:pt x="2315" y="4196"/>
                  </a:cubicBezTo>
                  <a:cubicBezTo>
                    <a:pt x="1440" y="4457"/>
                    <a:pt x="322" y="4718"/>
                    <a:pt x="43" y="3451"/>
                  </a:cubicBezTo>
                  <a:cubicBezTo>
                    <a:pt x="-218" y="2315"/>
                    <a:pt x="769" y="1682"/>
                    <a:pt x="1644" y="1477"/>
                  </a:cubicBezTo>
                  <a:cubicBezTo>
                    <a:pt x="5444" y="564"/>
                    <a:pt x="9226" y="-665"/>
                    <a:pt x="14348" y="434"/>
                  </a:cubicBezTo>
                  <a:close/>
                </a:path>
              </a:pathLst>
            </a:custGeom>
            <a:solidFill>
              <a:srgbClr val="5A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EFE48D8B-F628-0F9F-5344-E6E7D3E1A55A}"/>
                </a:ext>
              </a:extLst>
            </p:cNvPr>
            <p:cNvSpPr/>
            <p:nvPr/>
          </p:nvSpPr>
          <p:spPr>
            <a:xfrm>
              <a:off x="1881447" y="5211966"/>
              <a:ext cx="9592" cy="6742"/>
            </a:xfrm>
            <a:custGeom>
              <a:avLst/>
              <a:gdLst>
                <a:gd name="csX0" fmla="*/ 0 w 9592"/>
                <a:gd name="csY0" fmla="*/ 6743 h 6742"/>
                <a:gd name="csX1" fmla="*/ 9593 w 9592"/>
                <a:gd name="csY1" fmla="*/ 0 h 6742"/>
                <a:gd name="csX2" fmla="*/ 0 w 9592"/>
                <a:gd name="csY2" fmla="*/ 6743 h 6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92" h="6742">
                  <a:moveTo>
                    <a:pt x="0" y="6743"/>
                  </a:moveTo>
                  <a:cubicBezTo>
                    <a:pt x="2161" y="3036"/>
                    <a:pt x="5681" y="1248"/>
                    <a:pt x="9593" y="0"/>
                  </a:cubicBezTo>
                  <a:cubicBezTo>
                    <a:pt x="7283" y="3446"/>
                    <a:pt x="3930" y="5476"/>
                    <a:pt x="0" y="6743"/>
                  </a:cubicBezTo>
                  <a:close/>
                </a:path>
              </a:pathLst>
            </a:custGeom>
            <a:solidFill>
              <a:srgbClr val="5E83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22C59DF-34D7-7018-CA0C-1283D0B233B5}"/>
                </a:ext>
              </a:extLst>
            </p:cNvPr>
            <p:cNvSpPr/>
            <p:nvPr/>
          </p:nvSpPr>
          <p:spPr>
            <a:xfrm>
              <a:off x="1920470" y="5057998"/>
              <a:ext cx="69328" cy="39354"/>
            </a:xfrm>
            <a:custGeom>
              <a:avLst/>
              <a:gdLst>
                <a:gd name="csX0" fmla="*/ 69328 w 69328"/>
                <a:gd name="csY0" fmla="*/ 0 h 39354"/>
                <a:gd name="csX1" fmla="*/ 0 w 69328"/>
                <a:gd name="csY1" fmla="*/ 39265 h 39354"/>
                <a:gd name="csX2" fmla="*/ 69328 w 69328"/>
                <a:gd name="csY2" fmla="*/ 0 h 3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328" h="39354">
                  <a:moveTo>
                    <a:pt x="69328" y="0"/>
                  </a:moveTo>
                  <a:cubicBezTo>
                    <a:pt x="65696" y="12890"/>
                    <a:pt x="15553" y="41146"/>
                    <a:pt x="0" y="39265"/>
                  </a:cubicBezTo>
                  <a:cubicBezTo>
                    <a:pt x="26375" y="31162"/>
                    <a:pt x="49323" y="19204"/>
                    <a:pt x="69328" y="0"/>
                  </a:cubicBezTo>
                  <a:close/>
                </a:path>
              </a:pathLst>
            </a:custGeom>
            <a:solidFill>
              <a:srgbClr val="40532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D00E274B-98DC-C21B-571E-2A07549D7B75}"/>
                </a:ext>
              </a:extLst>
            </p:cNvPr>
            <p:cNvSpPr/>
            <p:nvPr/>
          </p:nvSpPr>
          <p:spPr>
            <a:xfrm>
              <a:off x="1957202" y="5095530"/>
              <a:ext cx="6109" cy="11883"/>
            </a:xfrm>
            <a:custGeom>
              <a:avLst/>
              <a:gdLst>
                <a:gd name="csX0" fmla="*/ 0 w 6109"/>
                <a:gd name="csY0" fmla="*/ 0 h 11883"/>
                <a:gd name="csX1" fmla="*/ 6110 w 6109"/>
                <a:gd name="csY1" fmla="*/ 11884 h 11883"/>
                <a:gd name="csX2" fmla="*/ 0 w 6109"/>
                <a:gd name="csY2" fmla="*/ 0 h 11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09" h="11883">
                  <a:moveTo>
                    <a:pt x="0" y="0"/>
                  </a:moveTo>
                  <a:cubicBezTo>
                    <a:pt x="3912" y="2570"/>
                    <a:pt x="4955" y="6557"/>
                    <a:pt x="6110" y="11884"/>
                  </a:cubicBezTo>
                  <a:cubicBezTo>
                    <a:pt x="2459" y="7842"/>
                    <a:pt x="745" y="4191"/>
                    <a:pt x="0" y="0"/>
                  </a:cubicBezTo>
                  <a:close/>
                </a:path>
              </a:pathLst>
            </a:custGeom>
            <a:solidFill>
              <a:srgbClr val="6083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AA1E0B55-2FF0-93FA-5710-71583D954ED2}"/>
                </a:ext>
              </a:extLst>
            </p:cNvPr>
            <p:cNvSpPr/>
            <p:nvPr/>
          </p:nvSpPr>
          <p:spPr>
            <a:xfrm>
              <a:off x="1937763" y="5055651"/>
              <a:ext cx="3622" cy="11213"/>
            </a:xfrm>
            <a:custGeom>
              <a:avLst/>
              <a:gdLst>
                <a:gd name="csX0" fmla="*/ 3494 w 3622"/>
                <a:gd name="csY0" fmla="*/ 11213 h 11213"/>
                <a:gd name="csX1" fmla="*/ 235 w 3622"/>
                <a:gd name="csY1" fmla="*/ 0 h 11213"/>
                <a:gd name="csX2" fmla="*/ 3494 w 3622"/>
                <a:gd name="csY2" fmla="*/ 11213 h 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22" h="11213">
                  <a:moveTo>
                    <a:pt x="3494" y="11213"/>
                  </a:moveTo>
                  <a:cubicBezTo>
                    <a:pt x="1483" y="8177"/>
                    <a:pt x="-734" y="5234"/>
                    <a:pt x="235" y="0"/>
                  </a:cubicBezTo>
                  <a:cubicBezTo>
                    <a:pt x="2861" y="4172"/>
                    <a:pt x="4034" y="7451"/>
                    <a:pt x="3494" y="11213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15379C43-7E14-32E5-B8A2-8EA682A8302D}"/>
                </a:ext>
              </a:extLst>
            </p:cNvPr>
            <p:cNvSpPr/>
            <p:nvPr/>
          </p:nvSpPr>
          <p:spPr>
            <a:xfrm>
              <a:off x="2055681" y="4842293"/>
              <a:ext cx="10617" cy="4497"/>
            </a:xfrm>
            <a:custGeom>
              <a:avLst/>
              <a:gdLst>
                <a:gd name="csX0" fmla="*/ 0 w 10617"/>
                <a:gd name="csY0" fmla="*/ 64 h 4497"/>
                <a:gd name="csX1" fmla="*/ 10617 w 10617"/>
                <a:gd name="csY1" fmla="*/ 4498 h 4497"/>
                <a:gd name="csX2" fmla="*/ 0 w 10617"/>
                <a:gd name="csY2" fmla="*/ 64 h 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7" h="4497">
                  <a:moveTo>
                    <a:pt x="0" y="64"/>
                  </a:moveTo>
                  <a:cubicBezTo>
                    <a:pt x="4489" y="-439"/>
                    <a:pt x="7525" y="2095"/>
                    <a:pt x="10617" y="4498"/>
                  </a:cubicBezTo>
                  <a:cubicBezTo>
                    <a:pt x="6445" y="4479"/>
                    <a:pt x="2962" y="2840"/>
                    <a:pt x="0" y="64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F26456A5-F865-0EAE-294A-4991DE4795BE}"/>
                </a:ext>
              </a:extLst>
            </p:cNvPr>
            <p:cNvSpPr/>
            <p:nvPr/>
          </p:nvSpPr>
          <p:spPr>
            <a:xfrm>
              <a:off x="2014539" y="4877072"/>
              <a:ext cx="9178" cy="4224"/>
            </a:xfrm>
            <a:custGeom>
              <a:avLst/>
              <a:gdLst>
                <a:gd name="csX0" fmla="*/ 9178 w 9178"/>
                <a:gd name="csY0" fmla="*/ 3581 h 4224"/>
                <a:gd name="csX1" fmla="*/ 7875 w 9178"/>
                <a:gd name="csY1" fmla="*/ 4214 h 4224"/>
                <a:gd name="csX2" fmla="*/ 14 w 9178"/>
                <a:gd name="csY2" fmla="*/ 1216 h 4224"/>
                <a:gd name="csX3" fmla="*/ 796 w 9178"/>
                <a:gd name="csY3" fmla="*/ 42 h 4224"/>
                <a:gd name="csX4" fmla="*/ 9178 w 9178"/>
                <a:gd name="csY4" fmla="*/ 3581 h 4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78" h="4224">
                  <a:moveTo>
                    <a:pt x="9178" y="3581"/>
                  </a:moveTo>
                  <a:cubicBezTo>
                    <a:pt x="8489" y="3935"/>
                    <a:pt x="8117" y="4289"/>
                    <a:pt x="7875" y="4214"/>
                  </a:cubicBezTo>
                  <a:cubicBezTo>
                    <a:pt x="5174" y="3413"/>
                    <a:pt x="1895" y="4084"/>
                    <a:pt x="14" y="1216"/>
                  </a:cubicBezTo>
                  <a:cubicBezTo>
                    <a:pt x="-98" y="1048"/>
                    <a:pt x="480" y="79"/>
                    <a:pt x="796" y="42"/>
                  </a:cubicBezTo>
                  <a:cubicBezTo>
                    <a:pt x="4168" y="-293"/>
                    <a:pt x="6645" y="1420"/>
                    <a:pt x="9178" y="3581"/>
                  </a:cubicBezTo>
                  <a:close/>
                </a:path>
              </a:pathLst>
            </a:custGeom>
            <a:solidFill>
              <a:srgbClr val="5578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627EA807-E063-628A-439C-0156EBF28116}"/>
                </a:ext>
              </a:extLst>
            </p:cNvPr>
            <p:cNvSpPr/>
            <p:nvPr/>
          </p:nvSpPr>
          <p:spPr>
            <a:xfrm>
              <a:off x="1981360" y="4928131"/>
              <a:ext cx="9052" cy="3564"/>
            </a:xfrm>
            <a:custGeom>
              <a:avLst/>
              <a:gdLst>
                <a:gd name="csX0" fmla="*/ 0 w 9052"/>
                <a:gd name="csY0" fmla="*/ 169 h 3564"/>
                <a:gd name="csX1" fmla="*/ 9053 w 9052"/>
                <a:gd name="csY1" fmla="*/ 3261 h 3564"/>
                <a:gd name="csX2" fmla="*/ 0 w 9052"/>
                <a:gd name="csY2" fmla="*/ 169 h 3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52" h="3564">
                  <a:moveTo>
                    <a:pt x="0" y="169"/>
                  </a:moveTo>
                  <a:cubicBezTo>
                    <a:pt x="4750" y="-613"/>
                    <a:pt x="6836" y="1473"/>
                    <a:pt x="9053" y="3261"/>
                  </a:cubicBezTo>
                  <a:cubicBezTo>
                    <a:pt x="5905" y="4230"/>
                    <a:pt x="3558" y="2795"/>
                    <a:pt x="0" y="169"/>
                  </a:cubicBezTo>
                  <a:close/>
                </a:path>
              </a:pathLst>
            </a:custGeom>
            <a:solidFill>
              <a:srgbClr val="5579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2CDD0713-644B-B86A-0960-6E29190C2246}"/>
                </a:ext>
              </a:extLst>
            </p:cNvPr>
            <p:cNvSpPr/>
            <p:nvPr/>
          </p:nvSpPr>
          <p:spPr>
            <a:xfrm>
              <a:off x="1558582" y="5242281"/>
              <a:ext cx="163965" cy="205329"/>
            </a:xfrm>
            <a:custGeom>
              <a:avLst/>
              <a:gdLst>
                <a:gd name="csX0" fmla="*/ 12339 w 163965"/>
                <a:gd name="csY0" fmla="*/ 205330 h 205329"/>
                <a:gd name="csX1" fmla="*/ 325 w 163965"/>
                <a:gd name="csY1" fmla="*/ 187541 h 205329"/>
                <a:gd name="csX2" fmla="*/ 23553 w 163965"/>
                <a:gd name="csY2" fmla="*/ 135443 h 205329"/>
                <a:gd name="csX3" fmla="*/ 55348 w 163965"/>
                <a:gd name="csY3" fmla="*/ 89062 h 205329"/>
                <a:gd name="csX4" fmla="*/ 87666 w 163965"/>
                <a:gd name="csY4" fmla="*/ 50189 h 205329"/>
                <a:gd name="csX5" fmla="*/ 114376 w 163965"/>
                <a:gd name="csY5" fmla="*/ 22696 h 205329"/>
                <a:gd name="csX6" fmla="*/ 138796 w 163965"/>
                <a:gd name="csY6" fmla="*/ 3044 h 205329"/>
                <a:gd name="csX7" fmla="*/ 153865 w 163965"/>
                <a:gd name="csY7" fmla="*/ 791 h 205329"/>
                <a:gd name="csX8" fmla="*/ 162489 w 163965"/>
                <a:gd name="csY8" fmla="*/ 21299 h 205329"/>
                <a:gd name="csX9" fmla="*/ 148742 w 163965"/>
                <a:gd name="csY9" fmla="*/ 38137 h 205329"/>
                <a:gd name="csX10" fmla="*/ 112551 w 163965"/>
                <a:gd name="csY10" fmla="*/ 74534 h 205329"/>
                <a:gd name="csX11" fmla="*/ 86008 w 163965"/>
                <a:gd name="csY11" fmla="*/ 108676 h 205329"/>
                <a:gd name="csX12" fmla="*/ 73453 w 163965"/>
                <a:gd name="csY12" fmla="*/ 126558 h 205329"/>
                <a:gd name="csX13" fmla="*/ 32624 w 163965"/>
                <a:gd name="csY13" fmla="*/ 191229 h 205329"/>
                <a:gd name="csX14" fmla="*/ 12339 w 163965"/>
                <a:gd name="csY14" fmla="*/ 205330 h 20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3965" h="205329">
                  <a:moveTo>
                    <a:pt x="12339" y="205330"/>
                  </a:moveTo>
                  <a:cubicBezTo>
                    <a:pt x="3827" y="205218"/>
                    <a:pt x="-1389" y="197078"/>
                    <a:pt x="325" y="187541"/>
                  </a:cubicBezTo>
                  <a:cubicBezTo>
                    <a:pt x="3808" y="168226"/>
                    <a:pt x="13122" y="151611"/>
                    <a:pt x="23553" y="135443"/>
                  </a:cubicBezTo>
                  <a:cubicBezTo>
                    <a:pt x="33741" y="119703"/>
                    <a:pt x="43856" y="103871"/>
                    <a:pt x="55348" y="89062"/>
                  </a:cubicBezTo>
                  <a:cubicBezTo>
                    <a:pt x="65667" y="75763"/>
                    <a:pt x="76992" y="63246"/>
                    <a:pt x="87666" y="50189"/>
                  </a:cubicBezTo>
                  <a:cubicBezTo>
                    <a:pt x="95787" y="40242"/>
                    <a:pt x="104988" y="31320"/>
                    <a:pt x="114376" y="22696"/>
                  </a:cubicBezTo>
                  <a:cubicBezTo>
                    <a:pt x="122050" y="15655"/>
                    <a:pt x="128812" y="7217"/>
                    <a:pt x="138796" y="3044"/>
                  </a:cubicBezTo>
                  <a:cubicBezTo>
                    <a:pt x="143546" y="1051"/>
                    <a:pt x="148277" y="-1240"/>
                    <a:pt x="153865" y="791"/>
                  </a:cubicBezTo>
                  <a:cubicBezTo>
                    <a:pt x="162154" y="3808"/>
                    <a:pt x="166419" y="13308"/>
                    <a:pt x="162489" y="21299"/>
                  </a:cubicBezTo>
                  <a:cubicBezTo>
                    <a:pt x="159229" y="27948"/>
                    <a:pt x="153976" y="33052"/>
                    <a:pt x="148742" y="38137"/>
                  </a:cubicBezTo>
                  <a:cubicBezTo>
                    <a:pt x="136467" y="50058"/>
                    <a:pt x="124360" y="62147"/>
                    <a:pt x="112551" y="74534"/>
                  </a:cubicBezTo>
                  <a:cubicBezTo>
                    <a:pt x="102511" y="85058"/>
                    <a:pt x="95656" y="97891"/>
                    <a:pt x="86008" y="108676"/>
                  </a:cubicBezTo>
                  <a:cubicBezTo>
                    <a:pt x="81183" y="114078"/>
                    <a:pt x="77775" y="120690"/>
                    <a:pt x="73453" y="126558"/>
                  </a:cubicBezTo>
                  <a:cubicBezTo>
                    <a:pt x="58235" y="147103"/>
                    <a:pt x="45402" y="169138"/>
                    <a:pt x="32624" y="191229"/>
                  </a:cubicBezTo>
                  <a:cubicBezTo>
                    <a:pt x="28433" y="198550"/>
                    <a:pt x="22193" y="205181"/>
                    <a:pt x="12339" y="205330"/>
                  </a:cubicBezTo>
                  <a:close/>
                </a:path>
              </a:pathLst>
            </a:custGeom>
            <a:solidFill>
              <a:srgbClr val="9E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B14A09-F2B3-4838-8653-27EA04503B92}"/>
                </a:ext>
              </a:extLst>
            </p:cNvPr>
            <p:cNvSpPr/>
            <p:nvPr/>
          </p:nvSpPr>
          <p:spPr>
            <a:xfrm>
              <a:off x="1542214" y="5389310"/>
              <a:ext cx="76268" cy="81506"/>
            </a:xfrm>
            <a:custGeom>
              <a:avLst/>
              <a:gdLst>
                <a:gd name="csX0" fmla="*/ 68383 w 76268"/>
                <a:gd name="csY0" fmla="*/ 32019 h 81506"/>
                <a:gd name="csX1" fmla="*/ 76225 w 76268"/>
                <a:gd name="csY1" fmla="*/ 40084 h 81506"/>
                <a:gd name="csX2" fmla="*/ 73449 w 76268"/>
                <a:gd name="csY2" fmla="*/ 45579 h 81506"/>
                <a:gd name="csX3" fmla="*/ 61379 w 76268"/>
                <a:gd name="csY3" fmla="*/ 56997 h 81506"/>
                <a:gd name="csX4" fmla="*/ 35618 w 76268"/>
                <a:gd name="csY4" fmla="*/ 79088 h 81506"/>
                <a:gd name="csX5" fmla="*/ 4 w 76268"/>
                <a:gd name="csY5" fmla="*/ 54278 h 81506"/>
                <a:gd name="csX6" fmla="*/ 3022 w 76268"/>
                <a:gd name="csY6" fmla="*/ 25649 h 81506"/>
                <a:gd name="csX7" fmla="*/ 14049 w 76268"/>
                <a:gd name="csY7" fmla="*/ 540 h 81506"/>
                <a:gd name="csX8" fmla="*/ 20754 w 76268"/>
                <a:gd name="csY8" fmla="*/ 1564 h 81506"/>
                <a:gd name="csX9" fmla="*/ 6933 w 76268"/>
                <a:gd name="csY9" fmla="*/ 38687 h 81506"/>
                <a:gd name="csX10" fmla="*/ 8461 w 76268"/>
                <a:gd name="csY10" fmla="*/ 60089 h 81506"/>
                <a:gd name="csX11" fmla="*/ 35525 w 76268"/>
                <a:gd name="csY11" fmla="*/ 69663 h 81506"/>
                <a:gd name="csX12" fmla="*/ 58250 w 76268"/>
                <a:gd name="csY12" fmla="*/ 48559 h 81506"/>
                <a:gd name="csX13" fmla="*/ 68383 w 76268"/>
                <a:gd name="csY13" fmla="*/ 32019 h 81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8" h="81506">
                  <a:moveTo>
                    <a:pt x="68383" y="32019"/>
                  </a:moveTo>
                  <a:cubicBezTo>
                    <a:pt x="70990" y="34701"/>
                    <a:pt x="73617" y="37383"/>
                    <a:pt x="76225" y="40084"/>
                  </a:cubicBezTo>
                  <a:cubicBezTo>
                    <a:pt x="76448" y="42506"/>
                    <a:pt x="75871" y="44238"/>
                    <a:pt x="73449" y="45579"/>
                  </a:cubicBezTo>
                  <a:cubicBezTo>
                    <a:pt x="68495" y="48317"/>
                    <a:pt x="64825" y="52378"/>
                    <a:pt x="61379" y="56997"/>
                  </a:cubicBezTo>
                  <a:cubicBezTo>
                    <a:pt x="54487" y="66199"/>
                    <a:pt x="46143" y="74953"/>
                    <a:pt x="35618" y="79088"/>
                  </a:cubicBezTo>
                  <a:cubicBezTo>
                    <a:pt x="17048" y="86409"/>
                    <a:pt x="-312" y="76816"/>
                    <a:pt x="4" y="54278"/>
                  </a:cubicBezTo>
                  <a:cubicBezTo>
                    <a:pt x="135" y="44499"/>
                    <a:pt x="936" y="34943"/>
                    <a:pt x="3022" y="25649"/>
                  </a:cubicBezTo>
                  <a:cubicBezTo>
                    <a:pt x="5015" y="16764"/>
                    <a:pt x="6244" y="7059"/>
                    <a:pt x="14049" y="540"/>
                  </a:cubicBezTo>
                  <a:cubicBezTo>
                    <a:pt x="16545" y="-801"/>
                    <a:pt x="18612" y="670"/>
                    <a:pt x="20754" y="1564"/>
                  </a:cubicBezTo>
                  <a:cubicBezTo>
                    <a:pt x="13769" y="13057"/>
                    <a:pt x="9411" y="25555"/>
                    <a:pt x="6933" y="38687"/>
                  </a:cubicBezTo>
                  <a:cubicBezTo>
                    <a:pt x="5574" y="45840"/>
                    <a:pt x="5704" y="52806"/>
                    <a:pt x="8461" y="60089"/>
                  </a:cubicBezTo>
                  <a:cubicBezTo>
                    <a:pt x="12391" y="70520"/>
                    <a:pt x="26566" y="73333"/>
                    <a:pt x="35525" y="69663"/>
                  </a:cubicBezTo>
                  <a:cubicBezTo>
                    <a:pt x="45882" y="65416"/>
                    <a:pt x="52010" y="56867"/>
                    <a:pt x="58250" y="48559"/>
                  </a:cubicBezTo>
                  <a:cubicBezTo>
                    <a:pt x="62106" y="43418"/>
                    <a:pt x="67191" y="38836"/>
                    <a:pt x="68383" y="32019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03D56FCF-63D5-CFA3-3A33-0552977EFCF2}"/>
                </a:ext>
              </a:extLst>
            </p:cNvPr>
            <p:cNvSpPr/>
            <p:nvPr/>
          </p:nvSpPr>
          <p:spPr>
            <a:xfrm>
              <a:off x="1535028" y="5371652"/>
              <a:ext cx="28126" cy="19355"/>
            </a:xfrm>
            <a:custGeom>
              <a:avLst/>
              <a:gdLst>
                <a:gd name="csX0" fmla="*/ 27977 w 28126"/>
                <a:gd name="csY0" fmla="*/ 19204 h 19355"/>
                <a:gd name="csX1" fmla="*/ 21272 w 28126"/>
                <a:gd name="csY1" fmla="*/ 18180 h 19355"/>
                <a:gd name="csX2" fmla="*/ 12033 w 28126"/>
                <a:gd name="csY2" fmla="*/ 12610 h 19355"/>
                <a:gd name="csX3" fmla="*/ 0 w 28126"/>
                <a:gd name="csY3" fmla="*/ 0 h 19355"/>
                <a:gd name="csX4" fmla="*/ 14454 w 28126"/>
                <a:gd name="csY4" fmla="*/ 10412 h 19355"/>
                <a:gd name="csX5" fmla="*/ 24606 w 28126"/>
                <a:gd name="csY5" fmla="*/ 16075 h 19355"/>
                <a:gd name="csX6" fmla="*/ 28126 w 28126"/>
                <a:gd name="csY6" fmla="*/ 18235 h 19355"/>
                <a:gd name="csX7" fmla="*/ 27977 w 28126"/>
                <a:gd name="csY7" fmla="*/ 19204 h 1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126" h="19355">
                  <a:moveTo>
                    <a:pt x="27977" y="19204"/>
                  </a:moveTo>
                  <a:cubicBezTo>
                    <a:pt x="25593" y="19781"/>
                    <a:pt x="23507" y="18552"/>
                    <a:pt x="21272" y="18180"/>
                  </a:cubicBezTo>
                  <a:cubicBezTo>
                    <a:pt x="18198" y="16317"/>
                    <a:pt x="15106" y="14454"/>
                    <a:pt x="12033" y="12610"/>
                  </a:cubicBezTo>
                  <a:cubicBezTo>
                    <a:pt x="8792" y="8177"/>
                    <a:pt x="2515" y="6668"/>
                    <a:pt x="0" y="0"/>
                  </a:cubicBezTo>
                  <a:cubicBezTo>
                    <a:pt x="5793" y="3260"/>
                    <a:pt x="9164" y="8233"/>
                    <a:pt x="14454" y="10412"/>
                  </a:cubicBezTo>
                  <a:cubicBezTo>
                    <a:pt x="17453" y="13001"/>
                    <a:pt x="20731" y="15088"/>
                    <a:pt x="24606" y="16075"/>
                  </a:cubicBezTo>
                  <a:cubicBezTo>
                    <a:pt x="25779" y="16801"/>
                    <a:pt x="26953" y="17509"/>
                    <a:pt x="28126" y="18235"/>
                  </a:cubicBezTo>
                  <a:cubicBezTo>
                    <a:pt x="28033" y="18552"/>
                    <a:pt x="27977" y="18869"/>
                    <a:pt x="27977" y="19204"/>
                  </a:cubicBezTo>
                  <a:close/>
                </a:path>
              </a:pathLst>
            </a:custGeom>
            <a:solidFill>
              <a:srgbClr val="587C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B5AD6FF8-7702-2354-D9B6-DDEAB4AA272E}"/>
                </a:ext>
              </a:extLst>
            </p:cNvPr>
            <p:cNvSpPr/>
            <p:nvPr/>
          </p:nvSpPr>
          <p:spPr>
            <a:xfrm>
              <a:off x="1939419" y="5227407"/>
              <a:ext cx="120029" cy="144068"/>
            </a:xfrm>
            <a:custGeom>
              <a:avLst/>
              <a:gdLst>
                <a:gd name="csX0" fmla="*/ 70068 w 120029"/>
                <a:gd name="csY0" fmla="*/ 113753 h 144068"/>
                <a:gd name="csX1" fmla="*/ 47231 w 120029"/>
                <a:gd name="csY1" fmla="*/ 96411 h 144068"/>
                <a:gd name="csX2" fmla="*/ 36707 w 120029"/>
                <a:gd name="csY2" fmla="*/ 86371 h 144068"/>
                <a:gd name="csX3" fmla="*/ 3887 w 120029"/>
                <a:gd name="csY3" fmla="*/ 39190 h 144068"/>
                <a:gd name="csX4" fmla="*/ 14169 w 120029"/>
                <a:gd name="csY4" fmla="*/ 5290 h 144068"/>
                <a:gd name="csX5" fmla="*/ 27096 w 120029"/>
                <a:gd name="csY5" fmla="*/ 447 h 144068"/>
                <a:gd name="csX6" fmla="*/ 31753 w 120029"/>
                <a:gd name="csY6" fmla="*/ 1546 h 144068"/>
                <a:gd name="csX7" fmla="*/ 57476 w 120029"/>
                <a:gd name="csY7" fmla="*/ 23097 h 144068"/>
                <a:gd name="csX8" fmla="*/ 75749 w 120029"/>
                <a:gd name="csY8" fmla="*/ 43679 h 144068"/>
                <a:gd name="csX9" fmla="*/ 96070 w 120029"/>
                <a:gd name="csY9" fmla="*/ 77933 h 144068"/>
                <a:gd name="csX10" fmla="*/ 112332 w 120029"/>
                <a:gd name="csY10" fmla="*/ 110083 h 144068"/>
                <a:gd name="csX11" fmla="*/ 115144 w 120029"/>
                <a:gd name="csY11" fmla="*/ 114293 h 144068"/>
                <a:gd name="csX12" fmla="*/ 115945 w 120029"/>
                <a:gd name="csY12" fmla="*/ 135415 h 144068"/>
                <a:gd name="csX13" fmla="*/ 114231 w 120029"/>
                <a:gd name="csY13" fmla="*/ 138954 h 144068"/>
                <a:gd name="csX14" fmla="*/ 114325 w 120029"/>
                <a:gd name="csY14" fmla="*/ 138917 h 144068"/>
                <a:gd name="csX15" fmla="*/ 109556 w 120029"/>
                <a:gd name="csY15" fmla="*/ 140016 h 144068"/>
                <a:gd name="csX16" fmla="*/ 93575 w 120029"/>
                <a:gd name="csY16" fmla="*/ 143499 h 144068"/>
                <a:gd name="csX17" fmla="*/ 84671 w 120029"/>
                <a:gd name="csY17" fmla="*/ 137315 h 144068"/>
                <a:gd name="csX18" fmla="*/ 69956 w 120029"/>
                <a:gd name="csY18" fmla="*/ 115969 h 144068"/>
                <a:gd name="csX19" fmla="*/ 70068 w 120029"/>
                <a:gd name="csY19" fmla="*/ 113753 h 144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029" h="144068">
                  <a:moveTo>
                    <a:pt x="70068" y="113753"/>
                  </a:moveTo>
                  <a:cubicBezTo>
                    <a:pt x="59618" y="111722"/>
                    <a:pt x="53490" y="103899"/>
                    <a:pt x="47231" y="96411"/>
                  </a:cubicBezTo>
                  <a:cubicBezTo>
                    <a:pt x="44065" y="92611"/>
                    <a:pt x="39464" y="90264"/>
                    <a:pt x="36707" y="86371"/>
                  </a:cubicBezTo>
                  <a:cubicBezTo>
                    <a:pt x="25643" y="70725"/>
                    <a:pt x="13796" y="55637"/>
                    <a:pt x="3887" y="39190"/>
                  </a:cubicBezTo>
                  <a:cubicBezTo>
                    <a:pt x="-3899" y="26245"/>
                    <a:pt x="255" y="11343"/>
                    <a:pt x="14169" y="5290"/>
                  </a:cubicBezTo>
                  <a:cubicBezTo>
                    <a:pt x="18341" y="3483"/>
                    <a:pt x="23222" y="3464"/>
                    <a:pt x="27096" y="447"/>
                  </a:cubicBezTo>
                  <a:cubicBezTo>
                    <a:pt x="28679" y="-801"/>
                    <a:pt x="30262" y="894"/>
                    <a:pt x="31753" y="1546"/>
                  </a:cubicBezTo>
                  <a:cubicBezTo>
                    <a:pt x="42370" y="6258"/>
                    <a:pt x="50118" y="14640"/>
                    <a:pt x="57476" y="23097"/>
                  </a:cubicBezTo>
                  <a:cubicBezTo>
                    <a:pt x="63492" y="30007"/>
                    <a:pt x="70366" y="36135"/>
                    <a:pt x="75749" y="43679"/>
                  </a:cubicBezTo>
                  <a:cubicBezTo>
                    <a:pt x="83497" y="54557"/>
                    <a:pt x="89905" y="66162"/>
                    <a:pt x="96070" y="77933"/>
                  </a:cubicBezTo>
                  <a:cubicBezTo>
                    <a:pt x="101640" y="88569"/>
                    <a:pt x="106893" y="99373"/>
                    <a:pt x="112332" y="110083"/>
                  </a:cubicBezTo>
                  <a:cubicBezTo>
                    <a:pt x="113095" y="111573"/>
                    <a:pt x="114101" y="112970"/>
                    <a:pt x="115144" y="114293"/>
                  </a:cubicBezTo>
                  <a:cubicBezTo>
                    <a:pt x="121421" y="122209"/>
                    <a:pt x="121608" y="127276"/>
                    <a:pt x="115945" y="135415"/>
                  </a:cubicBezTo>
                  <a:cubicBezTo>
                    <a:pt x="115200" y="136477"/>
                    <a:pt x="114790" y="137762"/>
                    <a:pt x="114231" y="138954"/>
                  </a:cubicBezTo>
                  <a:cubicBezTo>
                    <a:pt x="114231" y="138954"/>
                    <a:pt x="114306" y="138917"/>
                    <a:pt x="114325" y="138917"/>
                  </a:cubicBezTo>
                  <a:cubicBezTo>
                    <a:pt x="112574" y="138582"/>
                    <a:pt x="110692" y="138824"/>
                    <a:pt x="109556" y="140016"/>
                  </a:cubicBezTo>
                  <a:cubicBezTo>
                    <a:pt x="104955" y="144915"/>
                    <a:pt x="99572" y="144356"/>
                    <a:pt x="93575" y="143499"/>
                  </a:cubicBezTo>
                  <a:cubicBezTo>
                    <a:pt x="89216" y="142866"/>
                    <a:pt x="86664" y="139811"/>
                    <a:pt x="84671" y="137315"/>
                  </a:cubicBezTo>
                  <a:cubicBezTo>
                    <a:pt x="79288" y="130591"/>
                    <a:pt x="70384" y="126102"/>
                    <a:pt x="69956" y="115969"/>
                  </a:cubicBezTo>
                  <a:cubicBezTo>
                    <a:pt x="69341" y="115168"/>
                    <a:pt x="69360" y="114442"/>
                    <a:pt x="70068" y="113753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A8C0B666-E54E-0BB6-61B9-A1694BD5E771}"/>
                </a:ext>
              </a:extLst>
            </p:cNvPr>
            <p:cNvSpPr/>
            <p:nvPr/>
          </p:nvSpPr>
          <p:spPr>
            <a:xfrm>
              <a:off x="1995163" y="5341160"/>
              <a:ext cx="14323" cy="9304"/>
            </a:xfrm>
            <a:custGeom>
              <a:avLst/>
              <a:gdLst>
                <a:gd name="csX0" fmla="*/ 14324 w 14323"/>
                <a:gd name="csY0" fmla="*/ 0 h 9304"/>
                <a:gd name="csX1" fmla="*/ 14194 w 14323"/>
                <a:gd name="csY1" fmla="*/ 2179 h 9304"/>
                <a:gd name="csX2" fmla="*/ 0 w 14323"/>
                <a:gd name="csY2" fmla="*/ 9239 h 9304"/>
                <a:gd name="csX3" fmla="*/ 14324 w 14323"/>
                <a:gd name="csY3" fmla="*/ 0 h 9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323" h="9304">
                  <a:moveTo>
                    <a:pt x="14324" y="0"/>
                  </a:moveTo>
                  <a:cubicBezTo>
                    <a:pt x="14287" y="726"/>
                    <a:pt x="14249" y="1453"/>
                    <a:pt x="14194" y="2179"/>
                  </a:cubicBezTo>
                  <a:cubicBezTo>
                    <a:pt x="9313" y="4210"/>
                    <a:pt x="6352" y="9984"/>
                    <a:pt x="0" y="9239"/>
                  </a:cubicBezTo>
                  <a:cubicBezTo>
                    <a:pt x="4266" y="5364"/>
                    <a:pt x="8829" y="1993"/>
                    <a:pt x="14324" y="0"/>
                  </a:cubicBezTo>
                  <a:close/>
                </a:path>
              </a:pathLst>
            </a:custGeom>
            <a:solidFill>
              <a:srgbClr val="4E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E520558E-2A69-D648-6DF0-10D0C797BF36}"/>
                </a:ext>
              </a:extLst>
            </p:cNvPr>
            <p:cNvSpPr/>
            <p:nvPr/>
          </p:nvSpPr>
          <p:spPr>
            <a:xfrm>
              <a:off x="1949658" y="5289766"/>
              <a:ext cx="6848" cy="8459"/>
            </a:xfrm>
            <a:custGeom>
              <a:avLst/>
              <a:gdLst>
                <a:gd name="csX0" fmla="*/ 0 w 6848"/>
                <a:gd name="csY0" fmla="*/ 8460 h 8459"/>
                <a:gd name="csX1" fmla="*/ 4117 w 6848"/>
                <a:gd name="csY1" fmla="*/ 1344 h 8459"/>
                <a:gd name="csX2" fmla="*/ 6147 w 6848"/>
                <a:gd name="csY2" fmla="*/ 227 h 8459"/>
                <a:gd name="csX3" fmla="*/ 6557 w 6848"/>
                <a:gd name="csY3" fmla="*/ 2760 h 8459"/>
                <a:gd name="csX4" fmla="*/ 0 w 6848"/>
                <a:gd name="csY4" fmla="*/ 8460 h 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48" h="8459">
                  <a:moveTo>
                    <a:pt x="0" y="8460"/>
                  </a:moveTo>
                  <a:cubicBezTo>
                    <a:pt x="1378" y="6094"/>
                    <a:pt x="2775" y="3729"/>
                    <a:pt x="4117" y="1344"/>
                  </a:cubicBezTo>
                  <a:cubicBezTo>
                    <a:pt x="4582" y="506"/>
                    <a:pt x="5066" y="-444"/>
                    <a:pt x="6147" y="227"/>
                  </a:cubicBezTo>
                  <a:cubicBezTo>
                    <a:pt x="7041" y="786"/>
                    <a:pt x="6966" y="1903"/>
                    <a:pt x="6557" y="2760"/>
                  </a:cubicBezTo>
                  <a:cubicBezTo>
                    <a:pt x="5271" y="5479"/>
                    <a:pt x="3353" y="7659"/>
                    <a:pt x="0" y="8460"/>
                  </a:cubicBezTo>
                  <a:close/>
                </a:path>
              </a:pathLst>
            </a:custGeom>
            <a:solidFill>
              <a:srgbClr val="4E6D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24596920-7066-0065-D209-61C45AA06882}"/>
                </a:ext>
              </a:extLst>
            </p:cNvPr>
            <p:cNvSpPr/>
            <p:nvPr/>
          </p:nvSpPr>
          <p:spPr>
            <a:xfrm>
              <a:off x="2005743" y="5242256"/>
              <a:ext cx="7737" cy="6237"/>
            </a:xfrm>
            <a:custGeom>
              <a:avLst/>
              <a:gdLst>
                <a:gd name="csX0" fmla="*/ 2515 w 7737"/>
                <a:gd name="csY0" fmla="*/ 2679 h 6237"/>
                <a:gd name="csX1" fmla="*/ 7693 w 7737"/>
                <a:gd name="csY1" fmla="*/ 71 h 6237"/>
                <a:gd name="csX2" fmla="*/ 3781 w 7737"/>
                <a:gd name="csY2" fmla="*/ 5268 h 6237"/>
                <a:gd name="csX3" fmla="*/ 0 w 7737"/>
                <a:gd name="csY3" fmla="*/ 5938 h 6237"/>
                <a:gd name="csX4" fmla="*/ 2515 w 7737"/>
                <a:gd name="csY4" fmla="*/ 2679 h 6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37" h="6237">
                  <a:moveTo>
                    <a:pt x="2515" y="2679"/>
                  </a:moveTo>
                  <a:cubicBezTo>
                    <a:pt x="4601" y="2623"/>
                    <a:pt x="5066" y="-506"/>
                    <a:pt x="7693" y="71"/>
                  </a:cubicBezTo>
                  <a:cubicBezTo>
                    <a:pt x="8158" y="3182"/>
                    <a:pt x="4880" y="3442"/>
                    <a:pt x="3781" y="5268"/>
                  </a:cubicBezTo>
                  <a:cubicBezTo>
                    <a:pt x="2552" y="5510"/>
                    <a:pt x="1527" y="6814"/>
                    <a:pt x="0" y="5938"/>
                  </a:cubicBezTo>
                  <a:cubicBezTo>
                    <a:pt x="112" y="4299"/>
                    <a:pt x="1453" y="3591"/>
                    <a:pt x="2515" y="2679"/>
                  </a:cubicBezTo>
                  <a:close/>
                </a:path>
              </a:pathLst>
            </a:custGeom>
            <a:solidFill>
              <a:srgbClr val="4D6D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410BEAC2-C909-49A3-3D49-D8FDE32E8212}"/>
                </a:ext>
              </a:extLst>
            </p:cNvPr>
            <p:cNvSpPr/>
            <p:nvPr/>
          </p:nvSpPr>
          <p:spPr>
            <a:xfrm>
              <a:off x="1580906" y="5295301"/>
              <a:ext cx="28579" cy="16745"/>
            </a:xfrm>
            <a:custGeom>
              <a:avLst/>
              <a:gdLst>
                <a:gd name="csX0" fmla="*/ 28517 w 28579"/>
                <a:gd name="csY0" fmla="*/ 15367 h 16745"/>
                <a:gd name="csX1" fmla="*/ 26264 w 28579"/>
                <a:gd name="csY1" fmla="*/ 16745 h 16745"/>
                <a:gd name="csX2" fmla="*/ 0 w 28579"/>
                <a:gd name="csY2" fmla="*/ 0 h 16745"/>
                <a:gd name="csX3" fmla="*/ 28517 w 28579"/>
                <a:gd name="csY3" fmla="*/ 15367 h 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79" h="16745">
                  <a:moveTo>
                    <a:pt x="28517" y="15367"/>
                  </a:moveTo>
                  <a:cubicBezTo>
                    <a:pt x="28964" y="17788"/>
                    <a:pt x="26878" y="16056"/>
                    <a:pt x="26264" y="16745"/>
                  </a:cubicBezTo>
                  <a:cubicBezTo>
                    <a:pt x="16410" y="12945"/>
                    <a:pt x="6761" y="8810"/>
                    <a:pt x="0" y="0"/>
                  </a:cubicBezTo>
                  <a:cubicBezTo>
                    <a:pt x="9500" y="5141"/>
                    <a:pt x="18254" y="11660"/>
                    <a:pt x="28517" y="15367"/>
                  </a:cubicBezTo>
                  <a:close/>
                </a:path>
              </a:pathLst>
            </a:custGeom>
            <a:solidFill>
              <a:srgbClr val="5C82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18F65B8C-49F9-4B7B-FB08-23951D6D43E3}"/>
                </a:ext>
              </a:extLst>
            </p:cNvPr>
            <p:cNvSpPr/>
            <p:nvPr/>
          </p:nvSpPr>
          <p:spPr>
            <a:xfrm>
              <a:off x="1630583" y="5254658"/>
              <a:ext cx="17360" cy="9855"/>
            </a:xfrm>
            <a:custGeom>
              <a:avLst/>
              <a:gdLst>
                <a:gd name="csX0" fmla="*/ 17360 w 17360"/>
                <a:gd name="csY0" fmla="*/ 8605 h 9855"/>
                <a:gd name="csX1" fmla="*/ 14436 w 17360"/>
                <a:gd name="csY1" fmla="*/ 9704 h 9855"/>
                <a:gd name="csX2" fmla="*/ 0 w 17360"/>
                <a:gd name="csY2" fmla="*/ 0 h 9855"/>
                <a:gd name="csX3" fmla="*/ 17267 w 17360"/>
                <a:gd name="csY3" fmla="*/ 8550 h 9855"/>
                <a:gd name="csX4" fmla="*/ 17360 w 17360"/>
                <a:gd name="csY4" fmla="*/ 8605 h 9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60" h="9855">
                  <a:moveTo>
                    <a:pt x="17360" y="8605"/>
                  </a:moveTo>
                  <a:cubicBezTo>
                    <a:pt x="16689" y="9779"/>
                    <a:pt x="15516" y="10077"/>
                    <a:pt x="14436" y="9704"/>
                  </a:cubicBezTo>
                  <a:cubicBezTo>
                    <a:pt x="8829" y="7786"/>
                    <a:pt x="4116" y="4396"/>
                    <a:pt x="0" y="0"/>
                  </a:cubicBezTo>
                  <a:cubicBezTo>
                    <a:pt x="5756" y="2850"/>
                    <a:pt x="11511" y="5700"/>
                    <a:pt x="17267" y="8550"/>
                  </a:cubicBezTo>
                  <a:cubicBezTo>
                    <a:pt x="17286" y="8568"/>
                    <a:pt x="17360" y="8605"/>
                    <a:pt x="17360" y="8605"/>
                  </a:cubicBezTo>
                  <a:close/>
                </a:path>
              </a:pathLst>
            </a:custGeom>
            <a:solidFill>
              <a:srgbClr val="60893C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FCE448A8-8A6B-039E-B9A2-AB772B4131EC}"/>
                </a:ext>
              </a:extLst>
            </p:cNvPr>
            <p:cNvSpPr/>
            <p:nvPr/>
          </p:nvSpPr>
          <p:spPr>
            <a:xfrm>
              <a:off x="2043816" y="5295488"/>
              <a:ext cx="5303" cy="7655"/>
            </a:xfrm>
            <a:custGeom>
              <a:avLst/>
              <a:gdLst>
                <a:gd name="csX0" fmla="*/ 0 w 5303"/>
                <a:gd name="csY0" fmla="*/ 7656 h 7655"/>
                <a:gd name="csX1" fmla="*/ 4657 w 5303"/>
                <a:gd name="csY1" fmla="*/ 0 h 7655"/>
                <a:gd name="csX2" fmla="*/ 0 w 5303"/>
                <a:gd name="csY2" fmla="*/ 7656 h 7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03" h="7655">
                  <a:moveTo>
                    <a:pt x="0" y="7656"/>
                  </a:moveTo>
                  <a:cubicBezTo>
                    <a:pt x="1546" y="5104"/>
                    <a:pt x="3111" y="2552"/>
                    <a:pt x="4657" y="0"/>
                  </a:cubicBezTo>
                  <a:cubicBezTo>
                    <a:pt x="6799" y="4713"/>
                    <a:pt x="3204" y="6072"/>
                    <a:pt x="0" y="7656"/>
                  </a:cubicBezTo>
                  <a:close/>
                </a:path>
              </a:pathLst>
            </a:custGeom>
            <a:solidFill>
              <a:srgbClr val="4D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C820DB2-8FD3-D7A0-F7A6-71F481518A2D}"/>
                </a:ext>
              </a:extLst>
            </p:cNvPr>
            <p:cNvSpPr/>
            <p:nvPr/>
          </p:nvSpPr>
          <p:spPr>
            <a:xfrm>
              <a:off x="1783022" y="4852956"/>
              <a:ext cx="63955" cy="143648"/>
            </a:xfrm>
            <a:custGeom>
              <a:avLst/>
              <a:gdLst>
                <a:gd name="csX0" fmla="*/ 6279 w 63955"/>
                <a:gd name="csY0" fmla="*/ 0 h 143648"/>
                <a:gd name="csX1" fmla="*/ 26508 w 63955"/>
                <a:gd name="csY1" fmla="*/ 22259 h 143648"/>
                <a:gd name="csX2" fmla="*/ 62122 w 63955"/>
                <a:gd name="csY2" fmla="*/ 120775 h 143648"/>
                <a:gd name="csX3" fmla="*/ 63705 w 63955"/>
                <a:gd name="csY3" fmla="*/ 143649 h 143648"/>
                <a:gd name="csX4" fmla="*/ 39956 w 63955"/>
                <a:gd name="csY4" fmla="*/ 120328 h 143648"/>
                <a:gd name="csX5" fmla="*/ 32170 w 63955"/>
                <a:gd name="csY5" fmla="*/ 91047 h 143648"/>
                <a:gd name="csX6" fmla="*/ 11681 w 63955"/>
                <a:gd name="csY6" fmla="*/ 39433 h 143648"/>
                <a:gd name="csX7" fmla="*/ 1194 w 63955"/>
                <a:gd name="csY7" fmla="*/ 16373 h 143648"/>
                <a:gd name="csX8" fmla="*/ 6279 w 63955"/>
                <a:gd name="csY8" fmla="*/ 0 h 143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955" h="143648">
                  <a:moveTo>
                    <a:pt x="6279" y="0"/>
                  </a:moveTo>
                  <a:cubicBezTo>
                    <a:pt x="15369" y="5271"/>
                    <a:pt x="21218" y="13728"/>
                    <a:pt x="26508" y="22259"/>
                  </a:cubicBezTo>
                  <a:cubicBezTo>
                    <a:pt x="45284" y="52546"/>
                    <a:pt x="56366" y="85776"/>
                    <a:pt x="62122" y="120775"/>
                  </a:cubicBezTo>
                  <a:cubicBezTo>
                    <a:pt x="63351" y="128226"/>
                    <a:pt x="64469" y="135937"/>
                    <a:pt x="63705" y="143649"/>
                  </a:cubicBezTo>
                  <a:cubicBezTo>
                    <a:pt x="49400" y="142382"/>
                    <a:pt x="44818" y="131150"/>
                    <a:pt x="39956" y="120328"/>
                  </a:cubicBezTo>
                  <a:cubicBezTo>
                    <a:pt x="35765" y="111015"/>
                    <a:pt x="35356" y="100677"/>
                    <a:pt x="32170" y="91047"/>
                  </a:cubicBezTo>
                  <a:cubicBezTo>
                    <a:pt x="26322" y="73445"/>
                    <a:pt x="20789" y="55750"/>
                    <a:pt x="11681" y="39433"/>
                  </a:cubicBezTo>
                  <a:cubicBezTo>
                    <a:pt x="7565" y="32056"/>
                    <a:pt x="3709" y="24494"/>
                    <a:pt x="1194" y="16373"/>
                  </a:cubicBezTo>
                  <a:cubicBezTo>
                    <a:pt x="-1376" y="8103"/>
                    <a:pt x="151" y="3390"/>
                    <a:pt x="6279" y="0"/>
                  </a:cubicBezTo>
                  <a:close/>
                </a:path>
              </a:pathLst>
            </a:custGeom>
            <a:solidFill>
              <a:srgbClr val="9F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745C62B8-A91B-4B21-6CE6-E01FC3C79D61}"/>
                </a:ext>
              </a:extLst>
            </p:cNvPr>
            <p:cNvSpPr/>
            <p:nvPr/>
          </p:nvSpPr>
          <p:spPr>
            <a:xfrm>
              <a:off x="1684742" y="5032650"/>
              <a:ext cx="49805" cy="30693"/>
            </a:xfrm>
            <a:custGeom>
              <a:avLst/>
              <a:gdLst>
                <a:gd name="csX0" fmla="*/ 46555 w 49805"/>
                <a:gd name="csY0" fmla="*/ 30694 h 30693"/>
                <a:gd name="csX1" fmla="*/ 2559 w 49805"/>
                <a:gd name="csY1" fmla="*/ 6162 h 30693"/>
                <a:gd name="csX2" fmla="*/ 454 w 49805"/>
                <a:gd name="csY2" fmla="*/ 1021 h 30693"/>
                <a:gd name="csX3" fmla="*/ 6750 w 49805"/>
                <a:gd name="csY3" fmla="*/ 1319 h 30693"/>
                <a:gd name="csX4" fmla="*/ 26625 w 49805"/>
                <a:gd name="csY4" fmla="*/ 11713 h 30693"/>
                <a:gd name="csX5" fmla="*/ 47803 w 49805"/>
                <a:gd name="csY5" fmla="*/ 25534 h 30693"/>
                <a:gd name="csX6" fmla="*/ 46555 w 49805"/>
                <a:gd name="csY6" fmla="*/ 30694 h 30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805" h="30693">
                  <a:moveTo>
                    <a:pt x="46555" y="30694"/>
                  </a:moveTo>
                  <a:cubicBezTo>
                    <a:pt x="30704" y="24659"/>
                    <a:pt x="15877" y="16761"/>
                    <a:pt x="2559" y="6162"/>
                  </a:cubicBezTo>
                  <a:cubicBezTo>
                    <a:pt x="2745" y="4020"/>
                    <a:pt x="-1334" y="3219"/>
                    <a:pt x="454" y="1021"/>
                  </a:cubicBezTo>
                  <a:cubicBezTo>
                    <a:pt x="2187" y="-1139"/>
                    <a:pt x="4664" y="705"/>
                    <a:pt x="6750" y="1319"/>
                  </a:cubicBezTo>
                  <a:cubicBezTo>
                    <a:pt x="14070" y="3443"/>
                    <a:pt x="20515" y="7429"/>
                    <a:pt x="26625" y="11713"/>
                  </a:cubicBezTo>
                  <a:cubicBezTo>
                    <a:pt x="33535" y="16575"/>
                    <a:pt x="41508" y="19760"/>
                    <a:pt x="47803" y="25534"/>
                  </a:cubicBezTo>
                  <a:cubicBezTo>
                    <a:pt x="50392" y="27918"/>
                    <a:pt x="50951" y="29911"/>
                    <a:pt x="46555" y="30694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AF20FAA9-6552-7AA1-8097-1CD856FDDF20}"/>
                </a:ext>
              </a:extLst>
            </p:cNvPr>
            <p:cNvSpPr/>
            <p:nvPr/>
          </p:nvSpPr>
          <p:spPr>
            <a:xfrm>
              <a:off x="1679505" y="5039517"/>
              <a:ext cx="40634" cy="26684"/>
            </a:xfrm>
            <a:custGeom>
              <a:avLst/>
              <a:gdLst>
                <a:gd name="csX0" fmla="*/ 3493 w 40634"/>
                <a:gd name="csY0" fmla="*/ 3 h 26684"/>
                <a:gd name="csX1" fmla="*/ 40635 w 40634"/>
                <a:gd name="csY1" fmla="*/ 22802 h 26684"/>
                <a:gd name="csX2" fmla="*/ 32812 w 40634"/>
                <a:gd name="csY2" fmla="*/ 25671 h 26684"/>
                <a:gd name="csX3" fmla="*/ 6381 w 40634"/>
                <a:gd name="csY3" fmla="*/ 11533 h 26684"/>
                <a:gd name="csX4" fmla="*/ 606 w 40634"/>
                <a:gd name="csY4" fmla="*/ 4716 h 26684"/>
                <a:gd name="csX5" fmla="*/ 3493 w 40634"/>
                <a:gd name="csY5" fmla="*/ 3 h 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0634" h="26684">
                  <a:moveTo>
                    <a:pt x="3493" y="3"/>
                  </a:moveTo>
                  <a:cubicBezTo>
                    <a:pt x="14837" y="9298"/>
                    <a:pt x="27727" y="16060"/>
                    <a:pt x="40635" y="22802"/>
                  </a:cubicBezTo>
                  <a:cubicBezTo>
                    <a:pt x="39909" y="28707"/>
                    <a:pt x="35177" y="26286"/>
                    <a:pt x="32812" y="25671"/>
                  </a:cubicBezTo>
                  <a:cubicBezTo>
                    <a:pt x="22940" y="23119"/>
                    <a:pt x="13813" y="18779"/>
                    <a:pt x="6381" y="11533"/>
                  </a:cubicBezTo>
                  <a:cubicBezTo>
                    <a:pt x="4257" y="9466"/>
                    <a:pt x="1798" y="7622"/>
                    <a:pt x="606" y="4716"/>
                  </a:cubicBezTo>
                  <a:cubicBezTo>
                    <a:pt x="-604" y="1754"/>
                    <a:pt x="-176" y="-90"/>
                    <a:pt x="3493" y="3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08CED652-BC0C-D971-94DA-BC33181C41B9}"/>
                </a:ext>
              </a:extLst>
            </p:cNvPr>
            <p:cNvSpPr/>
            <p:nvPr/>
          </p:nvSpPr>
          <p:spPr>
            <a:xfrm>
              <a:off x="2039386" y="5151487"/>
              <a:ext cx="284050" cy="86928"/>
            </a:xfrm>
            <a:custGeom>
              <a:avLst/>
              <a:gdLst>
                <a:gd name="csX0" fmla="*/ 25441 w 284050"/>
                <a:gd name="csY0" fmla="*/ 16762 h 86928"/>
                <a:gd name="csX1" fmla="*/ 4840 w 284050"/>
                <a:gd name="csY1" fmla="*/ 15719 h 86928"/>
                <a:gd name="csX2" fmla="*/ 220 w 284050"/>
                <a:gd name="csY2" fmla="*/ 14825 h 86928"/>
                <a:gd name="csX3" fmla="*/ 2437 w 284050"/>
                <a:gd name="csY3" fmla="*/ 9405 h 86928"/>
                <a:gd name="csX4" fmla="*/ 22740 w 284050"/>
                <a:gd name="csY4" fmla="*/ 1190 h 86928"/>
                <a:gd name="csX5" fmla="*/ 48799 w 284050"/>
                <a:gd name="csY5" fmla="*/ 54 h 86928"/>
                <a:gd name="csX6" fmla="*/ 79533 w 284050"/>
                <a:gd name="csY6" fmla="*/ 2401 h 86928"/>
                <a:gd name="csX7" fmla="*/ 106150 w 284050"/>
                <a:gd name="csY7" fmla="*/ 5922 h 86928"/>
                <a:gd name="csX8" fmla="*/ 141522 w 284050"/>
                <a:gd name="csY8" fmla="*/ 14751 h 86928"/>
                <a:gd name="csX9" fmla="*/ 206566 w 284050"/>
                <a:gd name="csY9" fmla="*/ 34234 h 86928"/>
                <a:gd name="csX10" fmla="*/ 243689 w 284050"/>
                <a:gd name="csY10" fmla="*/ 51799 h 86928"/>
                <a:gd name="csX11" fmla="*/ 278447 w 284050"/>
                <a:gd name="csY11" fmla="*/ 75474 h 86928"/>
                <a:gd name="csX12" fmla="*/ 283215 w 284050"/>
                <a:gd name="csY12" fmla="*/ 81564 h 86928"/>
                <a:gd name="csX13" fmla="*/ 279881 w 284050"/>
                <a:gd name="csY13" fmla="*/ 86929 h 86928"/>
                <a:gd name="csX14" fmla="*/ 276416 w 284050"/>
                <a:gd name="csY14" fmla="*/ 85215 h 86928"/>
                <a:gd name="csX15" fmla="*/ 228211 w 284050"/>
                <a:gd name="csY15" fmla="*/ 58840 h 86928"/>
                <a:gd name="csX16" fmla="*/ 146514 w 284050"/>
                <a:gd name="csY16" fmla="*/ 35016 h 86928"/>
                <a:gd name="csX17" fmla="*/ 65376 w 284050"/>
                <a:gd name="csY17" fmla="*/ 21680 h 86928"/>
                <a:gd name="csX18" fmla="*/ 31196 w 284050"/>
                <a:gd name="csY18" fmla="*/ 18327 h 86928"/>
                <a:gd name="csX19" fmla="*/ 25441 w 284050"/>
                <a:gd name="csY19" fmla="*/ 16762 h 8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4050" h="86928">
                  <a:moveTo>
                    <a:pt x="25441" y="16762"/>
                  </a:moveTo>
                  <a:cubicBezTo>
                    <a:pt x="18661" y="14490"/>
                    <a:pt x="11694" y="16371"/>
                    <a:pt x="4840" y="15719"/>
                  </a:cubicBezTo>
                  <a:cubicBezTo>
                    <a:pt x="3238" y="15570"/>
                    <a:pt x="947" y="16613"/>
                    <a:pt x="220" y="14825"/>
                  </a:cubicBezTo>
                  <a:cubicBezTo>
                    <a:pt x="-618" y="12795"/>
                    <a:pt x="1114" y="10895"/>
                    <a:pt x="2437" y="9405"/>
                  </a:cubicBezTo>
                  <a:cubicBezTo>
                    <a:pt x="7838" y="3370"/>
                    <a:pt x="15308" y="1935"/>
                    <a:pt x="22740" y="1190"/>
                  </a:cubicBezTo>
                  <a:cubicBezTo>
                    <a:pt x="31383" y="315"/>
                    <a:pt x="40137" y="-169"/>
                    <a:pt x="48799" y="54"/>
                  </a:cubicBezTo>
                  <a:cubicBezTo>
                    <a:pt x="59062" y="334"/>
                    <a:pt x="69307" y="1414"/>
                    <a:pt x="79533" y="2401"/>
                  </a:cubicBezTo>
                  <a:cubicBezTo>
                    <a:pt x="88436" y="3258"/>
                    <a:pt x="97377" y="4432"/>
                    <a:pt x="106150" y="5922"/>
                  </a:cubicBezTo>
                  <a:cubicBezTo>
                    <a:pt x="118090" y="7933"/>
                    <a:pt x="129843" y="11398"/>
                    <a:pt x="141522" y="14751"/>
                  </a:cubicBezTo>
                  <a:cubicBezTo>
                    <a:pt x="163278" y="21009"/>
                    <a:pt x="185034" y="27268"/>
                    <a:pt x="206566" y="34234"/>
                  </a:cubicBezTo>
                  <a:cubicBezTo>
                    <a:pt x="219605" y="38462"/>
                    <a:pt x="232010" y="44646"/>
                    <a:pt x="243689" y="51799"/>
                  </a:cubicBezTo>
                  <a:cubicBezTo>
                    <a:pt x="255629" y="59119"/>
                    <a:pt x="267327" y="66868"/>
                    <a:pt x="278447" y="75474"/>
                  </a:cubicBezTo>
                  <a:cubicBezTo>
                    <a:pt x="280663" y="77187"/>
                    <a:pt x="282042" y="79199"/>
                    <a:pt x="283215" y="81564"/>
                  </a:cubicBezTo>
                  <a:cubicBezTo>
                    <a:pt x="285041" y="85197"/>
                    <a:pt x="283848" y="86910"/>
                    <a:pt x="279881" y="86929"/>
                  </a:cubicBezTo>
                  <a:cubicBezTo>
                    <a:pt x="278465" y="86910"/>
                    <a:pt x="277385" y="86109"/>
                    <a:pt x="276416" y="85215"/>
                  </a:cubicBezTo>
                  <a:cubicBezTo>
                    <a:pt x="262614" y="72288"/>
                    <a:pt x="245366" y="65639"/>
                    <a:pt x="228211" y="58840"/>
                  </a:cubicBezTo>
                  <a:cubicBezTo>
                    <a:pt x="201742" y="48335"/>
                    <a:pt x="174212" y="41275"/>
                    <a:pt x="146514" y="35016"/>
                  </a:cubicBezTo>
                  <a:cubicBezTo>
                    <a:pt x="119748" y="28981"/>
                    <a:pt x="92683" y="24604"/>
                    <a:pt x="65376" y="21680"/>
                  </a:cubicBezTo>
                  <a:cubicBezTo>
                    <a:pt x="53995" y="20450"/>
                    <a:pt x="42559" y="19780"/>
                    <a:pt x="31196" y="18327"/>
                  </a:cubicBezTo>
                  <a:cubicBezTo>
                    <a:pt x="29296" y="18085"/>
                    <a:pt x="27005" y="18644"/>
                    <a:pt x="25441" y="16762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4977CB22-768E-BC12-E5B8-A1795D3FD05E}"/>
                </a:ext>
              </a:extLst>
            </p:cNvPr>
            <p:cNvSpPr/>
            <p:nvPr/>
          </p:nvSpPr>
          <p:spPr>
            <a:xfrm>
              <a:off x="2041370" y="5170294"/>
              <a:ext cx="272178" cy="70945"/>
            </a:xfrm>
            <a:custGeom>
              <a:avLst/>
              <a:gdLst>
                <a:gd name="csX0" fmla="*/ 272178 w 272178"/>
                <a:gd name="csY0" fmla="*/ 67879 h 70945"/>
                <a:gd name="csX1" fmla="*/ 258171 w 272178"/>
                <a:gd name="csY1" fmla="*/ 69555 h 70945"/>
                <a:gd name="csX2" fmla="*/ 203353 w 272178"/>
                <a:gd name="csY2" fmla="*/ 52922 h 70945"/>
                <a:gd name="csX3" fmla="*/ 139706 w 272178"/>
                <a:gd name="csY3" fmla="*/ 32600 h 70945"/>
                <a:gd name="csX4" fmla="*/ 68477 w 272178"/>
                <a:gd name="csY4" fmla="*/ 17680 h 70945"/>
                <a:gd name="csX5" fmla="*/ 32397 w 272178"/>
                <a:gd name="csY5" fmla="*/ 13694 h 70945"/>
                <a:gd name="csX6" fmla="*/ 3638 w 272178"/>
                <a:gd name="csY6" fmla="*/ 7398 h 70945"/>
                <a:gd name="csX7" fmla="*/ 99 w 272178"/>
                <a:gd name="csY7" fmla="*/ 2928 h 70945"/>
                <a:gd name="csX8" fmla="*/ 4998 w 272178"/>
                <a:gd name="csY8" fmla="*/ 1531 h 70945"/>
                <a:gd name="csX9" fmla="*/ 28132 w 272178"/>
                <a:gd name="csY9" fmla="*/ 1400 h 70945"/>
                <a:gd name="csX10" fmla="*/ 35676 w 272178"/>
                <a:gd name="csY10" fmla="*/ 451 h 70945"/>
                <a:gd name="csX11" fmla="*/ 46945 w 272178"/>
                <a:gd name="csY11" fmla="*/ 1084 h 70945"/>
                <a:gd name="csX12" fmla="*/ 130448 w 272178"/>
                <a:gd name="csY12" fmla="*/ 13396 h 70945"/>
                <a:gd name="csX13" fmla="*/ 228424 w 272178"/>
                <a:gd name="csY13" fmla="*/ 40516 h 70945"/>
                <a:gd name="csX14" fmla="*/ 263703 w 272178"/>
                <a:gd name="csY14" fmla="*/ 57970 h 70945"/>
                <a:gd name="csX15" fmla="*/ 272178 w 272178"/>
                <a:gd name="csY15" fmla="*/ 67879 h 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72178" h="70945">
                  <a:moveTo>
                    <a:pt x="272178" y="67879"/>
                  </a:moveTo>
                  <a:cubicBezTo>
                    <a:pt x="268025" y="72517"/>
                    <a:pt x="262716" y="70859"/>
                    <a:pt x="258171" y="69555"/>
                  </a:cubicBezTo>
                  <a:cubicBezTo>
                    <a:pt x="239805" y="64303"/>
                    <a:pt x="221514" y="58789"/>
                    <a:pt x="203353" y="52922"/>
                  </a:cubicBezTo>
                  <a:cubicBezTo>
                    <a:pt x="182156" y="46086"/>
                    <a:pt x="161406" y="37797"/>
                    <a:pt x="139706" y="32600"/>
                  </a:cubicBezTo>
                  <a:cubicBezTo>
                    <a:pt x="116106" y="26956"/>
                    <a:pt x="92562" y="20828"/>
                    <a:pt x="68477" y="17680"/>
                  </a:cubicBezTo>
                  <a:cubicBezTo>
                    <a:pt x="56519" y="16116"/>
                    <a:pt x="44523" y="14402"/>
                    <a:pt x="32397" y="13694"/>
                  </a:cubicBezTo>
                  <a:cubicBezTo>
                    <a:pt x="22637" y="13117"/>
                    <a:pt x="12486" y="12875"/>
                    <a:pt x="3638" y="7398"/>
                  </a:cubicBezTo>
                  <a:cubicBezTo>
                    <a:pt x="1868" y="6299"/>
                    <a:pt x="-516" y="5312"/>
                    <a:pt x="99" y="2928"/>
                  </a:cubicBezTo>
                  <a:cubicBezTo>
                    <a:pt x="713" y="525"/>
                    <a:pt x="3284" y="1568"/>
                    <a:pt x="4998" y="1531"/>
                  </a:cubicBezTo>
                  <a:cubicBezTo>
                    <a:pt x="12709" y="1400"/>
                    <a:pt x="20420" y="1419"/>
                    <a:pt x="28132" y="1400"/>
                  </a:cubicBezTo>
                  <a:cubicBezTo>
                    <a:pt x="30442" y="-630"/>
                    <a:pt x="33068" y="22"/>
                    <a:pt x="35676" y="451"/>
                  </a:cubicBezTo>
                  <a:cubicBezTo>
                    <a:pt x="39382" y="1475"/>
                    <a:pt x="43182" y="953"/>
                    <a:pt x="46945" y="1084"/>
                  </a:cubicBezTo>
                  <a:cubicBezTo>
                    <a:pt x="74903" y="4399"/>
                    <a:pt x="102862" y="7696"/>
                    <a:pt x="130448" y="13396"/>
                  </a:cubicBezTo>
                  <a:cubicBezTo>
                    <a:pt x="163715" y="20251"/>
                    <a:pt x="196685" y="28186"/>
                    <a:pt x="228424" y="40516"/>
                  </a:cubicBezTo>
                  <a:cubicBezTo>
                    <a:pt x="240681" y="45285"/>
                    <a:pt x="252788" y="50482"/>
                    <a:pt x="263703" y="57970"/>
                  </a:cubicBezTo>
                  <a:cubicBezTo>
                    <a:pt x="267336" y="60428"/>
                    <a:pt x="271359" y="62868"/>
                    <a:pt x="272178" y="67879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BABDDE05-235D-5AFB-CF96-C159519F0A58}"/>
                </a:ext>
              </a:extLst>
            </p:cNvPr>
            <p:cNvSpPr/>
            <p:nvPr/>
          </p:nvSpPr>
          <p:spPr>
            <a:xfrm>
              <a:off x="2033925" y="5168113"/>
              <a:ext cx="285341" cy="72641"/>
            </a:xfrm>
            <a:custGeom>
              <a:avLst/>
              <a:gdLst>
                <a:gd name="csX0" fmla="*/ 279623 w 285341"/>
                <a:gd name="csY0" fmla="*/ 70060 h 72641"/>
                <a:gd name="csX1" fmla="*/ 252596 w 285341"/>
                <a:gd name="csY1" fmla="*/ 51247 h 72641"/>
                <a:gd name="csX2" fmla="*/ 182970 w 285341"/>
                <a:gd name="csY2" fmla="*/ 27349 h 72641"/>
                <a:gd name="csX3" fmla="*/ 123979 w 285341"/>
                <a:gd name="csY3" fmla="*/ 14236 h 72641"/>
                <a:gd name="csX4" fmla="*/ 72905 w 285341"/>
                <a:gd name="csY4" fmla="*/ 7084 h 72641"/>
                <a:gd name="csX5" fmla="*/ 54818 w 285341"/>
                <a:gd name="csY5" fmla="*/ 4718 h 72641"/>
                <a:gd name="csX6" fmla="*/ 43344 w 285341"/>
                <a:gd name="csY6" fmla="*/ 3693 h 72641"/>
                <a:gd name="csX7" fmla="*/ 35577 w 285341"/>
                <a:gd name="csY7" fmla="*/ 3563 h 72641"/>
                <a:gd name="csX8" fmla="*/ 8084 w 285341"/>
                <a:gd name="csY8" fmla="*/ 2483 h 72641"/>
                <a:gd name="csX9" fmla="*/ 0 w 285341"/>
                <a:gd name="csY9" fmla="*/ 844 h 72641"/>
                <a:gd name="csX10" fmla="*/ 30883 w 285341"/>
                <a:gd name="csY10" fmla="*/ 136 h 72641"/>
                <a:gd name="csX11" fmla="*/ 223054 w 285341"/>
                <a:gd name="csY11" fmla="*/ 36663 h 72641"/>
                <a:gd name="csX12" fmla="*/ 270310 w 285341"/>
                <a:gd name="csY12" fmla="*/ 57748 h 72641"/>
                <a:gd name="csX13" fmla="*/ 285342 w 285341"/>
                <a:gd name="csY13" fmla="*/ 70321 h 72641"/>
                <a:gd name="csX14" fmla="*/ 279623 w 285341"/>
                <a:gd name="csY14" fmla="*/ 70060 h 72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5341" h="72641">
                  <a:moveTo>
                    <a:pt x="279623" y="70060"/>
                  </a:moveTo>
                  <a:cubicBezTo>
                    <a:pt x="272545" y="61026"/>
                    <a:pt x="262655" y="55941"/>
                    <a:pt x="252596" y="51247"/>
                  </a:cubicBezTo>
                  <a:cubicBezTo>
                    <a:pt x="230244" y="40816"/>
                    <a:pt x="206905" y="33310"/>
                    <a:pt x="182970" y="27349"/>
                  </a:cubicBezTo>
                  <a:cubicBezTo>
                    <a:pt x="163412" y="22469"/>
                    <a:pt x="143816" y="17589"/>
                    <a:pt x="123979" y="14236"/>
                  </a:cubicBezTo>
                  <a:cubicBezTo>
                    <a:pt x="107047" y="11368"/>
                    <a:pt x="90079" y="8369"/>
                    <a:pt x="72905" y="7084"/>
                  </a:cubicBezTo>
                  <a:cubicBezTo>
                    <a:pt x="66851" y="6636"/>
                    <a:pt x="60835" y="5519"/>
                    <a:pt x="54818" y="4718"/>
                  </a:cubicBezTo>
                  <a:cubicBezTo>
                    <a:pt x="51093" y="3302"/>
                    <a:pt x="47070" y="5128"/>
                    <a:pt x="43344" y="3693"/>
                  </a:cubicBezTo>
                  <a:cubicBezTo>
                    <a:pt x="40755" y="3656"/>
                    <a:pt x="38166" y="3619"/>
                    <a:pt x="35577" y="3563"/>
                  </a:cubicBezTo>
                  <a:cubicBezTo>
                    <a:pt x="26487" y="1533"/>
                    <a:pt x="17248" y="3023"/>
                    <a:pt x="8084" y="2483"/>
                  </a:cubicBezTo>
                  <a:cubicBezTo>
                    <a:pt x="5774" y="2352"/>
                    <a:pt x="3297" y="3191"/>
                    <a:pt x="0" y="844"/>
                  </a:cubicBezTo>
                  <a:cubicBezTo>
                    <a:pt x="11008" y="-740"/>
                    <a:pt x="20974" y="452"/>
                    <a:pt x="30883" y="136"/>
                  </a:cubicBezTo>
                  <a:cubicBezTo>
                    <a:pt x="96542" y="3898"/>
                    <a:pt x="160711" y="15521"/>
                    <a:pt x="223054" y="36663"/>
                  </a:cubicBezTo>
                  <a:cubicBezTo>
                    <a:pt x="239427" y="42213"/>
                    <a:pt x="255483" y="48658"/>
                    <a:pt x="270310" y="57748"/>
                  </a:cubicBezTo>
                  <a:cubicBezTo>
                    <a:pt x="275935" y="61194"/>
                    <a:pt x="281039" y="65273"/>
                    <a:pt x="285342" y="70321"/>
                  </a:cubicBezTo>
                  <a:cubicBezTo>
                    <a:pt x="283218" y="75499"/>
                    <a:pt x="281523" y="70451"/>
                    <a:pt x="279623" y="70060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9A25B131-30E0-1745-47DF-ADAE3BCB9183}"/>
                </a:ext>
              </a:extLst>
            </p:cNvPr>
            <p:cNvSpPr/>
            <p:nvPr/>
          </p:nvSpPr>
          <p:spPr>
            <a:xfrm>
              <a:off x="2024090" y="4858700"/>
              <a:ext cx="76852" cy="102398"/>
            </a:xfrm>
            <a:custGeom>
              <a:avLst/>
              <a:gdLst>
                <a:gd name="csX0" fmla="*/ 0 w 76852"/>
                <a:gd name="csY0" fmla="*/ 94821 h 102398"/>
                <a:gd name="csX1" fmla="*/ 33044 w 76852"/>
                <a:gd name="csY1" fmla="*/ 42462 h 102398"/>
                <a:gd name="csX2" fmla="*/ 70092 w 76852"/>
                <a:gd name="csY2" fmla="*/ 1595 h 102398"/>
                <a:gd name="csX3" fmla="*/ 72420 w 76852"/>
                <a:gd name="csY3" fmla="*/ 49 h 102398"/>
                <a:gd name="csX4" fmla="*/ 75866 w 76852"/>
                <a:gd name="csY4" fmla="*/ 5413 h 102398"/>
                <a:gd name="csX5" fmla="*/ 73277 w 76852"/>
                <a:gd name="csY5" fmla="*/ 9735 h 102398"/>
                <a:gd name="csX6" fmla="*/ 52676 w 76852"/>
                <a:gd name="csY6" fmla="*/ 32776 h 102398"/>
                <a:gd name="csX7" fmla="*/ 13448 w 76852"/>
                <a:gd name="csY7" fmla="*/ 88451 h 102398"/>
                <a:gd name="csX8" fmla="*/ 3390 w 76852"/>
                <a:gd name="csY8" fmla="*/ 101173 h 102398"/>
                <a:gd name="csX9" fmla="*/ 1043 w 76852"/>
                <a:gd name="csY9" fmla="*/ 102309 h 102398"/>
                <a:gd name="csX10" fmla="*/ 74 w 76852"/>
                <a:gd name="csY10" fmla="*/ 99925 h 102398"/>
                <a:gd name="csX11" fmla="*/ 0 w 76852"/>
                <a:gd name="csY11" fmla="*/ 94821 h 102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852" h="102398">
                  <a:moveTo>
                    <a:pt x="0" y="94821"/>
                  </a:moveTo>
                  <a:cubicBezTo>
                    <a:pt x="9295" y="76288"/>
                    <a:pt x="20601" y="58984"/>
                    <a:pt x="33044" y="42462"/>
                  </a:cubicBezTo>
                  <a:cubicBezTo>
                    <a:pt x="44145" y="27747"/>
                    <a:pt x="55638" y="13311"/>
                    <a:pt x="70092" y="1595"/>
                  </a:cubicBezTo>
                  <a:cubicBezTo>
                    <a:pt x="70819" y="1017"/>
                    <a:pt x="71638" y="552"/>
                    <a:pt x="72420" y="49"/>
                  </a:cubicBezTo>
                  <a:cubicBezTo>
                    <a:pt x="76928" y="-342"/>
                    <a:pt x="77841" y="1632"/>
                    <a:pt x="75866" y="5413"/>
                  </a:cubicBezTo>
                  <a:cubicBezTo>
                    <a:pt x="75084" y="6903"/>
                    <a:pt x="74451" y="8617"/>
                    <a:pt x="73277" y="9735"/>
                  </a:cubicBezTo>
                  <a:cubicBezTo>
                    <a:pt x="65827" y="16906"/>
                    <a:pt x="59121" y="24729"/>
                    <a:pt x="52676" y="32776"/>
                  </a:cubicBezTo>
                  <a:cubicBezTo>
                    <a:pt x="38464" y="50508"/>
                    <a:pt x="22352" y="66937"/>
                    <a:pt x="13448" y="88451"/>
                  </a:cubicBezTo>
                  <a:cubicBezTo>
                    <a:pt x="11325" y="93573"/>
                    <a:pt x="6352" y="96609"/>
                    <a:pt x="3390" y="101173"/>
                  </a:cubicBezTo>
                  <a:cubicBezTo>
                    <a:pt x="2924" y="101899"/>
                    <a:pt x="2105" y="102663"/>
                    <a:pt x="1043" y="102309"/>
                  </a:cubicBezTo>
                  <a:cubicBezTo>
                    <a:pt x="-112" y="101918"/>
                    <a:pt x="112" y="100819"/>
                    <a:pt x="74" y="99925"/>
                  </a:cubicBezTo>
                  <a:cubicBezTo>
                    <a:pt x="0" y="98211"/>
                    <a:pt x="19" y="96516"/>
                    <a:pt x="0" y="94821"/>
                  </a:cubicBezTo>
                  <a:close/>
                </a:path>
              </a:pathLst>
            </a:custGeom>
            <a:solidFill>
              <a:srgbClr val="9DC8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6763EDD3-3FFB-9E34-754A-F94E31C5716E}"/>
                </a:ext>
              </a:extLst>
            </p:cNvPr>
            <p:cNvSpPr/>
            <p:nvPr/>
          </p:nvSpPr>
          <p:spPr>
            <a:xfrm>
              <a:off x="1574704" y="5263096"/>
              <a:ext cx="133552" cy="167828"/>
            </a:xfrm>
            <a:custGeom>
              <a:avLst/>
              <a:gdLst>
                <a:gd name="csX0" fmla="*/ 128299 w 133552"/>
                <a:gd name="csY0" fmla="*/ 149 h 167828"/>
                <a:gd name="csX1" fmla="*/ 133552 w 133552"/>
                <a:gd name="csY1" fmla="*/ 466 h 167828"/>
                <a:gd name="csX2" fmla="*/ 128765 w 133552"/>
                <a:gd name="csY2" fmla="*/ 8270 h 167828"/>
                <a:gd name="csX3" fmla="*/ 87265 w 133552"/>
                <a:gd name="csY3" fmla="*/ 47032 h 167828"/>
                <a:gd name="csX4" fmla="*/ 77635 w 133552"/>
                <a:gd name="csY4" fmla="*/ 60089 h 167828"/>
                <a:gd name="csX5" fmla="*/ 31031 w 133552"/>
                <a:gd name="csY5" fmla="*/ 126754 h 167828"/>
                <a:gd name="csX6" fmla="*/ 15962 w 133552"/>
                <a:gd name="csY6" fmla="*/ 153092 h 167828"/>
                <a:gd name="csX7" fmla="*/ 7990 w 133552"/>
                <a:gd name="csY7" fmla="*/ 164585 h 167828"/>
                <a:gd name="csX8" fmla="*/ 3277 w 133552"/>
                <a:gd name="csY8" fmla="*/ 167658 h 167828"/>
                <a:gd name="csX9" fmla="*/ 781 w 133552"/>
                <a:gd name="csY9" fmla="*/ 162368 h 167828"/>
                <a:gd name="csX10" fmla="*/ 763 w 133552"/>
                <a:gd name="csY10" fmla="*/ 159556 h 167828"/>
                <a:gd name="csX11" fmla="*/ 1433 w 133552"/>
                <a:gd name="csY11" fmla="*/ 153875 h 167828"/>
                <a:gd name="csX12" fmla="*/ 32856 w 133552"/>
                <a:gd name="csY12" fmla="*/ 101646 h 167828"/>
                <a:gd name="csX13" fmla="*/ 39469 w 133552"/>
                <a:gd name="csY13" fmla="*/ 92630 h 167828"/>
                <a:gd name="csX14" fmla="*/ 71581 w 133552"/>
                <a:gd name="csY14" fmla="*/ 53589 h 167828"/>
                <a:gd name="csX15" fmla="*/ 99912 w 133552"/>
                <a:gd name="csY15" fmla="*/ 23134 h 167828"/>
                <a:gd name="csX16" fmla="*/ 122842 w 133552"/>
                <a:gd name="csY16" fmla="*/ 2366 h 167828"/>
                <a:gd name="csX17" fmla="*/ 128299 w 133552"/>
                <a:gd name="csY17" fmla="*/ 149 h 16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3552" h="167828">
                  <a:moveTo>
                    <a:pt x="128299" y="149"/>
                  </a:moveTo>
                  <a:cubicBezTo>
                    <a:pt x="129938" y="242"/>
                    <a:pt x="131596" y="354"/>
                    <a:pt x="133552" y="466"/>
                  </a:cubicBezTo>
                  <a:cubicBezTo>
                    <a:pt x="132621" y="3763"/>
                    <a:pt x="131019" y="6407"/>
                    <a:pt x="128765" y="8270"/>
                  </a:cubicBezTo>
                  <a:cubicBezTo>
                    <a:pt x="114199" y="20415"/>
                    <a:pt x="101179" y="34180"/>
                    <a:pt x="87265" y="47032"/>
                  </a:cubicBezTo>
                  <a:cubicBezTo>
                    <a:pt x="83372" y="50627"/>
                    <a:pt x="80745" y="55656"/>
                    <a:pt x="77635" y="60089"/>
                  </a:cubicBezTo>
                  <a:cubicBezTo>
                    <a:pt x="62044" y="82274"/>
                    <a:pt x="46286" y="104346"/>
                    <a:pt x="31031" y="126754"/>
                  </a:cubicBezTo>
                  <a:cubicBezTo>
                    <a:pt x="25350" y="135099"/>
                    <a:pt x="20693" y="144152"/>
                    <a:pt x="15962" y="153092"/>
                  </a:cubicBezTo>
                  <a:cubicBezTo>
                    <a:pt x="13745" y="157302"/>
                    <a:pt x="11138" y="161065"/>
                    <a:pt x="7990" y="164585"/>
                  </a:cubicBezTo>
                  <a:cubicBezTo>
                    <a:pt x="6593" y="166150"/>
                    <a:pt x="5531" y="168478"/>
                    <a:pt x="3277" y="167658"/>
                  </a:cubicBezTo>
                  <a:cubicBezTo>
                    <a:pt x="1284" y="166932"/>
                    <a:pt x="856" y="164510"/>
                    <a:pt x="781" y="162368"/>
                  </a:cubicBezTo>
                  <a:cubicBezTo>
                    <a:pt x="744" y="161437"/>
                    <a:pt x="763" y="160487"/>
                    <a:pt x="763" y="159556"/>
                  </a:cubicBezTo>
                  <a:cubicBezTo>
                    <a:pt x="-970" y="157432"/>
                    <a:pt x="688" y="155644"/>
                    <a:pt x="1433" y="153875"/>
                  </a:cubicBezTo>
                  <a:cubicBezTo>
                    <a:pt x="9219" y="134857"/>
                    <a:pt x="20972" y="118205"/>
                    <a:pt x="32856" y="101646"/>
                  </a:cubicBezTo>
                  <a:cubicBezTo>
                    <a:pt x="35017" y="98628"/>
                    <a:pt x="36712" y="95219"/>
                    <a:pt x="39469" y="92630"/>
                  </a:cubicBezTo>
                  <a:cubicBezTo>
                    <a:pt x="49844" y="79349"/>
                    <a:pt x="60275" y="66143"/>
                    <a:pt x="71581" y="53589"/>
                  </a:cubicBezTo>
                  <a:cubicBezTo>
                    <a:pt x="80857" y="43270"/>
                    <a:pt x="90077" y="32932"/>
                    <a:pt x="99912" y="23134"/>
                  </a:cubicBezTo>
                  <a:cubicBezTo>
                    <a:pt x="107233" y="15833"/>
                    <a:pt x="115056" y="9127"/>
                    <a:pt x="122842" y="2366"/>
                  </a:cubicBezTo>
                  <a:cubicBezTo>
                    <a:pt x="124388" y="1024"/>
                    <a:pt x="125934" y="-484"/>
                    <a:pt x="128299" y="149"/>
                  </a:cubicBezTo>
                  <a:close/>
                </a:path>
              </a:pathLst>
            </a:custGeom>
            <a:solidFill>
              <a:srgbClr val="A1CA4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BD4859F8-3990-8D8B-B643-7686005E908F}"/>
                </a:ext>
              </a:extLst>
            </p:cNvPr>
            <p:cNvSpPr/>
            <p:nvPr/>
          </p:nvSpPr>
          <p:spPr>
            <a:xfrm>
              <a:off x="1613686" y="5252296"/>
              <a:ext cx="100735" cy="103811"/>
            </a:xfrm>
            <a:custGeom>
              <a:avLst/>
              <a:gdLst>
                <a:gd name="csX0" fmla="*/ 89318 w 100735"/>
                <a:gd name="csY0" fmla="*/ 10949 h 103811"/>
                <a:gd name="csX1" fmla="*/ 44912 w 100735"/>
                <a:gd name="csY1" fmla="*/ 52225 h 103811"/>
                <a:gd name="csX2" fmla="*/ 1437 w 100735"/>
                <a:gd name="csY2" fmla="*/ 103747 h 103811"/>
                <a:gd name="csX3" fmla="*/ 77 w 100735"/>
                <a:gd name="csY3" fmla="*/ 102387 h 103811"/>
                <a:gd name="csX4" fmla="*/ 74882 w 100735"/>
                <a:gd name="csY4" fmla="*/ 18921 h 103811"/>
                <a:gd name="csX5" fmla="*/ 96470 w 100735"/>
                <a:gd name="csY5" fmla="*/ 1132 h 103811"/>
                <a:gd name="csX6" fmla="*/ 100736 w 100735"/>
                <a:gd name="csY6" fmla="*/ 630 h 103811"/>
                <a:gd name="csX7" fmla="*/ 89318 w 100735"/>
                <a:gd name="csY7" fmla="*/ 10949 h 103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0735" h="103811">
                  <a:moveTo>
                    <a:pt x="89318" y="10949"/>
                  </a:moveTo>
                  <a:cubicBezTo>
                    <a:pt x="72926" y="23000"/>
                    <a:pt x="58658" y="37361"/>
                    <a:pt x="44912" y="52225"/>
                  </a:cubicBezTo>
                  <a:cubicBezTo>
                    <a:pt x="29656" y="68729"/>
                    <a:pt x="15277" y="86014"/>
                    <a:pt x="1437" y="103747"/>
                  </a:cubicBezTo>
                  <a:cubicBezTo>
                    <a:pt x="282" y="103989"/>
                    <a:pt x="-202" y="103560"/>
                    <a:pt x="77" y="102387"/>
                  </a:cubicBezTo>
                  <a:cubicBezTo>
                    <a:pt x="22280" y="72119"/>
                    <a:pt x="47445" y="44495"/>
                    <a:pt x="74882" y="18921"/>
                  </a:cubicBezTo>
                  <a:cubicBezTo>
                    <a:pt x="81699" y="12569"/>
                    <a:pt x="88610" y="6255"/>
                    <a:pt x="96470" y="1132"/>
                  </a:cubicBezTo>
                  <a:cubicBezTo>
                    <a:pt x="97811" y="257"/>
                    <a:pt x="98873" y="-637"/>
                    <a:pt x="100736" y="630"/>
                  </a:cubicBezTo>
                  <a:cubicBezTo>
                    <a:pt x="97960" y="5230"/>
                    <a:pt x="92615" y="7018"/>
                    <a:pt x="89318" y="10949"/>
                  </a:cubicBezTo>
                  <a:close/>
                </a:path>
              </a:pathLst>
            </a:custGeom>
            <a:solidFill>
              <a:srgbClr val="46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F4C0F2D8-2FD2-CABF-58BA-1E4C96E9D369}"/>
                </a:ext>
              </a:extLst>
            </p:cNvPr>
            <p:cNvSpPr/>
            <p:nvPr/>
          </p:nvSpPr>
          <p:spPr>
            <a:xfrm>
              <a:off x="1570678" y="5354683"/>
              <a:ext cx="44463" cy="80243"/>
            </a:xfrm>
            <a:custGeom>
              <a:avLst/>
              <a:gdLst>
                <a:gd name="csX0" fmla="*/ 43104 w 44463"/>
                <a:gd name="csY0" fmla="*/ 0 h 80243"/>
                <a:gd name="csX1" fmla="*/ 44464 w 44463"/>
                <a:gd name="csY1" fmla="*/ 1360 h 80243"/>
                <a:gd name="csX2" fmla="*/ 12705 w 44463"/>
                <a:gd name="csY2" fmla="*/ 49528 h 80243"/>
                <a:gd name="csX3" fmla="*/ 4826 w 44463"/>
                <a:gd name="csY3" fmla="*/ 67969 h 80243"/>
                <a:gd name="csX4" fmla="*/ 4621 w 44463"/>
                <a:gd name="csY4" fmla="*/ 80243 h 80243"/>
                <a:gd name="csX5" fmla="*/ 766 w 44463"/>
                <a:gd name="csY5" fmla="*/ 70912 h 80243"/>
                <a:gd name="csX6" fmla="*/ 41819 w 44463"/>
                <a:gd name="csY6" fmla="*/ 1062 h 80243"/>
                <a:gd name="csX7" fmla="*/ 43104 w 44463"/>
                <a:gd name="csY7" fmla="*/ 0 h 80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4463" h="80243">
                  <a:moveTo>
                    <a:pt x="43104" y="0"/>
                  </a:moveTo>
                  <a:cubicBezTo>
                    <a:pt x="43551" y="447"/>
                    <a:pt x="43998" y="913"/>
                    <a:pt x="44464" y="1360"/>
                  </a:cubicBezTo>
                  <a:cubicBezTo>
                    <a:pt x="33455" y="17136"/>
                    <a:pt x="21777" y="32466"/>
                    <a:pt x="12705" y="49528"/>
                  </a:cubicBezTo>
                  <a:cubicBezTo>
                    <a:pt x="9557" y="55433"/>
                    <a:pt x="6223" y="61300"/>
                    <a:pt x="4826" y="67969"/>
                  </a:cubicBezTo>
                  <a:cubicBezTo>
                    <a:pt x="2572" y="71768"/>
                    <a:pt x="3709" y="75792"/>
                    <a:pt x="4621" y="80243"/>
                  </a:cubicBezTo>
                  <a:cubicBezTo>
                    <a:pt x="-948" y="78306"/>
                    <a:pt x="-408" y="74153"/>
                    <a:pt x="766" y="70912"/>
                  </a:cubicBezTo>
                  <a:cubicBezTo>
                    <a:pt x="10098" y="45095"/>
                    <a:pt x="25725" y="22929"/>
                    <a:pt x="41819" y="1062"/>
                  </a:cubicBezTo>
                  <a:cubicBezTo>
                    <a:pt x="42135" y="633"/>
                    <a:pt x="42657" y="354"/>
                    <a:pt x="43104" y="0"/>
                  </a:cubicBezTo>
                  <a:close/>
                </a:path>
              </a:pathLst>
            </a:custGeom>
            <a:solidFill>
              <a:srgbClr val="5C74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165C1D76-044D-54AD-A0D3-3B7C917884B9}"/>
                </a:ext>
              </a:extLst>
            </p:cNvPr>
            <p:cNvSpPr/>
            <p:nvPr/>
          </p:nvSpPr>
          <p:spPr>
            <a:xfrm>
              <a:off x="1951267" y="5249309"/>
              <a:ext cx="82415" cy="100510"/>
            </a:xfrm>
            <a:custGeom>
              <a:avLst/>
              <a:gdLst>
                <a:gd name="csX0" fmla="*/ 81950 w 82415"/>
                <a:gd name="csY0" fmla="*/ 96414 h 100510"/>
                <a:gd name="csX1" fmla="*/ 75487 w 82415"/>
                <a:gd name="csY1" fmla="*/ 98780 h 100510"/>
                <a:gd name="csX2" fmla="*/ 59803 w 82415"/>
                <a:gd name="csY2" fmla="*/ 82202 h 100510"/>
                <a:gd name="csX3" fmla="*/ 42182 w 82415"/>
                <a:gd name="csY3" fmla="*/ 62626 h 100510"/>
                <a:gd name="csX4" fmla="*/ 15993 w 82415"/>
                <a:gd name="csY4" fmla="*/ 32096 h 100510"/>
                <a:gd name="csX5" fmla="*/ 1539 w 82415"/>
                <a:gd name="csY5" fmla="*/ 11514 h 100510"/>
                <a:gd name="csX6" fmla="*/ 3942 w 82415"/>
                <a:gd name="csY6" fmla="*/ 413 h 100510"/>
                <a:gd name="csX7" fmla="*/ 14801 w 82415"/>
                <a:gd name="csY7" fmla="*/ 4734 h 100510"/>
                <a:gd name="csX8" fmla="*/ 45405 w 82415"/>
                <a:gd name="csY8" fmla="*/ 33717 h 100510"/>
                <a:gd name="csX9" fmla="*/ 79156 w 82415"/>
                <a:gd name="csY9" fmla="*/ 84810 h 100510"/>
                <a:gd name="csX10" fmla="*/ 81950 w 82415"/>
                <a:gd name="csY10" fmla="*/ 96414 h 10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415" h="100510">
                  <a:moveTo>
                    <a:pt x="81950" y="96414"/>
                  </a:moveTo>
                  <a:cubicBezTo>
                    <a:pt x="80926" y="100251"/>
                    <a:pt x="79659" y="102114"/>
                    <a:pt x="75487" y="98780"/>
                  </a:cubicBezTo>
                  <a:cubicBezTo>
                    <a:pt x="69470" y="93937"/>
                    <a:pt x="64180" y="88312"/>
                    <a:pt x="59803" y="82202"/>
                  </a:cubicBezTo>
                  <a:cubicBezTo>
                    <a:pt x="54606" y="74938"/>
                    <a:pt x="47826" y="69350"/>
                    <a:pt x="42182" y="62626"/>
                  </a:cubicBezTo>
                  <a:cubicBezTo>
                    <a:pt x="33558" y="52362"/>
                    <a:pt x="24562" y="42397"/>
                    <a:pt x="15993" y="32096"/>
                  </a:cubicBezTo>
                  <a:cubicBezTo>
                    <a:pt x="10629" y="25652"/>
                    <a:pt x="4855" y="19449"/>
                    <a:pt x="1539" y="11514"/>
                  </a:cubicBezTo>
                  <a:cubicBezTo>
                    <a:pt x="-1013" y="5367"/>
                    <a:pt x="-510" y="2722"/>
                    <a:pt x="3942" y="413"/>
                  </a:cubicBezTo>
                  <a:cubicBezTo>
                    <a:pt x="8766" y="-1245"/>
                    <a:pt x="11672" y="2480"/>
                    <a:pt x="14801" y="4734"/>
                  </a:cubicBezTo>
                  <a:cubicBezTo>
                    <a:pt x="26275" y="13023"/>
                    <a:pt x="36296" y="22858"/>
                    <a:pt x="45405" y="33717"/>
                  </a:cubicBezTo>
                  <a:cubicBezTo>
                    <a:pt x="58630" y="49475"/>
                    <a:pt x="70588" y="66034"/>
                    <a:pt x="79156" y="84810"/>
                  </a:cubicBezTo>
                  <a:cubicBezTo>
                    <a:pt x="80833" y="88423"/>
                    <a:pt x="83496" y="91963"/>
                    <a:pt x="81950" y="96414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653307FC-A9BC-1F21-B766-5AC3F4FAEBBC}"/>
                </a:ext>
              </a:extLst>
            </p:cNvPr>
            <p:cNvSpPr/>
            <p:nvPr/>
          </p:nvSpPr>
          <p:spPr>
            <a:xfrm>
              <a:off x="1957367" y="5240771"/>
              <a:ext cx="86194" cy="108027"/>
            </a:xfrm>
            <a:custGeom>
              <a:avLst/>
              <a:gdLst>
                <a:gd name="csX0" fmla="*/ 3 w 86194"/>
                <a:gd name="csY0" fmla="*/ 5859 h 108027"/>
                <a:gd name="csX1" fmla="*/ 8459 w 86194"/>
                <a:gd name="csY1" fmla="*/ 234 h 108027"/>
                <a:gd name="csX2" fmla="*/ 27253 w 86194"/>
                <a:gd name="csY2" fmla="*/ 9771 h 108027"/>
                <a:gd name="csX3" fmla="*/ 78141 w 86194"/>
                <a:gd name="csY3" fmla="*/ 81241 h 108027"/>
                <a:gd name="csX4" fmla="*/ 83599 w 86194"/>
                <a:gd name="csY4" fmla="*/ 94802 h 108027"/>
                <a:gd name="csX5" fmla="*/ 85778 w 86194"/>
                <a:gd name="csY5" fmla="*/ 101153 h 108027"/>
                <a:gd name="csX6" fmla="*/ 84791 w 86194"/>
                <a:gd name="csY6" fmla="*/ 107505 h 108027"/>
                <a:gd name="csX7" fmla="*/ 79278 w 86194"/>
                <a:gd name="csY7" fmla="*/ 105046 h 108027"/>
                <a:gd name="csX8" fmla="*/ 72255 w 86194"/>
                <a:gd name="csY8" fmla="*/ 91933 h 108027"/>
                <a:gd name="csX9" fmla="*/ 43831 w 86194"/>
                <a:gd name="csY9" fmla="*/ 48086 h 108027"/>
                <a:gd name="csX10" fmla="*/ 1716 w 86194"/>
                <a:gd name="csY10" fmla="*/ 8597 h 108027"/>
                <a:gd name="csX11" fmla="*/ 3 w 86194"/>
                <a:gd name="csY11" fmla="*/ 5859 h 108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194" h="108027">
                  <a:moveTo>
                    <a:pt x="3" y="5859"/>
                  </a:moveTo>
                  <a:cubicBezTo>
                    <a:pt x="599" y="1054"/>
                    <a:pt x="3355" y="-679"/>
                    <a:pt x="8459" y="234"/>
                  </a:cubicBezTo>
                  <a:cubicBezTo>
                    <a:pt x="15705" y="1519"/>
                    <a:pt x="21703" y="5319"/>
                    <a:pt x="27253" y="9771"/>
                  </a:cubicBezTo>
                  <a:cubicBezTo>
                    <a:pt x="50984" y="28751"/>
                    <a:pt x="67226" y="53115"/>
                    <a:pt x="78141" y="81241"/>
                  </a:cubicBezTo>
                  <a:cubicBezTo>
                    <a:pt x="79911" y="85786"/>
                    <a:pt x="81289" y="90462"/>
                    <a:pt x="83599" y="94802"/>
                  </a:cubicBezTo>
                  <a:cubicBezTo>
                    <a:pt x="84642" y="96757"/>
                    <a:pt x="85462" y="98974"/>
                    <a:pt x="85778" y="101153"/>
                  </a:cubicBezTo>
                  <a:cubicBezTo>
                    <a:pt x="86095" y="103277"/>
                    <a:pt x="86896" y="106015"/>
                    <a:pt x="84791" y="107505"/>
                  </a:cubicBezTo>
                  <a:cubicBezTo>
                    <a:pt x="82090" y="109405"/>
                    <a:pt x="81289" y="105549"/>
                    <a:pt x="79278" y="105046"/>
                  </a:cubicBezTo>
                  <a:cubicBezTo>
                    <a:pt x="74938" y="101768"/>
                    <a:pt x="74397" y="96366"/>
                    <a:pt x="72255" y="91933"/>
                  </a:cubicBezTo>
                  <a:cubicBezTo>
                    <a:pt x="64581" y="76119"/>
                    <a:pt x="54765" y="61795"/>
                    <a:pt x="43831" y="48086"/>
                  </a:cubicBezTo>
                  <a:cubicBezTo>
                    <a:pt x="31686" y="32849"/>
                    <a:pt x="18052" y="19308"/>
                    <a:pt x="1716" y="8597"/>
                  </a:cubicBezTo>
                  <a:cubicBezTo>
                    <a:pt x="822" y="7946"/>
                    <a:pt x="-53" y="7182"/>
                    <a:pt x="3" y="5859"/>
                  </a:cubicBezTo>
                  <a:close/>
                </a:path>
              </a:pathLst>
            </a:custGeom>
            <a:solidFill>
              <a:srgbClr val="97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C93114D-C8A4-449F-6FED-D97847230F16}"/>
                </a:ext>
              </a:extLst>
            </p:cNvPr>
            <p:cNvSpPr/>
            <p:nvPr/>
          </p:nvSpPr>
          <p:spPr>
            <a:xfrm>
              <a:off x="1952209" y="5245596"/>
              <a:ext cx="85781" cy="107284"/>
            </a:xfrm>
            <a:custGeom>
              <a:avLst/>
              <a:gdLst>
                <a:gd name="csX0" fmla="*/ 5161 w 85781"/>
                <a:gd name="csY0" fmla="*/ 1034 h 107284"/>
                <a:gd name="csX1" fmla="*/ 84454 w 85781"/>
                <a:gd name="csY1" fmla="*/ 100202 h 107284"/>
                <a:gd name="csX2" fmla="*/ 84380 w 85781"/>
                <a:gd name="csY2" fmla="*/ 107224 h 107284"/>
                <a:gd name="csX3" fmla="*/ 81642 w 85781"/>
                <a:gd name="csY3" fmla="*/ 100984 h 107284"/>
                <a:gd name="csX4" fmla="*/ 80990 w 85781"/>
                <a:gd name="csY4" fmla="*/ 100128 h 107284"/>
                <a:gd name="csX5" fmla="*/ 61879 w 85781"/>
                <a:gd name="csY5" fmla="*/ 62632 h 107284"/>
                <a:gd name="csX6" fmla="*/ 13729 w 85781"/>
                <a:gd name="csY6" fmla="*/ 10030 h 107284"/>
                <a:gd name="csX7" fmla="*/ 3018 w 85781"/>
                <a:gd name="csY7" fmla="*/ 4126 h 107284"/>
                <a:gd name="csX8" fmla="*/ 1 w 85781"/>
                <a:gd name="csY8" fmla="*/ 643 h 107284"/>
                <a:gd name="csX9" fmla="*/ 5161 w 85781"/>
                <a:gd name="csY9" fmla="*/ 1034 h 107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781" h="107284">
                  <a:moveTo>
                    <a:pt x="5161" y="1034"/>
                  </a:moveTo>
                  <a:cubicBezTo>
                    <a:pt x="41836" y="25900"/>
                    <a:pt x="67225" y="59801"/>
                    <a:pt x="84454" y="100202"/>
                  </a:cubicBezTo>
                  <a:cubicBezTo>
                    <a:pt x="84268" y="102679"/>
                    <a:pt x="87584" y="106200"/>
                    <a:pt x="84380" y="107224"/>
                  </a:cubicBezTo>
                  <a:cubicBezTo>
                    <a:pt x="82387" y="107876"/>
                    <a:pt x="82834" y="103108"/>
                    <a:pt x="81642" y="100984"/>
                  </a:cubicBezTo>
                  <a:cubicBezTo>
                    <a:pt x="81474" y="100668"/>
                    <a:pt x="81213" y="100407"/>
                    <a:pt x="80990" y="100128"/>
                  </a:cubicBezTo>
                  <a:cubicBezTo>
                    <a:pt x="77115" y="86362"/>
                    <a:pt x="69776" y="74348"/>
                    <a:pt x="61879" y="62632"/>
                  </a:cubicBezTo>
                  <a:cubicBezTo>
                    <a:pt x="48449" y="42720"/>
                    <a:pt x="33007" y="24596"/>
                    <a:pt x="13729" y="10030"/>
                  </a:cubicBezTo>
                  <a:cubicBezTo>
                    <a:pt x="10469" y="7572"/>
                    <a:pt x="7358" y="4703"/>
                    <a:pt x="3018" y="4126"/>
                  </a:cubicBezTo>
                  <a:cubicBezTo>
                    <a:pt x="2478" y="2598"/>
                    <a:pt x="-55" y="2729"/>
                    <a:pt x="1" y="643"/>
                  </a:cubicBezTo>
                  <a:cubicBezTo>
                    <a:pt x="1957" y="-997"/>
                    <a:pt x="3484" y="1015"/>
                    <a:pt x="5161" y="1034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4F6EE122-53A6-63E7-F773-BFA155030F2A}"/>
                </a:ext>
              </a:extLst>
            </p:cNvPr>
            <p:cNvSpPr/>
            <p:nvPr/>
          </p:nvSpPr>
          <p:spPr>
            <a:xfrm>
              <a:off x="2077269" y="5171807"/>
              <a:ext cx="11474" cy="1235"/>
            </a:xfrm>
            <a:custGeom>
              <a:avLst/>
              <a:gdLst>
                <a:gd name="csX0" fmla="*/ 0 w 11474"/>
                <a:gd name="csY0" fmla="*/ 0 h 1235"/>
                <a:gd name="csX1" fmla="*/ 11474 w 11474"/>
                <a:gd name="csY1" fmla="*/ 1025 h 1235"/>
                <a:gd name="csX2" fmla="*/ 0 w 11474"/>
                <a:gd name="csY2" fmla="*/ 0 h 1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74" h="1235">
                  <a:moveTo>
                    <a:pt x="0" y="0"/>
                  </a:moveTo>
                  <a:cubicBezTo>
                    <a:pt x="3837" y="130"/>
                    <a:pt x="7730" y="-335"/>
                    <a:pt x="11474" y="1025"/>
                  </a:cubicBezTo>
                  <a:cubicBezTo>
                    <a:pt x="7637" y="708"/>
                    <a:pt x="3651" y="2217"/>
                    <a:pt x="0" y="0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</p:grpSp>
      <p:grpSp>
        <p:nvGrpSpPr>
          <p:cNvPr id="322" name="Graphic 9">
            <a:extLst>
              <a:ext uri="{FF2B5EF4-FFF2-40B4-BE49-F238E27FC236}">
                <a16:creationId xmlns:a16="http://schemas.microsoft.com/office/drawing/2014/main" id="{E3225956-C241-AD53-CB61-DA155FA26654}"/>
              </a:ext>
            </a:extLst>
          </p:cNvPr>
          <p:cNvGrpSpPr/>
          <p:nvPr/>
        </p:nvGrpSpPr>
        <p:grpSpPr>
          <a:xfrm>
            <a:off x="4488021" y="5887379"/>
            <a:ext cx="373604" cy="304956"/>
            <a:chOff x="1505087" y="4809315"/>
            <a:chExt cx="842483" cy="687679"/>
          </a:xfrm>
        </p:grpSpPr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5BABCF7-591C-B379-8C43-25CED7BF3D06}"/>
                </a:ext>
              </a:extLst>
            </p:cNvPr>
            <p:cNvSpPr/>
            <p:nvPr/>
          </p:nvSpPr>
          <p:spPr>
            <a:xfrm>
              <a:off x="1505087" y="4809315"/>
              <a:ext cx="842483" cy="687679"/>
            </a:xfrm>
            <a:custGeom>
              <a:avLst/>
              <a:gdLst>
                <a:gd name="csX0" fmla="*/ 320275 w 842483"/>
                <a:gd name="csY0" fmla="*/ 319221 h 687679"/>
                <a:gd name="csX1" fmla="*/ 309025 w 842483"/>
                <a:gd name="csY1" fmla="*/ 319799 h 687679"/>
                <a:gd name="csX2" fmla="*/ 302747 w 842483"/>
                <a:gd name="csY2" fmla="*/ 313633 h 687679"/>
                <a:gd name="csX3" fmla="*/ 303660 w 842483"/>
                <a:gd name="csY3" fmla="*/ 304693 h 687679"/>
                <a:gd name="csX4" fmla="*/ 299227 w 842483"/>
                <a:gd name="csY4" fmla="*/ 295789 h 687679"/>
                <a:gd name="csX5" fmla="*/ 269219 w 842483"/>
                <a:gd name="csY5" fmla="*/ 282844 h 687679"/>
                <a:gd name="csX6" fmla="*/ 260390 w 842483"/>
                <a:gd name="csY6" fmla="*/ 281167 h 687679"/>
                <a:gd name="csX7" fmla="*/ 257689 w 842483"/>
                <a:gd name="csY7" fmla="*/ 280199 h 687679"/>
                <a:gd name="csX8" fmla="*/ 267226 w 842483"/>
                <a:gd name="csY8" fmla="*/ 278094 h 687679"/>
                <a:gd name="csX9" fmla="*/ 294980 w 842483"/>
                <a:gd name="csY9" fmla="*/ 289084 h 687679"/>
                <a:gd name="csX10" fmla="*/ 296917 w 842483"/>
                <a:gd name="csY10" fmla="*/ 290238 h 687679"/>
                <a:gd name="csX11" fmla="*/ 309881 w 842483"/>
                <a:gd name="csY11" fmla="*/ 287314 h 687679"/>
                <a:gd name="csX12" fmla="*/ 315115 w 842483"/>
                <a:gd name="csY12" fmla="*/ 281745 h 687679"/>
                <a:gd name="csX13" fmla="*/ 331730 w 842483"/>
                <a:gd name="csY13" fmla="*/ 277684 h 687679"/>
                <a:gd name="csX14" fmla="*/ 369468 w 842483"/>
                <a:gd name="csY14" fmla="*/ 294280 h 687679"/>
                <a:gd name="csX15" fmla="*/ 374516 w 842483"/>
                <a:gd name="csY15" fmla="*/ 310821 h 687679"/>
                <a:gd name="csX16" fmla="*/ 380476 w 842483"/>
                <a:gd name="csY16" fmla="*/ 314826 h 687679"/>
                <a:gd name="csX17" fmla="*/ 417879 w 842483"/>
                <a:gd name="csY17" fmla="*/ 311864 h 687679"/>
                <a:gd name="csX18" fmla="*/ 442764 w 842483"/>
                <a:gd name="csY18" fmla="*/ 315012 h 687679"/>
                <a:gd name="csX19" fmla="*/ 470406 w 842483"/>
                <a:gd name="csY19" fmla="*/ 301042 h 687679"/>
                <a:gd name="csX20" fmla="*/ 492590 w 842483"/>
                <a:gd name="csY20" fmla="*/ 265968 h 687679"/>
                <a:gd name="csX21" fmla="*/ 494043 w 842483"/>
                <a:gd name="csY21" fmla="*/ 262317 h 687679"/>
                <a:gd name="csX22" fmla="*/ 478304 w 842483"/>
                <a:gd name="csY22" fmla="*/ 230652 h 687679"/>
                <a:gd name="csX23" fmla="*/ 454182 w 842483"/>
                <a:gd name="csY23" fmla="*/ 229124 h 687679"/>
                <a:gd name="csX24" fmla="*/ 452208 w 842483"/>
                <a:gd name="csY24" fmla="*/ 226535 h 687679"/>
                <a:gd name="csX25" fmla="*/ 468320 w 842483"/>
                <a:gd name="csY25" fmla="*/ 198819 h 687679"/>
                <a:gd name="csX26" fmla="*/ 466141 w 842483"/>
                <a:gd name="csY26" fmla="*/ 177286 h 687679"/>
                <a:gd name="csX27" fmla="*/ 454294 w 842483"/>
                <a:gd name="csY27" fmla="*/ 158064 h 687679"/>
                <a:gd name="csX28" fmla="*/ 450289 w 842483"/>
                <a:gd name="csY28" fmla="*/ 135879 h 687679"/>
                <a:gd name="csX29" fmla="*/ 463812 w 842483"/>
                <a:gd name="csY29" fmla="*/ 91138 h 687679"/>
                <a:gd name="csX30" fmla="*/ 492795 w 842483"/>
                <a:gd name="csY30" fmla="*/ 53270 h 687679"/>
                <a:gd name="csX31" fmla="*/ 529080 w 842483"/>
                <a:gd name="csY31" fmla="*/ 22797 h 687679"/>
                <a:gd name="csX32" fmla="*/ 575833 w 842483"/>
                <a:gd name="csY32" fmla="*/ 2624 h 687679"/>
                <a:gd name="csX33" fmla="*/ 638456 w 842483"/>
                <a:gd name="csY33" fmla="*/ 23579 h 687679"/>
                <a:gd name="csX34" fmla="*/ 645050 w 842483"/>
                <a:gd name="csY34" fmla="*/ 31291 h 687679"/>
                <a:gd name="csX35" fmla="*/ 655425 w 842483"/>
                <a:gd name="csY35" fmla="*/ 75641 h 687679"/>
                <a:gd name="csX36" fmla="*/ 607238 w 842483"/>
                <a:gd name="csY36" fmla="*/ 170711 h 687679"/>
                <a:gd name="csX37" fmla="*/ 574045 w 842483"/>
                <a:gd name="csY37" fmla="*/ 195988 h 687679"/>
                <a:gd name="csX38" fmla="*/ 537630 w 842483"/>
                <a:gd name="csY38" fmla="*/ 196286 h 687679"/>
                <a:gd name="csX39" fmla="*/ 515538 w 842483"/>
                <a:gd name="csY39" fmla="*/ 195596 h 687679"/>
                <a:gd name="csX40" fmla="*/ 481955 w 842483"/>
                <a:gd name="csY40" fmla="*/ 224281 h 687679"/>
                <a:gd name="csX41" fmla="*/ 483221 w 842483"/>
                <a:gd name="csY41" fmla="*/ 228100 h 687679"/>
                <a:gd name="csX42" fmla="*/ 500693 w 842483"/>
                <a:gd name="csY42" fmla="*/ 250415 h 687679"/>
                <a:gd name="csX43" fmla="*/ 500507 w 842483"/>
                <a:gd name="csY43" fmla="*/ 256543 h 687679"/>
                <a:gd name="csX44" fmla="*/ 487803 w 842483"/>
                <a:gd name="csY44" fmla="*/ 287780 h 687679"/>
                <a:gd name="csX45" fmla="*/ 432333 w 842483"/>
                <a:gd name="csY45" fmla="*/ 319650 h 687679"/>
                <a:gd name="csX46" fmla="*/ 414787 w 842483"/>
                <a:gd name="csY46" fmla="*/ 315627 h 687679"/>
                <a:gd name="csX47" fmla="*/ 399289 w 842483"/>
                <a:gd name="csY47" fmla="*/ 312888 h 687679"/>
                <a:gd name="csX48" fmla="*/ 387536 w 842483"/>
                <a:gd name="csY48" fmla="*/ 317452 h 687679"/>
                <a:gd name="csX49" fmla="*/ 408770 w 842483"/>
                <a:gd name="csY49" fmla="*/ 322928 h 687679"/>
                <a:gd name="csX50" fmla="*/ 454424 w 842483"/>
                <a:gd name="csY50" fmla="*/ 323841 h 687679"/>
                <a:gd name="csX51" fmla="*/ 497228 w 842483"/>
                <a:gd name="csY51" fmla="*/ 330751 h 687679"/>
                <a:gd name="csX52" fmla="*/ 522840 w 842483"/>
                <a:gd name="csY52" fmla="*/ 320265 h 687679"/>
                <a:gd name="csX53" fmla="*/ 546477 w 842483"/>
                <a:gd name="csY53" fmla="*/ 295398 h 687679"/>
                <a:gd name="csX54" fmla="*/ 587605 w 842483"/>
                <a:gd name="csY54" fmla="*/ 280832 h 687679"/>
                <a:gd name="csX55" fmla="*/ 665669 w 842483"/>
                <a:gd name="csY55" fmla="*/ 287985 h 687679"/>
                <a:gd name="csX56" fmla="*/ 752712 w 842483"/>
                <a:gd name="csY56" fmla="*/ 319911 h 687679"/>
                <a:gd name="csX57" fmla="*/ 817197 w 842483"/>
                <a:gd name="csY57" fmla="*/ 369532 h 687679"/>
                <a:gd name="csX58" fmla="*/ 840704 w 842483"/>
                <a:gd name="csY58" fmla="*/ 410883 h 687679"/>
                <a:gd name="csX59" fmla="*/ 834930 w 842483"/>
                <a:gd name="csY59" fmla="*/ 459201 h 687679"/>
                <a:gd name="csX60" fmla="*/ 803414 w 842483"/>
                <a:gd name="csY60" fmla="*/ 483471 h 687679"/>
                <a:gd name="csX61" fmla="*/ 679006 w 842483"/>
                <a:gd name="csY61" fmla="*/ 481609 h 687679"/>
                <a:gd name="csX62" fmla="*/ 578050 w 842483"/>
                <a:gd name="csY62" fmla="*/ 453184 h 687679"/>
                <a:gd name="csX63" fmla="*/ 553611 w 842483"/>
                <a:gd name="csY63" fmla="*/ 445957 h 687679"/>
                <a:gd name="csX64" fmla="*/ 561863 w 842483"/>
                <a:gd name="csY64" fmla="*/ 470135 h 687679"/>
                <a:gd name="csX65" fmla="*/ 572871 w 842483"/>
                <a:gd name="csY65" fmla="*/ 513255 h 687679"/>
                <a:gd name="csX66" fmla="*/ 570170 w 842483"/>
                <a:gd name="csY66" fmla="*/ 529628 h 687679"/>
                <a:gd name="csX67" fmla="*/ 550277 w 842483"/>
                <a:gd name="csY67" fmla="*/ 559449 h 687679"/>
                <a:gd name="csX68" fmla="*/ 464855 w 842483"/>
                <a:gd name="csY68" fmla="*/ 569843 h 687679"/>
                <a:gd name="csX69" fmla="*/ 411732 w 842483"/>
                <a:gd name="csY69" fmla="*/ 515863 h 687679"/>
                <a:gd name="csX70" fmla="*/ 414470 w 842483"/>
                <a:gd name="csY70" fmla="*/ 452551 h 687679"/>
                <a:gd name="csX71" fmla="*/ 420915 w 842483"/>
                <a:gd name="csY71" fmla="*/ 440630 h 687679"/>
                <a:gd name="csX72" fmla="*/ 422740 w 842483"/>
                <a:gd name="csY72" fmla="*/ 431391 h 687679"/>
                <a:gd name="csX73" fmla="*/ 414899 w 842483"/>
                <a:gd name="csY73" fmla="*/ 396187 h 687679"/>
                <a:gd name="csX74" fmla="*/ 408714 w 842483"/>
                <a:gd name="csY74" fmla="*/ 385979 h 687679"/>
                <a:gd name="csX75" fmla="*/ 406926 w 842483"/>
                <a:gd name="csY75" fmla="*/ 396652 h 687679"/>
                <a:gd name="csX76" fmla="*/ 366227 w 842483"/>
                <a:gd name="csY76" fmla="*/ 449552 h 687679"/>
                <a:gd name="csX77" fmla="*/ 347489 w 842483"/>
                <a:gd name="csY77" fmla="*/ 459964 h 687679"/>
                <a:gd name="csX78" fmla="*/ 324280 w 842483"/>
                <a:gd name="csY78" fmla="*/ 466465 h 687679"/>
                <a:gd name="csX79" fmla="*/ 299152 w 842483"/>
                <a:gd name="csY79" fmla="*/ 456872 h 687679"/>
                <a:gd name="csX80" fmla="*/ 279781 w 842483"/>
                <a:gd name="csY80" fmla="*/ 415111 h 687679"/>
                <a:gd name="csX81" fmla="*/ 279669 w 842483"/>
                <a:gd name="csY81" fmla="*/ 410585 h 687679"/>
                <a:gd name="csX82" fmla="*/ 276447 w 842483"/>
                <a:gd name="csY82" fmla="*/ 408592 h 687679"/>
                <a:gd name="csX83" fmla="*/ 245713 w 842483"/>
                <a:gd name="csY83" fmla="*/ 436607 h 687679"/>
                <a:gd name="csX84" fmla="*/ 245061 w 842483"/>
                <a:gd name="csY84" fmla="*/ 451266 h 687679"/>
                <a:gd name="csX85" fmla="*/ 260223 w 842483"/>
                <a:gd name="csY85" fmla="*/ 491928 h 687679"/>
                <a:gd name="csX86" fmla="*/ 267189 w 842483"/>
                <a:gd name="csY86" fmla="*/ 538718 h 687679"/>
                <a:gd name="csX87" fmla="*/ 262588 w 842483"/>
                <a:gd name="csY87" fmla="*/ 549484 h 687679"/>
                <a:gd name="csX88" fmla="*/ 201158 w 842483"/>
                <a:gd name="csY88" fmla="*/ 616074 h 687679"/>
                <a:gd name="csX89" fmla="*/ 170312 w 842483"/>
                <a:gd name="csY89" fmla="*/ 645746 h 687679"/>
                <a:gd name="csX90" fmla="*/ 134865 w 842483"/>
                <a:gd name="csY90" fmla="*/ 669123 h 687679"/>
                <a:gd name="csX91" fmla="*/ 74217 w 842483"/>
                <a:gd name="csY91" fmla="*/ 686148 h 687679"/>
                <a:gd name="csX92" fmla="*/ 29662 w 842483"/>
                <a:gd name="csY92" fmla="*/ 683708 h 687679"/>
                <a:gd name="csX93" fmla="*/ 14872 w 842483"/>
                <a:gd name="csY93" fmla="*/ 671973 h 687679"/>
                <a:gd name="csX94" fmla="*/ 269 w 842483"/>
                <a:gd name="csY94" fmla="*/ 625928 h 687679"/>
                <a:gd name="csX95" fmla="*/ 28079 w 842483"/>
                <a:gd name="csY95" fmla="*/ 528156 h 687679"/>
                <a:gd name="csX96" fmla="*/ 74645 w 842483"/>
                <a:gd name="csY96" fmla="*/ 467545 h 687679"/>
                <a:gd name="csX97" fmla="*/ 99661 w 842483"/>
                <a:gd name="csY97" fmla="*/ 439233 h 687679"/>
                <a:gd name="csX98" fmla="*/ 151350 w 842483"/>
                <a:gd name="csY98" fmla="*/ 415149 h 687679"/>
                <a:gd name="csX99" fmla="*/ 183406 w 842483"/>
                <a:gd name="csY99" fmla="*/ 415391 h 687679"/>
                <a:gd name="csX100" fmla="*/ 200841 w 842483"/>
                <a:gd name="csY100" fmla="*/ 415409 h 687679"/>
                <a:gd name="csX101" fmla="*/ 233959 w 842483"/>
                <a:gd name="csY101" fmla="*/ 404867 h 687679"/>
                <a:gd name="csX102" fmla="*/ 281550 w 842483"/>
                <a:gd name="csY102" fmla="*/ 371506 h 687679"/>
                <a:gd name="csX103" fmla="*/ 298277 w 842483"/>
                <a:gd name="csY103" fmla="*/ 354873 h 687679"/>
                <a:gd name="csX104" fmla="*/ 302617 w 842483"/>
                <a:gd name="csY104" fmla="*/ 351297 h 687679"/>
                <a:gd name="csX105" fmla="*/ 327893 w 842483"/>
                <a:gd name="csY105" fmla="*/ 318123 h 687679"/>
                <a:gd name="csX106" fmla="*/ 327577 w 842483"/>
                <a:gd name="csY106" fmla="*/ 316427 h 687679"/>
                <a:gd name="csX107" fmla="*/ 328936 w 842483"/>
                <a:gd name="csY107" fmla="*/ 315329 h 687679"/>
                <a:gd name="csX108" fmla="*/ 332308 w 842483"/>
                <a:gd name="csY108" fmla="*/ 318514 h 687679"/>
                <a:gd name="csX109" fmla="*/ 316922 w 842483"/>
                <a:gd name="csY109" fmla="*/ 345373 h 687679"/>
                <a:gd name="csX110" fmla="*/ 309006 w 842483"/>
                <a:gd name="csY110" fmla="*/ 352507 h 687679"/>
                <a:gd name="csX111" fmla="*/ 286058 w 842483"/>
                <a:gd name="csY111" fmla="*/ 386482 h 687679"/>
                <a:gd name="csX112" fmla="*/ 285425 w 842483"/>
                <a:gd name="csY112" fmla="*/ 427498 h 687679"/>
                <a:gd name="csX113" fmla="*/ 318859 w 842483"/>
                <a:gd name="csY113" fmla="*/ 461883 h 687679"/>
                <a:gd name="csX114" fmla="*/ 339740 w 842483"/>
                <a:gd name="csY114" fmla="*/ 458400 h 687679"/>
                <a:gd name="csX115" fmla="*/ 383848 w 842483"/>
                <a:gd name="csY115" fmla="*/ 430534 h 687679"/>
                <a:gd name="csX116" fmla="*/ 404673 w 842483"/>
                <a:gd name="csY116" fmla="*/ 383074 h 687679"/>
                <a:gd name="csX117" fmla="*/ 407932 w 842483"/>
                <a:gd name="csY117" fmla="*/ 347143 h 687679"/>
                <a:gd name="csX118" fmla="*/ 406870 w 842483"/>
                <a:gd name="csY118" fmla="*/ 338202 h 687679"/>
                <a:gd name="csX119" fmla="*/ 385841 w 842483"/>
                <a:gd name="csY119" fmla="*/ 322127 h 687679"/>
                <a:gd name="csX120" fmla="*/ 371778 w 842483"/>
                <a:gd name="csY120" fmla="*/ 321066 h 687679"/>
                <a:gd name="csX121" fmla="*/ 369543 w 842483"/>
                <a:gd name="csY121" fmla="*/ 317415 h 687679"/>
                <a:gd name="csX122" fmla="*/ 361477 w 842483"/>
                <a:gd name="csY122" fmla="*/ 292772 h 687679"/>
                <a:gd name="csX123" fmla="*/ 334785 w 842483"/>
                <a:gd name="csY123" fmla="*/ 282769 h 687679"/>
                <a:gd name="csX124" fmla="*/ 330892 w 842483"/>
                <a:gd name="csY124" fmla="*/ 283421 h 687679"/>
                <a:gd name="csX125" fmla="*/ 307032 w 842483"/>
                <a:gd name="csY125" fmla="*/ 308232 h 687679"/>
                <a:gd name="csX126" fmla="*/ 308354 w 842483"/>
                <a:gd name="csY126" fmla="*/ 315794 h 687679"/>
                <a:gd name="csX127" fmla="*/ 314687 w 842483"/>
                <a:gd name="csY127" fmla="*/ 316875 h 687679"/>
                <a:gd name="csX128" fmla="*/ 320275 w 842483"/>
                <a:gd name="csY128" fmla="*/ 319221 h 68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842483" h="687679">
                  <a:moveTo>
                    <a:pt x="320275" y="319221"/>
                  </a:moveTo>
                  <a:cubicBezTo>
                    <a:pt x="316531" y="319408"/>
                    <a:pt x="312769" y="319557"/>
                    <a:pt x="309025" y="319799"/>
                  </a:cubicBezTo>
                  <a:cubicBezTo>
                    <a:pt x="304573" y="320097"/>
                    <a:pt x="302803" y="317526"/>
                    <a:pt x="302747" y="313633"/>
                  </a:cubicBezTo>
                  <a:cubicBezTo>
                    <a:pt x="302710" y="310635"/>
                    <a:pt x="302673" y="307431"/>
                    <a:pt x="303660" y="304693"/>
                  </a:cubicBezTo>
                  <a:cubicBezTo>
                    <a:pt x="305467" y="299775"/>
                    <a:pt x="303511" y="297819"/>
                    <a:pt x="299227" y="295789"/>
                  </a:cubicBezTo>
                  <a:cubicBezTo>
                    <a:pt x="289373" y="291114"/>
                    <a:pt x="279594" y="286290"/>
                    <a:pt x="269219" y="282844"/>
                  </a:cubicBezTo>
                  <a:cubicBezTo>
                    <a:pt x="266332" y="281894"/>
                    <a:pt x="263426" y="281223"/>
                    <a:pt x="260390" y="281167"/>
                  </a:cubicBezTo>
                  <a:cubicBezTo>
                    <a:pt x="259124" y="281838"/>
                    <a:pt x="258155" y="281707"/>
                    <a:pt x="257689" y="280199"/>
                  </a:cubicBezTo>
                  <a:cubicBezTo>
                    <a:pt x="260111" y="276119"/>
                    <a:pt x="263892" y="277237"/>
                    <a:pt x="267226" y="278094"/>
                  </a:cubicBezTo>
                  <a:cubicBezTo>
                    <a:pt x="276931" y="280590"/>
                    <a:pt x="286058" y="284576"/>
                    <a:pt x="294980" y="289084"/>
                  </a:cubicBezTo>
                  <a:cubicBezTo>
                    <a:pt x="295651" y="289419"/>
                    <a:pt x="296265" y="289866"/>
                    <a:pt x="296917" y="290238"/>
                  </a:cubicBezTo>
                  <a:cubicBezTo>
                    <a:pt x="304536" y="294504"/>
                    <a:pt x="304983" y="294411"/>
                    <a:pt x="309881" y="287314"/>
                  </a:cubicBezTo>
                  <a:cubicBezTo>
                    <a:pt x="311073" y="284948"/>
                    <a:pt x="313029" y="283291"/>
                    <a:pt x="315115" y="281745"/>
                  </a:cubicBezTo>
                  <a:cubicBezTo>
                    <a:pt x="319809" y="277032"/>
                    <a:pt x="326124" y="278522"/>
                    <a:pt x="331730" y="277684"/>
                  </a:cubicBezTo>
                  <a:cubicBezTo>
                    <a:pt x="347619" y="275337"/>
                    <a:pt x="360658" y="279957"/>
                    <a:pt x="369468" y="294280"/>
                  </a:cubicBezTo>
                  <a:cubicBezTo>
                    <a:pt x="372635" y="299440"/>
                    <a:pt x="374125" y="304991"/>
                    <a:pt x="374516" y="310821"/>
                  </a:cubicBezTo>
                  <a:cubicBezTo>
                    <a:pt x="374814" y="315217"/>
                    <a:pt x="376323" y="316707"/>
                    <a:pt x="380476" y="314826"/>
                  </a:cubicBezTo>
                  <a:cubicBezTo>
                    <a:pt x="392453" y="307729"/>
                    <a:pt x="404859" y="307449"/>
                    <a:pt x="417879" y="311864"/>
                  </a:cubicBezTo>
                  <a:cubicBezTo>
                    <a:pt x="425870" y="314565"/>
                    <a:pt x="434010" y="316055"/>
                    <a:pt x="442764" y="315012"/>
                  </a:cubicBezTo>
                  <a:cubicBezTo>
                    <a:pt x="453903" y="313671"/>
                    <a:pt x="462303" y="308008"/>
                    <a:pt x="470406" y="301042"/>
                  </a:cubicBezTo>
                  <a:cubicBezTo>
                    <a:pt x="481396" y="291580"/>
                    <a:pt x="489349" y="280292"/>
                    <a:pt x="492590" y="265968"/>
                  </a:cubicBezTo>
                  <a:cubicBezTo>
                    <a:pt x="492870" y="264683"/>
                    <a:pt x="493298" y="263379"/>
                    <a:pt x="494043" y="262317"/>
                  </a:cubicBezTo>
                  <a:cubicBezTo>
                    <a:pt x="502258" y="250694"/>
                    <a:pt x="491082" y="232626"/>
                    <a:pt x="478304" y="230652"/>
                  </a:cubicBezTo>
                  <a:cubicBezTo>
                    <a:pt x="470220" y="229404"/>
                    <a:pt x="462192" y="230149"/>
                    <a:pt x="454182" y="229124"/>
                  </a:cubicBezTo>
                  <a:cubicBezTo>
                    <a:pt x="453046" y="228640"/>
                    <a:pt x="451686" y="228286"/>
                    <a:pt x="452208" y="226535"/>
                  </a:cubicBezTo>
                  <a:cubicBezTo>
                    <a:pt x="457460" y="217222"/>
                    <a:pt x="464520" y="208989"/>
                    <a:pt x="468320" y="198819"/>
                  </a:cubicBezTo>
                  <a:cubicBezTo>
                    <a:pt x="471170" y="191238"/>
                    <a:pt x="470536" y="184141"/>
                    <a:pt x="466141" y="177286"/>
                  </a:cubicBezTo>
                  <a:cubicBezTo>
                    <a:pt x="462080" y="170953"/>
                    <a:pt x="458280" y="164453"/>
                    <a:pt x="454294" y="158064"/>
                  </a:cubicBezTo>
                  <a:cubicBezTo>
                    <a:pt x="450010" y="151191"/>
                    <a:pt x="448278" y="143665"/>
                    <a:pt x="450289" y="135879"/>
                  </a:cubicBezTo>
                  <a:cubicBezTo>
                    <a:pt x="454182" y="120792"/>
                    <a:pt x="457609" y="105462"/>
                    <a:pt x="463812" y="91138"/>
                  </a:cubicBezTo>
                  <a:cubicBezTo>
                    <a:pt x="470238" y="76274"/>
                    <a:pt x="481265" y="64297"/>
                    <a:pt x="492795" y="53270"/>
                  </a:cubicBezTo>
                  <a:cubicBezTo>
                    <a:pt x="504176" y="42374"/>
                    <a:pt x="516824" y="32762"/>
                    <a:pt x="529080" y="22797"/>
                  </a:cubicBezTo>
                  <a:cubicBezTo>
                    <a:pt x="542733" y="11696"/>
                    <a:pt x="559311" y="7300"/>
                    <a:pt x="575833" y="2624"/>
                  </a:cubicBezTo>
                  <a:cubicBezTo>
                    <a:pt x="601612" y="-4659"/>
                    <a:pt x="621953" y="3500"/>
                    <a:pt x="638456" y="23579"/>
                  </a:cubicBezTo>
                  <a:cubicBezTo>
                    <a:pt x="640598" y="26187"/>
                    <a:pt x="642610" y="28981"/>
                    <a:pt x="645050" y="31291"/>
                  </a:cubicBezTo>
                  <a:cubicBezTo>
                    <a:pt x="658386" y="43808"/>
                    <a:pt x="656784" y="59845"/>
                    <a:pt x="655425" y="75641"/>
                  </a:cubicBezTo>
                  <a:cubicBezTo>
                    <a:pt x="652128" y="113714"/>
                    <a:pt x="633818" y="144522"/>
                    <a:pt x="607238" y="170711"/>
                  </a:cubicBezTo>
                  <a:cubicBezTo>
                    <a:pt x="597365" y="180434"/>
                    <a:pt x="585500" y="188053"/>
                    <a:pt x="574045" y="195988"/>
                  </a:cubicBezTo>
                  <a:cubicBezTo>
                    <a:pt x="561956" y="204351"/>
                    <a:pt x="549476" y="201874"/>
                    <a:pt x="537630" y="196286"/>
                  </a:cubicBezTo>
                  <a:cubicBezTo>
                    <a:pt x="529937" y="192653"/>
                    <a:pt x="522952" y="191964"/>
                    <a:pt x="515538" y="195596"/>
                  </a:cubicBezTo>
                  <a:cubicBezTo>
                    <a:pt x="501904" y="202265"/>
                    <a:pt x="490933" y="212118"/>
                    <a:pt x="481955" y="224281"/>
                  </a:cubicBezTo>
                  <a:cubicBezTo>
                    <a:pt x="480409" y="226368"/>
                    <a:pt x="480483" y="227206"/>
                    <a:pt x="483221" y="228100"/>
                  </a:cubicBezTo>
                  <a:cubicBezTo>
                    <a:pt x="493931" y="231602"/>
                    <a:pt x="498495" y="240189"/>
                    <a:pt x="500693" y="250415"/>
                  </a:cubicBezTo>
                  <a:cubicBezTo>
                    <a:pt x="501121" y="252370"/>
                    <a:pt x="501326" y="254848"/>
                    <a:pt x="500507" y="256543"/>
                  </a:cubicBezTo>
                  <a:cubicBezTo>
                    <a:pt x="495571" y="266694"/>
                    <a:pt x="494546" y="278615"/>
                    <a:pt x="487803" y="287780"/>
                  </a:cubicBezTo>
                  <a:cubicBezTo>
                    <a:pt x="474113" y="306406"/>
                    <a:pt x="457945" y="321419"/>
                    <a:pt x="432333" y="319650"/>
                  </a:cubicBezTo>
                  <a:cubicBezTo>
                    <a:pt x="426261" y="319240"/>
                    <a:pt x="420449" y="317694"/>
                    <a:pt x="414787" y="315627"/>
                  </a:cubicBezTo>
                  <a:cubicBezTo>
                    <a:pt x="409758" y="313801"/>
                    <a:pt x="404542" y="313280"/>
                    <a:pt x="399289" y="312888"/>
                  </a:cubicBezTo>
                  <a:cubicBezTo>
                    <a:pt x="395192" y="312590"/>
                    <a:pt x="391485" y="313708"/>
                    <a:pt x="387536" y="317452"/>
                  </a:cubicBezTo>
                  <a:cubicBezTo>
                    <a:pt x="395322" y="318458"/>
                    <a:pt x="401059" y="323021"/>
                    <a:pt x="408770" y="322928"/>
                  </a:cubicBezTo>
                  <a:cubicBezTo>
                    <a:pt x="423988" y="322742"/>
                    <a:pt x="439374" y="320991"/>
                    <a:pt x="454424" y="323841"/>
                  </a:cubicBezTo>
                  <a:cubicBezTo>
                    <a:pt x="468636" y="326523"/>
                    <a:pt x="482830" y="329243"/>
                    <a:pt x="497228" y="330751"/>
                  </a:cubicBezTo>
                  <a:cubicBezTo>
                    <a:pt x="507510" y="331832"/>
                    <a:pt x="515892" y="327734"/>
                    <a:pt x="522840" y="320265"/>
                  </a:cubicBezTo>
                  <a:cubicBezTo>
                    <a:pt x="530626" y="311883"/>
                    <a:pt x="538002" y="303016"/>
                    <a:pt x="546477" y="295398"/>
                  </a:cubicBezTo>
                  <a:cubicBezTo>
                    <a:pt x="557989" y="285060"/>
                    <a:pt x="572462" y="280590"/>
                    <a:pt x="587605" y="280832"/>
                  </a:cubicBezTo>
                  <a:cubicBezTo>
                    <a:pt x="613757" y="281260"/>
                    <a:pt x="639965" y="283309"/>
                    <a:pt x="665669" y="287985"/>
                  </a:cubicBezTo>
                  <a:cubicBezTo>
                    <a:pt x="696348" y="293573"/>
                    <a:pt x="725237" y="304898"/>
                    <a:pt x="752712" y="319911"/>
                  </a:cubicBezTo>
                  <a:cubicBezTo>
                    <a:pt x="776852" y="333117"/>
                    <a:pt x="798962" y="348875"/>
                    <a:pt x="817197" y="369532"/>
                  </a:cubicBezTo>
                  <a:cubicBezTo>
                    <a:pt x="827833" y="381583"/>
                    <a:pt x="836606" y="395013"/>
                    <a:pt x="840704" y="410883"/>
                  </a:cubicBezTo>
                  <a:cubicBezTo>
                    <a:pt x="845044" y="427722"/>
                    <a:pt x="840797" y="443219"/>
                    <a:pt x="834930" y="459201"/>
                  </a:cubicBezTo>
                  <a:cubicBezTo>
                    <a:pt x="829193" y="474847"/>
                    <a:pt x="817849" y="480435"/>
                    <a:pt x="803414" y="483471"/>
                  </a:cubicBezTo>
                  <a:cubicBezTo>
                    <a:pt x="761802" y="492244"/>
                    <a:pt x="720245" y="490531"/>
                    <a:pt x="679006" y="481609"/>
                  </a:cubicBezTo>
                  <a:cubicBezTo>
                    <a:pt x="644807" y="474214"/>
                    <a:pt x="611131" y="464751"/>
                    <a:pt x="578050" y="453184"/>
                  </a:cubicBezTo>
                  <a:cubicBezTo>
                    <a:pt x="570301" y="450483"/>
                    <a:pt x="562124" y="448881"/>
                    <a:pt x="553611" y="445957"/>
                  </a:cubicBezTo>
                  <a:cubicBezTo>
                    <a:pt x="556517" y="454395"/>
                    <a:pt x="559479" y="462181"/>
                    <a:pt x="561863" y="470135"/>
                  </a:cubicBezTo>
                  <a:cubicBezTo>
                    <a:pt x="566128" y="484347"/>
                    <a:pt x="570841" y="498466"/>
                    <a:pt x="572871" y="513255"/>
                  </a:cubicBezTo>
                  <a:cubicBezTo>
                    <a:pt x="573672" y="519048"/>
                    <a:pt x="572909" y="524413"/>
                    <a:pt x="570170" y="529628"/>
                  </a:cubicBezTo>
                  <a:cubicBezTo>
                    <a:pt x="564564" y="540264"/>
                    <a:pt x="560019" y="551757"/>
                    <a:pt x="550277" y="559449"/>
                  </a:cubicBezTo>
                  <a:cubicBezTo>
                    <a:pt x="524014" y="580144"/>
                    <a:pt x="496018" y="586626"/>
                    <a:pt x="464855" y="569843"/>
                  </a:cubicBezTo>
                  <a:cubicBezTo>
                    <a:pt x="441460" y="557233"/>
                    <a:pt x="422070" y="540543"/>
                    <a:pt x="411732" y="515863"/>
                  </a:cubicBezTo>
                  <a:cubicBezTo>
                    <a:pt x="402959" y="494889"/>
                    <a:pt x="403611" y="473227"/>
                    <a:pt x="414470" y="452551"/>
                  </a:cubicBezTo>
                  <a:cubicBezTo>
                    <a:pt x="416575" y="448546"/>
                    <a:pt x="418661" y="444542"/>
                    <a:pt x="420915" y="440630"/>
                  </a:cubicBezTo>
                  <a:cubicBezTo>
                    <a:pt x="422591" y="437724"/>
                    <a:pt x="423132" y="434632"/>
                    <a:pt x="422740" y="431391"/>
                  </a:cubicBezTo>
                  <a:cubicBezTo>
                    <a:pt x="421232" y="419414"/>
                    <a:pt x="418847" y="407605"/>
                    <a:pt x="414899" y="396187"/>
                  </a:cubicBezTo>
                  <a:cubicBezTo>
                    <a:pt x="413762" y="392927"/>
                    <a:pt x="411304" y="390133"/>
                    <a:pt x="408714" y="385979"/>
                  </a:cubicBezTo>
                  <a:cubicBezTo>
                    <a:pt x="407988" y="390338"/>
                    <a:pt x="407597" y="393523"/>
                    <a:pt x="406926" y="396652"/>
                  </a:cubicBezTo>
                  <a:cubicBezTo>
                    <a:pt x="401804" y="420774"/>
                    <a:pt x="386567" y="437184"/>
                    <a:pt x="366227" y="449552"/>
                  </a:cubicBezTo>
                  <a:cubicBezTo>
                    <a:pt x="360118" y="453259"/>
                    <a:pt x="353747" y="456518"/>
                    <a:pt x="347489" y="459964"/>
                  </a:cubicBezTo>
                  <a:cubicBezTo>
                    <a:pt x="340261" y="463932"/>
                    <a:pt x="332196" y="465329"/>
                    <a:pt x="324280" y="466465"/>
                  </a:cubicBezTo>
                  <a:cubicBezTo>
                    <a:pt x="314482" y="467881"/>
                    <a:pt x="306771" y="462311"/>
                    <a:pt x="299152" y="456872"/>
                  </a:cubicBezTo>
                  <a:cubicBezTo>
                    <a:pt x="284698" y="446553"/>
                    <a:pt x="280097" y="431875"/>
                    <a:pt x="279781" y="415111"/>
                  </a:cubicBezTo>
                  <a:cubicBezTo>
                    <a:pt x="279743" y="413603"/>
                    <a:pt x="279706" y="412094"/>
                    <a:pt x="279669" y="410585"/>
                  </a:cubicBezTo>
                  <a:cubicBezTo>
                    <a:pt x="279632" y="408257"/>
                    <a:pt x="279259" y="406878"/>
                    <a:pt x="276447" y="408592"/>
                  </a:cubicBezTo>
                  <a:cubicBezTo>
                    <a:pt x="264358" y="415912"/>
                    <a:pt x="254672" y="425915"/>
                    <a:pt x="245713" y="436607"/>
                  </a:cubicBezTo>
                  <a:cubicBezTo>
                    <a:pt x="242043" y="440965"/>
                    <a:pt x="243533" y="446441"/>
                    <a:pt x="245061" y="451266"/>
                  </a:cubicBezTo>
                  <a:cubicBezTo>
                    <a:pt x="249475" y="465050"/>
                    <a:pt x="254448" y="478610"/>
                    <a:pt x="260223" y="491928"/>
                  </a:cubicBezTo>
                  <a:cubicBezTo>
                    <a:pt x="266630" y="506736"/>
                    <a:pt x="269834" y="522382"/>
                    <a:pt x="267189" y="538718"/>
                  </a:cubicBezTo>
                  <a:cubicBezTo>
                    <a:pt x="266556" y="542685"/>
                    <a:pt x="264805" y="546094"/>
                    <a:pt x="262588" y="549484"/>
                  </a:cubicBezTo>
                  <a:cubicBezTo>
                    <a:pt x="245862" y="575152"/>
                    <a:pt x="222876" y="595008"/>
                    <a:pt x="201158" y="616074"/>
                  </a:cubicBezTo>
                  <a:cubicBezTo>
                    <a:pt x="190913" y="626002"/>
                    <a:pt x="179383" y="634589"/>
                    <a:pt x="170312" y="645746"/>
                  </a:cubicBezTo>
                  <a:cubicBezTo>
                    <a:pt x="160961" y="657239"/>
                    <a:pt x="148072" y="663759"/>
                    <a:pt x="134865" y="669123"/>
                  </a:cubicBezTo>
                  <a:cubicBezTo>
                    <a:pt x="115344" y="677058"/>
                    <a:pt x="95470" y="684378"/>
                    <a:pt x="74217" y="686148"/>
                  </a:cubicBezTo>
                  <a:cubicBezTo>
                    <a:pt x="59315" y="687377"/>
                    <a:pt x="44265" y="689817"/>
                    <a:pt x="29662" y="683708"/>
                  </a:cubicBezTo>
                  <a:cubicBezTo>
                    <a:pt x="23571" y="681156"/>
                    <a:pt x="18635" y="677430"/>
                    <a:pt x="14872" y="671973"/>
                  </a:cubicBezTo>
                  <a:cubicBezTo>
                    <a:pt x="5298" y="658096"/>
                    <a:pt x="1349" y="642822"/>
                    <a:pt x="269" y="625928"/>
                  </a:cubicBezTo>
                  <a:cubicBezTo>
                    <a:pt x="-2022" y="589829"/>
                    <a:pt x="10588" y="558276"/>
                    <a:pt x="28079" y="528156"/>
                  </a:cubicBezTo>
                  <a:cubicBezTo>
                    <a:pt x="40931" y="506009"/>
                    <a:pt x="55758" y="485203"/>
                    <a:pt x="74645" y="467545"/>
                  </a:cubicBezTo>
                  <a:cubicBezTo>
                    <a:pt x="83865" y="458921"/>
                    <a:pt x="91782" y="449105"/>
                    <a:pt x="99661" y="439233"/>
                  </a:cubicBezTo>
                  <a:cubicBezTo>
                    <a:pt x="112811" y="422748"/>
                    <a:pt x="130097" y="414553"/>
                    <a:pt x="151350" y="415149"/>
                  </a:cubicBezTo>
                  <a:cubicBezTo>
                    <a:pt x="162042" y="415447"/>
                    <a:pt x="172677" y="416881"/>
                    <a:pt x="183406" y="415391"/>
                  </a:cubicBezTo>
                  <a:cubicBezTo>
                    <a:pt x="189143" y="414609"/>
                    <a:pt x="194992" y="414571"/>
                    <a:pt x="200841" y="415409"/>
                  </a:cubicBezTo>
                  <a:cubicBezTo>
                    <a:pt x="213507" y="417235"/>
                    <a:pt x="224068" y="411572"/>
                    <a:pt x="233959" y="404867"/>
                  </a:cubicBezTo>
                  <a:cubicBezTo>
                    <a:pt x="249978" y="393989"/>
                    <a:pt x="265531" y="382403"/>
                    <a:pt x="281550" y="371506"/>
                  </a:cubicBezTo>
                  <a:cubicBezTo>
                    <a:pt x="288256" y="366943"/>
                    <a:pt x="292410" y="360107"/>
                    <a:pt x="298277" y="354873"/>
                  </a:cubicBezTo>
                  <a:cubicBezTo>
                    <a:pt x="299674" y="353625"/>
                    <a:pt x="300978" y="352079"/>
                    <a:pt x="302617" y="351297"/>
                  </a:cubicBezTo>
                  <a:cubicBezTo>
                    <a:pt x="316755" y="344554"/>
                    <a:pt x="320759" y="330155"/>
                    <a:pt x="327893" y="318123"/>
                  </a:cubicBezTo>
                  <a:cubicBezTo>
                    <a:pt x="327521" y="317601"/>
                    <a:pt x="327428" y="317042"/>
                    <a:pt x="327577" y="316427"/>
                  </a:cubicBezTo>
                  <a:cubicBezTo>
                    <a:pt x="327856" y="315869"/>
                    <a:pt x="328322" y="315496"/>
                    <a:pt x="328936" y="315329"/>
                  </a:cubicBezTo>
                  <a:cubicBezTo>
                    <a:pt x="331302" y="315086"/>
                    <a:pt x="332308" y="316260"/>
                    <a:pt x="332308" y="318514"/>
                  </a:cubicBezTo>
                  <a:cubicBezTo>
                    <a:pt x="328136" y="328013"/>
                    <a:pt x="322473" y="336675"/>
                    <a:pt x="316922" y="345373"/>
                  </a:cubicBezTo>
                  <a:cubicBezTo>
                    <a:pt x="315022" y="348335"/>
                    <a:pt x="312210" y="350812"/>
                    <a:pt x="309006" y="352507"/>
                  </a:cubicBezTo>
                  <a:cubicBezTo>
                    <a:pt x="295297" y="359753"/>
                    <a:pt x="288926" y="372363"/>
                    <a:pt x="286058" y="386482"/>
                  </a:cubicBezTo>
                  <a:cubicBezTo>
                    <a:pt x="283338" y="399931"/>
                    <a:pt x="283152" y="413808"/>
                    <a:pt x="285425" y="427498"/>
                  </a:cubicBezTo>
                  <a:cubicBezTo>
                    <a:pt x="288070" y="443517"/>
                    <a:pt x="302841" y="458791"/>
                    <a:pt x="318859" y="461883"/>
                  </a:cubicBezTo>
                  <a:cubicBezTo>
                    <a:pt x="326142" y="463299"/>
                    <a:pt x="333332" y="461026"/>
                    <a:pt x="339740" y="458400"/>
                  </a:cubicBezTo>
                  <a:cubicBezTo>
                    <a:pt x="355964" y="451713"/>
                    <a:pt x="371312" y="443275"/>
                    <a:pt x="383848" y="430534"/>
                  </a:cubicBezTo>
                  <a:cubicBezTo>
                    <a:pt x="396831" y="417328"/>
                    <a:pt x="403574" y="401607"/>
                    <a:pt x="404673" y="383074"/>
                  </a:cubicBezTo>
                  <a:cubicBezTo>
                    <a:pt x="405380" y="371078"/>
                    <a:pt x="408230" y="359250"/>
                    <a:pt x="407932" y="347143"/>
                  </a:cubicBezTo>
                  <a:cubicBezTo>
                    <a:pt x="407858" y="344125"/>
                    <a:pt x="407709" y="341126"/>
                    <a:pt x="406870" y="338202"/>
                  </a:cubicBezTo>
                  <a:cubicBezTo>
                    <a:pt x="403685" y="327287"/>
                    <a:pt x="397203" y="322202"/>
                    <a:pt x="385841" y="322127"/>
                  </a:cubicBezTo>
                  <a:cubicBezTo>
                    <a:pt x="381110" y="322090"/>
                    <a:pt x="376528" y="320786"/>
                    <a:pt x="371778" y="321066"/>
                  </a:cubicBezTo>
                  <a:cubicBezTo>
                    <a:pt x="370083" y="320432"/>
                    <a:pt x="369785" y="318942"/>
                    <a:pt x="369543" y="317415"/>
                  </a:cubicBezTo>
                  <a:cubicBezTo>
                    <a:pt x="368667" y="308623"/>
                    <a:pt x="367717" y="300148"/>
                    <a:pt x="361477" y="292772"/>
                  </a:cubicBezTo>
                  <a:cubicBezTo>
                    <a:pt x="354176" y="284148"/>
                    <a:pt x="345272" y="281856"/>
                    <a:pt x="334785" y="282769"/>
                  </a:cubicBezTo>
                  <a:cubicBezTo>
                    <a:pt x="333481" y="282881"/>
                    <a:pt x="332196" y="283253"/>
                    <a:pt x="330892" y="283421"/>
                  </a:cubicBezTo>
                  <a:cubicBezTo>
                    <a:pt x="316512" y="285228"/>
                    <a:pt x="308168" y="293852"/>
                    <a:pt x="307032" y="308232"/>
                  </a:cubicBezTo>
                  <a:cubicBezTo>
                    <a:pt x="306827" y="310821"/>
                    <a:pt x="306491" y="313522"/>
                    <a:pt x="308354" y="315794"/>
                  </a:cubicBezTo>
                  <a:cubicBezTo>
                    <a:pt x="310273" y="317396"/>
                    <a:pt x="312564" y="316577"/>
                    <a:pt x="314687" y="316875"/>
                  </a:cubicBezTo>
                  <a:cubicBezTo>
                    <a:pt x="316792" y="317173"/>
                    <a:pt x="319306" y="316390"/>
                    <a:pt x="320275" y="319221"/>
                  </a:cubicBezTo>
                  <a:close/>
                </a:path>
              </a:pathLst>
            </a:custGeom>
            <a:solidFill>
              <a:srgbClr val="32382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3F63C7BF-52ED-FE63-4540-14AC9EFECF68}"/>
                </a:ext>
              </a:extLst>
            </p:cNvPr>
            <p:cNvSpPr/>
            <p:nvPr/>
          </p:nvSpPr>
          <p:spPr>
            <a:xfrm>
              <a:off x="1687301" y="4813444"/>
              <a:ext cx="272564" cy="294707"/>
            </a:xfrm>
            <a:custGeom>
              <a:avLst/>
              <a:gdLst>
                <a:gd name="csX0" fmla="*/ 133367 w 272564"/>
                <a:gd name="csY0" fmla="*/ 279125 h 294707"/>
                <a:gd name="csX1" fmla="*/ 129008 w 272564"/>
                <a:gd name="csY1" fmla="*/ 283744 h 294707"/>
                <a:gd name="csX2" fmla="*/ 97715 w 272564"/>
                <a:gd name="csY2" fmla="*/ 262733 h 294707"/>
                <a:gd name="csX3" fmla="*/ 86037 w 272564"/>
                <a:gd name="csY3" fmla="*/ 232335 h 294707"/>
                <a:gd name="csX4" fmla="*/ 88253 w 272564"/>
                <a:gd name="csY4" fmla="*/ 217284 h 294707"/>
                <a:gd name="csX5" fmla="*/ 82777 w 272564"/>
                <a:gd name="csY5" fmla="*/ 196143 h 294707"/>
                <a:gd name="csX6" fmla="*/ 44965 w 272564"/>
                <a:gd name="csY6" fmla="*/ 165372 h 294707"/>
                <a:gd name="csX7" fmla="*/ 5327 w 272564"/>
                <a:gd name="csY7" fmla="*/ 160920 h 294707"/>
                <a:gd name="csX8" fmla="*/ 0 w 272564"/>
                <a:gd name="csY8" fmla="*/ 158405 h 294707"/>
                <a:gd name="csX9" fmla="*/ 21737 w 272564"/>
                <a:gd name="csY9" fmla="*/ 155220 h 294707"/>
                <a:gd name="csX10" fmla="*/ 53533 w 272564"/>
                <a:gd name="csY10" fmla="*/ 166005 h 294707"/>
                <a:gd name="csX11" fmla="*/ 75755 w 272564"/>
                <a:gd name="csY11" fmla="*/ 183179 h 294707"/>
                <a:gd name="csX12" fmla="*/ 89427 w 272564"/>
                <a:gd name="csY12" fmla="*/ 196646 h 294707"/>
                <a:gd name="csX13" fmla="*/ 93748 w 272564"/>
                <a:gd name="csY13" fmla="*/ 218849 h 294707"/>
                <a:gd name="csX14" fmla="*/ 90730 w 272564"/>
                <a:gd name="csY14" fmla="*/ 242356 h 294707"/>
                <a:gd name="csX15" fmla="*/ 95033 w 272564"/>
                <a:gd name="csY15" fmla="*/ 252973 h 294707"/>
                <a:gd name="csX16" fmla="*/ 118037 w 272564"/>
                <a:gd name="csY16" fmla="*/ 270240 h 294707"/>
                <a:gd name="csX17" fmla="*/ 121856 w 272564"/>
                <a:gd name="csY17" fmla="*/ 268694 h 294707"/>
                <a:gd name="csX18" fmla="*/ 136794 w 272564"/>
                <a:gd name="csY18" fmla="*/ 251892 h 294707"/>
                <a:gd name="csX19" fmla="*/ 158587 w 272564"/>
                <a:gd name="csY19" fmla="*/ 244051 h 294707"/>
                <a:gd name="csX20" fmla="*/ 160879 w 272564"/>
                <a:gd name="csY20" fmla="*/ 237494 h 294707"/>
                <a:gd name="csX21" fmla="*/ 151267 w 272564"/>
                <a:gd name="csY21" fmla="*/ 218979 h 294707"/>
                <a:gd name="csX22" fmla="*/ 136571 w 272564"/>
                <a:gd name="csY22" fmla="*/ 212534 h 294707"/>
                <a:gd name="csX23" fmla="*/ 113492 w 272564"/>
                <a:gd name="csY23" fmla="*/ 208958 h 294707"/>
                <a:gd name="csX24" fmla="*/ 89296 w 272564"/>
                <a:gd name="csY24" fmla="*/ 195677 h 294707"/>
                <a:gd name="csX25" fmla="*/ 77878 w 272564"/>
                <a:gd name="csY25" fmla="*/ 182341 h 294707"/>
                <a:gd name="csX26" fmla="*/ 55340 w 272564"/>
                <a:gd name="csY26" fmla="*/ 132421 h 294707"/>
                <a:gd name="csX27" fmla="*/ 46604 w 272564"/>
                <a:gd name="csY27" fmla="*/ 92206 h 294707"/>
                <a:gd name="csX28" fmla="*/ 50404 w 272564"/>
                <a:gd name="csY28" fmla="*/ 48694 h 294707"/>
                <a:gd name="csX29" fmla="*/ 58767 w 272564"/>
                <a:gd name="csY29" fmla="*/ 24759 h 294707"/>
                <a:gd name="csX30" fmla="*/ 94512 w 272564"/>
                <a:gd name="csY30" fmla="*/ 1346 h 294707"/>
                <a:gd name="csX31" fmla="*/ 162387 w 272564"/>
                <a:gd name="csY31" fmla="*/ 25467 h 294707"/>
                <a:gd name="csX32" fmla="*/ 194407 w 272564"/>
                <a:gd name="csY32" fmla="*/ 80900 h 294707"/>
                <a:gd name="csX33" fmla="*/ 202826 w 272564"/>
                <a:gd name="csY33" fmla="*/ 172673 h 294707"/>
                <a:gd name="csX34" fmla="*/ 191780 w 272564"/>
                <a:gd name="csY34" fmla="*/ 197708 h 294707"/>
                <a:gd name="csX35" fmla="*/ 183789 w 272564"/>
                <a:gd name="csY35" fmla="*/ 210653 h 294707"/>
                <a:gd name="csX36" fmla="*/ 182783 w 272564"/>
                <a:gd name="csY36" fmla="*/ 224828 h 294707"/>
                <a:gd name="csX37" fmla="*/ 202919 w 272564"/>
                <a:gd name="csY37" fmla="*/ 286762 h 294707"/>
                <a:gd name="csX38" fmla="*/ 204148 w 272564"/>
                <a:gd name="csY38" fmla="*/ 289444 h 294707"/>
                <a:gd name="csX39" fmla="*/ 207687 w 272564"/>
                <a:gd name="csY39" fmla="*/ 280261 h 294707"/>
                <a:gd name="csX40" fmla="*/ 221210 w 272564"/>
                <a:gd name="csY40" fmla="*/ 248149 h 294707"/>
                <a:gd name="csX41" fmla="*/ 270031 w 272564"/>
                <a:gd name="csY41" fmla="*/ 222444 h 294707"/>
                <a:gd name="csX42" fmla="*/ 272564 w 272564"/>
                <a:gd name="csY42" fmla="*/ 223953 h 294707"/>
                <a:gd name="csX43" fmla="*/ 267665 w 272564"/>
                <a:gd name="csY43" fmla="*/ 226784 h 294707"/>
                <a:gd name="csX44" fmla="*/ 219571 w 272564"/>
                <a:gd name="csY44" fmla="*/ 254891 h 294707"/>
                <a:gd name="csX45" fmla="*/ 211487 w 272564"/>
                <a:gd name="csY45" fmla="*/ 276796 h 294707"/>
                <a:gd name="csX46" fmla="*/ 206179 w 272564"/>
                <a:gd name="csY46" fmla="*/ 292610 h 294707"/>
                <a:gd name="csX47" fmla="*/ 202192 w 272564"/>
                <a:gd name="csY47" fmla="*/ 294622 h 294707"/>
                <a:gd name="csX48" fmla="*/ 198449 w 272564"/>
                <a:gd name="csY48" fmla="*/ 291828 h 294707"/>
                <a:gd name="csX49" fmla="*/ 181368 w 272564"/>
                <a:gd name="csY49" fmla="*/ 232111 h 294707"/>
                <a:gd name="csX50" fmla="*/ 183063 w 272564"/>
                <a:gd name="csY50" fmla="*/ 203053 h 294707"/>
                <a:gd name="csX51" fmla="*/ 199659 w 272564"/>
                <a:gd name="csY51" fmla="*/ 166582 h 294707"/>
                <a:gd name="csX52" fmla="*/ 198393 w 272564"/>
                <a:gd name="csY52" fmla="*/ 114297 h 294707"/>
                <a:gd name="csX53" fmla="*/ 161866 w 272564"/>
                <a:gd name="csY53" fmla="*/ 30906 h 294707"/>
                <a:gd name="csX54" fmla="*/ 85049 w 272564"/>
                <a:gd name="csY54" fmla="*/ 7306 h 294707"/>
                <a:gd name="csX55" fmla="*/ 59438 w 272564"/>
                <a:gd name="csY55" fmla="*/ 33123 h 294707"/>
                <a:gd name="csX56" fmla="*/ 50366 w 272564"/>
                <a:gd name="csY56" fmla="*/ 88853 h 294707"/>
                <a:gd name="csX57" fmla="*/ 60816 w 272564"/>
                <a:gd name="csY57" fmla="*/ 138475 h 294707"/>
                <a:gd name="csX58" fmla="*/ 76667 w 272564"/>
                <a:gd name="csY58" fmla="*/ 173232 h 294707"/>
                <a:gd name="csX59" fmla="*/ 108482 w 272564"/>
                <a:gd name="csY59" fmla="*/ 200110 h 294707"/>
                <a:gd name="csX60" fmla="*/ 111015 w 272564"/>
                <a:gd name="csY60" fmla="*/ 201340 h 294707"/>
                <a:gd name="csX61" fmla="*/ 138638 w 272564"/>
                <a:gd name="csY61" fmla="*/ 206779 h 294707"/>
                <a:gd name="csX62" fmla="*/ 153763 w 272564"/>
                <a:gd name="csY62" fmla="*/ 213056 h 294707"/>
                <a:gd name="csX63" fmla="*/ 161381 w 272564"/>
                <a:gd name="csY63" fmla="*/ 225554 h 294707"/>
                <a:gd name="csX64" fmla="*/ 177494 w 272564"/>
                <a:gd name="csY64" fmla="*/ 262193 h 294707"/>
                <a:gd name="csX65" fmla="*/ 175948 w 272564"/>
                <a:gd name="csY65" fmla="*/ 266999 h 294707"/>
                <a:gd name="csX66" fmla="*/ 172334 w 272564"/>
                <a:gd name="csY66" fmla="*/ 263199 h 294707"/>
                <a:gd name="csX67" fmla="*/ 167864 w 272564"/>
                <a:gd name="csY67" fmla="*/ 252265 h 294707"/>
                <a:gd name="csX68" fmla="*/ 160748 w 272564"/>
                <a:gd name="csY68" fmla="*/ 248838 h 294707"/>
                <a:gd name="csX69" fmla="*/ 136981 w 272564"/>
                <a:gd name="csY69" fmla="*/ 257536 h 294707"/>
                <a:gd name="csX70" fmla="*/ 127090 w 272564"/>
                <a:gd name="csY70" fmla="*/ 269066 h 294707"/>
                <a:gd name="csX71" fmla="*/ 131504 w 272564"/>
                <a:gd name="csY71" fmla="*/ 277877 h 294707"/>
                <a:gd name="csX72" fmla="*/ 133367 w 272564"/>
                <a:gd name="csY72" fmla="*/ 279125 h 294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</a:cxnLst>
              <a:rect l="l" t="t" r="r" b="b"/>
              <a:pathLst>
                <a:path w="272564" h="294707">
                  <a:moveTo>
                    <a:pt x="133367" y="279125"/>
                  </a:moveTo>
                  <a:cubicBezTo>
                    <a:pt x="131597" y="280354"/>
                    <a:pt x="129846" y="281621"/>
                    <a:pt x="129008" y="283744"/>
                  </a:cubicBezTo>
                  <a:cubicBezTo>
                    <a:pt x="118205" y="277299"/>
                    <a:pt x="108072" y="269867"/>
                    <a:pt x="97715" y="262733"/>
                  </a:cubicBezTo>
                  <a:cubicBezTo>
                    <a:pt x="86502" y="255003"/>
                    <a:pt x="83913" y="244777"/>
                    <a:pt x="86037" y="232335"/>
                  </a:cubicBezTo>
                  <a:cubicBezTo>
                    <a:pt x="86893" y="227343"/>
                    <a:pt x="87452" y="222295"/>
                    <a:pt x="88253" y="217284"/>
                  </a:cubicBezTo>
                  <a:cubicBezTo>
                    <a:pt x="89520" y="209331"/>
                    <a:pt x="87601" y="202364"/>
                    <a:pt x="82777" y="196143"/>
                  </a:cubicBezTo>
                  <a:cubicBezTo>
                    <a:pt x="72569" y="182955"/>
                    <a:pt x="58525" y="174499"/>
                    <a:pt x="44965" y="165372"/>
                  </a:cubicBezTo>
                  <a:cubicBezTo>
                    <a:pt x="32373" y="156897"/>
                    <a:pt x="18962" y="158722"/>
                    <a:pt x="5327" y="160920"/>
                  </a:cubicBezTo>
                  <a:cubicBezTo>
                    <a:pt x="3297" y="160622"/>
                    <a:pt x="726" y="161460"/>
                    <a:pt x="0" y="158405"/>
                  </a:cubicBezTo>
                  <a:cubicBezTo>
                    <a:pt x="7246" y="157325"/>
                    <a:pt x="14454" y="156021"/>
                    <a:pt x="21737" y="155220"/>
                  </a:cubicBezTo>
                  <a:cubicBezTo>
                    <a:pt x="33938" y="153898"/>
                    <a:pt x="43866" y="159616"/>
                    <a:pt x="53533" y="166005"/>
                  </a:cubicBezTo>
                  <a:cubicBezTo>
                    <a:pt x="61375" y="171183"/>
                    <a:pt x="68434" y="177349"/>
                    <a:pt x="75755" y="183179"/>
                  </a:cubicBezTo>
                  <a:cubicBezTo>
                    <a:pt x="82460" y="185489"/>
                    <a:pt x="85105" y="191915"/>
                    <a:pt x="89427" y="196646"/>
                  </a:cubicBezTo>
                  <a:cubicBezTo>
                    <a:pt x="93990" y="203426"/>
                    <a:pt x="94735" y="210933"/>
                    <a:pt x="93748" y="218849"/>
                  </a:cubicBezTo>
                  <a:cubicBezTo>
                    <a:pt x="92761" y="226691"/>
                    <a:pt x="90768" y="234383"/>
                    <a:pt x="90730" y="242356"/>
                  </a:cubicBezTo>
                  <a:cubicBezTo>
                    <a:pt x="90712" y="246584"/>
                    <a:pt x="91997" y="250011"/>
                    <a:pt x="95033" y="252973"/>
                  </a:cubicBezTo>
                  <a:cubicBezTo>
                    <a:pt x="101944" y="259753"/>
                    <a:pt x="110009" y="264968"/>
                    <a:pt x="118037" y="270240"/>
                  </a:cubicBezTo>
                  <a:cubicBezTo>
                    <a:pt x="120105" y="271600"/>
                    <a:pt x="121483" y="271581"/>
                    <a:pt x="121856" y="268694"/>
                  </a:cubicBezTo>
                  <a:cubicBezTo>
                    <a:pt x="122973" y="259678"/>
                    <a:pt x="129139" y="255134"/>
                    <a:pt x="136794" y="251892"/>
                  </a:cubicBezTo>
                  <a:cubicBezTo>
                    <a:pt x="143910" y="248875"/>
                    <a:pt x="151323" y="246677"/>
                    <a:pt x="158587" y="244051"/>
                  </a:cubicBezTo>
                  <a:cubicBezTo>
                    <a:pt x="162611" y="242598"/>
                    <a:pt x="162965" y="240921"/>
                    <a:pt x="160879" y="237494"/>
                  </a:cubicBezTo>
                  <a:cubicBezTo>
                    <a:pt x="157265" y="231552"/>
                    <a:pt x="155309" y="224735"/>
                    <a:pt x="151267" y="218979"/>
                  </a:cubicBezTo>
                  <a:cubicBezTo>
                    <a:pt x="147616" y="213782"/>
                    <a:pt x="143463" y="210597"/>
                    <a:pt x="136571" y="212534"/>
                  </a:cubicBezTo>
                  <a:cubicBezTo>
                    <a:pt x="128449" y="214825"/>
                    <a:pt x="120924" y="213727"/>
                    <a:pt x="113492" y="208958"/>
                  </a:cubicBezTo>
                  <a:cubicBezTo>
                    <a:pt x="105781" y="204003"/>
                    <a:pt x="96635" y="201452"/>
                    <a:pt x="89296" y="195677"/>
                  </a:cubicBezTo>
                  <a:cubicBezTo>
                    <a:pt x="85236" y="191449"/>
                    <a:pt x="81566" y="186886"/>
                    <a:pt x="77878" y="182341"/>
                  </a:cubicBezTo>
                  <a:cubicBezTo>
                    <a:pt x="65976" y="167700"/>
                    <a:pt x="60239" y="150154"/>
                    <a:pt x="55340" y="132421"/>
                  </a:cubicBezTo>
                  <a:cubicBezTo>
                    <a:pt x="51689" y="119215"/>
                    <a:pt x="48765" y="105748"/>
                    <a:pt x="46604" y="92206"/>
                  </a:cubicBezTo>
                  <a:cubicBezTo>
                    <a:pt x="44276" y="77547"/>
                    <a:pt x="46175" y="62944"/>
                    <a:pt x="50404" y="48694"/>
                  </a:cubicBezTo>
                  <a:cubicBezTo>
                    <a:pt x="52807" y="40592"/>
                    <a:pt x="55023" y="32415"/>
                    <a:pt x="58767" y="24759"/>
                  </a:cubicBezTo>
                  <a:cubicBezTo>
                    <a:pt x="66069" y="9895"/>
                    <a:pt x="79256" y="4084"/>
                    <a:pt x="94512" y="1346"/>
                  </a:cubicBezTo>
                  <a:cubicBezTo>
                    <a:pt x="121744" y="-3535"/>
                    <a:pt x="144915" y="4940"/>
                    <a:pt x="162387" y="25467"/>
                  </a:cubicBezTo>
                  <a:cubicBezTo>
                    <a:pt x="176246" y="41747"/>
                    <a:pt x="187161" y="60448"/>
                    <a:pt x="194407" y="80900"/>
                  </a:cubicBezTo>
                  <a:cubicBezTo>
                    <a:pt x="204986" y="110777"/>
                    <a:pt x="207687" y="141362"/>
                    <a:pt x="202826" y="172673"/>
                  </a:cubicBezTo>
                  <a:cubicBezTo>
                    <a:pt x="201373" y="182043"/>
                    <a:pt x="197070" y="190052"/>
                    <a:pt x="191780" y="197708"/>
                  </a:cubicBezTo>
                  <a:cubicBezTo>
                    <a:pt x="188893" y="201880"/>
                    <a:pt x="186155" y="206183"/>
                    <a:pt x="183789" y="210653"/>
                  </a:cubicBezTo>
                  <a:cubicBezTo>
                    <a:pt x="181405" y="215124"/>
                    <a:pt x="180343" y="220525"/>
                    <a:pt x="182783" y="224828"/>
                  </a:cubicBezTo>
                  <a:cubicBezTo>
                    <a:pt x="193736" y="244144"/>
                    <a:pt x="197312" y="265751"/>
                    <a:pt x="202919" y="286762"/>
                  </a:cubicBezTo>
                  <a:cubicBezTo>
                    <a:pt x="203142" y="287600"/>
                    <a:pt x="203645" y="288363"/>
                    <a:pt x="204148" y="289444"/>
                  </a:cubicBezTo>
                  <a:cubicBezTo>
                    <a:pt x="207780" y="287041"/>
                    <a:pt x="208209" y="283409"/>
                    <a:pt x="207687" y="280261"/>
                  </a:cubicBezTo>
                  <a:cubicBezTo>
                    <a:pt x="205415" y="266589"/>
                    <a:pt x="211059" y="256177"/>
                    <a:pt x="221210" y="248149"/>
                  </a:cubicBezTo>
                  <a:cubicBezTo>
                    <a:pt x="235814" y="236581"/>
                    <a:pt x="250734" y="225238"/>
                    <a:pt x="270031" y="222444"/>
                  </a:cubicBezTo>
                  <a:cubicBezTo>
                    <a:pt x="270515" y="223543"/>
                    <a:pt x="271521" y="223804"/>
                    <a:pt x="272564" y="223953"/>
                  </a:cubicBezTo>
                  <a:cubicBezTo>
                    <a:pt x="272042" y="226784"/>
                    <a:pt x="269491" y="226374"/>
                    <a:pt x="267665" y="226784"/>
                  </a:cubicBezTo>
                  <a:cubicBezTo>
                    <a:pt x="248685" y="231124"/>
                    <a:pt x="233597" y="242356"/>
                    <a:pt x="219571" y="254891"/>
                  </a:cubicBezTo>
                  <a:cubicBezTo>
                    <a:pt x="213536" y="260293"/>
                    <a:pt x="210295" y="267986"/>
                    <a:pt x="211487" y="276796"/>
                  </a:cubicBezTo>
                  <a:cubicBezTo>
                    <a:pt x="212307" y="282831"/>
                    <a:pt x="211208" y="288438"/>
                    <a:pt x="206179" y="292610"/>
                  </a:cubicBezTo>
                  <a:cubicBezTo>
                    <a:pt x="205005" y="293579"/>
                    <a:pt x="203701" y="294399"/>
                    <a:pt x="202192" y="294622"/>
                  </a:cubicBezTo>
                  <a:cubicBezTo>
                    <a:pt x="200069" y="294939"/>
                    <a:pt x="198933" y="294454"/>
                    <a:pt x="198449" y="291828"/>
                  </a:cubicBezTo>
                  <a:cubicBezTo>
                    <a:pt x="194798" y="271357"/>
                    <a:pt x="192060" y="250626"/>
                    <a:pt x="181368" y="232111"/>
                  </a:cubicBezTo>
                  <a:cubicBezTo>
                    <a:pt x="175649" y="222202"/>
                    <a:pt x="175985" y="212292"/>
                    <a:pt x="183063" y="203053"/>
                  </a:cubicBezTo>
                  <a:cubicBezTo>
                    <a:pt x="191408" y="192157"/>
                    <a:pt x="198225" y="180701"/>
                    <a:pt x="199659" y="166582"/>
                  </a:cubicBezTo>
                  <a:cubicBezTo>
                    <a:pt x="201429" y="149073"/>
                    <a:pt x="200833" y="131751"/>
                    <a:pt x="198393" y="114297"/>
                  </a:cubicBezTo>
                  <a:cubicBezTo>
                    <a:pt x="193997" y="82986"/>
                    <a:pt x="180772" y="55437"/>
                    <a:pt x="161866" y="30906"/>
                  </a:cubicBezTo>
                  <a:cubicBezTo>
                    <a:pt x="144096" y="7828"/>
                    <a:pt x="114163" y="-2752"/>
                    <a:pt x="85049" y="7306"/>
                  </a:cubicBezTo>
                  <a:cubicBezTo>
                    <a:pt x="72048" y="11795"/>
                    <a:pt x="64057" y="20587"/>
                    <a:pt x="59438" y="33123"/>
                  </a:cubicBezTo>
                  <a:cubicBezTo>
                    <a:pt x="52807" y="51135"/>
                    <a:pt x="47964" y="69575"/>
                    <a:pt x="50366" y="88853"/>
                  </a:cubicBezTo>
                  <a:cubicBezTo>
                    <a:pt x="52471" y="105617"/>
                    <a:pt x="55396" y="122381"/>
                    <a:pt x="60816" y="138475"/>
                  </a:cubicBezTo>
                  <a:cubicBezTo>
                    <a:pt x="64895" y="150564"/>
                    <a:pt x="68695" y="162876"/>
                    <a:pt x="76667" y="173232"/>
                  </a:cubicBezTo>
                  <a:cubicBezTo>
                    <a:pt x="85329" y="184501"/>
                    <a:pt x="94419" y="195249"/>
                    <a:pt x="108482" y="200110"/>
                  </a:cubicBezTo>
                  <a:cubicBezTo>
                    <a:pt x="109376" y="200408"/>
                    <a:pt x="110233" y="200837"/>
                    <a:pt x="111015" y="201340"/>
                  </a:cubicBezTo>
                  <a:cubicBezTo>
                    <a:pt x="119509" y="206816"/>
                    <a:pt x="128245" y="209778"/>
                    <a:pt x="138638" y="206779"/>
                  </a:cubicBezTo>
                  <a:cubicBezTo>
                    <a:pt x="144692" y="205028"/>
                    <a:pt x="149907" y="207636"/>
                    <a:pt x="153763" y="213056"/>
                  </a:cubicBezTo>
                  <a:cubicBezTo>
                    <a:pt x="156632" y="217061"/>
                    <a:pt x="159221" y="221159"/>
                    <a:pt x="161381" y="225554"/>
                  </a:cubicBezTo>
                  <a:cubicBezTo>
                    <a:pt x="167286" y="237531"/>
                    <a:pt x="173750" y="249266"/>
                    <a:pt x="177494" y="262193"/>
                  </a:cubicBezTo>
                  <a:cubicBezTo>
                    <a:pt x="177680" y="264018"/>
                    <a:pt x="177810" y="265844"/>
                    <a:pt x="175948" y="266999"/>
                  </a:cubicBezTo>
                  <a:cubicBezTo>
                    <a:pt x="173563" y="266868"/>
                    <a:pt x="173135" y="264819"/>
                    <a:pt x="172334" y="263199"/>
                  </a:cubicBezTo>
                  <a:cubicBezTo>
                    <a:pt x="170583" y="259660"/>
                    <a:pt x="169242" y="255953"/>
                    <a:pt x="167864" y="252265"/>
                  </a:cubicBezTo>
                  <a:cubicBezTo>
                    <a:pt x="166616" y="248912"/>
                    <a:pt x="164231" y="247571"/>
                    <a:pt x="160748" y="248838"/>
                  </a:cubicBezTo>
                  <a:cubicBezTo>
                    <a:pt x="152813" y="251706"/>
                    <a:pt x="144617" y="253867"/>
                    <a:pt x="136981" y="257536"/>
                  </a:cubicBezTo>
                  <a:cubicBezTo>
                    <a:pt x="131989" y="259939"/>
                    <a:pt x="128431" y="263534"/>
                    <a:pt x="127090" y="269066"/>
                  </a:cubicBezTo>
                  <a:cubicBezTo>
                    <a:pt x="125655" y="274971"/>
                    <a:pt x="125898" y="275548"/>
                    <a:pt x="131504" y="277877"/>
                  </a:cubicBezTo>
                  <a:cubicBezTo>
                    <a:pt x="132193" y="278231"/>
                    <a:pt x="132864" y="278529"/>
                    <a:pt x="133367" y="279125"/>
                  </a:cubicBezTo>
                  <a:close/>
                </a:path>
              </a:pathLst>
            </a:custGeom>
            <a:solidFill>
              <a:srgbClr val="3C44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087758FA-467D-58FD-2C2E-CDE02E080265}"/>
                </a:ext>
              </a:extLst>
            </p:cNvPr>
            <p:cNvSpPr/>
            <p:nvPr/>
          </p:nvSpPr>
          <p:spPr>
            <a:xfrm>
              <a:off x="1629077" y="5011338"/>
              <a:ext cx="136419" cy="111786"/>
            </a:xfrm>
            <a:custGeom>
              <a:avLst/>
              <a:gdLst>
                <a:gd name="csX0" fmla="*/ 133979 w 136419"/>
                <a:gd name="csY0" fmla="*/ 77953 h 111786"/>
                <a:gd name="csX1" fmla="*/ 136419 w 136419"/>
                <a:gd name="csY1" fmla="*/ 79163 h 111786"/>
                <a:gd name="csX2" fmla="*/ 126212 w 136419"/>
                <a:gd name="csY2" fmla="*/ 89240 h 111786"/>
                <a:gd name="csX3" fmla="*/ 100824 w 136419"/>
                <a:gd name="csY3" fmla="*/ 109655 h 111786"/>
                <a:gd name="csX4" fmla="*/ 75212 w 136419"/>
                <a:gd name="csY4" fmla="*/ 110884 h 111786"/>
                <a:gd name="csX5" fmla="*/ 45018 w 136419"/>
                <a:gd name="csY5" fmla="*/ 104570 h 111786"/>
                <a:gd name="csX6" fmla="*/ 11565 w 136419"/>
                <a:gd name="csY6" fmla="*/ 74730 h 111786"/>
                <a:gd name="csX7" fmla="*/ 6517 w 136419"/>
                <a:gd name="csY7" fmla="*/ 65305 h 111786"/>
                <a:gd name="csX8" fmla="*/ 2084 w 136419"/>
                <a:gd name="csY8" fmla="*/ 23935 h 111786"/>
                <a:gd name="csX9" fmla="*/ 7765 w 136419"/>
                <a:gd name="csY9" fmla="*/ 0 h 111786"/>
                <a:gd name="csX10" fmla="*/ 9646 w 136419"/>
                <a:gd name="csY10" fmla="*/ 2645 h 111786"/>
                <a:gd name="csX11" fmla="*/ 5083 w 136419"/>
                <a:gd name="csY11" fmla="*/ 32150 h 111786"/>
                <a:gd name="csX12" fmla="*/ 11043 w 136419"/>
                <a:gd name="csY12" fmla="*/ 65771 h 111786"/>
                <a:gd name="csX13" fmla="*/ 41144 w 136419"/>
                <a:gd name="csY13" fmla="*/ 98498 h 111786"/>
                <a:gd name="csX14" fmla="*/ 55505 w 136419"/>
                <a:gd name="csY14" fmla="*/ 103247 h 111786"/>
                <a:gd name="csX15" fmla="*/ 84544 w 136419"/>
                <a:gd name="csY15" fmla="*/ 107196 h 111786"/>
                <a:gd name="csX16" fmla="*/ 119823 w 136419"/>
                <a:gd name="csY16" fmla="*/ 90954 h 111786"/>
                <a:gd name="csX17" fmla="*/ 124982 w 136419"/>
                <a:gd name="csY17" fmla="*/ 83559 h 111786"/>
                <a:gd name="csX18" fmla="*/ 133979 w 136419"/>
                <a:gd name="csY18" fmla="*/ 77953 h 111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6419" h="111786">
                  <a:moveTo>
                    <a:pt x="133979" y="77953"/>
                  </a:moveTo>
                  <a:cubicBezTo>
                    <a:pt x="134482" y="78958"/>
                    <a:pt x="135507" y="78958"/>
                    <a:pt x="136419" y="79163"/>
                  </a:cubicBezTo>
                  <a:cubicBezTo>
                    <a:pt x="131763" y="81249"/>
                    <a:pt x="128875" y="85012"/>
                    <a:pt x="126212" y="89240"/>
                  </a:cubicBezTo>
                  <a:cubicBezTo>
                    <a:pt x="120121" y="98926"/>
                    <a:pt x="111627" y="106153"/>
                    <a:pt x="100824" y="109655"/>
                  </a:cubicBezTo>
                  <a:cubicBezTo>
                    <a:pt x="92628" y="112319"/>
                    <a:pt x="83929" y="112188"/>
                    <a:pt x="75212" y="110884"/>
                  </a:cubicBezTo>
                  <a:cubicBezTo>
                    <a:pt x="64986" y="109338"/>
                    <a:pt x="54257" y="109022"/>
                    <a:pt x="45018" y="104570"/>
                  </a:cubicBezTo>
                  <a:cubicBezTo>
                    <a:pt x="31253" y="97939"/>
                    <a:pt x="18848" y="89017"/>
                    <a:pt x="11565" y="74730"/>
                  </a:cubicBezTo>
                  <a:cubicBezTo>
                    <a:pt x="9944" y="71545"/>
                    <a:pt x="8435" y="68285"/>
                    <a:pt x="6517" y="65305"/>
                  </a:cubicBezTo>
                  <a:cubicBezTo>
                    <a:pt x="-1865" y="52229"/>
                    <a:pt x="-748" y="38185"/>
                    <a:pt x="2084" y="23935"/>
                  </a:cubicBezTo>
                  <a:cubicBezTo>
                    <a:pt x="3686" y="15889"/>
                    <a:pt x="3332" y="7376"/>
                    <a:pt x="7765" y="0"/>
                  </a:cubicBezTo>
                  <a:cubicBezTo>
                    <a:pt x="9385" y="168"/>
                    <a:pt x="9460" y="1453"/>
                    <a:pt x="9646" y="2645"/>
                  </a:cubicBezTo>
                  <a:cubicBezTo>
                    <a:pt x="7821" y="12443"/>
                    <a:pt x="6964" y="22408"/>
                    <a:pt x="5083" y="32150"/>
                  </a:cubicBezTo>
                  <a:cubicBezTo>
                    <a:pt x="2736" y="44387"/>
                    <a:pt x="5939" y="54855"/>
                    <a:pt x="11043" y="65771"/>
                  </a:cubicBezTo>
                  <a:cubicBezTo>
                    <a:pt x="17730" y="80095"/>
                    <a:pt x="28403" y="90078"/>
                    <a:pt x="41144" y="98498"/>
                  </a:cubicBezTo>
                  <a:cubicBezTo>
                    <a:pt x="45521" y="101385"/>
                    <a:pt x="50550" y="102372"/>
                    <a:pt x="55505" y="103247"/>
                  </a:cubicBezTo>
                  <a:cubicBezTo>
                    <a:pt x="65116" y="104961"/>
                    <a:pt x="74746" y="106451"/>
                    <a:pt x="84544" y="107196"/>
                  </a:cubicBezTo>
                  <a:cubicBezTo>
                    <a:pt x="99576" y="108351"/>
                    <a:pt x="110659" y="101981"/>
                    <a:pt x="119823" y="90954"/>
                  </a:cubicBezTo>
                  <a:cubicBezTo>
                    <a:pt x="121760" y="88626"/>
                    <a:pt x="123008" y="85794"/>
                    <a:pt x="124982" y="83559"/>
                  </a:cubicBezTo>
                  <a:cubicBezTo>
                    <a:pt x="127404" y="80877"/>
                    <a:pt x="129378" y="77226"/>
                    <a:pt x="133979" y="77953"/>
                  </a:cubicBezTo>
                  <a:close/>
                </a:path>
              </a:pathLst>
            </a:custGeom>
            <a:solidFill>
              <a:srgbClr val="434D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EFAEB511-EE73-DDC3-AC02-FF3A48F3A99D}"/>
                </a:ext>
              </a:extLst>
            </p:cNvPr>
            <p:cNvSpPr/>
            <p:nvPr/>
          </p:nvSpPr>
          <p:spPr>
            <a:xfrm>
              <a:off x="1636860" y="4971850"/>
              <a:ext cx="56162" cy="41760"/>
            </a:xfrm>
            <a:custGeom>
              <a:avLst/>
              <a:gdLst>
                <a:gd name="csX0" fmla="*/ 857 w 56162"/>
                <a:gd name="csY0" fmla="*/ 41761 h 41760"/>
                <a:gd name="csX1" fmla="*/ 0 w 56162"/>
                <a:gd name="csY1" fmla="*/ 39507 h 41760"/>
                <a:gd name="csX2" fmla="*/ 50478 w 56162"/>
                <a:gd name="csY2" fmla="*/ 0 h 41760"/>
                <a:gd name="csX3" fmla="*/ 56159 w 56162"/>
                <a:gd name="csY3" fmla="*/ 1099 h 41760"/>
                <a:gd name="csX4" fmla="*/ 53030 w 56162"/>
                <a:gd name="csY4" fmla="*/ 3483 h 41760"/>
                <a:gd name="csX5" fmla="*/ 5346 w 56162"/>
                <a:gd name="csY5" fmla="*/ 37272 h 41760"/>
                <a:gd name="csX6" fmla="*/ 857 w 56162"/>
                <a:gd name="csY6" fmla="*/ 41761 h 41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162" h="41760">
                  <a:moveTo>
                    <a:pt x="857" y="41761"/>
                  </a:moveTo>
                  <a:cubicBezTo>
                    <a:pt x="577" y="41016"/>
                    <a:pt x="279" y="40271"/>
                    <a:pt x="0" y="39507"/>
                  </a:cubicBezTo>
                  <a:cubicBezTo>
                    <a:pt x="11213" y="19167"/>
                    <a:pt x="28573" y="6668"/>
                    <a:pt x="50478" y="0"/>
                  </a:cubicBezTo>
                  <a:cubicBezTo>
                    <a:pt x="52099" y="1751"/>
                    <a:pt x="54297" y="615"/>
                    <a:pt x="56159" y="1099"/>
                  </a:cubicBezTo>
                  <a:cubicBezTo>
                    <a:pt x="56253" y="3371"/>
                    <a:pt x="54371" y="3148"/>
                    <a:pt x="53030" y="3483"/>
                  </a:cubicBezTo>
                  <a:cubicBezTo>
                    <a:pt x="32783" y="8624"/>
                    <a:pt x="17099" y="20154"/>
                    <a:pt x="5346" y="37272"/>
                  </a:cubicBezTo>
                  <a:cubicBezTo>
                    <a:pt x="4172" y="39004"/>
                    <a:pt x="3763" y="41705"/>
                    <a:pt x="857" y="41761"/>
                  </a:cubicBezTo>
                  <a:close/>
                </a:path>
              </a:pathLst>
            </a:custGeom>
            <a:solidFill>
              <a:srgbClr val="56654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6F110815-58C7-F545-53FD-5DC57CBAC6FC}"/>
                </a:ext>
              </a:extLst>
            </p:cNvPr>
            <p:cNvSpPr/>
            <p:nvPr/>
          </p:nvSpPr>
          <p:spPr>
            <a:xfrm>
              <a:off x="1763074" y="4995748"/>
              <a:ext cx="13783" cy="14323"/>
            </a:xfrm>
            <a:custGeom>
              <a:avLst/>
              <a:gdLst>
                <a:gd name="csX0" fmla="*/ 12499 w 13783"/>
                <a:gd name="csY0" fmla="*/ 14324 h 14323"/>
                <a:gd name="csX1" fmla="*/ 0 w 13783"/>
                <a:gd name="csY1" fmla="*/ 857 h 14323"/>
                <a:gd name="csX2" fmla="*/ 2086 w 13783"/>
                <a:gd name="csY2" fmla="*/ 0 h 14323"/>
                <a:gd name="csX3" fmla="*/ 13784 w 13783"/>
                <a:gd name="csY3" fmla="*/ 11977 h 14323"/>
                <a:gd name="csX4" fmla="*/ 12499 w 13783"/>
                <a:gd name="csY4" fmla="*/ 14324 h 1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83" h="14323">
                  <a:moveTo>
                    <a:pt x="12499" y="14324"/>
                  </a:moveTo>
                  <a:cubicBezTo>
                    <a:pt x="8568" y="9611"/>
                    <a:pt x="4675" y="4880"/>
                    <a:pt x="0" y="857"/>
                  </a:cubicBezTo>
                  <a:cubicBezTo>
                    <a:pt x="689" y="577"/>
                    <a:pt x="1397" y="279"/>
                    <a:pt x="2086" y="0"/>
                  </a:cubicBezTo>
                  <a:cubicBezTo>
                    <a:pt x="7022" y="2980"/>
                    <a:pt x="9723" y="8140"/>
                    <a:pt x="13784" y="11977"/>
                  </a:cubicBezTo>
                  <a:cubicBezTo>
                    <a:pt x="13635" y="12908"/>
                    <a:pt x="13393" y="13802"/>
                    <a:pt x="12499" y="14324"/>
                  </a:cubicBezTo>
                  <a:close/>
                </a:path>
              </a:pathLst>
            </a:custGeom>
            <a:solidFill>
              <a:srgbClr val="BABAB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4DF006DB-A667-F461-D47F-60E5A712924F}"/>
                </a:ext>
              </a:extLst>
            </p:cNvPr>
            <p:cNvSpPr/>
            <p:nvPr/>
          </p:nvSpPr>
          <p:spPr>
            <a:xfrm>
              <a:off x="1811690" y="5124260"/>
              <a:ext cx="21327" cy="4277"/>
            </a:xfrm>
            <a:custGeom>
              <a:avLst/>
              <a:gdLst>
                <a:gd name="csX0" fmla="*/ 13672 w 21327"/>
                <a:gd name="csY0" fmla="*/ 4277 h 4277"/>
                <a:gd name="csX1" fmla="*/ 0 w 21327"/>
                <a:gd name="csY1" fmla="*/ 2284 h 4277"/>
                <a:gd name="csX2" fmla="*/ 21328 w 21327"/>
                <a:gd name="csY2" fmla="*/ 1036 h 4277"/>
                <a:gd name="csX3" fmla="*/ 21328 w 21327"/>
                <a:gd name="csY3" fmla="*/ 3234 h 4277"/>
                <a:gd name="csX4" fmla="*/ 13672 w 21327"/>
                <a:gd name="csY4" fmla="*/ 4277 h 4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27" h="4277">
                  <a:moveTo>
                    <a:pt x="13672" y="4277"/>
                  </a:moveTo>
                  <a:cubicBezTo>
                    <a:pt x="9388" y="1763"/>
                    <a:pt x="4228" y="5227"/>
                    <a:pt x="0" y="2284"/>
                  </a:cubicBezTo>
                  <a:cubicBezTo>
                    <a:pt x="7004" y="86"/>
                    <a:pt x="14082" y="-901"/>
                    <a:pt x="21328" y="1036"/>
                  </a:cubicBezTo>
                  <a:cubicBezTo>
                    <a:pt x="21328" y="1763"/>
                    <a:pt x="21328" y="2508"/>
                    <a:pt x="21328" y="3234"/>
                  </a:cubicBezTo>
                  <a:cubicBezTo>
                    <a:pt x="18776" y="3588"/>
                    <a:pt x="16224" y="3942"/>
                    <a:pt x="13672" y="4277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47545231-671F-0262-B87E-2921F2660F59}"/>
                </a:ext>
              </a:extLst>
            </p:cNvPr>
            <p:cNvSpPr/>
            <p:nvPr/>
          </p:nvSpPr>
          <p:spPr>
            <a:xfrm>
              <a:off x="1735543" y="4815322"/>
              <a:ext cx="158087" cy="311143"/>
            </a:xfrm>
            <a:custGeom>
              <a:avLst/>
              <a:gdLst>
                <a:gd name="csX0" fmla="*/ 85125 w 158087"/>
                <a:gd name="csY0" fmla="*/ 277247 h 311143"/>
                <a:gd name="csX1" fmla="*/ 77208 w 158087"/>
                <a:gd name="csY1" fmla="*/ 267990 h 311143"/>
                <a:gd name="csX2" fmla="*/ 86820 w 158087"/>
                <a:gd name="csY2" fmla="*/ 255044 h 311143"/>
                <a:gd name="csX3" fmla="*/ 113605 w 158087"/>
                <a:gd name="csY3" fmla="*/ 245023 h 311143"/>
                <a:gd name="csX4" fmla="*/ 120534 w 158087"/>
                <a:gd name="csY4" fmla="*/ 248749 h 311143"/>
                <a:gd name="csX5" fmla="*/ 126923 w 158087"/>
                <a:gd name="csY5" fmla="*/ 264935 h 311143"/>
                <a:gd name="csX6" fmla="*/ 128935 w 158087"/>
                <a:gd name="csY6" fmla="*/ 268530 h 311143"/>
                <a:gd name="csX7" fmla="*/ 128115 w 158087"/>
                <a:gd name="csY7" fmla="*/ 260334 h 311143"/>
                <a:gd name="csX8" fmla="*/ 110550 w 158087"/>
                <a:gd name="csY8" fmla="*/ 221926 h 311143"/>
                <a:gd name="csX9" fmla="*/ 103919 w 158087"/>
                <a:gd name="csY9" fmla="*/ 211495 h 311143"/>
                <a:gd name="csX10" fmla="*/ 91868 w 158087"/>
                <a:gd name="csY10" fmla="*/ 206298 h 311143"/>
                <a:gd name="csX11" fmla="*/ 59643 w 158087"/>
                <a:gd name="csY11" fmla="*/ 199891 h 311143"/>
                <a:gd name="csX12" fmla="*/ 19466 w 158087"/>
                <a:gd name="csY12" fmla="*/ 158987 h 311143"/>
                <a:gd name="csX13" fmla="*/ 4006 w 158087"/>
                <a:gd name="csY13" fmla="*/ 106869 h 311143"/>
                <a:gd name="csX14" fmla="*/ 1 w 158087"/>
                <a:gd name="csY14" fmla="*/ 77365 h 311143"/>
                <a:gd name="csX15" fmla="*/ 12574 w 158087"/>
                <a:gd name="csY15" fmla="*/ 24540 h 311143"/>
                <a:gd name="csX16" fmla="*/ 40924 w 158087"/>
                <a:gd name="csY16" fmla="*/ 2579 h 311143"/>
                <a:gd name="csX17" fmla="*/ 100510 w 158087"/>
                <a:gd name="csY17" fmla="*/ 14519 h 311143"/>
                <a:gd name="csX18" fmla="*/ 141806 w 158087"/>
                <a:gd name="csY18" fmla="*/ 76061 h 311143"/>
                <a:gd name="csX19" fmla="*/ 152144 w 158087"/>
                <a:gd name="csY19" fmla="*/ 169176 h 311143"/>
                <a:gd name="csX20" fmla="*/ 136516 w 158087"/>
                <a:gd name="csY20" fmla="*/ 201232 h 311143"/>
                <a:gd name="csX21" fmla="*/ 135305 w 158087"/>
                <a:gd name="csY21" fmla="*/ 231016 h 311143"/>
                <a:gd name="csX22" fmla="*/ 148120 w 158087"/>
                <a:gd name="csY22" fmla="*/ 270393 h 311143"/>
                <a:gd name="csX23" fmla="*/ 152460 w 158087"/>
                <a:gd name="csY23" fmla="*/ 286095 h 311143"/>
                <a:gd name="csX24" fmla="*/ 151231 w 158087"/>
                <a:gd name="csY24" fmla="*/ 291068 h 311143"/>
                <a:gd name="csX25" fmla="*/ 157527 w 158087"/>
                <a:gd name="csY25" fmla="*/ 289802 h 311143"/>
                <a:gd name="csX26" fmla="*/ 155161 w 158087"/>
                <a:gd name="csY26" fmla="*/ 296451 h 311143"/>
                <a:gd name="csX27" fmla="*/ 150188 w 158087"/>
                <a:gd name="csY27" fmla="*/ 300847 h 311143"/>
                <a:gd name="csX28" fmla="*/ 151045 w 158087"/>
                <a:gd name="csY28" fmla="*/ 310198 h 311143"/>
                <a:gd name="csX29" fmla="*/ 142663 w 158087"/>
                <a:gd name="csY29" fmla="*/ 305057 h 311143"/>
                <a:gd name="csX30" fmla="*/ 116473 w 158087"/>
                <a:gd name="csY30" fmla="*/ 273373 h 311143"/>
                <a:gd name="csX31" fmla="*/ 85125 w 158087"/>
                <a:gd name="csY31" fmla="*/ 277247 h 311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8087" h="311143">
                  <a:moveTo>
                    <a:pt x="85125" y="277247"/>
                  </a:moveTo>
                  <a:cubicBezTo>
                    <a:pt x="77171" y="276931"/>
                    <a:pt x="76035" y="275422"/>
                    <a:pt x="77208" y="267990"/>
                  </a:cubicBezTo>
                  <a:cubicBezTo>
                    <a:pt x="78177" y="261880"/>
                    <a:pt x="81344" y="257354"/>
                    <a:pt x="86820" y="255044"/>
                  </a:cubicBezTo>
                  <a:cubicBezTo>
                    <a:pt x="95612" y="251356"/>
                    <a:pt x="104627" y="248227"/>
                    <a:pt x="113605" y="245023"/>
                  </a:cubicBezTo>
                  <a:cubicBezTo>
                    <a:pt x="117069" y="243794"/>
                    <a:pt x="119267" y="245359"/>
                    <a:pt x="120534" y="248749"/>
                  </a:cubicBezTo>
                  <a:cubicBezTo>
                    <a:pt x="122564" y="254188"/>
                    <a:pt x="124781" y="259552"/>
                    <a:pt x="126923" y="264935"/>
                  </a:cubicBezTo>
                  <a:cubicBezTo>
                    <a:pt x="128525" y="266071"/>
                    <a:pt x="128674" y="268046"/>
                    <a:pt x="128935" y="268530"/>
                  </a:cubicBezTo>
                  <a:cubicBezTo>
                    <a:pt x="127631" y="266742"/>
                    <a:pt x="129531" y="263277"/>
                    <a:pt x="128115" y="260334"/>
                  </a:cubicBezTo>
                  <a:cubicBezTo>
                    <a:pt x="123216" y="247091"/>
                    <a:pt x="116976" y="234462"/>
                    <a:pt x="110550" y="221926"/>
                  </a:cubicBezTo>
                  <a:cubicBezTo>
                    <a:pt x="108669" y="218238"/>
                    <a:pt x="106322" y="214885"/>
                    <a:pt x="103919" y="211495"/>
                  </a:cubicBezTo>
                  <a:cubicBezTo>
                    <a:pt x="100790" y="207081"/>
                    <a:pt x="96636" y="204771"/>
                    <a:pt x="91868" y="206298"/>
                  </a:cubicBezTo>
                  <a:cubicBezTo>
                    <a:pt x="79704" y="210191"/>
                    <a:pt x="70149" y="204510"/>
                    <a:pt x="59643" y="199891"/>
                  </a:cubicBezTo>
                  <a:cubicBezTo>
                    <a:pt x="40533" y="191509"/>
                    <a:pt x="28109" y="176906"/>
                    <a:pt x="19466" y="158987"/>
                  </a:cubicBezTo>
                  <a:cubicBezTo>
                    <a:pt x="11531" y="142595"/>
                    <a:pt x="6632" y="124993"/>
                    <a:pt x="4006" y="106869"/>
                  </a:cubicBezTo>
                  <a:cubicBezTo>
                    <a:pt x="2590" y="97053"/>
                    <a:pt x="-55" y="87498"/>
                    <a:pt x="1" y="77365"/>
                  </a:cubicBezTo>
                  <a:cubicBezTo>
                    <a:pt x="113" y="58682"/>
                    <a:pt x="5589" y="41490"/>
                    <a:pt x="12574" y="24540"/>
                  </a:cubicBezTo>
                  <a:cubicBezTo>
                    <a:pt x="17845" y="11780"/>
                    <a:pt x="28649" y="5932"/>
                    <a:pt x="40924" y="2579"/>
                  </a:cubicBezTo>
                  <a:cubicBezTo>
                    <a:pt x="62624" y="-3326"/>
                    <a:pt x="82592" y="1014"/>
                    <a:pt x="100510" y="14519"/>
                  </a:cubicBezTo>
                  <a:cubicBezTo>
                    <a:pt x="121354" y="30239"/>
                    <a:pt x="132418" y="52871"/>
                    <a:pt x="141806" y="76061"/>
                  </a:cubicBezTo>
                  <a:cubicBezTo>
                    <a:pt x="153894" y="105920"/>
                    <a:pt x="156726" y="137212"/>
                    <a:pt x="152144" y="169176"/>
                  </a:cubicBezTo>
                  <a:cubicBezTo>
                    <a:pt x="150355" y="181655"/>
                    <a:pt x="143575" y="191453"/>
                    <a:pt x="136516" y="201232"/>
                  </a:cubicBezTo>
                  <a:cubicBezTo>
                    <a:pt x="129009" y="211663"/>
                    <a:pt x="128618" y="220250"/>
                    <a:pt x="135305" y="231016"/>
                  </a:cubicBezTo>
                  <a:cubicBezTo>
                    <a:pt x="142793" y="243105"/>
                    <a:pt x="145047" y="256870"/>
                    <a:pt x="148120" y="270393"/>
                  </a:cubicBezTo>
                  <a:cubicBezTo>
                    <a:pt x="149331" y="275683"/>
                    <a:pt x="150076" y="281159"/>
                    <a:pt x="152460" y="286095"/>
                  </a:cubicBezTo>
                  <a:cubicBezTo>
                    <a:pt x="153503" y="288274"/>
                    <a:pt x="152162" y="289504"/>
                    <a:pt x="151231" y="291068"/>
                  </a:cubicBezTo>
                  <a:cubicBezTo>
                    <a:pt x="153876" y="292745"/>
                    <a:pt x="155478" y="290156"/>
                    <a:pt x="157527" y="289802"/>
                  </a:cubicBezTo>
                  <a:cubicBezTo>
                    <a:pt x="159147" y="292856"/>
                    <a:pt x="156912" y="294645"/>
                    <a:pt x="155161" y="296451"/>
                  </a:cubicBezTo>
                  <a:cubicBezTo>
                    <a:pt x="153634" y="298035"/>
                    <a:pt x="151641" y="299152"/>
                    <a:pt x="150188" y="300847"/>
                  </a:cubicBezTo>
                  <a:cubicBezTo>
                    <a:pt x="146649" y="304982"/>
                    <a:pt x="146816" y="306826"/>
                    <a:pt x="151045" y="310198"/>
                  </a:cubicBezTo>
                  <a:cubicBezTo>
                    <a:pt x="143948" y="312023"/>
                    <a:pt x="143333" y="311651"/>
                    <a:pt x="142663" y="305057"/>
                  </a:cubicBezTo>
                  <a:cubicBezTo>
                    <a:pt x="140949" y="288405"/>
                    <a:pt x="132008" y="276484"/>
                    <a:pt x="116473" y="273373"/>
                  </a:cubicBezTo>
                  <a:cubicBezTo>
                    <a:pt x="106024" y="271324"/>
                    <a:pt x="95034" y="271641"/>
                    <a:pt x="85125" y="277247"/>
                  </a:cubicBezTo>
                  <a:close/>
                </a:path>
              </a:pathLst>
            </a:custGeom>
            <a:solidFill>
              <a:srgbClr val="7D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D2AC5C75-F378-CA7E-57F0-D40546D8504F}"/>
                </a:ext>
              </a:extLst>
            </p:cNvPr>
            <p:cNvSpPr/>
            <p:nvPr/>
          </p:nvSpPr>
          <p:spPr>
            <a:xfrm>
              <a:off x="1631378" y="4971048"/>
              <a:ext cx="184967" cy="149354"/>
            </a:xfrm>
            <a:custGeom>
              <a:avLst/>
              <a:gdLst>
                <a:gd name="csX0" fmla="*/ 6339 w 184967"/>
                <a:gd name="csY0" fmla="*/ 42563 h 149354"/>
                <a:gd name="csX1" fmla="*/ 61642 w 184967"/>
                <a:gd name="csY1" fmla="*/ 1901 h 149354"/>
                <a:gd name="csX2" fmla="*/ 74997 w 184967"/>
                <a:gd name="csY2" fmla="*/ 57 h 149354"/>
                <a:gd name="csX3" fmla="*/ 97740 w 184967"/>
                <a:gd name="csY3" fmla="*/ 4378 h 149354"/>
                <a:gd name="csX4" fmla="*/ 132423 w 184967"/>
                <a:gd name="csY4" fmla="*/ 29319 h 149354"/>
                <a:gd name="csX5" fmla="*/ 144623 w 184967"/>
                <a:gd name="csY5" fmla="*/ 67709 h 149354"/>
                <a:gd name="csX6" fmla="*/ 142742 w 184967"/>
                <a:gd name="csY6" fmla="*/ 82759 h 149354"/>
                <a:gd name="csX7" fmla="*/ 151161 w 184967"/>
                <a:gd name="csY7" fmla="*/ 101125 h 149354"/>
                <a:gd name="csX8" fmla="*/ 182678 w 184967"/>
                <a:gd name="csY8" fmla="*/ 122732 h 149354"/>
                <a:gd name="csX9" fmla="*/ 184932 w 184967"/>
                <a:gd name="csY9" fmla="*/ 126141 h 149354"/>
                <a:gd name="csX10" fmla="*/ 184578 w 184967"/>
                <a:gd name="csY10" fmla="*/ 126588 h 149354"/>
                <a:gd name="csX11" fmla="*/ 169304 w 184967"/>
                <a:gd name="csY11" fmla="*/ 129437 h 149354"/>
                <a:gd name="csX12" fmla="*/ 139781 w 184967"/>
                <a:gd name="csY12" fmla="*/ 117479 h 149354"/>
                <a:gd name="csX13" fmla="*/ 131678 w 184967"/>
                <a:gd name="csY13" fmla="*/ 118243 h 149354"/>
                <a:gd name="csX14" fmla="*/ 122048 w 184967"/>
                <a:gd name="csY14" fmla="*/ 127295 h 149354"/>
                <a:gd name="csX15" fmla="*/ 86825 w 184967"/>
                <a:gd name="csY15" fmla="*/ 149331 h 149354"/>
                <a:gd name="csX16" fmla="*/ 51714 w 184967"/>
                <a:gd name="csY16" fmla="*/ 144711 h 149354"/>
                <a:gd name="csX17" fmla="*/ 9822 w 184967"/>
                <a:gd name="csY17" fmla="*/ 110960 h 149354"/>
                <a:gd name="csX18" fmla="*/ 3825 w 184967"/>
                <a:gd name="csY18" fmla="*/ 98853 h 149354"/>
                <a:gd name="csX19" fmla="*/ 379 w 184967"/>
                <a:gd name="csY19" fmla="*/ 79760 h 149354"/>
                <a:gd name="csX20" fmla="*/ 6339 w 184967"/>
                <a:gd name="csY20" fmla="*/ 42563 h 14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4967" h="149354">
                  <a:moveTo>
                    <a:pt x="6339" y="42563"/>
                  </a:moveTo>
                  <a:cubicBezTo>
                    <a:pt x="18875" y="20975"/>
                    <a:pt x="37427" y="7582"/>
                    <a:pt x="61642" y="1901"/>
                  </a:cubicBezTo>
                  <a:cubicBezTo>
                    <a:pt x="66093" y="1249"/>
                    <a:pt x="70527" y="187"/>
                    <a:pt x="74997" y="57"/>
                  </a:cubicBezTo>
                  <a:cubicBezTo>
                    <a:pt x="82839" y="-185"/>
                    <a:pt x="90401" y="187"/>
                    <a:pt x="97740" y="4378"/>
                  </a:cubicBezTo>
                  <a:cubicBezTo>
                    <a:pt x="110220" y="11512"/>
                    <a:pt x="121526" y="20043"/>
                    <a:pt x="132423" y="29319"/>
                  </a:cubicBezTo>
                  <a:cubicBezTo>
                    <a:pt x="144549" y="39657"/>
                    <a:pt x="148312" y="52416"/>
                    <a:pt x="144623" y="67709"/>
                  </a:cubicBezTo>
                  <a:cubicBezTo>
                    <a:pt x="143431" y="72626"/>
                    <a:pt x="143320" y="77730"/>
                    <a:pt x="142742" y="82759"/>
                  </a:cubicBezTo>
                  <a:cubicBezTo>
                    <a:pt x="141811" y="90824"/>
                    <a:pt x="145071" y="96301"/>
                    <a:pt x="151161" y="101125"/>
                  </a:cubicBezTo>
                  <a:cubicBezTo>
                    <a:pt x="161183" y="109060"/>
                    <a:pt x="171446" y="116622"/>
                    <a:pt x="182678" y="122732"/>
                  </a:cubicBezTo>
                  <a:cubicBezTo>
                    <a:pt x="184149" y="123533"/>
                    <a:pt x="185174" y="124334"/>
                    <a:pt x="184932" y="126141"/>
                  </a:cubicBezTo>
                  <a:cubicBezTo>
                    <a:pt x="184820" y="126290"/>
                    <a:pt x="184689" y="126420"/>
                    <a:pt x="184578" y="126588"/>
                  </a:cubicBezTo>
                  <a:cubicBezTo>
                    <a:pt x="178748" y="134970"/>
                    <a:pt x="178822" y="134821"/>
                    <a:pt x="169304" y="129437"/>
                  </a:cubicBezTo>
                  <a:cubicBezTo>
                    <a:pt x="160009" y="124185"/>
                    <a:pt x="150062" y="120348"/>
                    <a:pt x="139781" y="117479"/>
                  </a:cubicBezTo>
                  <a:cubicBezTo>
                    <a:pt x="137042" y="116715"/>
                    <a:pt x="134230" y="116492"/>
                    <a:pt x="131678" y="118243"/>
                  </a:cubicBezTo>
                  <a:cubicBezTo>
                    <a:pt x="127263" y="119994"/>
                    <a:pt x="124525" y="123365"/>
                    <a:pt x="122048" y="127295"/>
                  </a:cubicBezTo>
                  <a:cubicBezTo>
                    <a:pt x="113889" y="140278"/>
                    <a:pt x="102509" y="148958"/>
                    <a:pt x="86825" y="149331"/>
                  </a:cubicBezTo>
                  <a:cubicBezTo>
                    <a:pt x="75016" y="149610"/>
                    <a:pt x="63244" y="147375"/>
                    <a:pt x="51714" y="144711"/>
                  </a:cubicBezTo>
                  <a:cubicBezTo>
                    <a:pt x="32435" y="140241"/>
                    <a:pt x="18893" y="128264"/>
                    <a:pt x="9822" y="110960"/>
                  </a:cubicBezTo>
                  <a:cubicBezTo>
                    <a:pt x="7736" y="106974"/>
                    <a:pt x="5836" y="102876"/>
                    <a:pt x="3825" y="98853"/>
                  </a:cubicBezTo>
                  <a:cubicBezTo>
                    <a:pt x="807" y="92817"/>
                    <a:pt x="-776" y="86447"/>
                    <a:pt x="379" y="79760"/>
                  </a:cubicBezTo>
                  <a:cubicBezTo>
                    <a:pt x="2521" y="67373"/>
                    <a:pt x="2856" y="54707"/>
                    <a:pt x="6339" y="42563"/>
                  </a:cubicBezTo>
                  <a:close/>
                </a:path>
              </a:pathLst>
            </a:custGeom>
            <a:solidFill>
              <a:srgbClr val="82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45A5C29B-3D9E-1423-C697-3E9AA2AB9DBF}"/>
                </a:ext>
              </a:extLst>
            </p:cNvPr>
            <p:cNvSpPr/>
            <p:nvPr/>
          </p:nvSpPr>
          <p:spPr>
            <a:xfrm>
              <a:off x="2001601" y="5127937"/>
              <a:ext cx="343690" cy="155147"/>
            </a:xfrm>
            <a:custGeom>
              <a:avLst/>
              <a:gdLst>
                <a:gd name="csX0" fmla="*/ 333182 w 343690"/>
                <a:gd name="csY0" fmla="*/ 73244 h 155147"/>
                <a:gd name="csX1" fmla="*/ 335343 w 343690"/>
                <a:gd name="csY1" fmla="*/ 140728 h 155147"/>
                <a:gd name="csX2" fmla="*/ 326160 w 343690"/>
                <a:gd name="csY2" fmla="*/ 154530 h 155147"/>
                <a:gd name="csX3" fmla="*/ 320721 w 343690"/>
                <a:gd name="csY3" fmla="*/ 151736 h 155147"/>
                <a:gd name="csX4" fmla="*/ 306676 w 343690"/>
                <a:gd name="csY4" fmla="*/ 141194 h 155147"/>
                <a:gd name="csX5" fmla="*/ 298890 w 343690"/>
                <a:gd name="csY5" fmla="*/ 139853 h 155147"/>
                <a:gd name="csX6" fmla="*/ 291011 w 343690"/>
                <a:gd name="csY6" fmla="*/ 132365 h 155147"/>
                <a:gd name="csX7" fmla="*/ 281996 w 343690"/>
                <a:gd name="csY7" fmla="*/ 139070 h 155147"/>
                <a:gd name="csX8" fmla="*/ 240179 w 343690"/>
                <a:gd name="csY8" fmla="*/ 133836 h 155147"/>
                <a:gd name="csX9" fmla="*/ 201976 w 343690"/>
                <a:gd name="csY9" fmla="*/ 126963 h 155147"/>
                <a:gd name="csX10" fmla="*/ 173309 w 343690"/>
                <a:gd name="csY10" fmla="*/ 121282 h 155147"/>
                <a:gd name="csX11" fmla="*/ 168355 w 343690"/>
                <a:gd name="csY11" fmla="*/ 117147 h 155147"/>
                <a:gd name="csX12" fmla="*/ 168056 w 343690"/>
                <a:gd name="csY12" fmla="*/ 106529 h 155147"/>
                <a:gd name="csX13" fmla="*/ 167814 w 343690"/>
                <a:gd name="csY13" fmla="*/ 105598 h 155147"/>
                <a:gd name="csX14" fmla="*/ 167684 w 343690"/>
                <a:gd name="csY14" fmla="*/ 106045 h 155147"/>
                <a:gd name="csX15" fmla="*/ 167293 w 343690"/>
                <a:gd name="csY15" fmla="*/ 111167 h 155147"/>
                <a:gd name="csX16" fmla="*/ 157775 w 343690"/>
                <a:gd name="csY16" fmla="*/ 116811 h 155147"/>
                <a:gd name="csX17" fmla="*/ 106607 w 343690"/>
                <a:gd name="csY17" fmla="*/ 101780 h 155147"/>
                <a:gd name="csX18" fmla="*/ 96716 w 343690"/>
                <a:gd name="csY18" fmla="*/ 89579 h 155147"/>
                <a:gd name="csX19" fmla="*/ 96418 w 343690"/>
                <a:gd name="csY19" fmla="*/ 86785 h 155147"/>
                <a:gd name="csX20" fmla="*/ 95226 w 343690"/>
                <a:gd name="csY20" fmla="*/ 83414 h 155147"/>
                <a:gd name="csX21" fmla="*/ 96325 w 343690"/>
                <a:gd name="csY21" fmla="*/ 90101 h 155147"/>
                <a:gd name="csX22" fmla="*/ 86192 w 343690"/>
                <a:gd name="csY22" fmla="*/ 97421 h 155147"/>
                <a:gd name="csX23" fmla="*/ 30852 w 343690"/>
                <a:gd name="csY23" fmla="*/ 83358 h 155147"/>
                <a:gd name="csX24" fmla="*/ 25544 w 343690"/>
                <a:gd name="csY24" fmla="*/ 78999 h 155147"/>
                <a:gd name="csX25" fmla="*/ 2093 w 343690"/>
                <a:gd name="csY25" fmla="*/ 47558 h 155147"/>
                <a:gd name="csX26" fmla="*/ 2689 w 343690"/>
                <a:gd name="csY26" fmla="*/ 39008 h 155147"/>
                <a:gd name="csX27" fmla="*/ 19006 w 343690"/>
                <a:gd name="csY27" fmla="*/ 14048 h 155147"/>
                <a:gd name="csX28" fmla="*/ 22415 w 343690"/>
                <a:gd name="csY28" fmla="*/ 9745 h 155147"/>
                <a:gd name="csX29" fmla="*/ 22359 w 343690"/>
                <a:gd name="csY29" fmla="*/ 9783 h 155147"/>
                <a:gd name="csX30" fmla="*/ 31355 w 343690"/>
                <a:gd name="csY30" fmla="*/ 3338 h 155147"/>
                <a:gd name="csX31" fmla="*/ 41414 w 343690"/>
                <a:gd name="csY31" fmla="*/ 823 h 155147"/>
                <a:gd name="csX32" fmla="*/ 55738 w 343690"/>
                <a:gd name="csY32" fmla="*/ 2146 h 155147"/>
                <a:gd name="csX33" fmla="*/ 86472 w 343690"/>
                <a:gd name="csY33" fmla="*/ 1755 h 155147"/>
                <a:gd name="csX34" fmla="*/ 94891 w 343690"/>
                <a:gd name="csY34" fmla="*/ 7212 h 155147"/>
                <a:gd name="csX35" fmla="*/ 96120 w 343690"/>
                <a:gd name="csY35" fmla="*/ 8255 h 155147"/>
                <a:gd name="csX36" fmla="*/ 97219 w 343690"/>
                <a:gd name="csY36" fmla="*/ 6411 h 155147"/>
                <a:gd name="csX37" fmla="*/ 106384 w 343690"/>
                <a:gd name="csY37" fmla="*/ 3450 h 155147"/>
                <a:gd name="csX38" fmla="*/ 150864 w 343690"/>
                <a:gd name="csY38" fmla="*/ 8646 h 155147"/>
                <a:gd name="csX39" fmla="*/ 167628 w 343690"/>
                <a:gd name="csY39" fmla="*/ 15501 h 155147"/>
                <a:gd name="csX40" fmla="*/ 169081 w 343690"/>
                <a:gd name="csY40" fmla="*/ 16339 h 155147"/>
                <a:gd name="csX41" fmla="*/ 192551 w 343690"/>
                <a:gd name="csY41" fmla="*/ 19860 h 155147"/>
                <a:gd name="csX42" fmla="*/ 227792 w 343690"/>
                <a:gd name="csY42" fmla="*/ 31650 h 155147"/>
                <a:gd name="csX43" fmla="*/ 242768 w 343690"/>
                <a:gd name="csY43" fmla="*/ 39026 h 155147"/>
                <a:gd name="csX44" fmla="*/ 244389 w 343690"/>
                <a:gd name="csY44" fmla="*/ 39138 h 155147"/>
                <a:gd name="csX45" fmla="*/ 254764 w 343690"/>
                <a:gd name="csY45" fmla="*/ 41280 h 155147"/>
                <a:gd name="csX46" fmla="*/ 283411 w 343690"/>
                <a:gd name="csY46" fmla="*/ 58026 h 155147"/>
                <a:gd name="csX47" fmla="*/ 303510 w 343690"/>
                <a:gd name="csY47" fmla="*/ 71604 h 155147"/>
                <a:gd name="csX48" fmla="*/ 325806 w 343690"/>
                <a:gd name="csY48" fmla="*/ 73355 h 155147"/>
                <a:gd name="csX49" fmla="*/ 333182 w 343690"/>
                <a:gd name="csY49" fmla="*/ 73244 h 155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43690" h="155147">
                  <a:moveTo>
                    <a:pt x="333182" y="73244"/>
                  </a:moveTo>
                  <a:cubicBezTo>
                    <a:pt x="346966" y="95316"/>
                    <a:pt x="346668" y="117799"/>
                    <a:pt x="335343" y="140728"/>
                  </a:cubicBezTo>
                  <a:cubicBezTo>
                    <a:pt x="332865" y="145757"/>
                    <a:pt x="330723" y="150917"/>
                    <a:pt x="326160" y="154530"/>
                  </a:cubicBezTo>
                  <a:cubicBezTo>
                    <a:pt x="323012" y="156207"/>
                    <a:pt x="321615" y="154195"/>
                    <a:pt x="320721" y="151736"/>
                  </a:cubicBezTo>
                  <a:cubicBezTo>
                    <a:pt x="318336" y="145105"/>
                    <a:pt x="313382" y="142088"/>
                    <a:pt x="306676" y="141194"/>
                  </a:cubicBezTo>
                  <a:cubicBezTo>
                    <a:pt x="304068" y="140858"/>
                    <a:pt x="301461" y="140430"/>
                    <a:pt x="298890" y="139853"/>
                  </a:cubicBezTo>
                  <a:cubicBezTo>
                    <a:pt x="295221" y="139033"/>
                    <a:pt x="292240" y="137301"/>
                    <a:pt x="291011" y="132365"/>
                  </a:cubicBezTo>
                  <a:cubicBezTo>
                    <a:pt x="289819" y="138269"/>
                    <a:pt x="286094" y="139573"/>
                    <a:pt x="281996" y="139070"/>
                  </a:cubicBezTo>
                  <a:cubicBezTo>
                    <a:pt x="268082" y="137338"/>
                    <a:pt x="254056" y="137710"/>
                    <a:pt x="240179" y="133836"/>
                  </a:cubicBezTo>
                  <a:cubicBezTo>
                    <a:pt x="227848" y="130390"/>
                    <a:pt x="214828" y="128732"/>
                    <a:pt x="201976" y="126963"/>
                  </a:cubicBezTo>
                  <a:cubicBezTo>
                    <a:pt x="192327" y="125640"/>
                    <a:pt x="182678" y="124057"/>
                    <a:pt x="173309" y="121282"/>
                  </a:cubicBezTo>
                  <a:cubicBezTo>
                    <a:pt x="171055" y="120611"/>
                    <a:pt x="169100" y="119605"/>
                    <a:pt x="168355" y="117147"/>
                  </a:cubicBezTo>
                  <a:cubicBezTo>
                    <a:pt x="167703" y="113626"/>
                    <a:pt x="168112" y="110069"/>
                    <a:pt x="168056" y="106529"/>
                  </a:cubicBezTo>
                  <a:cubicBezTo>
                    <a:pt x="168056" y="106101"/>
                    <a:pt x="168056" y="105784"/>
                    <a:pt x="167814" y="105598"/>
                  </a:cubicBezTo>
                  <a:cubicBezTo>
                    <a:pt x="167777" y="105728"/>
                    <a:pt x="167721" y="105840"/>
                    <a:pt x="167684" y="106045"/>
                  </a:cubicBezTo>
                  <a:cubicBezTo>
                    <a:pt x="167572" y="107815"/>
                    <a:pt x="167647" y="109510"/>
                    <a:pt x="167293" y="111167"/>
                  </a:cubicBezTo>
                  <a:cubicBezTo>
                    <a:pt x="166194" y="116402"/>
                    <a:pt x="162692" y="118748"/>
                    <a:pt x="157775" y="116811"/>
                  </a:cubicBezTo>
                  <a:cubicBezTo>
                    <a:pt x="141141" y="110311"/>
                    <a:pt x="123874" y="106101"/>
                    <a:pt x="106607" y="101780"/>
                  </a:cubicBezTo>
                  <a:cubicBezTo>
                    <a:pt x="97517" y="99507"/>
                    <a:pt x="97108" y="98874"/>
                    <a:pt x="96716" y="89579"/>
                  </a:cubicBezTo>
                  <a:cubicBezTo>
                    <a:pt x="96679" y="88648"/>
                    <a:pt x="96623" y="87698"/>
                    <a:pt x="96418" y="86785"/>
                  </a:cubicBezTo>
                  <a:cubicBezTo>
                    <a:pt x="96083" y="85742"/>
                    <a:pt x="95934" y="84643"/>
                    <a:pt x="95226" y="83414"/>
                  </a:cubicBezTo>
                  <a:cubicBezTo>
                    <a:pt x="96008" y="85742"/>
                    <a:pt x="96362" y="87884"/>
                    <a:pt x="96325" y="90101"/>
                  </a:cubicBezTo>
                  <a:cubicBezTo>
                    <a:pt x="95357" y="97049"/>
                    <a:pt x="92730" y="98837"/>
                    <a:pt x="86192" y="97421"/>
                  </a:cubicBezTo>
                  <a:cubicBezTo>
                    <a:pt x="67584" y="93379"/>
                    <a:pt x="49423" y="87568"/>
                    <a:pt x="30852" y="83358"/>
                  </a:cubicBezTo>
                  <a:cubicBezTo>
                    <a:pt x="28207" y="82762"/>
                    <a:pt x="26885" y="80974"/>
                    <a:pt x="25544" y="78999"/>
                  </a:cubicBezTo>
                  <a:cubicBezTo>
                    <a:pt x="22564" y="64918"/>
                    <a:pt x="14666" y="54505"/>
                    <a:pt x="2093" y="47558"/>
                  </a:cubicBezTo>
                  <a:cubicBezTo>
                    <a:pt x="-1092" y="44465"/>
                    <a:pt x="-440" y="41523"/>
                    <a:pt x="2689" y="39008"/>
                  </a:cubicBezTo>
                  <a:cubicBezTo>
                    <a:pt x="10866" y="32451"/>
                    <a:pt x="15988" y="23920"/>
                    <a:pt x="19006" y="14048"/>
                  </a:cubicBezTo>
                  <a:cubicBezTo>
                    <a:pt x="19621" y="12036"/>
                    <a:pt x="21278" y="11161"/>
                    <a:pt x="22415" y="9745"/>
                  </a:cubicBezTo>
                  <a:lnTo>
                    <a:pt x="22359" y="9783"/>
                  </a:lnTo>
                  <a:cubicBezTo>
                    <a:pt x="26028" y="8572"/>
                    <a:pt x="28859" y="6225"/>
                    <a:pt x="31355" y="3338"/>
                  </a:cubicBezTo>
                  <a:cubicBezTo>
                    <a:pt x="34056" y="209"/>
                    <a:pt x="37353" y="-928"/>
                    <a:pt x="41414" y="823"/>
                  </a:cubicBezTo>
                  <a:cubicBezTo>
                    <a:pt x="46015" y="2798"/>
                    <a:pt x="50783" y="2593"/>
                    <a:pt x="55738" y="2146"/>
                  </a:cubicBezTo>
                  <a:cubicBezTo>
                    <a:pt x="65945" y="1214"/>
                    <a:pt x="76208" y="283"/>
                    <a:pt x="86472" y="1755"/>
                  </a:cubicBezTo>
                  <a:cubicBezTo>
                    <a:pt x="90067" y="2276"/>
                    <a:pt x="93513" y="3189"/>
                    <a:pt x="94891" y="7212"/>
                  </a:cubicBezTo>
                  <a:cubicBezTo>
                    <a:pt x="95394" y="9615"/>
                    <a:pt x="95412" y="9615"/>
                    <a:pt x="96120" y="8255"/>
                  </a:cubicBezTo>
                  <a:cubicBezTo>
                    <a:pt x="96456" y="7622"/>
                    <a:pt x="96772" y="6989"/>
                    <a:pt x="97219" y="6411"/>
                  </a:cubicBezTo>
                  <a:cubicBezTo>
                    <a:pt x="99715" y="3673"/>
                    <a:pt x="102770" y="3226"/>
                    <a:pt x="106384" y="3450"/>
                  </a:cubicBezTo>
                  <a:cubicBezTo>
                    <a:pt x="121304" y="4400"/>
                    <a:pt x="136093" y="6486"/>
                    <a:pt x="150864" y="8646"/>
                  </a:cubicBezTo>
                  <a:cubicBezTo>
                    <a:pt x="156992" y="9540"/>
                    <a:pt x="163102" y="10639"/>
                    <a:pt x="167628" y="15501"/>
                  </a:cubicBezTo>
                  <a:cubicBezTo>
                    <a:pt x="168075" y="15836"/>
                    <a:pt x="168559" y="16116"/>
                    <a:pt x="169081" y="16339"/>
                  </a:cubicBezTo>
                  <a:cubicBezTo>
                    <a:pt x="177370" y="14477"/>
                    <a:pt x="184914" y="17066"/>
                    <a:pt x="192551" y="19860"/>
                  </a:cubicBezTo>
                  <a:cubicBezTo>
                    <a:pt x="204174" y="24125"/>
                    <a:pt x="215927" y="28130"/>
                    <a:pt x="227792" y="31650"/>
                  </a:cubicBezTo>
                  <a:cubicBezTo>
                    <a:pt x="233287" y="33289"/>
                    <a:pt x="238391" y="35338"/>
                    <a:pt x="242768" y="39026"/>
                  </a:cubicBezTo>
                  <a:cubicBezTo>
                    <a:pt x="243308" y="39082"/>
                    <a:pt x="243848" y="39138"/>
                    <a:pt x="244389" y="39138"/>
                  </a:cubicBezTo>
                  <a:cubicBezTo>
                    <a:pt x="248058" y="38803"/>
                    <a:pt x="251374" y="39902"/>
                    <a:pt x="254764" y="41280"/>
                  </a:cubicBezTo>
                  <a:cubicBezTo>
                    <a:pt x="265157" y="45471"/>
                    <a:pt x="274676" y="51097"/>
                    <a:pt x="283411" y="58026"/>
                  </a:cubicBezTo>
                  <a:cubicBezTo>
                    <a:pt x="289763" y="63074"/>
                    <a:pt x="296618" y="67451"/>
                    <a:pt x="303510" y="71604"/>
                  </a:cubicBezTo>
                  <a:cubicBezTo>
                    <a:pt x="310290" y="75665"/>
                    <a:pt x="317871" y="78534"/>
                    <a:pt x="325806" y="73355"/>
                  </a:cubicBezTo>
                  <a:cubicBezTo>
                    <a:pt x="328078" y="71847"/>
                    <a:pt x="330704" y="71306"/>
                    <a:pt x="333182" y="73244"/>
                  </a:cubicBezTo>
                  <a:close/>
                </a:path>
              </a:pathLst>
            </a:custGeom>
            <a:solidFill>
              <a:srgbClr val="88BE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880608D4-275C-B441-AB96-3351C611A081}"/>
                </a:ext>
              </a:extLst>
            </p:cNvPr>
            <p:cNvSpPr/>
            <p:nvPr/>
          </p:nvSpPr>
          <p:spPr>
            <a:xfrm>
              <a:off x="2023960" y="5092760"/>
              <a:ext cx="310823" cy="112743"/>
            </a:xfrm>
            <a:custGeom>
              <a:avLst/>
              <a:gdLst>
                <a:gd name="csX0" fmla="*/ 310823 w 310823"/>
                <a:gd name="csY0" fmla="*/ 108421 h 112743"/>
                <a:gd name="csX1" fmla="*/ 304807 w 310823"/>
                <a:gd name="csY1" fmla="*/ 109259 h 112743"/>
                <a:gd name="csX2" fmla="*/ 277500 w 310823"/>
                <a:gd name="csY2" fmla="*/ 106130 h 112743"/>
                <a:gd name="csX3" fmla="*/ 230989 w 310823"/>
                <a:gd name="csY3" fmla="*/ 77296 h 112743"/>
                <a:gd name="csX4" fmla="*/ 220633 w 310823"/>
                <a:gd name="csY4" fmla="*/ 75676 h 112743"/>
                <a:gd name="csX5" fmla="*/ 222570 w 310823"/>
                <a:gd name="csY5" fmla="*/ 65114 h 112743"/>
                <a:gd name="csX6" fmla="*/ 220596 w 310823"/>
                <a:gd name="csY6" fmla="*/ 75732 h 112743"/>
                <a:gd name="csX7" fmla="*/ 220204 w 310823"/>
                <a:gd name="csY7" fmla="*/ 76141 h 112743"/>
                <a:gd name="csX8" fmla="*/ 190718 w 310823"/>
                <a:gd name="csY8" fmla="*/ 63773 h 112743"/>
                <a:gd name="csX9" fmla="*/ 156855 w 310823"/>
                <a:gd name="csY9" fmla="*/ 52430 h 112743"/>
                <a:gd name="csX10" fmla="*/ 145996 w 310823"/>
                <a:gd name="csY10" fmla="*/ 52933 h 112743"/>
                <a:gd name="csX11" fmla="*/ 147672 w 310823"/>
                <a:gd name="csY11" fmla="*/ 44420 h 112743"/>
                <a:gd name="csX12" fmla="*/ 146014 w 310823"/>
                <a:gd name="csY12" fmla="*/ 52970 h 112743"/>
                <a:gd name="csX13" fmla="*/ 120123 w 310823"/>
                <a:gd name="csY13" fmla="*/ 44290 h 112743"/>
                <a:gd name="csX14" fmla="*/ 81305 w 310823"/>
                <a:gd name="csY14" fmla="*/ 39670 h 112743"/>
                <a:gd name="csX15" fmla="*/ 74935 w 310823"/>
                <a:gd name="csY15" fmla="*/ 42893 h 112743"/>
                <a:gd name="csX16" fmla="*/ 74805 w 310823"/>
                <a:gd name="csY16" fmla="*/ 33933 h 112743"/>
                <a:gd name="csX17" fmla="*/ 71415 w 310823"/>
                <a:gd name="csY17" fmla="*/ 44066 h 112743"/>
                <a:gd name="csX18" fmla="*/ 65435 w 310823"/>
                <a:gd name="csY18" fmla="*/ 38609 h 112743"/>
                <a:gd name="csX19" fmla="*/ 52676 w 310823"/>
                <a:gd name="csY19" fmla="*/ 37547 h 112743"/>
                <a:gd name="csX20" fmla="*/ 31423 w 310823"/>
                <a:gd name="csY20" fmla="*/ 39205 h 112743"/>
                <a:gd name="csX21" fmla="*/ 18813 w 310823"/>
                <a:gd name="csY21" fmla="*/ 37677 h 112743"/>
                <a:gd name="csX22" fmla="*/ 9444 w 310823"/>
                <a:gd name="csY22" fmla="*/ 40285 h 112743"/>
                <a:gd name="csX23" fmla="*/ 0 w 310823"/>
                <a:gd name="csY23" fmla="*/ 44923 h 112743"/>
                <a:gd name="csX24" fmla="*/ 24271 w 310823"/>
                <a:gd name="csY24" fmla="*/ 18324 h 112743"/>
                <a:gd name="csX25" fmla="*/ 64765 w 310823"/>
                <a:gd name="csY25" fmla="*/ 89 h 112743"/>
                <a:gd name="csX26" fmla="*/ 149907 w 310823"/>
                <a:gd name="csY26" fmla="*/ 7744 h 112743"/>
                <a:gd name="csX27" fmla="*/ 230039 w 310823"/>
                <a:gd name="csY27" fmla="*/ 37174 h 112743"/>
                <a:gd name="csX28" fmla="*/ 296518 w 310823"/>
                <a:gd name="csY28" fmla="*/ 87559 h 112743"/>
                <a:gd name="csX29" fmla="*/ 310823 w 310823"/>
                <a:gd name="csY29" fmla="*/ 108421 h 11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10823" h="112743">
                  <a:moveTo>
                    <a:pt x="310823" y="108421"/>
                  </a:moveTo>
                  <a:cubicBezTo>
                    <a:pt x="308774" y="108459"/>
                    <a:pt x="306632" y="107993"/>
                    <a:pt x="304807" y="109259"/>
                  </a:cubicBezTo>
                  <a:cubicBezTo>
                    <a:pt x="294767" y="116207"/>
                    <a:pt x="286217" y="111495"/>
                    <a:pt x="277500" y="106130"/>
                  </a:cubicBezTo>
                  <a:cubicBezTo>
                    <a:pt x="261965" y="96593"/>
                    <a:pt x="248536" y="83685"/>
                    <a:pt x="230989" y="77296"/>
                  </a:cubicBezTo>
                  <a:cubicBezTo>
                    <a:pt x="227487" y="76030"/>
                    <a:pt x="224191" y="75564"/>
                    <a:pt x="220633" y="75676"/>
                  </a:cubicBezTo>
                  <a:cubicBezTo>
                    <a:pt x="219720" y="71876"/>
                    <a:pt x="223334" y="68896"/>
                    <a:pt x="222570" y="65114"/>
                  </a:cubicBezTo>
                  <a:cubicBezTo>
                    <a:pt x="223203" y="68896"/>
                    <a:pt x="219627" y="71894"/>
                    <a:pt x="220596" y="75732"/>
                  </a:cubicBezTo>
                  <a:cubicBezTo>
                    <a:pt x="220465" y="75862"/>
                    <a:pt x="220335" y="76011"/>
                    <a:pt x="220204" y="76141"/>
                  </a:cubicBezTo>
                  <a:cubicBezTo>
                    <a:pt x="212139" y="67871"/>
                    <a:pt x="200740" y="67312"/>
                    <a:pt x="190718" y="63773"/>
                  </a:cubicBezTo>
                  <a:cubicBezTo>
                    <a:pt x="179524" y="59824"/>
                    <a:pt x="168441" y="55447"/>
                    <a:pt x="156855" y="52430"/>
                  </a:cubicBezTo>
                  <a:cubicBezTo>
                    <a:pt x="152739" y="51349"/>
                    <a:pt x="149609" y="54143"/>
                    <a:pt x="145996" y="52933"/>
                  </a:cubicBezTo>
                  <a:cubicBezTo>
                    <a:pt x="147616" y="50306"/>
                    <a:pt x="146610" y="47158"/>
                    <a:pt x="147672" y="44420"/>
                  </a:cubicBezTo>
                  <a:cubicBezTo>
                    <a:pt x="146648" y="47177"/>
                    <a:pt x="147449" y="50288"/>
                    <a:pt x="146014" y="52970"/>
                  </a:cubicBezTo>
                  <a:cubicBezTo>
                    <a:pt x="138992" y="45333"/>
                    <a:pt x="129213" y="45575"/>
                    <a:pt x="120123" y="44290"/>
                  </a:cubicBezTo>
                  <a:cubicBezTo>
                    <a:pt x="107215" y="42446"/>
                    <a:pt x="94251" y="41086"/>
                    <a:pt x="81305" y="39670"/>
                  </a:cubicBezTo>
                  <a:cubicBezTo>
                    <a:pt x="78679" y="39391"/>
                    <a:pt x="76909" y="41496"/>
                    <a:pt x="74935" y="42893"/>
                  </a:cubicBezTo>
                  <a:cubicBezTo>
                    <a:pt x="72048" y="39763"/>
                    <a:pt x="76015" y="36541"/>
                    <a:pt x="74805" y="33933"/>
                  </a:cubicBezTo>
                  <a:cubicBezTo>
                    <a:pt x="73836" y="37007"/>
                    <a:pt x="75270" y="41365"/>
                    <a:pt x="71415" y="44066"/>
                  </a:cubicBezTo>
                  <a:cubicBezTo>
                    <a:pt x="71620" y="39875"/>
                    <a:pt x="68136" y="39018"/>
                    <a:pt x="65435" y="38609"/>
                  </a:cubicBezTo>
                  <a:cubicBezTo>
                    <a:pt x="61207" y="37957"/>
                    <a:pt x="56569" y="36876"/>
                    <a:pt x="52676" y="37547"/>
                  </a:cubicBezTo>
                  <a:cubicBezTo>
                    <a:pt x="45579" y="38795"/>
                    <a:pt x="38427" y="37286"/>
                    <a:pt x="31423" y="39205"/>
                  </a:cubicBezTo>
                  <a:cubicBezTo>
                    <a:pt x="27195" y="40360"/>
                    <a:pt x="22445" y="39819"/>
                    <a:pt x="18813" y="37677"/>
                  </a:cubicBezTo>
                  <a:cubicBezTo>
                    <a:pt x="14194" y="34976"/>
                    <a:pt x="11642" y="36969"/>
                    <a:pt x="9444" y="40285"/>
                  </a:cubicBezTo>
                  <a:cubicBezTo>
                    <a:pt x="7097" y="43805"/>
                    <a:pt x="4210" y="45519"/>
                    <a:pt x="0" y="44923"/>
                  </a:cubicBezTo>
                  <a:cubicBezTo>
                    <a:pt x="8103" y="36075"/>
                    <a:pt x="16317" y="27321"/>
                    <a:pt x="24271" y="18324"/>
                  </a:cubicBezTo>
                  <a:cubicBezTo>
                    <a:pt x="35055" y="6105"/>
                    <a:pt x="49435" y="443"/>
                    <a:pt x="64765" y="89"/>
                  </a:cubicBezTo>
                  <a:cubicBezTo>
                    <a:pt x="93320" y="-563"/>
                    <a:pt x="121874" y="2417"/>
                    <a:pt x="149907" y="7744"/>
                  </a:cubicBezTo>
                  <a:cubicBezTo>
                    <a:pt x="178071" y="13090"/>
                    <a:pt x="204577" y="23782"/>
                    <a:pt x="230039" y="37174"/>
                  </a:cubicBezTo>
                  <a:cubicBezTo>
                    <a:pt x="255055" y="50343"/>
                    <a:pt x="277630" y="66474"/>
                    <a:pt x="296518" y="87559"/>
                  </a:cubicBezTo>
                  <a:cubicBezTo>
                    <a:pt x="302180" y="93893"/>
                    <a:pt x="306967" y="100859"/>
                    <a:pt x="310823" y="108421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EB560439-23BC-CCF2-CEBF-4D584241B8E3}"/>
                </a:ext>
              </a:extLst>
            </p:cNvPr>
            <p:cNvSpPr/>
            <p:nvPr/>
          </p:nvSpPr>
          <p:spPr>
            <a:xfrm>
              <a:off x="1976487" y="4813109"/>
              <a:ext cx="170493" cy="190557"/>
            </a:xfrm>
            <a:custGeom>
              <a:avLst/>
              <a:gdLst>
                <a:gd name="csX0" fmla="*/ 132615 w 170493"/>
                <a:gd name="csY0" fmla="*/ 339 h 190557"/>
                <a:gd name="csX1" fmla="*/ 168602 w 170493"/>
                <a:gd name="csY1" fmla="*/ 26342 h 190557"/>
                <a:gd name="csX2" fmla="*/ 166422 w 170493"/>
                <a:gd name="csY2" fmla="*/ 37797 h 190557"/>
                <a:gd name="csX3" fmla="*/ 160816 w 170493"/>
                <a:gd name="csY3" fmla="*/ 46776 h 190557"/>
                <a:gd name="csX4" fmla="*/ 156066 w 170493"/>
                <a:gd name="csY4" fmla="*/ 57002 h 190557"/>
                <a:gd name="csX5" fmla="*/ 147423 w 170493"/>
                <a:gd name="csY5" fmla="*/ 60783 h 190557"/>
                <a:gd name="csX6" fmla="*/ 149770 w 170493"/>
                <a:gd name="csY6" fmla="*/ 73579 h 190557"/>
                <a:gd name="csX7" fmla="*/ 138576 w 170493"/>
                <a:gd name="csY7" fmla="*/ 97514 h 190557"/>
                <a:gd name="csX8" fmla="*/ 110934 w 170493"/>
                <a:gd name="csY8" fmla="*/ 141324 h 190557"/>
                <a:gd name="csX9" fmla="*/ 83124 w 170493"/>
                <a:gd name="csY9" fmla="*/ 165669 h 190557"/>
                <a:gd name="csX10" fmla="*/ 52316 w 170493"/>
                <a:gd name="csY10" fmla="*/ 184315 h 190557"/>
                <a:gd name="csX11" fmla="*/ 45405 w 170493"/>
                <a:gd name="csY11" fmla="*/ 187947 h 190557"/>
                <a:gd name="csX12" fmla="*/ 42276 w 170493"/>
                <a:gd name="csY12" fmla="*/ 189269 h 190557"/>
                <a:gd name="csX13" fmla="*/ 26704 w 170493"/>
                <a:gd name="csY13" fmla="*/ 187947 h 190557"/>
                <a:gd name="csX14" fmla="*/ 8655 w 170493"/>
                <a:gd name="csY14" fmla="*/ 178671 h 190557"/>
                <a:gd name="csX15" fmla="*/ 1111 w 170493"/>
                <a:gd name="csY15" fmla="*/ 168035 h 190557"/>
                <a:gd name="csX16" fmla="*/ 1502 w 170493"/>
                <a:gd name="csY16" fmla="*/ 148570 h 190557"/>
                <a:gd name="csX17" fmla="*/ 3551 w 170493"/>
                <a:gd name="csY17" fmla="*/ 134675 h 190557"/>
                <a:gd name="csX18" fmla="*/ 12305 w 170493"/>
                <a:gd name="csY18" fmla="*/ 119941 h 190557"/>
                <a:gd name="csX19" fmla="*/ 13982 w 170493"/>
                <a:gd name="csY19" fmla="*/ 115601 h 190557"/>
                <a:gd name="csX20" fmla="*/ 16087 w 170493"/>
                <a:gd name="csY20" fmla="*/ 107070 h 190557"/>
                <a:gd name="csX21" fmla="*/ 30932 w 170493"/>
                <a:gd name="csY21" fmla="*/ 88034 h 190557"/>
                <a:gd name="csX22" fmla="*/ 82621 w 170493"/>
                <a:gd name="csY22" fmla="*/ 40964 h 190557"/>
                <a:gd name="csX23" fmla="*/ 112256 w 170493"/>
                <a:gd name="csY23" fmla="*/ 13322 h 190557"/>
                <a:gd name="csX24" fmla="*/ 115553 w 170493"/>
                <a:gd name="csY24" fmla="*/ 8777 h 190557"/>
                <a:gd name="csX25" fmla="*/ 132615 w 170493"/>
                <a:gd name="csY25" fmla="*/ 339 h 190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0493" h="190557">
                  <a:moveTo>
                    <a:pt x="132615" y="339"/>
                  </a:moveTo>
                  <a:cubicBezTo>
                    <a:pt x="148727" y="3320"/>
                    <a:pt x="159437" y="13769"/>
                    <a:pt x="168602" y="26342"/>
                  </a:cubicBezTo>
                  <a:cubicBezTo>
                    <a:pt x="171321" y="30812"/>
                    <a:pt x="171526" y="34463"/>
                    <a:pt x="166422" y="37797"/>
                  </a:cubicBezTo>
                  <a:cubicBezTo>
                    <a:pt x="163480" y="39716"/>
                    <a:pt x="162176" y="43460"/>
                    <a:pt x="160816" y="46776"/>
                  </a:cubicBezTo>
                  <a:cubicBezTo>
                    <a:pt x="159382" y="50259"/>
                    <a:pt x="157966" y="53723"/>
                    <a:pt x="156066" y="57002"/>
                  </a:cubicBezTo>
                  <a:cubicBezTo>
                    <a:pt x="154148" y="60280"/>
                    <a:pt x="151819" y="62310"/>
                    <a:pt x="147423" y="60783"/>
                  </a:cubicBezTo>
                  <a:cubicBezTo>
                    <a:pt x="152266" y="66203"/>
                    <a:pt x="152266" y="68047"/>
                    <a:pt x="149770" y="73579"/>
                  </a:cubicBezTo>
                  <a:cubicBezTo>
                    <a:pt x="146138" y="81607"/>
                    <a:pt x="143083" y="89859"/>
                    <a:pt x="138576" y="97514"/>
                  </a:cubicBezTo>
                  <a:cubicBezTo>
                    <a:pt x="129802" y="112416"/>
                    <a:pt x="121961" y="127969"/>
                    <a:pt x="110934" y="141324"/>
                  </a:cubicBezTo>
                  <a:cubicBezTo>
                    <a:pt x="103092" y="150824"/>
                    <a:pt x="94561" y="159839"/>
                    <a:pt x="83124" y="165669"/>
                  </a:cubicBezTo>
                  <a:cubicBezTo>
                    <a:pt x="72451" y="171108"/>
                    <a:pt x="62448" y="177888"/>
                    <a:pt x="52316" y="184315"/>
                  </a:cubicBezTo>
                  <a:cubicBezTo>
                    <a:pt x="50080" y="185730"/>
                    <a:pt x="47827" y="186960"/>
                    <a:pt x="45405" y="187947"/>
                  </a:cubicBezTo>
                  <a:cubicBezTo>
                    <a:pt x="44418" y="188524"/>
                    <a:pt x="43598" y="189474"/>
                    <a:pt x="42276" y="189269"/>
                  </a:cubicBezTo>
                  <a:cubicBezTo>
                    <a:pt x="36874" y="191300"/>
                    <a:pt x="31957" y="190983"/>
                    <a:pt x="26704" y="187947"/>
                  </a:cubicBezTo>
                  <a:cubicBezTo>
                    <a:pt x="20874" y="184575"/>
                    <a:pt x="14522" y="182117"/>
                    <a:pt x="8655" y="178671"/>
                  </a:cubicBezTo>
                  <a:cubicBezTo>
                    <a:pt x="4445" y="176193"/>
                    <a:pt x="2061" y="172785"/>
                    <a:pt x="1111" y="168035"/>
                  </a:cubicBezTo>
                  <a:cubicBezTo>
                    <a:pt x="-193" y="161497"/>
                    <a:pt x="-677" y="155127"/>
                    <a:pt x="1502" y="148570"/>
                  </a:cubicBezTo>
                  <a:cubicBezTo>
                    <a:pt x="2973" y="144156"/>
                    <a:pt x="1968" y="139201"/>
                    <a:pt x="3551" y="134675"/>
                  </a:cubicBezTo>
                  <a:cubicBezTo>
                    <a:pt x="5469" y="129143"/>
                    <a:pt x="7109" y="123480"/>
                    <a:pt x="12305" y="119941"/>
                  </a:cubicBezTo>
                  <a:cubicBezTo>
                    <a:pt x="13907" y="118842"/>
                    <a:pt x="14429" y="117501"/>
                    <a:pt x="13982" y="115601"/>
                  </a:cubicBezTo>
                  <a:cubicBezTo>
                    <a:pt x="13218" y="112434"/>
                    <a:pt x="14448" y="109659"/>
                    <a:pt x="16087" y="107070"/>
                  </a:cubicBezTo>
                  <a:cubicBezTo>
                    <a:pt x="20408" y="100234"/>
                    <a:pt x="24618" y="93342"/>
                    <a:pt x="30932" y="88034"/>
                  </a:cubicBezTo>
                  <a:cubicBezTo>
                    <a:pt x="48795" y="73039"/>
                    <a:pt x="64348" y="55456"/>
                    <a:pt x="82621" y="40964"/>
                  </a:cubicBezTo>
                  <a:cubicBezTo>
                    <a:pt x="93294" y="32508"/>
                    <a:pt x="101564" y="21648"/>
                    <a:pt x="112256" y="13322"/>
                  </a:cubicBezTo>
                  <a:cubicBezTo>
                    <a:pt x="113728" y="12167"/>
                    <a:pt x="114659" y="10435"/>
                    <a:pt x="115553" y="8777"/>
                  </a:cubicBezTo>
                  <a:cubicBezTo>
                    <a:pt x="119781" y="898"/>
                    <a:pt x="123302" y="-853"/>
                    <a:pt x="132615" y="339"/>
                  </a:cubicBezTo>
                  <a:close/>
                </a:path>
              </a:pathLst>
            </a:custGeom>
            <a:solidFill>
              <a:srgbClr val="8B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0D7246FC-2F29-4305-5528-6804E4371957}"/>
                </a:ext>
              </a:extLst>
            </p:cNvPr>
            <p:cNvSpPr/>
            <p:nvPr/>
          </p:nvSpPr>
          <p:spPr>
            <a:xfrm>
              <a:off x="1602084" y="5282579"/>
              <a:ext cx="168712" cy="195519"/>
            </a:xfrm>
            <a:custGeom>
              <a:avLst/>
              <a:gdLst>
                <a:gd name="csX0" fmla="*/ 151956 w 168712"/>
                <a:gd name="csY0" fmla="*/ 0 h 195519"/>
                <a:gd name="csX1" fmla="*/ 168701 w 168712"/>
                <a:gd name="csY1" fmla="*/ 55526 h 195519"/>
                <a:gd name="csX2" fmla="*/ 162257 w 168712"/>
                <a:gd name="csY2" fmla="*/ 76537 h 195519"/>
                <a:gd name="csX3" fmla="*/ 102204 w 168712"/>
                <a:gd name="csY3" fmla="*/ 141469 h 195519"/>
                <a:gd name="csX4" fmla="*/ 75121 w 168712"/>
                <a:gd name="csY4" fmla="*/ 165926 h 195519"/>
                <a:gd name="csX5" fmla="*/ 69794 w 168712"/>
                <a:gd name="csY5" fmla="*/ 166727 h 195519"/>
                <a:gd name="csX6" fmla="*/ 37756 w 168712"/>
                <a:gd name="csY6" fmla="*/ 187682 h 195519"/>
                <a:gd name="csX7" fmla="*/ 12368 w 168712"/>
                <a:gd name="csY7" fmla="*/ 195319 h 195519"/>
                <a:gd name="csX8" fmla="*/ 931 w 168712"/>
                <a:gd name="csY8" fmla="*/ 189340 h 195519"/>
                <a:gd name="csX9" fmla="*/ 3762 w 168712"/>
                <a:gd name="csY9" fmla="*/ 176301 h 195519"/>
                <a:gd name="csX10" fmla="*/ 21290 w 168712"/>
                <a:gd name="csY10" fmla="*/ 158904 h 195519"/>
                <a:gd name="csX11" fmla="*/ 25481 w 168712"/>
                <a:gd name="csY11" fmla="*/ 151099 h 195519"/>
                <a:gd name="csX12" fmla="*/ 37980 w 168712"/>
                <a:gd name="csY12" fmla="*/ 154452 h 195519"/>
                <a:gd name="csX13" fmla="*/ 24922 w 168712"/>
                <a:gd name="csY13" fmla="*/ 148454 h 195519"/>
                <a:gd name="csX14" fmla="*/ 27809 w 168712"/>
                <a:gd name="csY14" fmla="*/ 144673 h 195519"/>
                <a:gd name="csX15" fmla="*/ 70409 w 168712"/>
                <a:gd name="csY15" fmla="*/ 110661 h 195519"/>
                <a:gd name="csX16" fmla="*/ 82628 w 168712"/>
                <a:gd name="csY16" fmla="*/ 93711 h 195519"/>
                <a:gd name="csX17" fmla="*/ 83540 w 168712"/>
                <a:gd name="csY17" fmla="*/ 93152 h 195519"/>
                <a:gd name="csX18" fmla="*/ 85198 w 168712"/>
                <a:gd name="csY18" fmla="*/ 90973 h 195519"/>
                <a:gd name="csX19" fmla="*/ 108705 w 168712"/>
                <a:gd name="csY19" fmla="*/ 51186 h 195519"/>
                <a:gd name="csX20" fmla="*/ 109618 w 168712"/>
                <a:gd name="csY20" fmla="*/ 47945 h 195519"/>
                <a:gd name="csX21" fmla="*/ 115429 w 168712"/>
                <a:gd name="csY21" fmla="*/ 29430 h 195519"/>
                <a:gd name="csX22" fmla="*/ 116416 w 168712"/>
                <a:gd name="csY22" fmla="*/ 29020 h 195519"/>
                <a:gd name="csX23" fmla="*/ 136962 w 168712"/>
                <a:gd name="csY23" fmla="*/ 36303 h 195519"/>
                <a:gd name="csX24" fmla="*/ 131895 w 168712"/>
                <a:gd name="csY24" fmla="*/ 35130 h 195519"/>
                <a:gd name="csX25" fmla="*/ 116547 w 168712"/>
                <a:gd name="csY25" fmla="*/ 26245 h 195519"/>
                <a:gd name="csX26" fmla="*/ 131392 w 168712"/>
                <a:gd name="csY26" fmla="*/ 8941 h 195519"/>
                <a:gd name="csX27" fmla="*/ 146852 w 168712"/>
                <a:gd name="csY27" fmla="*/ 3967 h 195519"/>
                <a:gd name="csX28" fmla="*/ 151956 w 168712"/>
                <a:gd name="csY28" fmla="*/ 0 h 195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8712" h="195519">
                  <a:moveTo>
                    <a:pt x="151956" y="0"/>
                  </a:moveTo>
                  <a:cubicBezTo>
                    <a:pt x="160599" y="17584"/>
                    <a:pt x="168199" y="35540"/>
                    <a:pt x="168701" y="55526"/>
                  </a:cubicBezTo>
                  <a:cubicBezTo>
                    <a:pt x="168888" y="63107"/>
                    <a:pt x="166708" y="69775"/>
                    <a:pt x="162257" y="76537"/>
                  </a:cubicBezTo>
                  <a:cubicBezTo>
                    <a:pt x="145753" y="101534"/>
                    <a:pt x="123010" y="120589"/>
                    <a:pt x="102204" y="141469"/>
                  </a:cubicBezTo>
                  <a:cubicBezTo>
                    <a:pt x="93655" y="150056"/>
                    <a:pt x="83466" y="157004"/>
                    <a:pt x="75121" y="165926"/>
                  </a:cubicBezTo>
                  <a:cubicBezTo>
                    <a:pt x="72979" y="163710"/>
                    <a:pt x="71433" y="165516"/>
                    <a:pt x="69794" y="166727"/>
                  </a:cubicBezTo>
                  <a:cubicBezTo>
                    <a:pt x="59493" y="174290"/>
                    <a:pt x="49472" y="182467"/>
                    <a:pt x="37756" y="187682"/>
                  </a:cubicBezTo>
                  <a:cubicBezTo>
                    <a:pt x="29728" y="191277"/>
                    <a:pt x="21942" y="196623"/>
                    <a:pt x="12368" y="195319"/>
                  </a:cubicBezTo>
                  <a:cubicBezTo>
                    <a:pt x="7879" y="194704"/>
                    <a:pt x="3148" y="194108"/>
                    <a:pt x="931" y="189340"/>
                  </a:cubicBezTo>
                  <a:cubicBezTo>
                    <a:pt x="-1379" y="184385"/>
                    <a:pt x="1006" y="180380"/>
                    <a:pt x="3762" y="176301"/>
                  </a:cubicBezTo>
                  <a:cubicBezTo>
                    <a:pt x="8475" y="169316"/>
                    <a:pt x="14547" y="163728"/>
                    <a:pt x="21290" y="158904"/>
                  </a:cubicBezTo>
                  <a:cubicBezTo>
                    <a:pt x="24214" y="156818"/>
                    <a:pt x="25462" y="154433"/>
                    <a:pt x="25481" y="151099"/>
                  </a:cubicBezTo>
                  <a:cubicBezTo>
                    <a:pt x="30324" y="150708"/>
                    <a:pt x="34087" y="153949"/>
                    <a:pt x="37980" y="154452"/>
                  </a:cubicBezTo>
                  <a:cubicBezTo>
                    <a:pt x="34198" y="152366"/>
                    <a:pt x="28461" y="152701"/>
                    <a:pt x="24922" y="148454"/>
                  </a:cubicBezTo>
                  <a:cubicBezTo>
                    <a:pt x="24755" y="146350"/>
                    <a:pt x="26431" y="145586"/>
                    <a:pt x="27809" y="144673"/>
                  </a:cubicBezTo>
                  <a:cubicBezTo>
                    <a:pt x="43065" y="134652"/>
                    <a:pt x="56848" y="122731"/>
                    <a:pt x="70409" y="110661"/>
                  </a:cubicBezTo>
                  <a:cubicBezTo>
                    <a:pt x="75475" y="106153"/>
                    <a:pt x="81026" y="101105"/>
                    <a:pt x="82628" y="93711"/>
                  </a:cubicBezTo>
                  <a:cubicBezTo>
                    <a:pt x="82907" y="93450"/>
                    <a:pt x="83205" y="93189"/>
                    <a:pt x="83540" y="93152"/>
                  </a:cubicBezTo>
                  <a:cubicBezTo>
                    <a:pt x="85012" y="92966"/>
                    <a:pt x="85515" y="92351"/>
                    <a:pt x="85198" y="90973"/>
                  </a:cubicBezTo>
                  <a:cubicBezTo>
                    <a:pt x="97753" y="80504"/>
                    <a:pt x="104682" y="66702"/>
                    <a:pt x="108705" y="51186"/>
                  </a:cubicBezTo>
                  <a:cubicBezTo>
                    <a:pt x="108984" y="50106"/>
                    <a:pt x="109040" y="48895"/>
                    <a:pt x="109618" y="47945"/>
                  </a:cubicBezTo>
                  <a:cubicBezTo>
                    <a:pt x="113138" y="42264"/>
                    <a:pt x="114181" y="35819"/>
                    <a:pt x="115429" y="29430"/>
                  </a:cubicBezTo>
                  <a:cubicBezTo>
                    <a:pt x="115746" y="29207"/>
                    <a:pt x="116156" y="28890"/>
                    <a:pt x="116416" y="29020"/>
                  </a:cubicBezTo>
                  <a:cubicBezTo>
                    <a:pt x="123159" y="32168"/>
                    <a:pt x="129809" y="35558"/>
                    <a:pt x="136962" y="36303"/>
                  </a:cubicBezTo>
                  <a:cubicBezTo>
                    <a:pt x="135993" y="34925"/>
                    <a:pt x="133683" y="35651"/>
                    <a:pt x="131895" y="35130"/>
                  </a:cubicBezTo>
                  <a:cubicBezTo>
                    <a:pt x="126009" y="33453"/>
                    <a:pt x="119974" y="32131"/>
                    <a:pt x="116547" y="26245"/>
                  </a:cubicBezTo>
                  <a:cubicBezTo>
                    <a:pt x="121166" y="20210"/>
                    <a:pt x="125134" y="13635"/>
                    <a:pt x="131392" y="8941"/>
                  </a:cubicBezTo>
                  <a:cubicBezTo>
                    <a:pt x="136030" y="5458"/>
                    <a:pt x="140910" y="2738"/>
                    <a:pt x="146852" y="3967"/>
                  </a:cubicBezTo>
                  <a:cubicBezTo>
                    <a:pt x="150615" y="4768"/>
                    <a:pt x="150354" y="1416"/>
                    <a:pt x="151956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B35328AA-4481-9A8C-4ABC-AD3BD338AC0A}"/>
                </a:ext>
              </a:extLst>
            </p:cNvPr>
            <p:cNvSpPr/>
            <p:nvPr/>
          </p:nvSpPr>
          <p:spPr>
            <a:xfrm>
              <a:off x="2027145" y="5206918"/>
              <a:ext cx="300690" cy="88824"/>
            </a:xfrm>
            <a:custGeom>
              <a:avLst/>
              <a:gdLst>
                <a:gd name="csX0" fmla="*/ 0 w 300690"/>
                <a:gd name="csY0" fmla="*/ 0 h 88824"/>
                <a:gd name="csX1" fmla="*/ 10897 w 300690"/>
                <a:gd name="csY1" fmla="*/ 3632 h 88824"/>
                <a:gd name="csX2" fmla="*/ 36657 w 300690"/>
                <a:gd name="csY2" fmla="*/ 11120 h 88824"/>
                <a:gd name="csX3" fmla="*/ 60015 w 300690"/>
                <a:gd name="csY3" fmla="*/ 16671 h 88824"/>
                <a:gd name="csX4" fmla="*/ 69403 w 300690"/>
                <a:gd name="csY4" fmla="*/ 9928 h 88824"/>
                <a:gd name="csX5" fmla="*/ 70837 w 300690"/>
                <a:gd name="csY5" fmla="*/ 12480 h 88824"/>
                <a:gd name="csX6" fmla="*/ 71769 w 300690"/>
                <a:gd name="csY6" fmla="*/ 6631 h 88824"/>
                <a:gd name="csX7" fmla="*/ 72700 w 300690"/>
                <a:gd name="csY7" fmla="*/ 11437 h 88824"/>
                <a:gd name="csX8" fmla="*/ 80002 w 300690"/>
                <a:gd name="csY8" fmla="*/ 21141 h 88824"/>
                <a:gd name="csX9" fmla="*/ 115169 w 300690"/>
                <a:gd name="csY9" fmla="*/ 30678 h 88824"/>
                <a:gd name="csX10" fmla="*/ 133032 w 300690"/>
                <a:gd name="csY10" fmla="*/ 36657 h 88824"/>
                <a:gd name="csX11" fmla="*/ 140501 w 300690"/>
                <a:gd name="csY11" fmla="*/ 31758 h 88824"/>
                <a:gd name="csX12" fmla="*/ 141563 w 300690"/>
                <a:gd name="csY12" fmla="*/ 24699 h 88824"/>
                <a:gd name="csX13" fmla="*/ 142792 w 300690"/>
                <a:gd name="csY13" fmla="*/ 31069 h 88824"/>
                <a:gd name="csX14" fmla="*/ 143854 w 300690"/>
                <a:gd name="csY14" fmla="*/ 37011 h 88824"/>
                <a:gd name="csX15" fmla="*/ 147989 w 300690"/>
                <a:gd name="csY15" fmla="*/ 40718 h 88824"/>
                <a:gd name="csX16" fmla="*/ 197256 w 300690"/>
                <a:gd name="csY16" fmla="*/ 49882 h 88824"/>
                <a:gd name="csX17" fmla="*/ 219608 w 300690"/>
                <a:gd name="csY17" fmla="*/ 54520 h 88824"/>
                <a:gd name="csX18" fmla="*/ 236689 w 300690"/>
                <a:gd name="csY18" fmla="*/ 57258 h 88824"/>
                <a:gd name="csX19" fmla="*/ 256303 w 300690"/>
                <a:gd name="csY19" fmla="*/ 58562 h 88824"/>
                <a:gd name="csX20" fmla="*/ 263754 w 300690"/>
                <a:gd name="csY20" fmla="*/ 52415 h 88824"/>
                <a:gd name="csX21" fmla="*/ 265337 w 300690"/>
                <a:gd name="csY21" fmla="*/ 49882 h 88824"/>
                <a:gd name="csX22" fmla="*/ 267106 w 300690"/>
                <a:gd name="csY22" fmla="*/ 52229 h 88824"/>
                <a:gd name="csX23" fmla="*/ 275600 w 300690"/>
                <a:gd name="csY23" fmla="*/ 59754 h 88824"/>
                <a:gd name="csX24" fmla="*/ 293556 w 300690"/>
                <a:gd name="csY24" fmla="*/ 66367 h 88824"/>
                <a:gd name="csX25" fmla="*/ 296592 w 300690"/>
                <a:gd name="csY25" fmla="*/ 72122 h 88824"/>
                <a:gd name="csX26" fmla="*/ 300690 w 300690"/>
                <a:gd name="csY26" fmla="*/ 75550 h 88824"/>
                <a:gd name="csX27" fmla="*/ 265989 w 300690"/>
                <a:gd name="csY27" fmla="*/ 85794 h 88824"/>
                <a:gd name="csX28" fmla="*/ 120570 w 300690"/>
                <a:gd name="csY28" fmla="*/ 72309 h 88824"/>
                <a:gd name="csX29" fmla="*/ 36862 w 300690"/>
                <a:gd name="csY29" fmla="*/ 47274 h 88824"/>
                <a:gd name="csX30" fmla="*/ 23470 w 300690"/>
                <a:gd name="csY30" fmla="*/ 37663 h 88824"/>
                <a:gd name="csX31" fmla="*/ 7227 w 300690"/>
                <a:gd name="csY31" fmla="*/ 21290 h 88824"/>
                <a:gd name="csX32" fmla="*/ 782 w 300690"/>
                <a:gd name="csY32" fmla="*/ 8978 h 88824"/>
                <a:gd name="csX33" fmla="*/ 0 w 300690"/>
                <a:gd name="csY33" fmla="*/ 0 h 88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300690" h="88824">
                  <a:moveTo>
                    <a:pt x="0" y="0"/>
                  </a:moveTo>
                  <a:cubicBezTo>
                    <a:pt x="3129" y="2738"/>
                    <a:pt x="7004" y="2980"/>
                    <a:pt x="10897" y="3632"/>
                  </a:cubicBezTo>
                  <a:cubicBezTo>
                    <a:pt x="19744" y="5104"/>
                    <a:pt x="27754" y="9537"/>
                    <a:pt x="36657" y="11120"/>
                  </a:cubicBezTo>
                  <a:cubicBezTo>
                    <a:pt x="44518" y="12517"/>
                    <a:pt x="52304" y="14566"/>
                    <a:pt x="60015" y="16671"/>
                  </a:cubicBezTo>
                  <a:cubicBezTo>
                    <a:pt x="67354" y="18682"/>
                    <a:pt x="69068" y="17602"/>
                    <a:pt x="69403" y="9928"/>
                  </a:cubicBezTo>
                  <a:cubicBezTo>
                    <a:pt x="71415" y="9965"/>
                    <a:pt x="71023" y="11232"/>
                    <a:pt x="70837" y="12480"/>
                  </a:cubicBezTo>
                  <a:cubicBezTo>
                    <a:pt x="71638" y="10636"/>
                    <a:pt x="69422" y="8214"/>
                    <a:pt x="71769" y="6631"/>
                  </a:cubicBezTo>
                  <a:cubicBezTo>
                    <a:pt x="73147" y="8028"/>
                    <a:pt x="72923" y="9835"/>
                    <a:pt x="72700" y="11437"/>
                  </a:cubicBezTo>
                  <a:cubicBezTo>
                    <a:pt x="71918" y="17192"/>
                    <a:pt x="74283" y="19763"/>
                    <a:pt x="80002" y="21141"/>
                  </a:cubicBezTo>
                  <a:cubicBezTo>
                    <a:pt x="91792" y="23972"/>
                    <a:pt x="103639" y="26468"/>
                    <a:pt x="115169" y="30678"/>
                  </a:cubicBezTo>
                  <a:cubicBezTo>
                    <a:pt x="120962" y="32783"/>
                    <a:pt x="127220" y="34068"/>
                    <a:pt x="133032" y="36657"/>
                  </a:cubicBezTo>
                  <a:cubicBezTo>
                    <a:pt x="137055" y="38445"/>
                    <a:pt x="139756" y="36378"/>
                    <a:pt x="140501" y="31758"/>
                  </a:cubicBezTo>
                  <a:cubicBezTo>
                    <a:pt x="140873" y="29411"/>
                    <a:pt x="139681" y="26822"/>
                    <a:pt x="141563" y="24699"/>
                  </a:cubicBezTo>
                  <a:cubicBezTo>
                    <a:pt x="143556" y="26524"/>
                    <a:pt x="142550" y="28927"/>
                    <a:pt x="142792" y="31069"/>
                  </a:cubicBezTo>
                  <a:cubicBezTo>
                    <a:pt x="143016" y="33081"/>
                    <a:pt x="142308" y="35242"/>
                    <a:pt x="143854" y="37011"/>
                  </a:cubicBezTo>
                  <a:cubicBezTo>
                    <a:pt x="144059" y="39582"/>
                    <a:pt x="145772" y="40103"/>
                    <a:pt x="147989" y="40718"/>
                  </a:cubicBezTo>
                  <a:cubicBezTo>
                    <a:pt x="164175" y="45151"/>
                    <a:pt x="180958" y="46287"/>
                    <a:pt x="197256" y="49882"/>
                  </a:cubicBezTo>
                  <a:cubicBezTo>
                    <a:pt x="204670" y="51521"/>
                    <a:pt x="212549" y="50776"/>
                    <a:pt x="219608" y="54520"/>
                  </a:cubicBezTo>
                  <a:cubicBezTo>
                    <a:pt x="224842" y="57314"/>
                    <a:pt x="230989" y="56495"/>
                    <a:pt x="236689" y="57258"/>
                  </a:cubicBezTo>
                  <a:cubicBezTo>
                    <a:pt x="243134" y="58115"/>
                    <a:pt x="249765" y="57612"/>
                    <a:pt x="256303" y="58562"/>
                  </a:cubicBezTo>
                  <a:cubicBezTo>
                    <a:pt x="260624" y="59195"/>
                    <a:pt x="264406" y="58301"/>
                    <a:pt x="263754" y="52415"/>
                  </a:cubicBezTo>
                  <a:cubicBezTo>
                    <a:pt x="263623" y="51279"/>
                    <a:pt x="263884" y="49957"/>
                    <a:pt x="265337" y="49882"/>
                  </a:cubicBezTo>
                  <a:cubicBezTo>
                    <a:pt x="266808" y="49808"/>
                    <a:pt x="267181" y="51037"/>
                    <a:pt x="267106" y="52229"/>
                  </a:cubicBezTo>
                  <a:cubicBezTo>
                    <a:pt x="266715" y="58394"/>
                    <a:pt x="271242" y="59009"/>
                    <a:pt x="275600" y="59754"/>
                  </a:cubicBezTo>
                  <a:cubicBezTo>
                    <a:pt x="282008" y="60835"/>
                    <a:pt x="288788" y="60723"/>
                    <a:pt x="293556" y="66367"/>
                  </a:cubicBezTo>
                  <a:cubicBezTo>
                    <a:pt x="295028" y="68099"/>
                    <a:pt x="296686" y="69515"/>
                    <a:pt x="296592" y="72122"/>
                  </a:cubicBezTo>
                  <a:cubicBezTo>
                    <a:pt x="296481" y="74805"/>
                    <a:pt x="298269" y="75661"/>
                    <a:pt x="300690" y="75550"/>
                  </a:cubicBezTo>
                  <a:cubicBezTo>
                    <a:pt x="290278" y="82870"/>
                    <a:pt x="277984" y="83932"/>
                    <a:pt x="265989" y="85794"/>
                  </a:cubicBezTo>
                  <a:cubicBezTo>
                    <a:pt x="216405" y="93450"/>
                    <a:pt x="168311" y="85738"/>
                    <a:pt x="120570" y="72309"/>
                  </a:cubicBezTo>
                  <a:cubicBezTo>
                    <a:pt x="92519" y="64429"/>
                    <a:pt x="64802" y="55489"/>
                    <a:pt x="36862" y="47274"/>
                  </a:cubicBezTo>
                  <a:cubicBezTo>
                    <a:pt x="31125" y="45598"/>
                    <a:pt x="26934" y="42376"/>
                    <a:pt x="23470" y="37663"/>
                  </a:cubicBezTo>
                  <a:cubicBezTo>
                    <a:pt x="18869" y="31423"/>
                    <a:pt x="13504" y="25761"/>
                    <a:pt x="7227" y="21290"/>
                  </a:cubicBezTo>
                  <a:cubicBezTo>
                    <a:pt x="2682" y="18049"/>
                    <a:pt x="1006" y="14119"/>
                    <a:pt x="782" y="8978"/>
                  </a:cubicBezTo>
                  <a:cubicBezTo>
                    <a:pt x="577" y="5998"/>
                    <a:pt x="242" y="2999"/>
                    <a:pt x="0" y="0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05F4F3B7-1B57-85F1-25BF-27979C699535}"/>
                </a:ext>
              </a:extLst>
            </p:cNvPr>
            <p:cNvSpPr/>
            <p:nvPr/>
          </p:nvSpPr>
          <p:spPr>
            <a:xfrm>
              <a:off x="1787742" y="5125126"/>
              <a:ext cx="127011" cy="147945"/>
            </a:xfrm>
            <a:custGeom>
              <a:avLst/>
              <a:gdLst>
                <a:gd name="csX0" fmla="*/ 89458 w 127011"/>
                <a:gd name="csY0" fmla="*/ 4808 h 147945"/>
                <a:gd name="csX1" fmla="*/ 117416 w 127011"/>
                <a:gd name="csY1" fmla="*/ 9092 h 147945"/>
                <a:gd name="csX2" fmla="*/ 126972 w 127011"/>
                <a:gd name="csY2" fmla="*/ 31649 h 147945"/>
                <a:gd name="csX3" fmla="*/ 119689 w 127011"/>
                <a:gd name="csY3" fmla="*/ 87957 h 147945"/>
                <a:gd name="csX4" fmla="*/ 87502 w 127011"/>
                <a:gd name="csY4" fmla="*/ 128060 h 147945"/>
                <a:gd name="csX5" fmla="*/ 43562 w 127011"/>
                <a:gd name="csY5" fmla="*/ 147674 h 147945"/>
                <a:gd name="csX6" fmla="*/ 18770 w 127011"/>
                <a:gd name="csY6" fmla="*/ 139199 h 147945"/>
                <a:gd name="csX7" fmla="*/ 31 w 127011"/>
                <a:gd name="csY7" fmla="*/ 99692 h 147945"/>
                <a:gd name="csX8" fmla="*/ 9959 w 127011"/>
                <a:gd name="csY8" fmla="*/ 50108 h 147945"/>
                <a:gd name="csX9" fmla="*/ 23985 w 127011"/>
                <a:gd name="csY9" fmla="*/ 36604 h 147945"/>
                <a:gd name="csX10" fmla="*/ 33708 w 127011"/>
                <a:gd name="csY10" fmla="*/ 28240 h 147945"/>
                <a:gd name="csX11" fmla="*/ 48684 w 127011"/>
                <a:gd name="csY11" fmla="*/ 2424 h 147945"/>
                <a:gd name="csX12" fmla="*/ 55762 w 127011"/>
                <a:gd name="csY12" fmla="*/ 170 h 147945"/>
                <a:gd name="csX13" fmla="*/ 81299 w 127011"/>
                <a:gd name="csY13" fmla="*/ 6503 h 147945"/>
                <a:gd name="csX14" fmla="*/ 89458 w 127011"/>
                <a:gd name="csY14" fmla="*/ 4808 h 147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011" h="147945">
                  <a:moveTo>
                    <a:pt x="89458" y="4808"/>
                  </a:moveTo>
                  <a:cubicBezTo>
                    <a:pt x="99088" y="4305"/>
                    <a:pt x="109239" y="2610"/>
                    <a:pt x="117416" y="9092"/>
                  </a:cubicBezTo>
                  <a:cubicBezTo>
                    <a:pt x="124364" y="14587"/>
                    <a:pt x="127400" y="22708"/>
                    <a:pt x="126972" y="31649"/>
                  </a:cubicBezTo>
                  <a:cubicBezTo>
                    <a:pt x="126096" y="50611"/>
                    <a:pt x="124811" y="69722"/>
                    <a:pt x="119689" y="87957"/>
                  </a:cubicBezTo>
                  <a:cubicBezTo>
                    <a:pt x="114790" y="105392"/>
                    <a:pt x="102515" y="118319"/>
                    <a:pt x="87502" y="128060"/>
                  </a:cubicBezTo>
                  <a:cubicBezTo>
                    <a:pt x="73960" y="136871"/>
                    <a:pt x="60102" y="145234"/>
                    <a:pt x="43562" y="147674"/>
                  </a:cubicBezTo>
                  <a:cubicBezTo>
                    <a:pt x="33634" y="149146"/>
                    <a:pt x="26313" y="144396"/>
                    <a:pt x="18770" y="139199"/>
                  </a:cubicBezTo>
                  <a:cubicBezTo>
                    <a:pt x="4837" y="129569"/>
                    <a:pt x="217" y="115767"/>
                    <a:pt x="31" y="99692"/>
                  </a:cubicBezTo>
                  <a:cubicBezTo>
                    <a:pt x="-174" y="82444"/>
                    <a:pt x="366" y="65401"/>
                    <a:pt x="9959" y="50108"/>
                  </a:cubicBezTo>
                  <a:cubicBezTo>
                    <a:pt x="13517" y="44427"/>
                    <a:pt x="17969" y="39658"/>
                    <a:pt x="23985" y="36604"/>
                  </a:cubicBezTo>
                  <a:cubicBezTo>
                    <a:pt x="27953" y="34592"/>
                    <a:pt x="31436" y="31910"/>
                    <a:pt x="33708" y="28240"/>
                  </a:cubicBezTo>
                  <a:cubicBezTo>
                    <a:pt x="38942" y="19784"/>
                    <a:pt x="43729" y="11048"/>
                    <a:pt x="48684" y="2424"/>
                  </a:cubicBezTo>
                  <a:cubicBezTo>
                    <a:pt x="50454" y="-165"/>
                    <a:pt x="53117" y="-203"/>
                    <a:pt x="55762" y="170"/>
                  </a:cubicBezTo>
                  <a:cubicBezTo>
                    <a:pt x="64479" y="1418"/>
                    <a:pt x="73308" y="2461"/>
                    <a:pt x="81299" y="6503"/>
                  </a:cubicBezTo>
                  <a:cubicBezTo>
                    <a:pt x="84764" y="8254"/>
                    <a:pt x="86980" y="6447"/>
                    <a:pt x="89458" y="4808"/>
                  </a:cubicBezTo>
                  <a:close/>
                </a:path>
              </a:pathLst>
            </a:custGeom>
            <a:solidFill>
              <a:srgbClr val="81B7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254A75AD-CF44-1A12-63E8-7FA81DD8CAFF}"/>
                </a:ext>
              </a:extLst>
            </p:cNvPr>
            <p:cNvSpPr/>
            <p:nvPr/>
          </p:nvSpPr>
          <p:spPr>
            <a:xfrm>
              <a:off x="1881231" y="5037126"/>
              <a:ext cx="121922" cy="89318"/>
            </a:xfrm>
            <a:custGeom>
              <a:avLst/>
              <a:gdLst>
                <a:gd name="csX0" fmla="*/ 5357 w 121922"/>
                <a:gd name="csY0" fmla="*/ 88431 h 89318"/>
                <a:gd name="csX1" fmla="*/ 1222 w 121922"/>
                <a:gd name="csY1" fmla="*/ 81296 h 89318"/>
                <a:gd name="csX2" fmla="*/ 6828 w 121922"/>
                <a:gd name="csY2" fmla="*/ 75094 h 89318"/>
                <a:gd name="csX3" fmla="*/ 11857 w 121922"/>
                <a:gd name="csY3" fmla="*/ 68016 h 89318"/>
                <a:gd name="csX4" fmla="*/ 16197 w 121922"/>
                <a:gd name="csY4" fmla="*/ 54027 h 89318"/>
                <a:gd name="csX5" fmla="*/ 27206 w 121922"/>
                <a:gd name="csY5" fmla="*/ 27764 h 89318"/>
                <a:gd name="csX6" fmla="*/ 78653 w 121922"/>
                <a:gd name="csY6" fmla="*/ 252 h 89318"/>
                <a:gd name="csX7" fmla="*/ 104953 w 121922"/>
                <a:gd name="csY7" fmla="*/ 2264 h 89318"/>
                <a:gd name="csX8" fmla="*/ 120004 w 121922"/>
                <a:gd name="csY8" fmla="*/ 33277 h 89318"/>
                <a:gd name="csX9" fmla="*/ 116334 w 121922"/>
                <a:gd name="csY9" fmla="*/ 43950 h 89318"/>
                <a:gd name="csX10" fmla="*/ 82397 w 121922"/>
                <a:gd name="csY10" fmla="*/ 83830 h 89318"/>
                <a:gd name="csX11" fmla="*/ 44082 w 121922"/>
                <a:gd name="csY11" fmla="*/ 86437 h 89318"/>
                <a:gd name="csX12" fmla="*/ 29944 w 121922"/>
                <a:gd name="csY12" fmla="*/ 82619 h 89318"/>
                <a:gd name="csX13" fmla="*/ 5357 w 121922"/>
                <a:gd name="csY13" fmla="*/ 88431 h 89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1922" h="89318">
                  <a:moveTo>
                    <a:pt x="5357" y="88431"/>
                  </a:moveTo>
                  <a:cubicBezTo>
                    <a:pt x="-306" y="87760"/>
                    <a:pt x="-1107" y="86382"/>
                    <a:pt x="1222" y="81296"/>
                  </a:cubicBezTo>
                  <a:cubicBezTo>
                    <a:pt x="2432" y="78633"/>
                    <a:pt x="4425" y="76565"/>
                    <a:pt x="6828" y="75094"/>
                  </a:cubicBezTo>
                  <a:cubicBezTo>
                    <a:pt x="9604" y="73399"/>
                    <a:pt x="11317" y="71201"/>
                    <a:pt x="11857" y="68016"/>
                  </a:cubicBezTo>
                  <a:cubicBezTo>
                    <a:pt x="15601" y="64067"/>
                    <a:pt x="16980" y="59336"/>
                    <a:pt x="16197" y="54027"/>
                  </a:cubicBezTo>
                  <a:cubicBezTo>
                    <a:pt x="14577" y="43037"/>
                    <a:pt x="19327" y="34506"/>
                    <a:pt x="27206" y="27764"/>
                  </a:cubicBezTo>
                  <a:cubicBezTo>
                    <a:pt x="42275" y="14837"/>
                    <a:pt x="58685" y="4126"/>
                    <a:pt x="78653" y="252"/>
                  </a:cubicBezTo>
                  <a:cubicBezTo>
                    <a:pt x="87500" y="-251"/>
                    <a:pt x="96255" y="-195"/>
                    <a:pt x="104953" y="2264"/>
                  </a:cubicBezTo>
                  <a:cubicBezTo>
                    <a:pt x="118551" y="6119"/>
                    <a:pt x="125573" y="20331"/>
                    <a:pt x="120004" y="33277"/>
                  </a:cubicBezTo>
                  <a:cubicBezTo>
                    <a:pt x="118514" y="36723"/>
                    <a:pt x="117396" y="40337"/>
                    <a:pt x="116334" y="43950"/>
                  </a:cubicBezTo>
                  <a:cubicBezTo>
                    <a:pt x="110989" y="62335"/>
                    <a:pt x="97950" y="74479"/>
                    <a:pt x="82397" y="83830"/>
                  </a:cubicBezTo>
                  <a:cubicBezTo>
                    <a:pt x="70513" y="90945"/>
                    <a:pt x="57195" y="90386"/>
                    <a:pt x="44082" y="86437"/>
                  </a:cubicBezTo>
                  <a:cubicBezTo>
                    <a:pt x="39406" y="85040"/>
                    <a:pt x="34787" y="83532"/>
                    <a:pt x="29944" y="82619"/>
                  </a:cubicBezTo>
                  <a:cubicBezTo>
                    <a:pt x="20780" y="80943"/>
                    <a:pt x="12994" y="84221"/>
                    <a:pt x="5357" y="88431"/>
                  </a:cubicBezTo>
                  <a:close/>
                </a:path>
              </a:pathLst>
            </a:custGeom>
            <a:solidFill>
              <a:srgbClr val="84BB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DF0D4E15-2CC9-A136-D790-C82BD148B21A}"/>
                </a:ext>
              </a:extLst>
            </p:cNvPr>
            <p:cNvSpPr/>
            <p:nvPr/>
          </p:nvSpPr>
          <p:spPr>
            <a:xfrm>
              <a:off x="1957297" y="4812061"/>
              <a:ext cx="151804" cy="223362"/>
            </a:xfrm>
            <a:custGeom>
              <a:avLst/>
              <a:gdLst>
                <a:gd name="csX0" fmla="*/ 151805 w 151804"/>
                <a:gd name="csY0" fmla="*/ 1388 h 223362"/>
                <a:gd name="csX1" fmla="*/ 139828 w 151804"/>
                <a:gd name="csY1" fmla="*/ 3865 h 223362"/>
                <a:gd name="csX2" fmla="*/ 138021 w 151804"/>
                <a:gd name="csY2" fmla="*/ 5728 h 223362"/>
                <a:gd name="csX3" fmla="*/ 122617 w 151804"/>
                <a:gd name="csY3" fmla="*/ 24410 h 223362"/>
                <a:gd name="csX4" fmla="*/ 70387 w 151804"/>
                <a:gd name="csY4" fmla="*/ 72877 h 223362"/>
                <a:gd name="csX5" fmla="*/ 50289 w 151804"/>
                <a:gd name="csY5" fmla="*/ 90814 h 223362"/>
                <a:gd name="csX6" fmla="*/ 36338 w 151804"/>
                <a:gd name="csY6" fmla="*/ 108994 h 223362"/>
                <a:gd name="csX7" fmla="*/ 34848 w 151804"/>
                <a:gd name="csY7" fmla="*/ 117413 h 223362"/>
                <a:gd name="csX8" fmla="*/ 33786 w 151804"/>
                <a:gd name="csY8" fmla="*/ 121343 h 223362"/>
                <a:gd name="csX9" fmla="*/ 22834 w 151804"/>
                <a:gd name="csY9" fmla="*/ 145222 h 223362"/>
                <a:gd name="csX10" fmla="*/ 21474 w 151804"/>
                <a:gd name="csY10" fmla="*/ 152319 h 223362"/>
                <a:gd name="csX11" fmla="*/ 30620 w 151804"/>
                <a:gd name="csY11" fmla="*/ 179440 h 223362"/>
                <a:gd name="csX12" fmla="*/ 50997 w 151804"/>
                <a:gd name="csY12" fmla="*/ 189908 h 223362"/>
                <a:gd name="csX13" fmla="*/ 61465 w 151804"/>
                <a:gd name="csY13" fmla="*/ 190299 h 223362"/>
                <a:gd name="csX14" fmla="*/ 26652 w 151804"/>
                <a:gd name="csY14" fmla="*/ 221759 h 223362"/>
                <a:gd name="csX15" fmla="*/ 22834 w 151804"/>
                <a:gd name="csY15" fmla="*/ 223324 h 223362"/>
                <a:gd name="csX16" fmla="*/ 4412 w 151804"/>
                <a:gd name="csY16" fmla="*/ 222653 h 223362"/>
                <a:gd name="csX17" fmla="*/ 12757 w 151804"/>
                <a:gd name="csY17" fmla="*/ 208590 h 223362"/>
                <a:gd name="csX18" fmla="*/ 14135 w 151804"/>
                <a:gd name="csY18" fmla="*/ 169512 h 223362"/>
                <a:gd name="csX19" fmla="*/ 4859 w 151804"/>
                <a:gd name="csY19" fmla="*/ 154685 h 223362"/>
                <a:gd name="csX20" fmla="*/ 1860 w 151804"/>
                <a:gd name="csY20" fmla="*/ 127602 h 223362"/>
                <a:gd name="csX21" fmla="*/ 11360 w 151804"/>
                <a:gd name="csY21" fmla="*/ 95769 h 223362"/>
                <a:gd name="csX22" fmla="*/ 33283 w 151804"/>
                <a:gd name="csY22" fmla="*/ 62017 h 223362"/>
                <a:gd name="csX23" fmla="*/ 96297 w 151804"/>
                <a:gd name="csY23" fmla="*/ 11576 h 223362"/>
                <a:gd name="csX24" fmla="*/ 145229 w 151804"/>
                <a:gd name="csY24" fmla="*/ 84 h 223362"/>
                <a:gd name="csX25" fmla="*/ 151805 w 151804"/>
                <a:gd name="csY25" fmla="*/ 1388 h 223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1804" h="223362">
                  <a:moveTo>
                    <a:pt x="151805" y="1388"/>
                  </a:moveTo>
                  <a:cubicBezTo>
                    <a:pt x="147483" y="624"/>
                    <a:pt x="143963" y="3735"/>
                    <a:pt x="139828" y="3865"/>
                  </a:cubicBezTo>
                  <a:cubicBezTo>
                    <a:pt x="138747" y="3902"/>
                    <a:pt x="138226" y="4759"/>
                    <a:pt x="138021" y="5728"/>
                  </a:cubicBezTo>
                  <a:cubicBezTo>
                    <a:pt x="136158" y="14650"/>
                    <a:pt x="128130" y="18524"/>
                    <a:pt x="122617" y="24410"/>
                  </a:cubicBezTo>
                  <a:cubicBezTo>
                    <a:pt x="106356" y="41789"/>
                    <a:pt x="86630" y="55423"/>
                    <a:pt x="70387" y="72877"/>
                  </a:cubicBezTo>
                  <a:cubicBezTo>
                    <a:pt x="64297" y="79415"/>
                    <a:pt x="57200" y="85077"/>
                    <a:pt x="50289" y="90814"/>
                  </a:cubicBezTo>
                  <a:cubicBezTo>
                    <a:pt x="44217" y="95862"/>
                    <a:pt x="40603" y="102661"/>
                    <a:pt x="36338" y="108994"/>
                  </a:cubicBezTo>
                  <a:cubicBezTo>
                    <a:pt x="34680" y="111452"/>
                    <a:pt x="33209" y="114153"/>
                    <a:pt x="34848" y="117413"/>
                  </a:cubicBezTo>
                  <a:cubicBezTo>
                    <a:pt x="35537" y="118773"/>
                    <a:pt x="35425" y="120337"/>
                    <a:pt x="33786" y="121343"/>
                  </a:cubicBezTo>
                  <a:cubicBezTo>
                    <a:pt x="24734" y="126801"/>
                    <a:pt x="23709" y="136021"/>
                    <a:pt x="22834" y="145222"/>
                  </a:cubicBezTo>
                  <a:cubicBezTo>
                    <a:pt x="22591" y="147663"/>
                    <a:pt x="22405" y="149972"/>
                    <a:pt x="21474" y="152319"/>
                  </a:cubicBezTo>
                  <a:cubicBezTo>
                    <a:pt x="17879" y="161521"/>
                    <a:pt x="22144" y="174485"/>
                    <a:pt x="30620" y="179440"/>
                  </a:cubicBezTo>
                  <a:cubicBezTo>
                    <a:pt x="37213" y="183295"/>
                    <a:pt x="43956" y="187002"/>
                    <a:pt x="50997" y="189908"/>
                  </a:cubicBezTo>
                  <a:cubicBezTo>
                    <a:pt x="54015" y="191156"/>
                    <a:pt x="57945" y="190243"/>
                    <a:pt x="61465" y="190299"/>
                  </a:cubicBezTo>
                  <a:cubicBezTo>
                    <a:pt x="47495" y="198159"/>
                    <a:pt x="35593" y="208330"/>
                    <a:pt x="26652" y="221759"/>
                  </a:cubicBezTo>
                  <a:cubicBezTo>
                    <a:pt x="25665" y="223231"/>
                    <a:pt x="24547" y="223473"/>
                    <a:pt x="22834" y="223324"/>
                  </a:cubicBezTo>
                  <a:cubicBezTo>
                    <a:pt x="16892" y="222821"/>
                    <a:pt x="11024" y="221499"/>
                    <a:pt x="4412" y="222653"/>
                  </a:cubicBezTo>
                  <a:cubicBezTo>
                    <a:pt x="6666" y="217047"/>
                    <a:pt x="9758" y="212837"/>
                    <a:pt x="12757" y="208590"/>
                  </a:cubicBezTo>
                  <a:cubicBezTo>
                    <a:pt x="21753" y="195831"/>
                    <a:pt x="24007" y="182997"/>
                    <a:pt x="14135" y="169512"/>
                  </a:cubicBezTo>
                  <a:cubicBezTo>
                    <a:pt x="10708" y="164818"/>
                    <a:pt x="8063" y="159565"/>
                    <a:pt x="4859" y="154685"/>
                  </a:cubicBezTo>
                  <a:cubicBezTo>
                    <a:pt x="-766" y="146135"/>
                    <a:pt x="-1139" y="136803"/>
                    <a:pt x="1860" y="127602"/>
                  </a:cubicBezTo>
                  <a:cubicBezTo>
                    <a:pt x="5306" y="117059"/>
                    <a:pt x="8286" y="106405"/>
                    <a:pt x="11360" y="95769"/>
                  </a:cubicBezTo>
                  <a:cubicBezTo>
                    <a:pt x="15253" y="82283"/>
                    <a:pt x="23970" y="71629"/>
                    <a:pt x="33283" y="62017"/>
                  </a:cubicBezTo>
                  <a:cubicBezTo>
                    <a:pt x="52096" y="42590"/>
                    <a:pt x="71635" y="23423"/>
                    <a:pt x="96297" y="11576"/>
                  </a:cubicBezTo>
                  <a:cubicBezTo>
                    <a:pt x="111422" y="4312"/>
                    <a:pt x="127851" y="-717"/>
                    <a:pt x="145229" y="84"/>
                  </a:cubicBezTo>
                  <a:cubicBezTo>
                    <a:pt x="147465" y="214"/>
                    <a:pt x="149812" y="-28"/>
                    <a:pt x="151805" y="138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ADABD1D9-3078-CE30-417A-5E5AE4EFBA45}"/>
                </a:ext>
              </a:extLst>
            </p:cNvPr>
            <p:cNvSpPr/>
            <p:nvPr/>
          </p:nvSpPr>
          <p:spPr>
            <a:xfrm>
              <a:off x="1546979" y="5227735"/>
              <a:ext cx="188472" cy="234314"/>
            </a:xfrm>
            <a:custGeom>
              <a:avLst/>
              <a:gdLst>
                <a:gd name="csX0" fmla="*/ 157683 w 188472"/>
                <a:gd name="csY0" fmla="*/ 436 h 234314"/>
                <a:gd name="csX1" fmla="*/ 166381 w 188472"/>
                <a:gd name="csY1" fmla="*/ 511 h 234314"/>
                <a:gd name="csX2" fmla="*/ 177520 w 188472"/>
                <a:gd name="csY2" fmla="*/ 7012 h 234314"/>
                <a:gd name="csX3" fmla="*/ 179476 w 188472"/>
                <a:gd name="csY3" fmla="*/ 49760 h 234314"/>
                <a:gd name="csX4" fmla="*/ 157720 w 188472"/>
                <a:gd name="csY4" fmla="*/ 72670 h 234314"/>
                <a:gd name="csX5" fmla="*/ 126241 w 188472"/>
                <a:gd name="csY5" fmla="*/ 110985 h 234314"/>
                <a:gd name="csX6" fmla="*/ 102641 w 188472"/>
                <a:gd name="csY6" fmla="*/ 141198 h 234314"/>
                <a:gd name="csX7" fmla="*/ 93178 w 188472"/>
                <a:gd name="csY7" fmla="*/ 155205 h 234314"/>
                <a:gd name="csX8" fmla="*/ 66412 w 188472"/>
                <a:gd name="csY8" fmla="*/ 191508 h 234314"/>
                <a:gd name="csX9" fmla="*/ 64829 w 188472"/>
                <a:gd name="csY9" fmla="*/ 195159 h 234314"/>
                <a:gd name="csX10" fmla="*/ 54230 w 188472"/>
                <a:gd name="csY10" fmla="*/ 211700 h 234314"/>
                <a:gd name="csX11" fmla="*/ 32102 w 188472"/>
                <a:gd name="csY11" fmla="*/ 232114 h 234314"/>
                <a:gd name="csX12" fmla="*/ 27 w 188472"/>
                <a:gd name="csY12" fmla="*/ 211774 h 234314"/>
                <a:gd name="csX13" fmla="*/ 14499 w 188472"/>
                <a:gd name="csY13" fmla="*/ 163215 h 234314"/>
                <a:gd name="csX14" fmla="*/ 15449 w 188472"/>
                <a:gd name="csY14" fmla="*/ 161799 h 234314"/>
                <a:gd name="csX15" fmla="*/ 33834 w 188472"/>
                <a:gd name="csY15" fmla="*/ 133393 h 234314"/>
                <a:gd name="csX16" fmla="*/ 61811 w 188472"/>
                <a:gd name="csY16" fmla="*/ 93085 h 234314"/>
                <a:gd name="csX17" fmla="*/ 120299 w 188472"/>
                <a:gd name="csY17" fmla="*/ 25266 h 234314"/>
                <a:gd name="csX18" fmla="*/ 143415 w 188472"/>
                <a:gd name="csY18" fmla="*/ 4050 h 234314"/>
                <a:gd name="csX19" fmla="*/ 157683 w 188472"/>
                <a:gd name="csY19" fmla="*/ 436 h 234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8472" h="234314">
                  <a:moveTo>
                    <a:pt x="157683" y="436"/>
                  </a:moveTo>
                  <a:cubicBezTo>
                    <a:pt x="160588" y="455"/>
                    <a:pt x="163475" y="492"/>
                    <a:pt x="166381" y="511"/>
                  </a:cubicBezTo>
                  <a:cubicBezTo>
                    <a:pt x="170293" y="2318"/>
                    <a:pt x="174204" y="4180"/>
                    <a:pt x="177520" y="7012"/>
                  </a:cubicBezTo>
                  <a:cubicBezTo>
                    <a:pt x="191322" y="18765"/>
                    <a:pt x="192198" y="36125"/>
                    <a:pt x="179476" y="49760"/>
                  </a:cubicBezTo>
                  <a:cubicBezTo>
                    <a:pt x="172286" y="57453"/>
                    <a:pt x="164556" y="64624"/>
                    <a:pt x="157720" y="72670"/>
                  </a:cubicBezTo>
                  <a:cubicBezTo>
                    <a:pt x="147028" y="85281"/>
                    <a:pt x="135927" y="97500"/>
                    <a:pt x="126241" y="110985"/>
                  </a:cubicBezTo>
                  <a:cubicBezTo>
                    <a:pt x="118790" y="121342"/>
                    <a:pt x="110166" y="130841"/>
                    <a:pt x="102641" y="141198"/>
                  </a:cubicBezTo>
                  <a:cubicBezTo>
                    <a:pt x="99307" y="145780"/>
                    <a:pt x="96326" y="150548"/>
                    <a:pt x="93178" y="155205"/>
                  </a:cubicBezTo>
                  <a:cubicBezTo>
                    <a:pt x="84741" y="167666"/>
                    <a:pt x="74626" y="178898"/>
                    <a:pt x="66412" y="191508"/>
                  </a:cubicBezTo>
                  <a:cubicBezTo>
                    <a:pt x="65611" y="192607"/>
                    <a:pt x="65034" y="193781"/>
                    <a:pt x="64829" y="195159"/>
                  </a:cubicBezTo>
                  <a:cubicBezTo>
                    <a:pt x="62742" y="201604"/>
                    <a:pt x="58235" y="206596"/>
                    <a:pt x="54230" y="211700"/>
                  </a:cubicBezTo>
                  <a:cubicBezTo>
                    <a:pt x="48027" y="219635"/>
                    <a:pt x="42086" y="227942"/>
                    <a:pt x="32102" y="232114"/>
                  </a:cubicBezTo>
                  <a:cubicBezTo>
                    <a:pt x="16828" y="238503"/>
                    <a:pt x="567" y="230755"/>
                    <a:pt x="27" y="211774"/>
                  </a:cubicBezTo>
                  <a:cubicBezTo>
                    <a:pt x="-458" y="194153"/>
                    <a:pt x="5745" y="178228"/>
                    <a:pt x="14499" y="163215"/>
                  </a:cubicBezTo>
                  <a:cubicBezTo>
                    <a:pt x="14760" y="162712"/>
                    <a:pt x="15095" y="162246"/>
                    <a:pt x="15449" y="161799"/>
                  </a:cubicBezTo>
                  <a:cubicBezTo>
                    <a:pt x="21894" y="152541"/>
                    <a:pt x="27594" y="142800"/>
                    <a:pt x="33834" y="133393"/>
                  </a:cubicBezTo>
                  <a:cubicBezTo>
                    <a:pt x="42886" y="119759"/>
                    <a:pt x="52461" y="106496"/>
                    <a:pt x="61811" y="93085"/>
                  </a:cubicBezTo>
                  <a:cubicBezTo>
                    <a:pt x="78985" y="68442"/>
                    <a:pt x="100052" y="47226"/>
                    <a:pt x="120299" y="25266"/>
                  </a:cubicBezTo>
                  <a:cubicBezTo>
                    <a:pt x="127396" y="17573"/>
                    <a:pt x="134083" y="9414"/>
                    <a:pt x="143415" y="4050"/>
                  </a:cubicBezTo>
                  <a:cubicBezTo>
                    <a:pt x="147959" y="1479"/>
                    <a:pt x="152244" y="-1035"/>
                    <a:pt x="157683" y="436"/>
                  </a:cubicBezTo>
                  <a:close/>
                </a:path>
              </a:pathLst>
            </a:custGeom>
            <a:solidFill>
              <a:srgbClr val="8C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1738D4D4-A19D-5526-D071-0C1F52B89C03}"/>
                </a:ext>
              </a:extLst>
            </p:cNvPr>
            <p:cNvSpPr/>
            <p:nvPr/>
          </p:nvSpPr>
          <p:spPr>
            <a:xfrm>
              <a:off x="2021892" y="4839489"/>
              <a:ext cx="136818" cy="168384"/>
            </a:xfrm>
            <a:custGeom>
              <a:avLst/>
              <a:gdLst>
                <a:gd name="csX0" fmla="*/ 0 w 136818"/>
                <a:gd name="csY0" fmla="*/ 161567 h 168384"/>
                <a:gd name="csX1" fmla="*/ 30585 w 136818"/>
                <a:gd name="csY1" fmla="*/ 142233 h 168384"/>
                <a:gd name="csX2" fmla="*/ 63349 w 136818"/>
                <a:gd name="csY2" fmla="*/ 115522 h 168384"/>
                <a:gd name="csX3" fmla="*/ 84099 w 136818"/>
                <a:gd name="csY3" fmla="*/ 83615 h 168384"/>
                <a:gd name="csX4" fmla="*/ 93022 w 136818"/>
                <a:gd name="csY4" fmla="*/ 68788 h 168384"/>
                <a:gd name="csX5" fmla="*/ 104272 w 136818"/>
                <a:gd name="csY5" fmla="*/ 44443 h 168384"/>
                <a:gd name="csX6" fmla="*/ 102149 w 136818"/>
                <a:gd name="csY6" fmla="*/ 36564 h 168384"/>
                <a:gd name="csX7" fmla="*/ 98591 w 136818"/>
                <a:gd name="csY7" fmla="*/ 32597 h 168384"/>
                <a:gd name="csX8" fmla="*/ 99746 w 136818"/>
                <a:gd name="csY8" fmla="*/ 32112 h 168384"/>
                <a:gd name="csX9" fmla="*/ 110568 w 136818"/>
                <a:gd name="csY9" fmla="*/ 28182 h 168384"/>
                <a:gd name="csX10" fmla="*/ 117776 w 136818"/>
                <a:gd name="csY10" fmla="*/ 13057 h 168384"/>
                <a:gd name="csX11" fmla="*/ 119173 w 136818"/>
                <a:gd name="csY11" fmla="*/ 10692 h 168384"/>
                <a:gd name="csX12" fmla="*/ 123215 w 136818"/>
                <a:gd name="csY12" fmla="*/ 0 h 168384"/>
                <a:gd name="csX13" fmla="*/ 136534 w 136818"/>
                <a:gd name="csY13" fmla="*/ 39693 h 168384"/>
                <a:gd name="csX14" fmla="*/ 83746 w 136818"/>
                <a:gd name="csY14" fmla="*/ 142699 h 168384"/>
                <a:gd name="csX15" fmla="*/ 55545 w 136818"/>
                <a:gd name="csY15" fmla="*/ 163263 h 168384"/>
                <a:gd name="csX16" fmla="*/ 24364 w 136818"/>
                <a:gd name="csY16" fmla="*/ 164734 h 168384"/>
                <a:gd name="csX17" fmla="*/ 0 w 136818"/>
                <a:gd name="csY17" fmla="*/ 161567 h 168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6818" h="168384">
                  <a:moveTo>
                    <a:pt x="0" y="161567"/>
                  </a:moveTo>
                  <a:cubicBezTo>
                    <a:pt x="9779" y="154471"/>
                    <a:pt x="19800" y="147840"/>
                    <a:pt x="30585" y="142233"/>
                  </a:cubicBezTo>
                  <a:cubicBezTo>
                    <a:pt x="43251" y="135639"/>
                    <a:pt x="54632" y="126847"/>
                    <a:pt x="63349" y="115522"/>
                  </a:cubicBezTo>
                  <a:cubicBezTo>
                    <a:pt x="71079" y="105501"/>
                    <a:pt x="78996" y="95387"/>
                    <a:pt x="84099" y="83615"/>
                  </a:cubicBezTo>
                  <a:cubicBezTo>
                    <a:pt x="86428" y="78251"/>
                    <a:pt x="90004" y="73650"/>
                    <a:pt x="93022" y="68788"/>
                  </a:cubicBezTo>
                  <a:cubicBezTo>
                    <a:pt x="97827" y="61058"/>
                    <a:pt x="99727" y="52173"/>
                    <a:pt x="104272" y="44443"/>
                  </a:cubicBezTo>
                  <a:cubicBezTo>
                    <a:pt x="106098" y="41314"/>
                    <a:pt x="104719" y="38576"/>
                    <a:pt x="102149" y="36564"/>
                  </a:cubicBezTo>
                  <a:cubicBezTo>
                    <a:pt x="100677" y="35428"/>
                    <a:pt x="99001" y="34646"/>
                    <a:pt x="98591" y="32597"/>
                  </a:cubicBezTo>
                  <a:cubicBezTo>
                    <a:pt x="99113" y="32373"/>
                    <a:pt x="99578" y="32001"/>
                    <a:pt x="99746" y="32112"/>
                  </a:cubicBezTo>
                  <a:cubicBezTo>
                    <a:pt x="105054" y="35391"/>
                    <a:pt x="108072" y="33528"/>
                    <a:pt x="110568" y="28182"/>
                  </a:cubicBezTo>
                  <a:cubicBezTo>
                    <a:pt x="112915" y="23134"/>
                    <a:pt x="114275" y="17565"/>
                    <a:pt x="117776" y="13057"/>
                  </a:cubicBezTo>
                  <a:cubicBezTo>
                    <a:pt x="118335" y="12331"/>
                    <a:pt x="118540" y="10878"/>
                    <a:pt x="119173" y="10692"/>
                  </a:cubicBezTo>
                  <a:cubicBezTo>
                    <a:pt x="125395" y="8885"/>
                    <a:pt x="123495" y="4154"/>
                    <a:pt x="123215" y="0"/>
                  </a:cubicBezTo>
                  <a:cubicBezTo>
                    <a:pt x="135733" y="10524"/>
                    <a:pt x="137688" y="24289"/>
                    <a:pt x="136534" y="39693"/>
                  </a:cubicBezTo>
                  <a:cubicBezTo>
                    <a:pt x="133367" y="81547"/>
                    <a:pt x="114591" y="115280"/>
                    <a:pt x="83746" y="142699"/>
                  </a:cubicBezTo>
                  <a:cubicBezTo>
                    <a:pt x="75084" y="150391"/>
                    <a:pt x="65119" y="156650"/>
                    <a:pt x="55545" y="163263"/>
                  </a:cubicBezTo>
                  <a:cubicBezTo>
                    <a:pt x="45579" y="170136"/>
                    <a:pt x="34627" y="169540"/>
                    <a:pt x="24364" y="164734"/>
                  </a:cubicBezTo>
                  <a:cubicBezTo>
                    <a:pt x="16261" y="160897"/>
                    <a:pt x="8587" y="158904"/>
                    <a:pt x="0" y="161567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FB06270-0947-FAC0-C619-2832B9577D29}"/>
                </a:ext>
              </a:extLst>
            </p:cNvPr>
            <p:cNvSpPr/>
            <p:nvPr/>
          </p:nvSpPr>
          <p:spPr>
            <a:xfrm>
              <a:off x="1921893" y="5215242"/>
              <a:ext cx="152227" cy="170707"/>
            </a:xfrm>
            <a:custGeom>
              <a:avLst/>
              <a:gdLst>
                <a:gd name="csX0" fmla="*/ 131832 w 152227"/>
                <a:gd name="csY0" fmla="*/ 151045 h 170707"/>
                <a:gd name="csX1" fmla="*/ 118737 w 152227"/>
                <a:gd name="csY1" fmla="*/ 160377 h 170707"/>
                <a:gd name="csX2" fmla="*/ 93461 w 152227"/>
                <a:gd name="csY2" fmla="*/ 170231 h 170707"/>
                <a:gd name="csX3" fmla="*/ 84501 w 152227"/>
                <a:gd name="csY3" fmla="*/ 170678 h 170707"/>
                <a:gd name="csX4" fmla="*/ 81223 w 152227"/>
                <a:gd name="csY4" fmla="*/ 166952 h 170707"/>
                <a:gd name="csX5" fmla="*/ 68650 w 152227"/>
                <a:gd name="csY5" fmla="*/ 140186 h 170707"/>
                <a:gd name="csX6" fmla="*/ 49018 w 152227"/>
                <a:gd name="csY6" fmla="*/ 127036 h 170707"/>
                <a:gd name="csX7" fmla="*/ 28715 w 152227"/>
                <a:gd name="csY7" fmla="*/ 103044 h 170707"/>
                <a:gd name="csX8" fmla="*/ 15322 w 152227"/>
                <a:gd name="csY8" fmla="*/ 75198 h 170707"/>
                <a:gd name="csX9" fmla="*/ 3848 w 152227"/>
                <a:gd name="csY9" fmla="*/ 57335 h 170707"/>
                <a:gd name="csX10" fmla="*/ 421 w 152227"/>
                <a:gd name="csY10" fmla="*/ 47891 h 170707"/>
                <a:gd name="csX11" fmla="*/ 8113 w 152227"/>
                <a:gd name="csY11" fmla="*/ 34443 h 170707"/>
                <a:gd name="csX12" fmla="*/ 8318 w 152227"/>
                <a:gd name="csY12" fmla="*/ 19858 h 170707"/>
                <a:gd name="csX13" fmla="*/ 8356 w 152227"/>
                <a:gd name="csY13" fmla="*/ 19914 h 170707"/>
                <a:gd name="csX14" fmla="*/ 10554 w 152227"/>
                <a:gd name="csY14" fmla="*/ 14400 h 170707"/>
                <a:gd name="csX15" fmla="*/ 23909 w 152227"/>
                <a:gd name="csY15" fmla="*/ 2759 h 170707"/>
                <a:gd name="csX16" fmla="*/ 30130 w 152227"/>
                <a:gd name="csY16" fmla="*/ 505 h 170707"/>
                <a:gd name="csX17" fmla="*/ 55649 w 152227"/>
                <a:gd name="csY17" fmla="*/ 5012 h 170707"/>
                <a:gd name="csX18" fmla="*/ 80757 w 152227"/>
                <a:gd name="csY18" fmla="*/ 4565 h 170707"/>
                <a:gd name="csX19" fmla="*/ 84334 w 152227"/>
                <a:gd name="csY19" fmla="*/ 7955 h 170707"/>
                <a:gd name="csX20" fmla="*/ 87612 w 152227"/>
                <a:gd name="csY20" fmla="*/ 27700 h 170707"/>
                <a:gd name="csX21" fmla="*/ 88320 w 152227"/>
                <a:gd name="csY21" fmla="*/ 31518 h 170707"/>
                <a:gd name="csX22" fmla="*/ 102327 w 152227"/>
                <a:gd name="csY22" fmla="*/ 45544 h 170707"/>
                <a:gd name="csX23" fmla="*/ 120879 w 152227"/>
                <a:gd name="csY23" fmla="*/ 85200 h 170707"/>
                <a:gd name="csX24" fmla="*/ 135296 w 152227"/>
                <a:gd name="csY24" fmla="*/ 107869 h 170707"/>
                <a:gd name="csX25" fmla="*/ 145392 w 152227"/>
                <a:gd name="csY25" fmla="*/ 112637 h 170707"/>
                <a:gd name="csX26" fmla="*/ 152228 w 152227"/>
                <a:gd name="csY26" fmla="*/ 119343 h 170707"/>
                <a:gd name="csX27" fmla="*/ 131757 w 152227"/>
                <a:gd name="csY27" fmla="*/ 151064 h 170707"/>
                <a:gd name="csX28" fmla="*/ 133303 w 152227"/>
                <a:gd name="csY28" fmla="*/ 145532 h 170707"/>
                <a:gd name="csX29" fmla="*/ 132279 w 152227"/>
                <a:gd name="csY29" fmla="*/ 127855 h 170707"/>
                <a:gd name="csX30" fmla="*/ 118197 w 152227"/>
                <a:gd name="csY30" fmla="*/ 102169 h 170707"/>
                <a:gd name="csX31" fmla="*/ 89195 w 152227"/>
                <a:gd name="csY31" fmla="*/ 53237 h 170707"/>
                <a:gd name="csX32" fmla="*/ 54773 w 152227"/>
                <a:gd name="csY32" fmla="*/ 18442 h 170707"/>
                <a:gd name="csX33" fmla="*/ 39332 w 152227"/>
                <a:gd name="csY33" fmla="*/ 16561 h 170707"/>
                <a:gd name="csX34" fmla="*/ 25418 w 152227"/>
                <a:gd name="csY34" fmla="*/ 24310 h 170707"/>
                <a:gd name="csX35" fmla="*/ 22102 w 152227"/>
                <a:gd name="csY35" fmla="*/ 49288 h 170707"/>
                <a:gd name="csX36" fmla="*/ 30130 w 152227"/>
                <a:gd name="csY36" fmla="*/ 62234 h 170707"/>
                <a:gd name="csX37" fmla="*/ 49074 w 152227"/>
                <a:gd name="csY37" fmla="*/ 88702 h 170707"/>
                <a:gd name="csX38" fmla="*/ 66806 w 152227"/>
                <a:gd name="csY38" fmla="*/ 108949 h 170707"/>
                <a:gd name="csX39" fmla="*/ 86942 w 152227"/>
                <a:gd name="csY39" fmla="*/ 124353 h 170707"/>
                <a:gd name="csX40" fmla="*/ 87836 w 152227"/>
                <a:gd name="csY40" fmla="*/ 125695 h 170707"/>
                <a:gd name="csX41" fmla="*/ 76641 w 152227"/>
                <a:gd name="csY41" fmla="*/ 133555 h 170707"/>
                <a:gd name="csX42" fmla="*/ 83607 w 152227"/>
                <a:gd name="csY42" fmla="*/ 129029 h 170707"/>
                <a:gd name="csX43" fmla="*/ 88022 w 152227"/>
                <a:gd name="csY43" fmla="*/ 128339 h 170707"/>
                <a:gd name="csX44" fmla="*/ 107599 w 152227"/>
                <a:gd name="csY44" fmla="*/ 152219 h 170707"/>
                <a:gd name="csX45" fmla="*/ 124344 w 152227"/>
                <a:gd name="csY45" fmla="*/ 152312 h 170707"/>
                <a:gd name="csX46" fmla="*/ 131832 w 152227"/>
                <a:gd name="csY46" fmla="*/ 151045 h 17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2227" h="170707">
                  <a:moveTo>
                    <a:pt x="131832" y="151045"/>
                  </a:moveTo>
                  <a:cubicBezTo>
                    <a:pt x="128591" y="155721"/>
                    <a:pt x="123524" y="157993"/>
                    <a:pt x="118737" y="160377"/>
                  </a:cubicBezTo>
                  <a:cubicBezTo>
                    <a:pt x="110635" y="164419"/>
                    <a:pt x="102607" y="168778"/>
                    <a:pt x="93461" y="170231"/>
                  </a:cubicBezTo>
                  <a:cubicBezTo>
                    <a:pt x="90518" y="171143"/>
                    <a:pt x="87482" y="170417"/>
                    <a:pt x="84501" y="170678"/>
                  </a:cubicBezTo>
                  <a:cubicBezTo>
                    <a:pt x="81707" y="170901"/>
                    <a:pt x="80459" y="169504"/>
                    <a:pt x="81223" y="166952"/>
                  </a:cubicBezTo>
                  <a:cubicBezTo>
                    <a:pt x="85042" y="154212"/>
                    <a:pt x="77814" y="146817"/>
                    <a:pt x="68650" y="140186"/>
                  </a:cubicBezTo>
                  <a:cubicBezTo>
                    <a:pt x="62261" y="135548"/>
                    <a:pt x="55183" y="131879"/>
                    <a:pt x="49018" y="127036"/>
                  </a:cubicBezTo>
                  <a:cubicBezTo>
                    <a:pt x="40710" y="120516"/>
                    <a:pt x="34303" y="112097"/>
                    <a:pt x="28715" y="103044"/>
                  </a:cubicBezTo>
                  <a:cubicBezTo>
                    <a:pt x="23257" y="94215"/>
                    <a:pt x="18861" y="84902"/>
                    <a:pt x="15322" y="75198"/>
                  </a:cubicBezTo>
                  <a:cubicBezTo>
                    <a:pt x="12807" y="68324"/>
                    <a:pt x="8970" y="62457"/>
                    <a:pt x="3848" y="57335"/>
                  </a:cubicBezTo>
                  <a:cubicBezTo>
                    <a:pt x="1277" y="54746"/>
                    <a:pt x="-958" y="51952"/>
                    <a:pt x="421" y="47891"/>
                  </a:cubicBezTo>
                  <a:cubicBezTo>
                    <a:pt x="2935" y="43383"/>
                    <a:pt x="4742" y="38466"/>
                    <a:pt x="8113" y="34443"/>
                  </a:cubicBezTo>
                  <a:cubicBezTo>
                    <a:pt x="9697" y="29600"/>
                    <a:pt x="9343" y="24738"/>
                    <a:pt x="8318" y="19858"/>
                  </a:cubicBezTo>
                  <a:lnTo>
                    <a:pt x="8356" y="19914"/>
                  </a:lnTo>
                  <a:cubicBezTo>
                    <a:pt x="7108" y="17287"/>
                    <a:pt x="8374" y="15574"/>
                    <a:pt x="10554" y="14400"/>
                  </a:cubicBezTo>
                  <a:cubicBezTo>
                    <a:pt x="15881" y="11513"/>
                    <a:pt x="20444" y="7825"/>
                    <a:pt x="23909" y="2759"/>
                  </a:cubicBezTo>
                  <a:cubicBezTo>
                    <a:pt x="25287" y="747"/>
                    <a:pt x="27280" y="-855"/>
                    <a:pt x="30130" y="505"/>
                  </a:cubicBezTo>
                  <a:cubicBezTo>
                    <a:pt x="37860" y="6428"/>
                    <a:pt x="46838" y="5217"/>
                    <a:pt x="55649" y="5012"/>
                  </a:cubicBezTo>
                  <a:cubicBezTo>
                    <a:pt x="64012" y="4062"/>
                    <a:pt x="72394" y="4845"/>
                    <a:pt x="80757" y="4565"/>
                  </a:cubicBezTo>
                  <a:cubicBezTo>
                    <a:pt x="83160" y="4491"/>
                    <a:pt x="84371" y="5944"/>
                    <a:pt x="84334" y="7955"/>
                  </a:cubicBezTo>
                  <a:cubicBezTo>
                    <a:pt x="84222" y="14773"/>
                    <a:pt x="86345" y="21162"/>
                    <a:pt x="87612" y="27700"/>
                  </a:cubicBezTo>
                  <a:cubicBezTo>
                    <a:pt x="89251" y="28724"/>
                    <a:pt x="83943" y="30978"/>
                    <a:pt x="88320" y="31518"/>
                  </a:cubicBezTo>
                  <a:cubicBezTo>
                    <a:pt x="95491" y="33698"/>
                    <a:pt x="98714" y="39975"/>
                    <a:pt x="102327" y="45544"/>
                  </a:cubicBezTo>
                  <a:cubicBezTo>
                    <a:pt x="110299" y="57894"/>
                    <a:pt x="115533" y="71528"/>
                    <a:pt x="120879" y="85200"/>
                  </a:cubicBezTo>
                  <a:cubicBezTo>
                    <a:pt x="124120" y="93489"/>
                    <a:pt x="129038" y="101238"/>
                    <a:pt x="135296" y="107869"/>
                  </a:cubicBezTo>
                  <a:cubicBezTo>
                    <a:pt x="138053" y="110793"/>
                    <a:pt x="141965" y="111166"/>
                    <a:pt x="145392" y="112637"/>
                  </a:cubicBezTo>
                  <a:cubicBezTo>
                    <a:pt x="148577" y="113997"/>
                    <a:pt x="151688" y="115319"/>
                    <a:pt x="152228" y="119343"/>
                  </a:cubicBezTo>
                  <a:cubicBezTo>
                    <a:pt x="147143" y="131040"/>
                    <a:pt x="142337" y="142924"/>
                    <a:pt x="131757" y="151064"/>
                  </a:cubicBezTo>
                  <a:cubicBezTo>
                    <a:pt x="130398" y="148698"/>
                    <a:pt x="132316" y="147208"/>
                    <a:pt x="133303" y="145532"/>
                  </a:cubicBezTo>
                  <a:cubicBezTo>
                    <a:pt x="137159" y="138975"/>
                    <a:pt x="136600" y="134021"/>
                    <a:pt x="132279" y="127855"/>
                  </a:cubicBezTo>
                  <a:cubicBezTo>
                    <a:pt x="126635" y="119846"/>
                    <a:pt x="122686" y="110849"/>
                    <a:pt x="118197" y="102169"/>
                  </a:cubicBezTo>
                  <a:cubicBezTo>
                    <a:pt x="109480" y="85275"/>
                    <a:pt x="101638" y="67766"/>
                    <a:pt x="89195" y="53237"/>
                  </a:cubicBezTo>
                  <a:cubicBezTo>
                    <a:pt x="78597" y="40850"/>
                    <a:pt x="68352" y="27942"/>
                    <a:pt x="54773" y="18442"/>
                  </a:cubicBezTo>
                  <a:cubicBezTo>
                    <a:pt x="49949" y="15071"/>
                    <a:pt x="45683" y="13264"/>
                    <a:pt x="39332" y="16561"/>
                  </a:cubicBezTo>
                  <a:cubicBezTo>
                    <a:pt x="34601" y="19020"/>
                    <a:pt x="29720" y="20603"/>
                    <a:pt x="25418" y="24310"/>
                  </a:cubicBezTo>
                  <a:cubicBezTo>
                    <a:pt x="16104" y="32338"/>
                    <a:pt x="18265" y="41353"/>
                    <a:pt x="22102" y="49288"/>
                  </a:cubicBezTo>
                  <a:cubicBezTo>
                    <a:pt x="24300" y="53852"/>
                    <a:pt x="26982" y="58266"/>
                    <a:pt x="30130" y="62234"/>
                  </a:cubicBezTo>
                  <a:cubicBezTo>
                    <a:pt x="36892" y="70746"/>
                    <a:pt x="42517" y="80041"/>
                    <a:pt x="49074" y="88702"/>
                  </a:cubicBezTo>
                  <a:cubicBezTo>
                    <a:pt x="54550" y="95948"/>
                    <a:pt x="60976" y="102150"/>
                    <a:pt x="66806" y="108949"/>
                  </a:cubicBezTo>
                  <a:cubicBezTo>
                    <a:pt x="72357" y="115413"/>
                    <a:pt x="77833" y="122360"/>
                    <a:pt x="86942" y="124353"/>
                  </a:cubicBezTo>
                  <a:cubicBezTo>
                    <a:pt x="87463" y="124465"/>
                    <a:pt x="87724" y="125117"/>
                    <a:pt x="87836" y="125695"/>
                  </a:cubicBezTo>
                  <a:cubicBezTo>
                    <a:pt x="84408" y="128731"/>
                    <a:pt x="80646" y="131301"/>
                    <a:pt x="76641" y="133555"/>
                  </a:cubicBezTo>
                  <a:cubicBezTo>
                    <a:pt x="79156" y="132344"/>
                    <a:pt x="81577" y="131022"/>
                    <a:pt x="83607" y="129029"/>
                  </a:cubicBezTo>
                  <a:cubicBezTo>
                    <a:pt x="84799" y="127874"/>
                    <a:pt x="86308" y="126905"/>
                    <a:pt x="88022" y="128339"/>
                  </a:cubicBezTo>
                  <a:cubicBezTo>
                    <a:pt x="91989" y="138398"/>
                    <a:pt x="99626" y="145513"/>
                    <a:pt x="107599" y="152219"/>
                  </a:cubicBezTo>
                  <a:cubicBezTo>
                    <a:pt x="111845" y="155795"/>
                    <a:pt x="119389" y="155423"/>
                    <a:pt x="124344" y="152312"/>
                  </a:cubicBezTo>
                  <a:cubicBezTo>
                    <a:pt x="126635" y="150934"/>
                    <a:pt x="128833" y="148587"/>
                    <a:pt x="131832" y="151045"/>
                  </a:cubicBezTo>
                  <a:close/>
                </a:path>
              </a:pathLst>
            </a:custGeom>
            <a:solidFill>
              <a:srgbClr val="88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DD53242E-5B20-A965-BD83-C40F1F3A5424}"/>
                </a:ext>
              </a:extLst>
            </p:cNvPr>
            <p:cNvSpPr/>
            <p:nvPr/>
          </p:nvSpPr>
          <p:spPr>
            <a:xfrm>
              <a:off x="1536984" y="5229512"/>
              <a:ext cx="114919" cy="158584"/>
            </a:xfrm>
            <a:custGeom>
              <a:avLst/>
              <a:gdLst>
                <a:gd name="csX0" fmla="*/ 0 w 114919"/>
                <a:gd name="csY0" fmla="*/ 107122 h 158584"/>
                <a:gd name="csX1" fmla="*/ 21756 w 114919"/>
                <a:gd name="csY1" fmla="*/ 74805 h 158584"/>
                <a:gd name="csX2" fmla="*/ 40494 w 114919"/>
                <a:gd name="csY2" fmla="*/ 53198 h 158584"/>
                <a:gd name="csX3" fmla="*/ 69142 w 114919"/>
                <a:gd name="csY3" fmla="*/ 21383 h 158584"/>
                <a:gd name="csX4" fmla="*/ 100677 w 114919"/>
                <a:gd name="csY4" fmla="*/ 0 h 158584"/>
                <a:gd name="csX5" fmla="*/ 109748 w 114919"/>
                <a:gd name="csY5" fmla="*/ 8214 h 158584"/>
                <a:gd name="csX6" fmla="*/ 114517 w 114919"/>
                <a:gd name="csY6" fmla="*/ 20303 h 158584"/>
                <a:gd name="csX7" fmla="*/ 111332 w 114919"/>
                <a:gd name="csY7" fmla="*/ 33323 h 158584"/>
                <a:gd name="csX8" fmla="*/ 103676 w 114919"/>
                <a:gd name="csY8" fmla="*/ 31516 h 158584"/>
                <a:gd name="csX9" fmla="*/ 96542 w 114919"/>
                <a:gd name="csY9" fmla="*/ 27884 h 158584"/>
                <a:gd name="csX10" fmla="*/ 111145 w 114919"/>
                <a:gd name="csY10" fmla="*/ 33584 h 158584"/>
                <a:gd name="csX11" fmla="*/ 110531 w 114919"/>
                <a:gd name="csY11" fmla="*/ 36937 h 158584"/>
                <a:gd name="csX12" fmla="*/ 97231 w 114919"/>
                <a:gd name="csY12" fmla="*/ 46678 h 158584"/>
                <a:gd name="csX13" fmla="*/ 76965 w 114919"/>
                <a:gd name="csY13" fmla="*/ 70558 h 158584"/>
                <a:gd name="csX14" fmla="*/ 72700 w 114919"/>
                <a:gd name="csY14" fmla="*/ 81249 h 158584"/>
                <a:gd name="csX15" fmla="*/ 67894 w 114919"/>
                <a:gd name="csY15" fmla="*/ 80765 h 158584"/>
                <a:gd name="csX16" fmla="*/ 45915 w 114919"/>
                <a:gd name="csY16" fmla="*/ 67354 h 158584"/>
                <a:gd name="csX17" fmla="*/ 70353 w 114919"/>
                <a:gd name="csY17" fmla="*/ 82311 h 158584"/>
                <a:gd name="csX18" fmla="*/ 69813 w 114919"/>
                <a:gd name="csY18" fmla="*/ 84379 h 158584"/>
                <a:gd name="csX19" fmla="*/ 52322 w 114919"/>
                <a:gd name="csY19" fmla="*/ 108798 h 158584"/>
                <a:gd name="csX20" fmla="*/ 35167 w 114919"/>
                <a:gd name="csY20" fmla="*/ 135900 h 158584"/>
                <a:gd name="csX21" fmla="*/ 22818 w 114919"/>
                <a:gd name="csY21" fmla="*/ 158420 h 158584"/>
                <a:gd name="csX22" fmla="*/ 11511 w 114919"/>
                <a:gd name="csY22" fmla="*/ 153074 h 158584"/>
                <a:gd name="csX23" fmla="*/ 13355 w 114919"/>
                <a:gd name="csY23" fmla="*/ 141823 h 158584"/>
                <a:gd name="csX24" fmla="*/ 31330 w 114919"/>
                <a:gd name="csY24" fmla="*/ 102428 h 158584"/>
                <a:gd name="csX25" fmla="*/ 25835 w 114919"/>
                <a:gd name="csY25" fmla="*/ 98982 h 158584"/>
                <a:gd name="csX26" fmla="*/ 6203 w 114919"/>
                <a:gd name="csY26" fmla="*/ 108388 h 158584"/>
                <a:gd name="csX27" fmla="*/ 0 w 114919"/>
                <a:gd name="csY27" fmla="*/ 107122 h 15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4919" h="158584">
                  <a:moveTo>
                    <a:pt x="0" y="107122"/>
                  </a:moveTo>
                  <a:cubicBezTo>
                    <a:pt x="5625" y="95257"/>
                    <a:pt x="14473" y="85552"/>
                    <a:pt x="21756" y="74805"/>
                  </a:cubicBezTo>
                  <a:cubicBezTo>
                    <a:pt x="27158" y="66832"/>
                    <a:pt x="33416" y="59605"/>
                    <a:pt x="40494" y="53198"/>
                  </a:cubicBezTo>
                  <a:cubicBezTo>
                    <a:pt x="51149" y="43530"/>
                    <a:pt x="60295" y="32652"/>
                    <a:pt x="69142" y="21383"/>
                  </a:cubicBezTo>
                  <a:cubicBezTo>
                    <a:pt x="77338" y="10971"/>
                    <a:pt x="87322" y="2924"/>
                    <a:pt x="100677" y="0"/>
                  </a:cubicBezTo>
                  <a:cubicBezTo>
                    <a:pt x="102726" y="3800"/>
                    <a:pt x="106470" y="5793"/>
                    <a:pt x="109748" y="8214"/>
                  </a:cubicBezTo>
                  <a:cubicBezTo>
                    <a:pt x="113958" y="11344"/>
                    <a:pt x="115802" y="14864"/>
                    <a:pt x="114517" y="20303"/>
                  </a:cubicBezTo>
                  <a:cubicBezTo>
                    <a:pt x="113492" y="24662"/>
                    <a:pt x="112691" y="29058"/>
                    <a:pt x="111332" y="33323"/>
                  </a:cubicBezTo>
                  <a:cubicBezTo>
                    <a:pt x="108277" y="34962"/>
                    <a:pt x="106097" y="32578"/>
                    <a:pt x="103676" y="31516"/>
                  </a:cubicBezTo>
                  <a:cubicBezTo>
                    <a:pt x="101236" y="30436"/>
                    <a:pt x="99057" y="28797"/>
                    <a:pt x="96542" y="27884"/>
                  </a:cubicBezTo>
                  <a:cubicBezTo>
                    <a:pt x="101571" y="29374"/>
                    <a:pt x="105148" y="34534"/>
                    <a:pt x="111145" y="33584"/>
                  </a:cubicBezTo>
                  <a:cubicBezTo>
                    <a:pt x="113846" y="35242"/>
                    <a:pt x="112244" y="36639"/>
                    <a:pt x="110531" y="36937"/>
                  </a:cubicBezTo>
                  <a:cubicBezTo>
                    <a:pt x="104421" y="38017"/>
                    <a:pt x="100845" y="42525"/>
                    <a:pt x="97231" y="46678"/>
                  </a:cubicBezTo>
                  <a:cubicBezTo>
                    <a:pt x="90395" y="54557"/>
                    <a:pt x="82479" y="61505"/>
                    <a:pt x="76965" y="70558"/>
                  </a:cubicBezTo>
                  <a:cubicBezTo>
                    <a:pt x="74898" y="73948"/>
                    <a:pt x="72923" y="77207"/>
                    <a:pt x="72700" y="81249"/>
                  </a:cubicBezTo>
                  <a:cubicBezTo>
                    <a:pt x="71005" y="82181"/>
                    <a:pt x="69217" y="81529"/>
                    <a:pt x="67894" y="80765"/>
                  </a:cubicBezTo>
                  <a:cubicBezTo>
                    <a:pt x="60444" y="76518"/>
                    <a:pt x="52378" y="73240"/>
                    <a:pt x="45915" y="67354"/>
                  </a:cubicBezTo>
                  <a:cubicBezTo>
                    <a:pt x="52956" y="74134"/>
                    <a:pt x="62194" y="77338"/>
                    <a:pt x="70353" y="82311"/>
                  </a:cubicBezTo>
                  <a:cubicBezTo>
                    <a:pt x="70539" y="83093"/>
                    <a:pt x="70446" y="83932"/>
                    <a:pt x="69813" y="84379"/>
                  </a:cubicBezTo>
                  <a:cubicBezTo>
                    <a:pt x="61207" y="90525"/>
                    <a:pt x="57184" y="99988"/>
                    <a:pt x="52322" y="108798"/>
                  </a:cubicBezTo>
                  <a:cubicBezTo>
                    <a:pt x="47144" y="118186"/>
                    <a:pt x="39973" y="126326"/>
                    <a:pt x="35167" y="135900"/>
                  </a:cubicBezTo>
                  <a:cubicBezTo>
                    <a:pt x="31311" y="143574"/>
                    <a:pt x="25221" y="149982"/>
                    <a:pt x="22818" y="158420"/>
                  </a:cubicBezTo>
                  <a:cubicBezTo>
                    <a:pt x="17751" y="159370"/>
                    <a:pt x="14715" y="156035"/>
                    <a:pt x="11511" y="153074"/>
                  </a:cubicBezTo>
                  <a:cubicBezTo>
                    <a:pt x="8978" y="148808"/>
                    <a:pt x="10580" y="145400"/>
                    <a:pt x="13355" y="141823"/>
                  </a:cubicBezTo>
                  <a:cubicBezTo>
                    <a:pt x="22445" y="130144"/>
                    <a:pt x="29076" y="117255"/>
                    <a:pt x="31330" y="102428"/>
                  </a:cubicBezTo>
                  <a:cubicBezTo>
                    <a:pt x="32112" y="97306"/>
                    <a:pt x="28238" y="98367"/>
                    <a:pt x="25835" y="98982"/>
                  </a:cubicBezTo>
                  <a:cubicBezTo>
                    <a:pt x="18738" y="100863"/>
                    <a:pt x="11940" y="103620"/>
                    <a:pt x="6203" y="108388"/>
                  </a:cubicBezTo>
                  <a:cubicBezTo>
                    <a:pt x="3502" y="110605"/>
                    <a:pt x="1155" y="112039"/>
                    <a:pt x="0" y="107122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BFDFF819-E4AA-B6B3-D91D-68096EA361FF}"/>
                </a:ext>
              </a:extLst>
            </p:cNvPr>
            <p:cNvSpPr/>
            <p:nvPr/>
          </p:nvSpPr>
          <p:spPr>
            <a:xfrm>
              <a:off x="1613297" y="5220548"/>
              <a:ext cx="140818" cy="210001"/>
            </a:xfrm>
            <a:custGeom>
              <a:avLst/>
              <a:gdLst>
                <a:gd name="csX0" fmla="*/ 104551 w 140818"/>
                <a:gd name="csY0" fmla="*/ 91480 h 210001"/>
                <a:gd name="csX1" fmla="*/ 100994 w 140818"/>
                <a:gd name="csY1" fmla="*/ 107611 h 210001"/>
                <a:gd name="csX2" fmla="*/ 98554 w 140818"/>
                <a:gd name="csY2" fmla="*/ 115602 h 210001"/>
                <a:gd name="csX3" fmla="*/ 81864 w 140818"/>
                <a:gd name="csY3" fmla="*/ 148440 h 210001"/>
                <a:gd name="csX4" fmla="*/ 73929 w 140818"/>
                <a:gd name="csY4" fmla="*/ 153619 h 210001"/>
                <a:gd name="csX5" fmla="*/ 65603 w 140818"/>
                <a:gd name="csY5" fmla="*/ 152147 h 210001"/>
                <a:gd name="csX6" fmla="*/ 53757 w 140818"/>
                <a:gd name="csY6" fmla="*/ 143858 h 210001"/>
                <a:gd name="csX7" fmla="*/ 66665 w 140818"/>
                <a:gd name="csY7" fmla="*/ 152818 h 210001"/>
                <a:gd name="csX8" fmla="*/ 71787 w 140818"/>
                <a:gd name="csY8" fmla="*/ 155910 h 210001"/>
                <a:gd name="csX9" fmla="*/ 67931 w 140818"/>
                <a:gd name="csY9" fmla="*/ 165130 h 210001"/>
                <a:gd name="csX10" fmla="*/ 31442 w 140818"/>
                <a:gd name="csY10" fmla="*/ 197708 h 210001"/>
                <a:gd name="csX11" fmla="*/ 14175 w 140818"/>
                <a:gd name="csY11" fmla="*/ 210001 h 210001"/>
                <a:gd name="csX12" fmla="*/ 0 w 140818"/>
                <a:gd name="csY12" fmla="*/ 199980 h 210001"/>
                <a:gd name="csX13" fmla="*/ 23749 w 140818"/>
                <a:gd name="csY13" fmla="*/ 171109 h 210001"/>
                <a:gd name="csX14" fmla="*/ 46455 w 140818"/>
                <a:gd name="csY14" fmla="*/ 139760 h 210001"/>
                <a:gd name="csX15" fmla="*/ 49938 w 140818"/>
                <a:gd name="csY15" fmla="*/ 134713 h 210001"/>
                <a:gd name="csX16" fmla="*/ 63889 w 140818"/>
                <a:gd name="csY16" fmla="*/ 117166 h 210001"/>
                <a:gd name="csX17" fmla="*/ 73277 w 140818"/>
                <a:gd name="csY17" fmla="*/ 105301 h 210001"/>
                <a:gd name="csX18" fmla="*/ 90079 w 140818"/>
                <a:gd name="csY18" fmla="*/ 83545 h 210001"/>
                <a:gd name="csX19" fmla="*/ 107904 w 140818"/>
                <a:gd name="csY19" fmla="*/ 64825 h 210001"/>
                <a:gd name="csX20" fmla="*/ 120496 w 140818"/>
                <a:gd name="csY20" fmla="*/ 50427 h 210001"/>
                <a:gd name="csX21" fmla="*/ 117478 w 140818"/>
                <a:gd name="csY21" fmla="*/ 17216 h 210001"/>
                <a:gd name="csX22" fmla="*/ 107643 w 140818"/>
                <a:gd name="csY22" fmla="*/ 6449 h 210001"/>
                <a:gd name="csX23" fmla="*/ 120161 w 140818"/>
                <a:gd name="csY23" fmla="*/ 843 h 210001"/>
                <a:gd name="csX24" fmla="*/ 127667 w 140818"/>
                <a:gd name="csY24" fmla="*/ 2519 h 210001"/>
                <a:gd name="csX25" fmla="*/ 138191 w 140818"/>
                <a:gd name="csY25" fmla="*/ 13416 h 210001"/>
                <a:gd name="csX26" fmla="*/ 139644 w 140818"/>
                <a:gd name="csY26" fmla="*/ 17942 h 210001"/>
                <a:gd name="csX27" fmla="*/ 133646 w 140818"/>
                <a:gd name="csY27" fmla="*/ 38040 h 210001"/>
                <a:gd name="csX28" fmla="*/ 140743 w 140818"/>
                <a:gd name="csY28" fmla="*/ 62050 h 210001"/>
                <a:gd name="csX29" fmla="*/ 134429 w 140818"/>
                <a:gd name="csY29" fmla="*/ 67135 h 210001"/>
                <a:gd name="csX30" fmla="*/ 123066 w 140818"/>
                <a:gd name="csY30" fmla="*/ 70488 h 210001"/>
                <a:gd name="csX31" fmla="*/ 110680 w 140818"/>
                <a:gd name="csY31" fmla="*/ 83843 h 210001"/>
                <a:gd name="csX32" fmla="*/ 105669 w 140818"/>
                <a:gd name="csY32" fmla="*/ 88034 h 210001"/>
                <a:gd name="csX33" fmla="*/ 100938 w 140818"/>
                <a:gd name="csY33" fmla="*/ 85110 h 210001"/>
                <a:gd name="csX34" fmla="*/ 104551 w 140818"/>
                <a:gd name="csY34" fmla="*/ 91480 h 210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40818" h="210001">
                  <a:moveTo>
                    <a:pt x="104551" y="91480"/>
                  </a:moveTo>
                  <a:cubicBezTo>
                    <a:pt x="105185" y="97254"/>
                    <a:pt x="104272" y="102712"/>
                    <a:pt x="100994" y="107611"/>
                  </a:cubicBezTo>
                  <a:cubicBezTo>
                    <a:pt x="99373" y="110032"/>
                    <a:pt x="99168" y="112845"/>
                    <a:pt x="98554" y="115602"/>
                  </a:cubicBezTo>
                  <a:cubicBezTo>
                    <a:pt x="95834" y="127970"/>
                    <a:pt x="88365" y="137972"/>
                    <a:pt x="81864" y="148440"/>
                  </a:cubicBezTo>
                  <a:cubicBezTo>
                    <a:pt x="80113" y="151272"/>
                    <a:pt x="76723" y="152091"/>
                    <a:pt x="73929" y="153619"/>
                  </a:cubicBezTo>
                  <a:cubicBezTo>
                    <a:pt x="70725" y="155649"/>
                    <a:pt x="68211" y="153078"/>
                    <a:pt x="65603" y="152147"/>
                  </a:cubicBezTo>
                  <a:cubicBezTo>
                    <a:pt x="60444" y="150284"/>
                    <a:pt x="56346" y="146745"/>
                    <a:pt x="53757" y="143858"/>
                  </a:cubicBezTo>
                  <a:cubicBezTo>
                    <a:pt x="56569" y="147192"/>
                    <a:pt x="61133" y="150620"/>
                    <a:pt x="66665" y="152818"/>
                  </a:cubicBezTo>
                  <a:cubicBezTo>
                    <a:pt x="68527" y="153563"/>
                    <a:pt x="70688" y="153861"/>
                    <a:pt x="71787" y="155910"/>
                  </a:cubicBezTo>
                  <a:cubicBezTo>
                    <a:pt x="72197" y="159710"/>
                    <a:pt x="70409" y="162150"/>
                    <a:pt x="67931" y="165130"/>
                  </a:cubicBezTo>
                  <a:cubicBezTo>
                    <a:pt x="57370" y="177852"/>
                    <a:pt x="43959" y="187258"/>
                    <a:pt x="31442" y="197708"/>
                  </a:cubicBezTo>
                  <a:cubicBezTo>
                    <a:pt x="26040" y="202234"/>
                    <a:pt x="19949" y="205941"/>
                    <a:pt x="14175" y="210001"/>
                  </a:cubicBezTo>
                  <a:cubicBezTo>
                    <a:pt x="7171" y="209871"/>
                    <a:pt x="2924" y="205866"/>
                    <a:pt x="0" y="199980"/>
                  </a:cubicBezTo>
                  <a:cubicBezTo>
                    <a:pt x="9332" y="191561"/>
                    <a:pt x="15497" y="180515"/>
                    <a:pt x="23749" y="171109"/>
                  </a:cubicBezTo>
                  <a:cubicBezTo>
                    <a:pt x="32150" y="161535"/>
                    <a:pt x="40383" y="151290"/>
                    <a:pt x="46455" y="139760"/>
                  </a:cubicBezTo>
                  <a:cubicBezTo>
                    <a:pt x="47423" y="137916"/>
                    <a:pt x="48224" y="135942"/>
                    <a:pt x="49938" y="134713"/>
                  </a:cubicBezTo>
                  <a:cubicBezTo>
                    <a:pt x="56271" y="130205"/>
                    <a:pt x="59661" y="123294"/>
                    <a:pt x="63889" y="117166"/>
                  </a:cubicBezTo>
                  <a:cubicBezTo>
                    <a:pt x="66795" y="112957"/>
                    <a:pt x="70111" y="109231"/>
                    <a:pt x="73277" y="105301"/>
                  </a:cubicBezTo>
                  <a:cubicBezTo>
                    <a:pt x="79014" y="98167"/>
                    <a:pt x="84584" y="90865"/>
                    <a:pt x="90079" y="83545"/>
                  </a:cubicBezTo>
                  <a:cubicBezTo>
                    <a:pt x="95331" y="76542"/>
                    <a:pt x="102074" y="71159"/>
                    <a:pt x="107904" y="64825"/>
                  </a:cubicBezTo>
                  <a:cubicBezTo>
                    <a:pt x="112226" y="60131"/>
                    <a:pt x="116659" y="55512"/>
                    <a:pt x="120496" y="50427"/>
                  </a:cubicBezTo>
                  <a:cubicBezTo>
                    <a:pt x="129176" y="38916"/>
                    <a:pt x="128040" y="27237"/>
                    <a:pt x="117478" y="17216"/>
                  </a:cubicBezTo>
                  <a:cubicBezTo>
                    <a:pt x="113939" y="13863"/>
                    <a:pt x="110605" y="10324"/>
                    <a:pt x="107643" y="6449"/>
                  </a:cubicBezTo>
                  <a:cubicBezTo>
                    <a:pt x="111816" y="4587"/>
                    <a:pt x="115988" y="2706"/>
                    <a:pt x="120161" y="843"/>
                  </a:cubicBezTo>
                  <a:cubicBezTo>
                    <a:pt x="123160" y="-778"/>
                    <a:pt x="125767" y="23"/>
                    <a:pt x="127667" y="2519"/>
                  </a:cubicBezTo>
                  <a:cubicBezTo>
                    <a:pt x="130759" y="6580"/>
                    <a:pt x="133963" y="10436"/>
                    <a:pt x="138191" y="13416"/>
                  </a:cubicBezTo>
                  <a:cubicBezTo>
                    <a:pt x="139607" y="14403"/>
                    <a:pt x="140296" y="16061"/>
                    <a:pt x="139644" y="17942"/>
                  </a:cubicBezTo>
                  <a:cubicBezTo>
                    <a:pt x="133367" y="23362"/>
                    <a:pt x="131281" y="30031"/>
                    <a:pt x="133646" y="38040"/>
                  </a:cubicBezTo>
                  <a:cubicBezTo>
                    <a:pt x="136031" y="46031"/>
                    <a:pt x="138378" y="54041"/>
                    <a:pt x="140743" y="62050"/>
                  </a:cubicBezTo>
                  <a:cubicBezTo>
                    <a:pt x="141004" y="66651"/>
                    <a:pt x="140948" y="69855"/>
                    <a:pt x="134429" y="67135"/>
                  </a:cubicBezTo>
                  <a:cubicBezTo>
                    <a:pt x="130796" y="65626"/>
                    <a:pt x="126252" y="67936"/>
                    <a:pt x="123066" y="70488"/>
                  </a:cubicBezTo>
                  <a:cubicBezTo>
                    <a:pt x="118317" y="74288"/>
                    <a:pt x="113269" y="78032"/>
                    <a:pt x="110680" y="83843"/>
                  </a:cubicBezTo>
                  <a:cubicBezTo>
                    <a:pt x="109655" y="86153"/>
                    <a:pt x="107699" y="87066"/>
                    <a:pt x="105669" y="88034"/>
                  </a:cubicBezTo>
                  <a:cubicBezTo>
                    <a:pt x="102894" y="88630"/>
                    <a:pt x="102205" y="86172"/>
                    <a:pt x="100938" y="85110"/>
                  </a:cubicBezTo>
                  <a:cubicBezTo>
                    <a:pt x="101795" y="87103"/>
                    <a:pt x="104924" y="88332"/>
                    <a:pt x="104551" y="91480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F40AAB8B-D201-CAED-DE91-77460DA99E6E}"/>
                </a:ext>
              </a:extLst>
            </p:cNvPr>
            <p:cNvSpPr/>
            <p:nvPr/>
          </p:nvSpPr>
          <p:spPr>
            <a:xfrm>
              <a:off x="1916972" y="5151058"/>
              <a:ext cx="108374" cy="70742"/>
            </a:xfrm>
            <a:custGeom>
              <a:avLst/>
              <a:gdLst>
                <a:gd name="csX0" fmla="*/ 108310 w 108374"/>
                <a:gd name="csY0" fmla="*/ 70743 h 70742"/>
                <a:gd name="csX1" fmla="*/ 59489 w 108374"/>
                <a:gd name="csY1" fmla="*/ 66887 h 70742"/>
                <a:gd name="csX2" fmla="*/ 22236 w 108374"/>
                <a:gd name="csY2" fmla="*/ 50291 h 70742"/>
                <a:gd name="csX3" fmla="*/ 2957 w 108374"/>
                <a:gd name="csY3" fmla="*/ 24716 h 70742"/>
                <a:gd name="csX4" fmla="*/ 256 w 108374"/>
                <a:gd name="csY4" fmla="*/ 13131 h 70742"/>
                <a:gd name="csX5" fmla="*/ 554 w 108374"/>
                <a:gd name="csY5" fmla="*/ 10337 h 70742"/>
                <a:gd name="csX6" fmla="*/ 11768 w 108374"/>
                <a:gd name="csY6" fmla="*/ 371 h 70742"/>
                <a:gd name="csX7" fmla="*/ 64369 w 108374"/>
                <a:gd name="csY7" fmla="*/ 16353 h 70742"/>
                <a:gd name="csX8" fmla="*/ 84039 w 108374"/>
                <a:gd name="csY8" fmla="*/ 26132 h 70742"/>
                <a:gd name="csX9" fmla="*/ 108310 w 108374"/>
                <a:gd name="csY9" fmla="*/ 70743 h 70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8374" h="70742">
                  <a:moveTo>
                    <a:pt x="108310" y="70743"/>
                  </a:moveTo>
                  <a:cubicBezTo>
                    <a:pt x="92384" y="63590"/>
                    <a:pt x="75806" y="64391"/>
                    <a:pt x="59489" y="66887"/>
                  </a:cubicBezTo>
                  <a:cubicBezTo>
                    <a:pt x="43042" y="69402"/>
                    <a:pt x="32089" y="60796"/>
                    <a:pt x="22236" y="50291"/>
                  </a:cubicBezTo>
                  <a:cubicBezTo>
                    <a:pt x="14971" y="42561"/>
                    <a:pt x="8564" y="33881"/>
                    <a:pt x="2957" y="24716"/>
                  </a:cubicBezTo>
                  <a:cubicBezTo>
                    <a:pt x="648" y="20935"/>
                    <a:pt x="-563" y="17396"/>
                    <a:pt x="256" y="13131"/>
                  </a:cubicBezTo>
                  <a:cubicBezTo>
                    <a:pt x="424" y="12218"/>
                    <a:pt x="499" y="11268"/>
                    <a:pt x="554" y="10337"/>
                  </a:cubicBezTo>
                  <a:cubicBezTo>
                    <a:pt x="1150" y="-411"/>
                    <a:pt x="1169" y="-597"/>
                    <a:pt x="11768" y="371"/>
                  </a:cubicBezTo>
                  <a:cubicBezTo>
                    <a:pt x="30376" y="2066"/>
                    <a:pt x="47512" y="8865"/>
                    <a:pt x="64369" y="16353"/>
                  </a:cubicBezTo>
                  <a:cubicBezTo>
                    <a:pt x="71056" y="19315"/>
                    <a:pt x="77464" y="22910"/>
                    <a:pt x="84039" y="26132"/>
                  </a:cubicBezTo>
                  <a:cubicBezTo>
                    <a:pt x="102535" y="35222"/>
                    <a:pt x="109111" y="50812"/>
                    <a:pt x="108310" y="70743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05706615-9F6B-6016-4412-C2AB463D3668}"/>
                </a:ext>
              </a:extLst>
            </p:cNvPr>
            <p:cNvSpPr/>
            <p:nvPr/>
          </p:nvSpPr>
          <p:spPr>
            <a:xfrm>
              <a:off x="1517519" y="5383404"/>
              <a:ext cx="159649" cy="110090"/>
            </a:xfrm>
            <a:custGeom>
              <a:avLst/>
              <a:gdLst>
                <a:gd name="csX0" fmla="*/ 109953 w 159649"/>
                <a:gd name="csY0" fmla="*/ 50628 h 110090"/>
                <a:gd name="csX1" fmla="*/ 108985 w 159649"/>
                <a:gd name="csY1" fmla="*/ 57501 h 110090"/>
                <a:gd name="csX2" fmla="*/ 89259 w 159649"/>
                <a:gd name="csY2" fmla="*/ 76370 h 110090"/>
                <a:gd name="csX3" fmla="*/ 86633 w 159649"/>
                <a:gd name="csY3" fmla="*/ 88273 h 110090"/>
                <a:gd name="csX4" fmla="*/ 97343 w 159649"/>
                <a:gd name="csY4" fmla="*/ 93339 h 110090"/>
                <a:gd name="csX5" fmla="*/ 113064 w 159649"/>
                <a:gd name="csY5" fmla="*/ 89129 h 110090"/>
                <a:gd name="csX6" fmla="*/ 138955 w 159649"/>
                <a:gd name="csY6" fmla="*/ 75178 h 110090"/>
                <a:gd name="csX7" fmla="*/ 157023 w 159649"/>
                <a:gd name="csY7" fmla="*/ 61972 h 110090"/>
                <a:gd name="csX8" fmla="*/ 159649 w 159649"/>
                <a:gd name="csY8" fmla="*/ 65120 h 110090"/>
                <a:gd name="csX9" fmla="*/ 111350 w 159649"/>
                <a:gd name="csY9" fmla="*/ 95891 h 110090"/>
                <a:gd name="csX10" fmla="*/ 99802 w 159649"/>
                <a:gd name="csY10" fmla="*/ 100063 h 110090"/>
                <a:gd name="csX11" fmla="*/ 59289 w 159649"/>
                <a:gd name="csY11" fmla="*/ 109433 h 110090"/>
                <a:gd name="csX12" fmla="*/ 21700 w 159649"/>
                <a:gd name="csY12" fmla="*/ 108259 h 110090"/>
                <a:gd name="csX13" fmla="*/ 3558 w 159649"/>
                <a:gd name="csY13" fmla="*/ 93935 h 110090"/>
                <a:gd name="csX14" fmla="*/ 279 w 159649"/>
                <a:gd name="csY14" fmla="*/ 84957 h 110090"/>
                <a:gd name="csX15" fmla="*/ 559 w 159649"/>
                <a:gd name="csY15" fmla="*/ 82312 h 110090"/>
                <a:gd name="csX16" fmla="*/ 3595 w 159649"/>
                <a:gd name="csY16" fmla="*/ 82685 h 110090"/>
                <a:gd name="csX17" fmla="*/ 11679 w 159649"/>
                <a:gd name="csY17" fmla="*/ 86466 h 110090"/>
                <a:gd name="csX18" fmla="*/ 12368 w 159649"/>
                <a:gd name="csY18" fmla="*/ 51951 h 110090"/>
                <a:gd name="csX19" fmla="*/ 14622 w 159649"/>
                <a:gd name="csY19" fmla="*/ 19391 h 110090"/>
                <a:gd name="csX20" fmla="*/ 21644 w 159649"/>
                <a:gd name="csY20" fmla="*/ 3521 h 110090"/>
                <a:gd name="csX21" fmla="*/ 28927 w 159649"/>
                <a:gd name="csY21" fmla="*/ 1 h 110090"/>
                <a:gd name="csX22" fmla="*/ 39302 w 159649"/>
                <a:gd name="csY22" fmla="*/ 6390 h 110090"/>
                <a:gd name="csX23" fmla="*/ 26189 w 159649"/>
                <a:gd name="csY23" fmla="*/ 49473 h 110090"/>
                <a:gd name="csX24" fmla="*/ 27214 w 159649"/>
                <a:gd name="csY24" fmla="*/ 70168 h 110090"/>
                <a:gd name="csX25" fmla="*/ 47628 w 159649"/>
                <a:gd name="csY25" fmla="*/ 85628 h 110090"/>
                <a:gd name="csX26" fmla="*/ 75177 w 159649"/>
                <a:gd name="csY26" fmla="*/ 72347 h 110090"/>
                <a:gd name="csX27" fmla="*/ 86875 w 159649"/>
                <a:gd name="csY27" fmla="*/ 59420 h 110090"/>
                <a:gd name="csX28" fmla="*/ 95071 w 159649"/>
                <a:gd name="csY28" fmla="*/ 51783 h 110090"/>
                <a:gd name="csX29" fmla="*/ 100472 w 159649"/>
                <a:gd name="csY29" fmla="*/ 46158 h 110090"/>
                <a:gd name="csX30" fmla="*/ 109953 w 159649"/>
                <a:gd name="csY30" fmla="*/ 50628 h 1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9649" h="110090">
                  <a:moveTo>
                    <a:pt x="109953" y="50628"/>
                  </a:moveTo>
                  <a:cubicBezTo>
                    <a:pt x="112207" y="53273"/>
                    <a:pt x="112952" y="54931"/>
                    <a:pt x="108985" y="57501"/>
                  </a:cubicBezTo>
                  <a:cubicBezTo>
                    <a:pt x="101310" y="62475"/>
                    <a:pt x="94530" y="68677"/>
                    <a:pt x="89259" y="76370"/>
                  </a:cubicBezTo>
                  <a:cubicBezTo>
                    <a:pt x="86726" y="80077"/>
                    <a:pt x="84453" y="83802"/>
                    <a:pt x="86633" y="88273"/>
                  </a:cubicBezTo>
                  <a:cubicBezTo>
                    <a:pt x="88756" y="92594"/>
                    <a:pt x="93431" y="92370"/>
                    <a:pt x="97343" y="93339"/>
                  </a:cubicBezTo>
                  <a:cubicBezTo>
                    <a:pt x="103359" y="94829"/>
                    <a:pt x="107848" y="90638"/>
                    <a:pt x="113064" y="89129"/>
                  </a:cubicBezTo>
                  <a:cubicBezTo>
                    <a:pt x="122750" y="86298"/>
                    <a:pt x="130871" y="80766"/>
                    <a:pt x="138955" y="75178"/>
                  </a:cubicBezTo>
                  <a:cubicBezTo>
                    <a:pt x="145083" y="70931"/>
                    <a:pt x="150727" y="65939"/>
                    <a:pt x="157023" y="61972"/>
                  </a:cubicBezTo>
                  <a:cubicBezTo>
                    <a:pt x="161102" y="59401"/>
                    <a:pt x="158923" y="63890"/>
                    <a:pt x="159649" y="65120"/>
                  </a:cubicBezTo>
                  <a:cubicBezTo>
                    <a:pt x="146555" y="80096"/>
                    <a:pt x="130349" y="90173"/>
                    <a:pt x="111350" y="95891"/>
                  </a:cubicBezTo>
                  <a:cubicBezTo>
                    <a:pt x="107215" y="96487"/>
                    <a:pt x="103285" y="97623"/>
                    <a:pt x="99802" y="100063"/>
                  </a:cubicBezTo>
                  <a:cubicBezTo>
                    <a:pt x="86707" y="104906"/>
                    <a:pt x="73296" y="108483"/>
                    <a:pt x="59289" y="109433"/>
                  </a:cubicBezTo>
                  <a:cubicBezTo>
                    <a:pt x="46734" y="110010"/>
                    <a:pt x="34143" y="110997"/>
                    <a:pt x="21700" y="108259"/>
                  </a:cubicBezTo>
                  <a:cubicBezTo>
                    <a:pt x="13616" y="106061"/>
                    <a:pt x="7060" y="101926"/>
                    <a:pt x="3558" y="93935"/>
                  </a:cubicBezTo>
                  <a:cubicBezTo>
                    <a:pt x="2086" y="91085"/>
                    <a:pt x="1248" y="87993"/>
                    <a:pt x="279" y="84957"/>
                  </a:cubicBezTo>
                  <a:cubicBezTo>
                    <a:pt x="0" y="84100"/>
                    <a:pt x="-279" y="83057"/>
                    <a:pt x="559" y="82312"/>
                  </a:cubicBezTo>
                  <a:cubicBezTo>
                    <a:pt x="1639" y="81381"/>
                    <a:pt x="2682" y="82033"/>
                    <a:pt x="3595" y="82685"/>
                  </a:cubicBezTo>
                  <a:cubicBezTo>
                    <a:pt x="5867" y="84305"/>
                    <a:pt x="8158" y="85870"/>
                    <a:pt x="11679" y="86466"/>
                  </a:cubicBezTo>
                  <a:cubicBezTo>
                    <a:pt x="10897" y="74675"/>
                    <a:pt x="11567" y="63294"/>
                    <a:pt x="12368" y="51951"/>
                  </a:cubicBezTo>
                  <a:cubicBezTo>
                    <a:pt x="13150" y="41110"/>
                    <a:pt x="12964" y="30195"/>
                    <a:pt x="14622" y="19391"/>
                  </a:cubicBezTo>
                  <a:cubicBezTo>
                    <a:pt x="15535" y="13431"/>
                    <a:pt x="18683" y="8513"/>
                    <a:pt x="21644" y="3521"/>
                  </a:cubicBezTo>
                  <a:cubicBezTo>
                    <a:pt x="23172" y="951"/>
                    <a:pt x="25910" y="-36"/>
                    <a:pt x="28927" y="1"/>
                  </a:cubicBezTo>
                  <a:cubicBezTo>
                    <a:pt x="32802" y="1435"/>
                    <a:pt x="36918" y="2534"/>
                    <a:pt x="39302" y="6390"/>
                  </a:cubicBezTo>
                  <a:cubicBezTo>
                    <a:pt x="30380" y="19354"/>
                    <a:pt x="28070" y="34404"/>
                    <a:pt x="26189" y="49473"/>
                  </a:cubicBezTo>
                  <a:cubicBezTo>
                    <a:pt x="25332" y="56347"/>
                    <a:pt x="25649" y="63406"/>
                    <a:pt x="27214" y="70168"/>
                  </a:cubicBezTo>
                  <a:cubicBezTo>
                    <a:pt x="29281" y="79183"/>
                    <a:pt x="38632" y="85032"/>
                    <a:pt x="47628" y="85628"/>
                  </a:cubicBezTo>
                  <a:cubicBezTo>
                    <a:pt x="59661" y="86410"/>
                    <a:pt x="67224" y="79202"/>
                    <a:pt x="75177" y="72347"/>
                  </a:cubicBezTo>
                  <a:cubicBezTo>
                    <a:pt x="79592" y="68547"/>
                    <a:pt x="83783" y="64449"/>
                    <a:pt x="86875" y="59420"/>
                  </a:cubicBezTo>
                  <a:cubicBezTo>
                    <a:pt x="88905" y="56123"/>
                    <a:pt x="91941" y="53869"/>
                    <a:pt x="95071" y="51783"/>
                  </a:cubicBezTo>
                  <a:cubicBezTo>
                    <a:pt x="97324" y="50293"/>
                    <a:pt x="99168" y="48505"/>
                    <a:pt x="100472" y="46158"/>
                  </a:cubicBezTo>
                  <a:cubicBezTo>
                    <a:pt x="104738" y="45375"/>
                    <a:pt x="107662" y="47331"/>
                    <a:pt x="109953" y="50628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68021C59-54B6-2A51-4220-7C78CC241B74}"/>
                </a:ext>
              </a:extLst>
            </p:cNvPr>
            <p:cNvSpPr/>
            <p:nvPr/>
          </p:nvSpPr>
          <p:spPr>
            <a:xfrm>
              <a:off x="1914186" y="5263114"/>
              <a:ext cx="101149" cy="123515"/>
            </a:xfrm>
            <a:custGeom>
              <a:avLst/>
              <a:gdLst>
                <a:gd name="csX0" fmla="*/ 8146 w 101149"/>
                <a:gd name="csY0" fmla="*/ 0 h 123515"/>
                <a:gd name="csX1" fmla="*/ 16677 w 101149"/>
                <a:gd name="csY1" fmla="*/ 12778 h 123515"/>
                <a:gd name="csX2" fmla="*/ 30219 w 101149"/>
                <a:gd name="csY2" fmla="*/ 40904 h 123515"/>
                <a:gd name="csX3" fmla="*/ 58904 w 101149"/>
                <a:gd name="csY3" fmla="*/ 79107 h 123515"/>
                <a:gd name="csX4" fmla="*/ 85857 w 101149"/>
                <a:gd name="csY4" fmla="*/ 98777 h 123515"/>
                <a:gd name="csX5" fmla="*/ 90420 w 101149"/>
                <a:gd name="csY5" fmla="*/ 118186 h 123515"/>
                <a:gd name="csX6" fmla="*/ 93270 w 101149"/>
                <a:gd name="csY6" fmla="*/ 122228 h 123515"/>
                <a:gd name="csX7" fmla="*/ 101149 w 101149"/>
                <a:gd name="csY7" fmla="*/ 122358 h 123515"/>
                <a:gd name="csX8" fmla="*/ 84479 w 101149"/>
                <a:gd name="csY8" fmla="*/ 122657 h 123515"/>
                <a:gd name="csX9" fmla="*/ 19173 w 101149"/>
                <a:gd name="csY9" fmla="*/ 83596 h 123515"/>
                <a:gd name="csX10" fmla="*/ 416 w 101149"/>
                <a:gd name="csY10" fmla="*/ 23824 h 123515"/>
                <a:gd name="csX11" fmla="*/ 8146 w 101149"/>
                <a:gd name="csY11" fmla="*/ 0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1149" h="123515">
                  <a:moveTo>
                    <a:pt x="8146" y="0"/>
                  </a:moveTo>
                  <a:cubicBezTo>
                    <a:pt x="8594" y="5867"/>
                    <a:pt x="13362" y="8810"/>
                    <a:pt x="16677" y="12778"/>
                  </a:cubicBezTo>
                  <a:cubicBezTo>
                    <a:pt x="23551" y="20992"/>
                    <a:pt x="25711" y="31535"/>
                    <a:pt x="30219" y="40904"/>
                  </a:cubicBezTo>
                  <a:cubicBezTo>
                    <a:pt x="37279" y="55582"/>
                    <a:pt x="45884" y="69422"/>
                    <a:pt x="58904" y="79107"/>
                  </a:cubicBezTo>
                  <a:cubicBezTo>
                    <a:pt x="67808" y="85720"/>
                    <a:pt x="77978" y="90693"/>
                    <a:pt x="85857" y="98777"/>
                  </a:cubicBezTo>
                  <a:cubicBezTo>
                    <a:pt x="91221" y="104291"/>
                    <a:pt x="93028" y="110866"/>
                    <a:pt x="90420" y="118186"/>
                  </a:cubicBezTo>
                  <a:cubicBezTo>
                    <a:pt x="89266" y="121446"/>
                    <a:pt x="90253" y="122265"/>
                    <a:pt x="93270" y="122228"/>
                  </a:cubicBezTo>
                  <a:cubicBezTo>
                    <a:pt x="95897" y="122191"/>
                    <a:pt x="98523" y="122303"/>
                    <a:pt x="101149" y="122358"/>
                  </a:cubicBezTo>
                  <a:cubicBezTo>
                    <a:pt x="95636" y="124109"/>
                    <a:pt x="89992" y="123588"/>
                    <a:pt x="84479" y="122657"/>
                  </a:cubicBezTo>
                  <a:cubicBezTo>
                    <a:pt x="57656" y="118130"/>
                    <a:pt x="37092" y="103434"/>
                    <a:pt x="19173" y="83596"/>
                  </a:cubicBezTo>
                  <a:cubicBezTo>
                    <a:pt x="3527" y="66274"/>
                    <a:pt x="-1595" y="46306"/>
                    <a:pt x="416" y="23824"/>
                  </a:cubicBezTo>
                  <a:cubicBezTo>
                    <a:pt x="1199" y="15348"/>
                    <a:pt x="3229" y="7190"/>
                    <a:pt x="8146" y="0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95818982-35CB-8373-F841-E3A6BF3E6C49}"/>
                </a:ext>
              </a:extLst>
            </p:cNvPr>
            <p:cNvSpPr/>
            <p:nvPr/>
          </p:nvSpPr>
          <p:spPr>
            <a:xfrm>
              <a:off x="1507969" y="5326535"/>
              <a:ext cx="62752" cy="150767"/>
            </a:xfrm>
            <a:custGeom>
              <a:avLst/>
              <a:gdLst>
                <a:gd name="csX0" fmla="*/ 39073 w 62752"/>
                <a:gd name="csY0" fmla="*/ 57708 h 150767"/>
                <a:gd name="csX1" fmla="*/ 27078 w 62752"/>
                <a:gd name="csY1" fmla="*/ 71641 h 150767"/>
                <a:gd name="csX2" fmla="*/ 24731 w 62752"/>
                <a:gd name="csY2" fmla="*/ 83078 h 150767"/>
                <a:gd name="csX3" fmla="*/ 23352 w 62752"/>
                <a:gd name="csY3" fmla="*/ 111185 h 150767"/>
                <a:gd name="csX4" fmla="*/ 22254 w 62752"/>
                <a:gd name="csY4" fmla="*/ 137878 h 150767"/>
                <a:gd name="csX5" fmla="*/ 22011 w 62752"/>
                <a:gd name="csY5" fmla="*/ 145719 h 150767"/>
                <a:gd name="csX6" fmla="*/ 10929 w 62752"/>
                <a:gd name="csY6" fmla="*/ 139722 h 150767"/>
                <a:gd name="csX7" fmla="*/ 13108 w 62752"/>
                <a:gd name="csY7" fmla="*/ 150767 h 150767"/>
                <a:gd name="csX8" fmla="*/ 870 w 62752"/>
                <a:gd name="csY8" fmla="*/ 118040 h 150767"/>
                <a:gd name="csX9" fmla="*/ 28978 w 62752"/>
                <a:gd name="csY9" fmla="*/ 10117 h 150767"/>
                <a:gd name="csX10" fmla="*/ 33281 w 62752"/>
                <a:gd name="csY10" fmla="*/ 11533 h 150767"/>
                <a:gd name="csX11" fmla="*/ 53528 w 62752"/>
                <a:gd name="csY11" fmla="*/ 525 h 150767"/>
                <a:gd name="csX12" fmla="*/ 60196 w 62752"/>
                <a:gd name="csY12" fmla="*/ 245 h 150767"/>
                <a:gd name="csX13" fmla="*/ 62673 w 62752"/>
                <a:gd name="csY13" fmla="*/ 3859 h 150767"/>
                <a:gd name="csX14" fmla="*/ 46356 w 62752"/>
                <a:gd name="csY14" fmla="*/ 42807 h 150767"/>
                <a:gd name="csX15" fmla="*/ 41458 w 62752"/>
                <a:gd name="csY15" fmla="*/ 55548 h 150767"/>
                <a:gd name="csX16" fmla="*/ 30729 w 62752"/>
                <a:gd name="csY16" fmla="*/ 49289 h 150767"/>
                <a:gd name="csX17" fmla="*/ 37583 w 62752"/>
                <a:gd name="csY17" fmla="*/ 54691 h 150767"/>
                <a:gd name="csX18" fmla="*/ 39073 w 62752"/>
                <a:gd name="csY18" fmla="*/ 57708 h 150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752" h="150767">
                  <a:moveTo>
                    <a:pt x="39073" y="57708"/>
                  </a:moveTo>
                  <a:cubicBezTo>
                    <a:pt x="30598" y="58435"/>
                    <a:pt x="29965" y="66239"/>
                    <a:pt x="27078" y="71641"/>
                  </a:cubicBezTo>
                  <a:cubicBezTo>
                    <a:pt x="25308" y="74957"/>
                    <a:pt x="24619" y="79260"/>
                    <a:pt x="24731" y="83078"/>
                  </a:cubicBezTo>
                  <a:cubicBezTo>
                    <a:pt x="25029" y="92503"/>
                    <a:pt x="23371" y="101779"/>
                    <a:pt x="23352" y="111185"/>
                  </a:cubicBezTo>
                  <a:cubicBezTo>
                    <a:pt x="23334" y="120089"/>
                    <a:pt x="22850" y="128993"/>
                    <a:pt x="22254" y="137878"/>
                  </a:cubicBezTo>
                  <a:cubicBezTo>
                    <a:pt x="22067" y="140690"/>
                    <a:pt x="25290" y="145663"/>
                    <a:pt x="22011" y="145719"/>
                  </a:cubicBezTo>
                  <a:cubicBezTo>
                    <a:pt x="18621" y="145775"/>
                    <a:pt x="13536" y="143931"/>
                    <a:pt x="10929" y="139722"/>
                  </a:cubicBezTo>
                  <a:cubicBezTo>
                    <a:pt x="11655" y="143410"/>
                    <a:pt x="12381" y="147079"/>
                    <a:pt x="13108" y="150767"/>
                  </a:cubicBezTo>
                  <a:cubicBezTo>
                    <a:pt x="6235" y="140914"/>
                    <a:pt x="2211" y="130185"/>
                    <a:pt x="870" y="118040"/>
                  </a:cubicBezTo>
                  <a:cubicBezTo>
                    <a:pt x="-3526" y="78365"/>
                    <a:pt x="9178" y="43366"/>
                    <a:pt x="28978" y="10117"/>
                  </a:cubicBezTo>
                  <a:cubicBezTo>
                    <a:pt x="30021" y="11868"/>
                    <a:pt x="31548" y="13694"/>
                    <a:pt x="33281" y="11533"/>
                  </a:cubicBezTo>
                  <a:cubicBezTo>
                    <a:pt x="38533" y="4976"/>
                    <a:pt x="46524" y="3673"/>
                    <a:pt x="53528" y="525"/>
                  </a:cubicBezTo>
                  <a:cubicBezTo>
                    <a:pt x="55428" y="-314"/>
                    <a:pt x="57979" y="59"/>
                    <a:pt x="60196" y="245"/>
                  </a:cubicBezTo>
                  <a:cubicBezTo>
                    <a:pt x="62189" y="413"/>
                    <a:pt x="63027" y="1810"/>
                    <a:pt x="62673" y="3859"/>
                  </a:cubicBezTo>
                  <a:cubicBezTo>
                    <a:pt x="60233" y="18090"/>
                    <a:pt x="53714" y="30700"/>
                    <a:pt x="46356" y="42807"/>
                  </a:cubicBezTo>
                  <a:cubicBezTo>
                    <a:pt x="43860" y="46924"/>
                    <a:pt x="38105" y="49308"/>
                    <a:pt x="41458" y="55548"/>
                  </a:cubicBezTo>
                  <a:cubicBezTo>
                    <a:pt x="36168" y="55827"/>
                    <a:pt x="34249" y="50574"/>
                    <a:pt x="30729" y="49289"/>
                  </a:cubicBezTo>
                  <a:cubicBezTo>
                    <a:pt x="32349" y="51133"/>
                    <a:pt x="35329" y="52474"/>
                    <a:pt x="37583" y="54691"/>
                  </a:cubicBezTo>
                  <a:cubicBezTo>
                    <a:pt x="38477" y="55473"/>
                    <a:pt x="40023" y="56013"/>
                    <a:pt x="39073" y="5770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77A032C-ED20-E521-226D-D9FB483B0233}"/>
                </a:ext>
              </a:extLst>
            </p:cNvPr>
            <p:cNvSpPr/>
            <p:nvPr/>
          </p:nvSpPr>
          <p:spPr>
            <a:xfrm>
              <a:off x="1977542" y="5217879"/>
              <a:ext cx="97882" cy="116743"/>
            </a:xfrm>
            <a:custGeom>
              <a:avLst/>
              <a:gdLst>
                <a:gd name="csX0" fmla="*/ 30715 w 97882"/>
                <a:gd name="csY0" fmla="*/ 27056 h 116743"/>
                <a:gd name="csX1" fmla="*/ 27176 w 97882"/>
                <a:gd name="csY1" fmla="*/ 4723 h 116743"/>
                <a:gd name="csX2" fmla="*/ 22929 w 97882"/>
                <a:gd name="csY2" fmla="*/ 2543 h 116743"/>
                <a:gd name="csX3" fmla="*/ 0 w 97882"/>
                <a:gd name="csY3" fmla="*/ 2394 h 116743"/>
                <a:gd name="csX4" fmla="*/ 68285 w 97882"/>
                <a:gd name="csY4" fmla="*/ 24951 h 116743"/>
                <a:gd name="csX5" fmla="*/ 91569 w 97882"/>
                <a:gd name="csY5" fmla="*/ 79397 h 116743"/>
                <a:gd name="csX6" fmla="*/ 97678 w 97882"/>
                <a:gd name="csY6" fmla="*/ 108007 h 116743"/>
                <a:gd name="csX7" fmla="*/ 96561 w 97882"/>
                <a:gd name="csY7" fmla="*/ 116743 h 116743"/>
                <a:gd name="csX8" fmla="*/ 88551 w 97882"/>
                <a:gd name="csY8" fmla="*/ 111099 h 116743"/>
                <a:gd name="csX9" fmla="*/ 69478 w 97882"/>
                <a:gd name="csY9" fmla="*/ 93609 h 116743"/>
                <a:gd name="csX10" fmla="*/ 57109 w 97882"/>
                <a:gd name="csY10" fmla="*/ 65129 h 116743"/>
                <a:gd name="csX11" fmla="*/ 37216 w 97882"/>
                <a:gd name="csY11" fmla="*/ 32793 h 116743"/>
                <a:gd name="csX12" fmla="*/ 31945 w 97882"/>
                <a:gd name="csY12" fmla="*/ 29664 h 116743"/>
                <a:gd name="csX13" fmla="*/ 30715 w 97882"/>
                <a:gd name="csY13" fmla="*/ 27056 h 116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882" h="116743">
                  <a:moveTo>
                    <a:pt x="30715" y="27056"/>
                  </a:moveTo>
                  <a:cubicBezTo>
                    <a:pt x="29784" y="19587"/>
                    <a:pt x="26096" y="12602"/>
                    <a:pt x="27176" y="4723"/>
                  </a:cubicBezTo>
                  <a:cubicBezTo>
                    <a:pt x="27530" y="2078"/>
                    <a:pt x="24680" y="2562"/>
                    <a:pt x="22929" y="2543"/>
                  </a:cubicBezTo>
                  <a:cubicBezTo>
                    <a:pt x="15292" y="2450"/>
                    <a:pt x="7656" y="2432"/>
                    <a:pt x="0" y="2394"/>
                  </a:cubicBezTo>
                  <a:cubicBezTo>
                    <a:pt x="25370" y="-4740"/>
                    <a:pt x="51000" y="4443"/>
                    <a:pt x="68285" y="24951"/>
                  </a:cubicBezTo>
                  <a:cubicBezTo>
                    <a:pt x="81771" y="40951"/>
                    <a:pt x="86092" y="60342"/>
                    <a:pt x="91569" y="79397"/>
                  </a:cubicBezTo>
                  <a:cubicBezTo>
                    <a:pt x="94270" y="88747"/>
                    <a:pt x="97753" y="98024"/>
                    <a:pt x="97678" y="108007"/>
                  </a:cubicBezTo>
                  <a:cubicBezTo>
                    <a:pt x="97660" y="110950"/>
                    <a:pt x="98610" y="114042"/>
                    <a:pt x="96561" y="116743"/>
                  </a:cubicBezTo>
                  <a:cubicBezTo>
                    <a:pt x="94400" y="114154"/>
                    <a:pt x="92072" y="111695"/>
                    <a:pt x="88551" y="111099"/>
                  </a:cubicBezTo>
                  <a:cubicBezTo>
                    <a:pt x="78381" y="109404"/>
                    <a:pt x="74190" y="101283"/>
                    <a:pt x="69478" y="93609"/>
                  </a:cubicBezTo>
                  <a:cubicBezTo>
                    <a:pt x="63983" y="84687"/>
                    <a:pt x="61189" y="74628"/>
                    <a:pt x="57109" y="65129"/>
                  </a:cubicBezTo>
                  <a:cubicBezTo>
                    <a:pt x="52136" y="53543"/>
                    <a:pt x="46008" y="42218"/>
                    <a:pt x="37216" y="32793"/>
                  </a:cubicBezTo>
                  <a:cubicBezTo>
                    <a:pt x="35875" y="31359"/>
                    <a:pt x="33733" y="30688"/>
                    <a:pt x="31945" y="29664"/>
                  </a:cubicBezTo>
                  <a:cubicBezTo>
                    <a:pt x="31051" y="29030"/>
                    <a:pt x="33547" y="26739"/>
                    <a:pt x="30715" y="27056"/>
                  </a:cubicBezTo>
                  <a:close/>
                </a:path>
              </a:pathLst>
            </a:custGeom>
            <a:solidFill>
              <a:srgbClr val="7AB0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0550DC75-FAA6-101E-7ED0-44D41148E82C}"/>
                </a:ext>
              </a:extLst>
            </p:cNvPr>
            <p:cNvSpPr/>
            <p:nvPr/>
          </p:nvSpPr>
          <p:spPr>
            <a:xfrm>
              <a:off x="1559577" y="5227079"/>
              <a:ext cx="145065" cy="162808"/>
            </a:xfrm>
            <a:custGeom>
              <a:avLst/>
              <a:gdLst>
                <a:gd name="csX0" fmla="*/ 57 w 145065"/>
                <a:gd name="csY0" fmla="*/ 160648 h 162808"/>
                <a:gd name="csX1" fmla="*/ 3540 w 145065"/>
                <a:gd name="csY1" fmla="*/ 150496 h 162808"/>
                <a:gd name="csX2" fmla="*/ 11996 w 145065"/>
                <a:gd name="csY2" fmla="*/ 136601 h 162808"/>
                <a:gd name="csX3" fmla="*/ 39526 w 145065"/>
                <a:gd name="csY3" fmla="*/ 91580 h 162808"/>
                <a:gd name="csX4" fmla="*/ 47573 w 145065"/>
                <a:gd name="csY4" fmla="*/ 84968 h 162808"/>
                <a:gd name="csX5" fmla="*/ 49827 w 145065"/>
                <a:gd name="csY5" fmla="*/ 83590 h 162808"/>
                <a:gd name="csX6" fmla="*/ 51075 w 145065"/>
                <a:gd name="csY6" fmla="*/ 75357 h 162808"/>
                <a:gd name="csX7" fmla="*/ 79965 w 145065"/>
                <a:gd name="csY7" fmla="*/ 41680 h 162808"/>
                <a:gd name="csX8" fmla="*/ 86931 w 145065"/>
                <a:gd name="csY8" fmla="*/ 38476 h 162808"/>
                <a:gd name="csX9" fmla="*/ 88347 w 145065"/>
                <a:gd name="csY9" fmla="*/ 36203 h 162808"/>
                <a:gd name="csX10" fmla="*/ 88272 w 145065"/>
                <a:gd name="csY10" fmla="*/ 36147 h 162808"/>
                <a:gd name="csX11" fmla="*/ 90247 w 145065"/>
                <a:gd name="csY11" fmla="*/ 24245 h 162808"/>
                <a:gd name="csX12" fmla="*/ 81641 w 145065"/>
                <a:gd name="csY12" fmla="*/ 8468 h 162808"/>
                <a:gd name="csX13" fmla="*/ 78065 w 145065"/>
                <a:gd name="csY13" fmla="*/ 2433 h 162808"/>
                <a:gd name="csX14" fmla="*/ 85646 w 145065"/>
                <a:gd name="csY14" fmla="*/ 1092 h 162808"/>
                <a:gd name="csX15" fmla="*/ 113344 w 145065"/>
                <a:gd name="csY15" fmla="*/ 1111 h 162808"/>
                <a:gd name="csX16" fmla="*/ 135696 w 145065"/>
                <a:gd name="csY16" fmla="*/ 105 h 162808"/>
                <a:gd name="csX17" fmla="*/ 145065 w 145065"/>
                <a:gd name="csY17" fmla="*/ 1111 h 162808"/>
                <a:gd name="csX18" fmla="*/ 123775 w 145065"/>
                <a:gd name="csY18" fmla="*/ 11393 h 162808"/>
                <a:gd name="csX19" fmla="*/ 108333 w 145065"/>
                <a:gd name="csY19" fmla="*/ 27374 h 162808"/>
                <a:gd name="csX20" fmla="*/ 89465 w 145065"/>
                <a:gd name="csY20" fmla="*/ 47901 h 162808"/>
                <a:gd name="csX21" fmla="*/ 50945 w 145065"/>
                <a:gd name="csY21" fmla="*/ 93816 h 162808"/>
                <a:gd name="csX22" fmla="*/ 6110 w 145065"/>
                <a:gd name="csY22" fmla="*/ 160909 h 162808"/>
                <a:gd name="csX23" fmla="*/ 3558 w 145065"/>
                <a:gd name="csY23" fmla="*/ 162809 h 162808"/>
                <a:gd name="csX24" fmla="*/ 57 w 145065"/>
                <a:gd name="csY24" fmla="*/ 160648 h 1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065" h="162808">
                  <a:moveTo>
                    <a:pt x="57" y="160648"/>
                  </a:moveTo>
                  <a:cubicBezTo>
                    <a:pt x="-279" y="156736"/>
                    <a:pt x="876" y="153700"/>
                    <a:pt x="3540" y="150496"/>
                  </a:cubicBezTo>
                  <a:cubicBezTo>
                    <a:pt x="6986" y="146380"/>
                    <a:pt x="9165" y="141239"/>
                    <a:pt x="11996" y="136601"/>
                  </a:cubicBezTo>
                  <a:cubicBezTo>
                    <a:pt x="21179" y="121606"/>
                    <a:pt x="30567" y="106724"/>
                    <a:pt x="39526" y="91580"/>
                  </a:cubicBezTo>
                  <a:cubicBezTo>
                    <a:pt x="41557" y="88153"/>
                    <a:pt x="45450" y="87818"/>
                    <a:pt x="47573" y="84968"/>
                  </a:cubicBezTo>
                  <a:cubicBezTo>
                    <a:pt x="47946" y="83888"/>
                    <a:pt x="49473" y="84688"/>
                    <a:pt x="49827" y="83590"/>
                  </a:cubicBezTo>
                  <a:cubicBezTo>
                    <a:pt x="48281" y="80535"/>
                    <a:pt x="49361" y="78076"/>
                    <a:pt x="51075" y="75357"/>
                  </a:cubicBezTo>
                  <a:cubicBezTo>
                    <a:pt x="59084" y="62709"/>
                    <a:pt x="69590" y="52260"/>
                    <a:pt x="79965" y="41680"/>
                  </a:cubicBezTo>
                  <a:cubicBezTo>
                    <a:pt x="81884" y="39724"/>
                    <a:pt x="84100" y="38494"/>
                    <a:pt x="86931" y="38476"/>
                  </a:cubicBezTo>
                  <a:cubicBezTo>
                    <a:pt x="88384" y="38457"/>
                    <a:pt x="89818" y="38159"/>
                    <a:pt x="88347" y="36203"/>
                  </a:cubicBezTo>
                  <a:lnTo>
                    <a:pt x="88272" y="36147"/>
                  </a:lnTo>
                  <a:cubicBezTo>
                    <a:pt x="87062" y="31901"/>
                    <a:pt x="88980" y="27765"/>
                    <a:pt x="90247" y="24245"/>
                  </a:cubicBezTo>
                  <a:cubicBezTo>
                    <a:pt x="93525" y="15118"/>
                    <a:pt x="87062" y="11896"/>
                    <a:pt x="81641" y="8468"/>
                  </a:cubicBezTo>
                  <a:cubicBezTo>
                    <a:pt x="78922" y="6755"/>
                    <a:pt x="77804" y="5339"/>
                    <a:pt x="78065" y="2433"/>
                  </a:cubicBezTo>
                  <a:cubicBezTo>
                    <a:pt x="80505" y="1446"/>
                    <a:pt x="82964" y="608"/>
                    <a:pt x="85646" y="1092"/>
                  </a:cubicBezTo>
                  <a:cubicBezTo>
                    <a:pt x="94885" y="384"/>
                    <a:pt x="104105" y="366"/>
                    <a:pt x="113344" y="1111"/>
                  </a:cubicBezTo>
                  <a:cubicBezTo>
                    <a:pt x="120850" y="2117"/>
                    <a:pt x="128227" y="142"/>
                    <a:pt x="135696" y="105"/>
                  </a:cubicBezTo>
                  <a:cubicBezTo>
                    <a:pt x="138862" y="86"/>
                    <a:pt x="142066" y="-454"/>
                    <a:pt x="145065" y="1111"/>
                  </a:cubicBezTo>
                  <a:cubicBezTo>
                    <a:pt x="136068" y="626"/>
                    <a:pt x="130685" y="7556"/>
                    <a:pt x="123775" y="11393"/>
                  </a:cubicBezTo>
                  <a:cubicBezTo>
                    <a:pt x="116995" y="15174"/>
                    <a:pt x="113996" y="22438"/>
                    <a:pt x="108333" y="27374"/>
                  </a:cubicBezTo>
                  <a:cubicBezTo>
                    <a:pt x="101367" y="33447"/>
                    <a:pt x="95965" y="41270"/>
                    <a:pt x="89465" y="47901"/>
                  </a:cubicBezTo>
                  <a:cubicBezTo>
                    <a:pt x="75401" y="62206"/>
                    <a:pt x="62642" y="77555"/>
                    <a:pt x="50945" y="93816"/>
                  </a:cubicBezTo>
                  <a:cubicBezTo>
                    <a:pt x="35224" y="115665"/>
                    <a:pt x="19689" y="137625"/>
                    <a:pt x="6110" y="160909"/>
                  </a:cubicBezTo>
                  <a:cubicBezTo>
                    <a:pt x="5496" y="161970"/>
                    <a:pt x="4825" y="162716"/>
                    <a:pt x="3558" y="162809"/>
                  </a:cubicBezTo>
                  <a:cubicBezTo>
                    <a:pt x="1994" y="162734"/>
                    <a:pt x="150" y="163125"/>
                    <a:pt x="57" y="160648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63B431DD-92CE-4C17-9EDD-0C24188079F2}"/>
                </a:ext>
              </a:extLst>
            </p:cNvPr>
            <p:cNvSpPr/>
            <p:nvPr/>
          </p:nvSpPr>
          <p:spPr>
            <a:xfrm>
              <a:off x="1910207" y="5134176"/>
              <a:ext cx="113808" cy="41318"/>
            </a:xfrm>
            <a:custGeom>
              <a:avLst/>
              <a:gdLst>
                <a:gd name="csX0" fmla="*/ 113809 w 113808"/>
                <a:gd name="csY0" fmla="*/ 3488 h 41318"/>
                <a:gd name="csX1" fmla="*/ 102987 w 113808"/>
                <a:gd name="csY1" fmla="*/ 25784 h 41318"/>
                <a:gd name="csX2" fmla="*/ 96039 w 113808"/>
                <a:gd name="csY2" fmla="*/ 32899 h 41318"/>
                <a:gd name="csX3" fmla="*/ 93487 w 113808"/>
                <a:gd name="csY3" fmla="*/ 41319 h 41318"/>
                <a:gd name="csX4" fmla="*/ 33025 w 113808"/>
                <a:gd name="csY4" fmla="*/ 16787 h 41318"/>
                <a:gd name="csX5" fmla="*/ 11884 w 113808"/>
                <a:gd name="csY5" fmla="*/ 13956 h 41318"/>
                <a:gd name="csX6" fmla="*/ 4694 w 113808"/>
                <a:gd name="csY6" fmla="*/ 9542 h 41318"/>
                <a:gd name="csX7" fmla="*/ 0 w 113808"/>
                <a:gd name="csY7" fmla="*/ 154 h 41318"/>
                <a:gd name="csX8" fmla="*/ 53440 w 113808"/>
                <a:gd name="csY8" fmla="*/ 2352 h 41318"/>
                <a:gd name="csX9" fmla="*/ 93972 w 113808"/>
                <a:gd name="csY9" fmla="*/ 8871 h 41318"/>
                <a:gd name="csX10" fmla="*/ 113809 w 113808"/>
                <a:gd name="csY10" fmla="*/ 3488 h 41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808" h="41318">
                  <a:moveTo>
                    <a:pt x="113809" y="3488"/>
                  </a:moveTo>
                  <a:cubicBezTo>
                    <a:pt x="110978" y="11293"/>
                    <a:pt x="107960" y="18985"/>
                    <a:pt x="102987" y="25784"/>
                  </a:cubicBezTo>
                  <a:cubicBezTo>
                    <a:pt x="100975" y="28522"/>
                    <a:pt x="98926" y="31242"/>
                    <a:pt x="96039" y="32899"/>
                  </a:cubicBezTo>
                  <a:cubicBezTo>
                    <a:pt x="92314" y="35041"/>
                    <a:pt x="91848" y="37761"/>
                    <a:pt x="93487" y="41319"/>
                  </a:cubicBezTo>
                  <a:cubicBezTo>
                    <a:pt x="74134" y="31167"/>
                    <a:pt x="54408" y="21984"/>
                    <a:pt x="33025" y="16787"/>
                  </a:cubicBezTo>
                  <a:cubicBezTo>
                    <a:pt x="26040" y="15092"/>
                    <a:pt x="19055" y="13639"/>
                    <a:pt x="11884" y="13956"/>
                  </a:cubicBezTo>
                  <a:cubicBezTo>
                    <a:pt x="8233" y="14124"/>
                    <a:pt x="5905" y="13379"/>
                    <a:pt x="4694" y="9542"/>
                  </a:cubicBezTo>
                  <a:cubicBezTo>
                    <a:pt x="3763" y="6580"/>
                    <a:pt x="1937" y="3916"/>
                    <a:pt x="0" y="154"/>
                  </a:cubicBezTo>
                  <a:cubicBezTo>
                    <a:pt x="18403" y="1197"/>
                    <a:pt x="36154" y="-1970"/>
                    <a:pt x="53440" y="2352"/>
                  </a:cubicBezTo>
                  <a:cubicBezTo>
                    <a:pt x="66814" y="5686"/>
                    <a:pt x="80504" y="6431"/>
                    <a:pt x="93972" y="8871"/>
                  </a:cubicBezTo>
                  <a:cubicBezTo>
                    <a:pt x="101087" y="10156"/>
                    <a:pt x="107401" y="6096"/>
                    <a:pt x="113809" y="3488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C87C63C2-E1DC-4843-9408-4F9C1FCEC524}"/>
                </a:ext>
              </a:extLst>
            </p:cNvPr>
            <p:cNvSpPr/>
            <p:nvPr/>
          </p:nvSpPr>
          <p:spPr>
            <a:xfrm>
              <a:off x="1810321" y="5090529"/>
              <a:ext cx="65650" cy="41636"/>
            </a:xfrm>
            <a:custGeom>
              <a:avLst/>
              <a:gdLst>
                <a:gd name="csX0" fmla="*/ 22697 w 65650"/>
                <a:gd name="csY0" fmla="*/ 34766 h 41636"/>
                <a:gd name="csX1" fmla="*/ 1369 w 65650"/>
                <a:gd name="csY1" fmla="*/ 36015 h 41636"/>
                <a:gd name="csX2" fmla="*/ 289 w 65650"/>
                <a:gd name="csY2" fmla="*/ 27893 h 41636"/>
                <a:gd name="csX3" fmla="*/ 9267 w 65650"/>
                <a:gd name="csY3" fmla="*/ 6417 h 41636"/>
                <a:gd name="csX4" fmla="*/ 19959 w 65650"/>
                <a:gd name="csY4" fmla="*/ 1090 h 41636"/>
                <a:gd name="csX5" fmla="*/ 35661 w 65650"/>
                <a:gd name="csY5" fmla="*/ 9 h 41636"/>
                <a:gd name="csX6" fmla="*/ 64495 w 65650"/>
                <a:gd name="csY6" fmla="*/ 24727 h 41636"/>
                <a:gd name="csX7" fmla="*/ 65650 w 65650"/>
                <a:gd name="csY7" fmla="*/ 35847 h 41636"/>
                <a:gd name="csX8" fmla="*/ 57287 w 65650"/>
                <a:gd name="csY8" fmla="*/ 40615 h 41636"/>
                <a:gd name="csX9" fmla="*/ 22771 w 65650"/>
                <a:gd name="csY9" fmla="*/ 34804 h 41636"/>
                <a:gd name="csX10" fmla="*/ 22697 w 65650"/>
                <a:gd name="csY10" fmla="*/ 34766 h 4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650" h="41636">
                  <a:moveTo>
                    <a:pt x="22697" y="34766"/>
                  </a:moveTo>
                  <a:cubicBezTo>
                    <a:pt x="15582" y="35176"/>
                    <a:pt x="8466" y="35605"/>
                    <a:pt x="1369" y="36015"/>
                  </a:cubicBezTo>
                  <a:cubicBezTo>
                    <a:pt x="-642" y="33518"/>
                    <a:pt x="103" y="30669"/>
                    <a:pt x="289" y="27893"/>
                  </a:cubicBezTo>
                  <a:cubicBezTo>
                    <a:pt x="811" y="19698"/>
                    <a:pt x="4573" y="12768"/>
                    <a:pt x="9267" y="6417"/>
                  </a:cubicBezTo>
                  <a:cubicBezTo>
                    <a:pt x="11689" y="3120"/>
                    <a:pt x="15377" y="1145"/>
                    <a:pt x="19959" y="1090"/>
                  </a:cubicBezTo>
                  <a:cubicBezTo>
                    <a:pt x="25193" y="1034"/>
                    <a:pt x="30408" y="158"/>
                    <a:pt x="35661" y="9"/>
                  </a:cubicBezTo>
                  <a:cubicBezTo>
                    <a:pt x="48663" y="-382"/>
                    <a:pt x="62782" y="11800"/>
                    <a:pt x="64495" y="24727"/>
                  </a:cubicBezTo>
                  <a:cubicBezTo>
                    <a:pt x="64979" y="28415"/>
                    <a:pt x="65278" y="32140"/>
                    <a:pt x="65650" y="35847"/>
                  </a:cubicBezTo>
                  <a:cubicBezTo>
                    <a:pt x="64421" y="41938"/>
                    <a:pt x="63117" y="42646"/>
                    <a:pt x="57287" y="40615"/>
                  </a:cubicBezTo>
                  <a:cubicBezTo>
                    <a:pt x="46111" y="36722"/>
                    <a:pt x="34767" y="33798"/>
                    <a:pt x="22771" y="34804"/>
                  </a:cubicBezTo>
                  <a:lnTo>
                    <a:pt x="22697" y="34766"/>
                  </a:lnTo>
                  <a:close/>
                </a:path>
              </a:pathLst>
            </a:custGeom>
            <a:solidFill>
              <a:srgbClr val="81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23D973A-6C89-1C8C-92CB-A3F9BDFE44D4}"/>
                </a:ext>
              </a:extLst>
            </p:cNvPr>
            <p:cNvSpPr/>
            <p:nvPr/>
          </p:nvSpPr>
          <p:spPr>
            <a:xfrm>
              <a:off x="1612430" y="5226979"/>
              <a:ext cx="129139" cy="193541"/>
            </a:xfrm>
            <a:custGeom>
              <a:avLst/>
              <a:gdLst>
                <a:gd name="csX0" fmla="*/ 108511 w 129139"/>
                <a:gd name="csY0" fmla="*/ 0 h 193541"/>
                <a:gd name="csX1" fmla="*/ 123226 w 129139"/>
                <a:gd name="csY1" fmla="*/ 15311 h 193541"/>
                <a:gd name="csX2" fmla="*/ 127957 w 129139"/>
                <a:gd name="csY2" fmla="*/ 23507 h 193541"/>
                <a:gd name="csX3" fmla="*/ 124120 w 129139"/>
                <a:gd name="csY3" fmla="*/ 42525 h 193541"/>
                <a:gd name="csX4" fmla="*/ 99961 w 129139"/>
                <a:gd name="csY4" fmla="*/ 68770 h 193541"/>
                <a:gd name="csX5" fmla="*/ 87630 w 129139"/>
                <a:gd name="csY5" fmla="*/ 83261 h 193541"/>
                <a:gd name="csX6" fmla="*/ 69991 w 129139"/>
                <a:gd name="csY6" fmla="*/ 105557 h 193541"/>
                <a:gd name="csX7" fmla="*/ 57790 w 129139"/>
                <a:gd name="csY7" fmla="*/ 122880 h 193541"/>
                <a:gd name="csX8" fmla="*/ 27727 w 129139"/>
                <a:gd name="csY8" fmla="*/ 163505 h 193541"/>
                <a:gd name="csX9" fmla="*/ 6027 w 129139"/>
                <a:gd name="csY9" fmla="*/ 190401 h 193541"/>
                <a:gd name="csX10" fmla="*/ 1482 w 129139"/>
                <a:gd name="csY10" fmla="*/ 193438 h 193541"/>
                <a:gd name="csX11" fmla="*/ 308 w 129139"/>
                <a:gd name="csY11" fmla="*/ 192469 h 193541"/>
                <a:gd name="csX12" fmla="*/ 550 w 129139"/>
                <a:gd name="csY12" fmla="*/ 189377 h 193541"/>
                <a:gd name="csX13" fmla="*/ 33445 w 129139"/>
                <a:gd name="csY13" fmla="*/ 144785 h 193541"/>
                <a:gd name="csX14" fmla="*/ 55685 w 129139"/>
                <a:gd name="csY14" fmla="*/ 115988 h 193541"/>
                <a:gd name="csX15" fmla="*/ 65725 w 129139"/>
                <a:gd name="csY15" fmla="*/ 103210 h 193541"/>
                <a:gd name="csX16" fmla="*/ 91914 w 129139"/>
                <a:gd name="csY16" fmla="*/ 71843 h 193541"/>
                <a:gd name="csX17" fmla="*/ 116315 w 129139"/>
                <a:gd name="csY17" fmla="*/ 45430 h 193541"/>
                <a:gd name="csX18" fmla="*/ 107095 w 129139"/>
                <a:gd name="csY18" fmla="*/ 5979 h 193541"/>
                <a:gd name="csX19" fmla="*/ 100948 w 129139"/>
                <a:gd name="csY19" fmla="*/ 1267 h 193541"/>
                <a:gd name="csX20" fmla="*/ 108511 w 129139"/>
                <a:gd name="csY20" fmla="*/ 0 h 193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9139" h="193541">
                  <a:moveTo>
                    <a:pt x="108511" y="0"/>
                  </a:moveTo>
                  <a:cubicBezTo>
                    <a:pt x="114527" y="4042"/>
                    <a:pt x="119538" y="9053"/>
                    <a:pt x="123226" y="15311"/>
                  </a:cubicBezTo>
                  <a:cubicBezTo>
                    <a:pt x="124828" y="18031"/>
                    <a:pt x="126765" y="20620"/>
                    <a:pt x="127957" y="23507"/>
                  </a:cubicBezTo>
                  <a:cubicBezTo>
                    <a:pt x="130881" y="30585"/>
                    <a:pt x="127920" y="37142"/>
                    <a:pt x="124120" y="42525"/>
                  </a:cubicBezTo>
                  <a:cubicBezTo>
                    <a:pt x="117247" y="52248"/>
                    <a:pt x="108976" y="60853"/>
                    <a:pt x="99961" y="68770"/>
                  </a:cubicBezTo>
                  <a:cubicBezTo>
                    <a:pt x="95248" y="72905"/>
                    <a:pt x="91858" y="78530"/>
                    <a:pt x="87630" y="83261"/>
                  </a:cubicBezTo>
                  <a:cubicBezTo>
                    <a:pt x="81316" y="90339"/>
                    <a:pt x="76920" y="98814"/>
                    <a:pt x="69991" y="105557"/>
                  </a:cubicBezTo>
                  <a:cubicBezTo>
                    <a:pt x="65017" y="110381"/>
                    <a:pt x="62317" y="117478"/>
                    <a:pt x="57790" y="122880"/>
                  </a:cubicBezTo>
                  <a:cubicBezTo>
                    <a:pt x="46931" y="135844"/>
                    <a:pt x="38605" y="150745"/>
                    <a:pt x="27727" y="163505"/>
                  </a:cubicBezTo>
                  <a:cubicBezTo>
                    <a:pt x="20220" y="172296"/>
                    <a:pt x="13384" y="181535"/>
                    <a:pt x="6027" y="190401"/>
                  </a:cubicBezTo>
                  <a:cubicBezTo>
                    <a:pt x="4909" y="191743"/>
                    <a:pt x="3009" y="192450"/>
                    <a:pt x="1482" y="193438"/>
                  </a:cubicBezTo>
                  <a:cubicBezTo>
                    <a:pt x="569" y="193754"/>
                    <a:pt x="252" y="193326"/>
                    <a:pt x="308" y="192469"/>
                  </a:cubicBezTo>
                  <a:cubicBezTo>
                    <a:pt x="85" y="191426"/>
                    <a:pt x="-362" y="190569"/>
                    <a:pt x="550" y="189377"/>
                  </a:cubicBezTo>
                  <a:cubicBezTo>
                    <a:pt x="11950" y="174830"/>
                    <a:pt x="23238" y="160245"/>
                    <a:pt x="33445" y="144785"/>
                  </a:cubicBezTo>
                  <a:cubicBezTo>
                    <a:pt x="40095" y="134708"/>
                    <a:pt x="47583" y="125078"/>
                    <a:pt x="55685" y="115988"/>
                  </a:cubicBezTo>
                  <a:cubicBezTo>
                    <a:pt x="59280" y="111946"/>
                    <a:pt x="62838" y="107774"/>
                    <a:pt x="65725" y="103210"/>
                  </a:cubicBezTo>
                  <a:cubicBezTo>
                    <a:pt x="73083" y="91569"/>
                    <a:pt x="83588" y="82628"/>
                    <a:pt x="91914" y="71843"/>
                  </a:cubicBezTo>
                  <a:cubicBezTo>
                    <a:pt x="99290" y="62306"/>
                    <a:pt x="109032" y="55023"/>
                    <a:pt x="116315" y="45430"/>
                  </a:cubicBezTo>
                  <a:cubicBezTo>
                    <a:pt x="126169" y="32448"/>
                    <a:pt x="121717" y="13840"/>
                    <a:pt x="107095" y="5979"/>
                  </a:cubicBezTo>
                  <a:cubicBezTo>
                    <a:pt x="104841" y="4768"/>
                    <a:pt x="102345" y="3707"/>
                    <a:pt x="100948" y="1267"/>
                  </a:cubicBezTo>
                  <a:cubicBezTo>
                    <a:pt x="103444" y="857"/>
                    <a:pt x="105977" y="428"/>
                    <a:pt x="108511" y="0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7B7BB3A-5E5E-4EE5-E6E1-4EE102AD8E0E}"/>
                </a:ext>
              </a:extLst>
            </p:cNvPr>
            <p:cNvSpPr/>
            <p:nvPr/>
          </p:nvSpPr>
          <p:spPr>
            <a:xfrm>
              <a:off x="1733439" y="5182014"/>
              <a:ext cx="55991" cy="56457"/>
            </a:xfrm>
            <a:custGeom>
              <a:avLst/>
              <a:gdLst>
                <a:gd name="csX0" fmla="*/ 19483 w 55991"/>
                <a:gd name="csY0" fmla="*/ 56457 h 56457"/>
                <a:gd name="csX1" fmla="*/ 4768 w 55991"/>
                <a:gd name="csY1" fmla="*/ 40308 h 56457"/>
                <a:gd name="csX2" fmla="*/ 0 w 55991"/>
                <a:gd name="csY2" fmla="*/ 39339 h 56457"/>
                <a:gd name="csX3" fmla="*/ 55992 w 55991"/>
                <a:gd name="csY3" fmla="*/ 0 h 56457"/>
                <a:gd name="csX4" fmla="*/ 51167 w 55991"/>
                <a:gd name="csY4" fmla="*/ 29188 h 56457"/>
                <a:gd name="csX5" fmla="*/ 48671 w 55991"/>
                <a:gd name="csY5" fmla="*/ 32094 h 56457"/>
                <a:gd name="csX6" fmla="*/ 20955 w 55991"/>
                <a:gd name="csY6" fmla="*/ 55731 h 56457"/>
                <a:gd name="csX7" fmla="*/ 19483 w 55991"/>
                <a:gd name="csY7" fmla="*/ 56457 h 56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991" h="56457">
                  <a:moveTo>
                    <a:pt x="19483" y="56457"/>
                  </a:moveTo>
                  <a:cubicBezTo>
                    <a:pt x="15237" y="50478"/>
                    <a:pt x="8922" y="46418"/>
                    <a:pt x="4768" y="40308"/>
                  </a:cubicBezTo>
                  <a:cubicBezTo>
                    <a:pt x="3781" y="38855"/>
                    <a:pt x="1621" y="39637"/>
                    <a:pt x="0" y="39339"/>
                  </a:cubicBezTo>
                  <a:cubicBezTo>
                    <a:pt x="18664" y="26226"/>
                    <a:pt x="37328" y="13113"/>
                    <a:pt x="55992" y="0"/>
                  </a:cubicBezTo>
                  <a:cubicBezTo>
                    <a:pt x="53086" y="9649"/>
                    <a:pt x="52360" y="19446"/>
                    <a:pt x="51167" y="29188"/>
                  </a:cubicBezTo>
                  <a:cubicBezTo>
                    <a:pt x="51000" y="30585"/>
                    <a:pt x="49789" y="31423"/>
                    <a:pt x="48671" y="32094"/>
                  </a:cubicBezTo>
                  <a:cubicBezTo>
                    <a:pt x="38147" y="38464"/>
                    <a:pt x="28946" y="46380"/>
                    <a:pt x="20955" y="55731"/>
                  </a:cubicBezTo>
                  <a:cubicBezTo>
                    <a:pt x="20620" y="56122"/>
                    <a:pt x="19986" y="56234"/>
                    <a:pt x="19483" y="56457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5CE53DAE-F425-2935-376F-13BDA595FCD8}"/>
                </a:ext>
              </a:extLst>
            </p:cNvPr>
            <p:cNvSpPr/>
            <p:nvPr/>
          </p:nvSpPr>
          <p:spPr>
            <a:xfrm>
              <a:off x="1914602" y="5175849"/>
              <a:ext cx="37439" cy="59288"/>
            </a:xfrm>
            <a:custGeom>
              <a:avLst/>
              <a:gdLst>
                <a:gd name="csX0" fmla="*/ 37440 w 37439"/>
                <a:gd name="csY0" fmla="*/ 39898 h 59288"/>
                <a:gd name="csX1" fmla="*/ 15665 w 37439"/>
                <a:gd name="csY1" fmla="*/ 59289 h 59288"/>
                <a:gd name="csX2" fmla="*/ 10916 w 37439"/>
                <a:gd name="csY2" fmla="*/ 37365 h 59288"/>
                <a:gd name="csX3" fmla="*/ 4545 w 37439"/>
                <a:gd name="csY3" fmla="*/ 23712 h 59288"/>
                <a:gd name="csX4" fmla="*/ 2124 w 37439"/>
                <a:gd name="csY4" fmla="*/ 0 h 59288"/>
                <a:gd name="csX5" fmla="*/ 37440 w 37439"/>
                <a:gd name="csY5" fmla="*/ 39898 h 59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7439" h="59288">
                  <a:moveTo>
                    <a:pt x="37440" y="39898"/>
                  </a:moveTo>
                  <a:cubicBezTo>
                    <a:pt x="29691" y="45803"/>
                    <a:pt x="22259" y="52080"/>
                    <a:pt x="15665" y="59289"/>
                  </a:cubicBezTo>
                  <a:cubicBezTo>
                    <a:pt x="14101" y="51968"/>
                    <a:pt x="12760" y="44611"/>
                    <a:pt x="10916" y="37365"/>
                  </a:cubicBezTo>
                  <a:cubicBezTo>
                    <a:pt x="9668" y="32466"/>
                    <a:pt x="7898" y="27679"/>
                    <a:pt x="4545" y="23712"/>
                  </a:cubicBezTo>
                  <a:cubicBezTo>
                    <a:pt x="-1341" y="16764"/>
                    <a:pt x="-782" y="9015"/>
                    <a:pt x="2124" y="0"/>
                  </a:cubicBezTo>
                  <a:cubicBezTo>
                    <a:pt x="12741" y="14845"/>
                    <a:pt x="22539" y="29710"/>
                    <a:pt x="37440" y="39898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CE4FD1EE-F0A3-AD5C-5DF8-6B2944A88583}"/>
                </a:ext>
              </a:extLst>
            </p:cNvPr>
            <p:cNvSpPr/>
            <p:nvPr/>
          </p:nvSpPr>
          <p:spPr>
            <a:xfrm>
              <a:off x="1833055" y="5123768"/>
              <a:ext cx="44145" cy="10483"/>
            </a:xfrm>
            <a:custGeom>
              <a:avLst/>
              <a:gdLst>
                <a:gd name="csX0" fmla="*/ 0 w 44145"/>
                <a:gd name="csY0" fmla="*/ 1546 h 10483"/>
                <a:gd name="csX1" fmla="*/ 28741 w 44145"/>
                <a:gd name="csY1" fmla="*/ 4191 h 10483"/>
                <a:gd name="csX2" fmla="*/ 34515 w 44145"/>
                <a:gd name="csY2" fmla="*/ 6296 h 10483"/>
                <a:gd name="csX3" fmla="*/ 42879 w 44145"/>
                <a:gd name="csY3" fmla="*/ 2608 h 10483"/>
                <a:gd name="csX4" fmla="*/ 44145 w 44145"/>
                <a:gd name="csY4" fmla="*/ 6166 h 10483"/>
                <a:gd name="csX5" fmla="*/ 35950 w 44145"/>
                <a:gd name="csY5" fmla="*/ 9463 h 10483"/>
                <a:gd name="csX6" fmla="*/ 8829 w 44145"/>
                <a:gd name="csY6" fmla="*/ 2813 h 10483"/>
                <a:gd name="csX7" fmla="*/ 3371 w 44145"/>
                <a:gd name="csY7" fmla="*/ 3781 h 10483"/>
                <a:gd name="csX8" fmla="*/ 0 w 44145"/>
                <a:gd name="csY8" fmla="*/ 1546 h 10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145" h="10483">
                  <a:moveTo>
                    <a:pt x="0" y="1546"/>
                  </a:moveTo>
                  <a:cubicBezTo>
                    <a:pt x="10021" y="-2347"/>
                    <a:pt x="19279" y="2086"/>
                    <a:pt x="28741" y="4191"/>
                  </a:cubicBezTo>
                  <a:cubicBezTo>
                    <a:pt x="30734" y="4638"/>
                    <a:pt x="32690" y="5383"/>
                    <a:pt x="34515" y="6296"/>
                  </a:cubicBezTo>
                  <a:cubicBezTo>
                    <a:pt x="38892" y="8494"/>
                    <a:pt x="41593" y="7246"/>
                    <a:pt x="42879" y="2608"/>
                  </a:cubicBezTo>
                  <a:cubicBezTo>
                    <a:pt x="43233" y="3819"/>
                    <a:pt x="42674" y="5346"/>
                    <a:pt x="44145" y="6166"/>
                  </a:cubicBezTo>
                  <a:cubicBezTo>
                    <a:pt x="42674" y="10394"/>
                    <a:pt x="40141" y="11567"/>
                    <a:pt x="35950" y="9463"/>
                  </a:cubicBezTo>
                  <a:cubicBezTo>
                    <a:pt x="27456" y="5160"/>
                    <a:pt x="18105" y="4079"/>
                    <a:pt x="8829" y="2813"/>
                  </a:cubicBezTo>
                  <a:cubicBezTo>
                    <a:pt x="6948" y="2552"/>
                    <a:pt x="5085" y="2869"/>
                    <a:pt x="3371" y="3781"/>
                  </a:cubicBezTo>
                  <a:cubicBezTo>
                    <a:pt x="3409" y="1304"/>
                    <a:pt x="1453" y="1826"/>
                    <a:pt x="0" y="1546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9FB2012-3A66-F8E5-2EDA-043B95D2ED15}"/>
                </a:ext>
              </a:extLst>
            </p:cNvPr>
            <p:cNvSpPr/>
            <p:nvPr/>
          </p:nvSpPr>
          <p:spPr>
            <a:xfrm>
              <a:off x="1539238" y="5491626"/>
              <a:ext cx="37588" cy="2832"/>
            </a:xfrm>
            <a:custGeom>
              <a:avLst/>
              <a:gdLst>
                <a:gd name="csX0" fmla="*/ 0 w 37588"/>
                <a:gd name="csY0" fmla="*/ 0 h 2832"/>
                <a:gd name="csX1" fmla="*/ 37589 w 37588"/>
                <a:gd name="csY1" fmla="*/ 1173 h 2832"/>
                <a:gd name="csX2" fmla="*/ 0 w 37588"/>
                <a:gd name="csY2" fmla="*/ 0 h 2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588" h="2832">
                  <a:moveTo>
                    <a:pt x="0" y="0"/>
                  </a:moveTo>
                  <a:cubicBezTo>
                    <a:pt x="12499" y="1192"/>
                    <a:pt x="25053" y="1024"/>
                    <a:pt x="37589" y="1173"/>
                  </a:cubicBezTo>
                  <a:cubicBezTo>
                    <a:pt x="25034" y="2142"/>
                    <a:pt x="12405" y="4917"/>
                    <a:pt x="0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86D8F23F-DDB8-B72C-965E-34DAEC532F82}"/>
                </a:ext>
              </a:extLst>
            </p:cNvPr>
            <p:cNvSpPr/>
            <p:nvPr/>
          </p:nvSpPr>
          <p:spPr>
            <a:xfrm>
              <a:off x="1645242" y="5227032"/>
              <a:ext cx="27697" cy="1139"/>
            </a:xfrm>
            <a:custGeom>
              <a:avLst/>
              <a:gdLst>
                <a:gd name="csX0" fmla="*/ 27698 w 27697"/>
                <a:gd name="csY0" fmla="*/ 1139 h 1139"/>
                <a:gd name="csX1" fmla="*/ 0 w 27697"/>
                <a:gd name="csY1" fmla="*/ 1120 h 1139"/>
                <a:gd name="csX2" fmla="*/ 27698 w 27697"/>
                <a:gd name="csY2" fmla="*/ 1139 h 1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697" h="1139">
                  <a:moveTo>
                    <a:pt x="27698" y="1139"/>
                  </a:moveTo>
                  <a:cubicBezTo>
                    <a:pt x="18459" y="1139"/>
                    <a:pt x="9239" y="1139"/>
                    <a:pt x="0" y="1120"/>
                  </a:cubicBezTo>
                  <a:cubicBezTo>
                    <a:pt x="9239" y="-891"/>
                    <a:pt x="18478" y="245"/>
                    <a:pt x="27698" y="1139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17D1358B-BBBD-BD4F-CCC5-573A38187A3F}"/>
                </a:ext>
              </a:extLst>
            </p:cNvPr>
            <p:cNvSpPr/>
            <p:nvPr/>
          </p:nvSpPr>
          <p:spPr>
            <a:xfrm>
              <a:off x="1617339" y="5479125"/>
              <a:ext cx="11548" cy="4323"/>
            </a:xfrm>
            <a:custGeom>
              <a:avLst/>
              <a:gdLst>
                <a:gd name="csX0" fmla="*/ 0 w 11548"/>
                <a:gd name="csY0" fmla="*/ 4324 h 4323"/>
                <a:gd name="csX1" fmla="*/ 11549 w 11548"/>
                <a:gd name="csY1" fmla="*/ 151 h 4323"/>
                <a:gd name="csX2" fmla="*/ 0 w 11548"/>
                <a:gd name="csY2" fmla="*/ 4324 h 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548" h="4323">
                  <a:moveTo>
                    <a:pt x="0" y="4324"/>
                  </a:moveTo>
                  <a:cubicBezTo>
                    <a:pt x="2757" y="-54"/>
                    <a:pt x="7041" y="-277"/>
                    <a:pt x="11549" y="151"/>
                  </a:cubicBezTo>
                  <a:cubicBezTo>
                    <a:pt x="7916" y="2107"/>
                    <a:pt x="4042" y="3411"/>
                    <a:pt x="0" y="4324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BA4FF056-8FFF-CCE6-E1C8-7E4D6E502417}"/>
                </a:ext>
              </a:extLst>
            </p:cNvPr>
            <p:cNvSpPr/>
            <p:nvPr/>
          </p:nvSpPr>
          <p:spPr>
            <a:xfrm>
              <a:off x="1930025" y="5235100"/>
              <a:ext cx="1773" cy="14584"/>
            </a:xfrm>
            <a:custGeom>
              <a:avLst/>
              <a:gdLst>
                <a:gd name="csX0" fmla="*/ 205 w 1773"/>
                <a:gd name="csY0" fmla="*/ 0 h 14584"/>
                <a:gd name="csX1" fmla="*/ 0 w 1773"/>
                <a:gd name="csY1" fmla="*/ 14585 h 14584"/>
                <a:gd name="csX2" fmla="*/ 205 w 1773"/>
                <a:gd name="csY2" fmla="*/ 0 h 1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3" h="14584">
                  <a:moveTo>
                    <a:pt x="205" y="0"/>
                  </a:moveTo>
                  <a:cubicBezTo>
                    <a:pt x="2086" y="4880"/>
                    <a:pt x="2570" y="9760"/>
                    <a:pt x="0" y="14585"/>
                  </a:cubicBezTo>
                  <a:cubicBezTo>
                    <a:pt x="689" y="9723"/>
                    <a:pt x="447" y="4862"/>
                    <a:pt x="205" y="0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7CD0A2A8-6F59-6B3A-F2BD-67B32C5BD6ED}"/>
                </a:ext>
              </a:extLst>
            </p:cNvPr>
            <p:cNvSpPr/>
            <p:nvPr/>
          </p:nvSpPr>
          <p:spPr>
            <a:xfrm>
              <a:off x="1775573" y="5007725"/>
              <a:ext cx="76516" cy="79566"/>
            </a:xfrm>
            <a:custGeom>
              <a:avLst/>
              <a:gdLst>
                <a:gd name="csX0" fmla="*/ 0 w 76516"/>
                <a:gd name="csY0" fmla="*/ 2347 h 79566"/>
                <a:gd name="csX1" fmla="*/ 1285 w 76516"/>
                <a:gd name="csY1" fmla="*/ 0 h 79566"/>
                <a:gd name="csX2" fmla="*/ 24047 w 76516"/>
                <a:gd name="csY2" fmla="*/ 12238 h 79566"/>
                <a:gd name="csX3" fmla="*/ 30846 w 76516"/>
                <a:gd name="csY3" fmla="*/ 16168 h 79566"/>
                <a:gd name="csX4" fmla="*/ 40941 w 76516"/>
                <a:gd name="csY4" fmla="*/ 18049 h 79566"/>
                <a:gd name="csX5" fmla="*/ 42562 w 76516"/>
                <a:gd name="csY5" fmla="*/ 17565 h 79566"/>
                <a:gd name="csX6" fmla="*/ 67242 w 76516"/>
                <a:gd name="csY6" fmla="*/ 29188 h 79566"/>
                <a:gd name="csX7" fmla="*/ 75736 w 76516"/>
                <a:gd name="csY7" fmla="*/ 45728 h 79566"/>
                <a:gd name="csX8" fmla="*/ 73966 w 76516"/>
                <a:gd name="csY8" fmla="*/ 49919 h 79566"/>
                <a:gd name="csX9" fmla="*/ 47517 w 76516"/>
                <a:gd name="csY9" fmla="*/ 59587 h 79566"/>
                <a:gd name="csX10" fmla="*/ 34813 w 76516"/>
                <a:gd name="csY10" fmla="*/ 75829 h 79566"/>
                <a:gd name="csX11" fmla="*/ 29784 w 76516"/>
                <a:gd name="csY11" fmla="*/ 77878 h 79566"/>
                <a:gd name="csX12" fmla="*/ 10524 w 76516"/>
                <a:gd name="csY12" fmla="*/ 64150 h 79566"/>
                <a:gd name="csX13" fmla="*/ 1714 w 76516"/>
                <a:gd name="csY13" fmla="*/ 39582 h 79566"/>
                <a:gd name="csX14" fmla="*/ 4116 w 76516"/>
                <a:gd name="csY14" fmla="*/ 24010 h 79566"/>
                <a:gd name="csX15" fmla="*/ 0 w 76516"/>
                <a:gd name="csY15" fmla="*/ 2347 h 79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6516" h="79566">
                  <a:moveTo>
                    <a:pt x="0" y="2347"/>
                  </a:moveTo>
                  <a:cubicBezTo>
                    <a:pt x="149" y="1416"/>
                    <a:pt x="242" y="447"/>
                    <a:pt x="1285" y="0"/>
                  </a:cubicBezTo>
                  <a:cubicBezTo>
                    <a:pt x="8270" y="5197"/>
                    <a:pt x="16205" y="8643"/>
                    <a:pt x="24047" y="12238"/>
                  </a:cubicBezTo>
                  <a:cubicBezTo>
                    <a:pt x="26450" y="13337"/>
                    <a:pt x="28741" y="14529"/>
                    <a:pt x="30846" y="16168"/>
                  </a:cubicBezTo>
                  <a:cubicBezTo>
                    <a:pt x="33826" y="18496"/>
                    <a:pt x="37235" y="19204"/>
                    <a:pt x="40941" y="18049"/>
                  </a:cubicBezTo>
                  <a:cubicBezTo>
                    <a:pt x="41482" y="17882"/>
                    <a:pt x="42003" y="17677"/>
                    <a:pt x="42562" y="17565"/>
                  </a:cubicBezTo>
                  <a:cubicBezTo>
                    <a:pt x="56551" y="14641"/>
                    <a:pt x="60518" y="16503"/>
                    <a:pt x="67242" y="29188"/>
                  </a:cubicBezTo>
                  <a:cubicBezTo>
                    <a:pt x="70148" y="34664"/>
                    <a:pt x="72830" y="40252"/>
                    <a:pt x="75736" y="45728"/>
                  </a:cubicBezTo>
                  <a:cubicBezTo>
                    <a:pt x="76984" y="48075"/>
                    <a:pt x="76965" y="48951"/>
                    <a:pt x="73966" y="49919"/>
                  </a:cubicBezTo>
                  <a:cubicBezTo>
                    <a:pt x="65044" y="52807"/>
                    <a:pt x="56253" y="56159"/>
                    <a:pt x="47517" y="59587"/>
                  </a:cubicBezTo>
                  <a:cubicBezTo>
                    <a:pt x="40178" y="62455"/>
                    <a:pt x="35111" y="67428"/>
                    <a:pt x="34813" y="75829"/>
                  </a:cubicBezTo>
                  <a:cubicBezTo>
                    <a:pt x="34646" y="80691"/>
                    <a:pt x="32690" y="80169"/>
                    <a:pt x="29784" y="77878"/>
                  </a:cubicBezTo>
                  <a:cubicBezTo>
                    <a:pt x="23600" y="72979"/>
                    <a:pt x="17025" y="68565"/>
                    <a:pt x="10524" y="64150"/>
                  </a:cubicBezTo>
                  <a:cubicBezTo>
                    <a:pt x="1211" y="57798"/>
                    <a:pt x="-75" y="49491"/>
                    <a:pt x="1714" y="39582"/>
                  </a:cubicBezTo>
                  <a:cubicBezTo>
                    <a:pt x="2645" y="34422"/>
                    <a:pt x="3446" y="29225"/>
                    <a:pt x="4116" y="24010"/>
                  </a:cubicBezTo>
                  <a:cubicBezTo>
                    <a:pt x="5122" y="16373"/>
                    <a:pt x="4191" y="9034"/>
                    <a:pt x="0" y="2347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AB284DE1-A967-1F0B-3386-FF21305749A1}"/>
                </a:ext>
              </a:extLst>
            </p:cNvPr>
            <p:cNvSpPr/>
            <p:nvPr/>
          </p:nvSpPr>
          <p:spPr>
            <a:xfrm>
              <a:off x="1862504" y="5075674"/>
              <a:ext cx="4638" cy="13969"/>
            </a:xfrm>
            <a:custGeom>
              <a:avLst/>
              <a:gdLst>
                <a:gd name="csX0" fmla="*/ 1173 w 4638"/>
                <a:gd name="csY0" fmla="*/ 0 h 13969"/>
                <a:gd name="csX1" fmla="*/ 4638 w 4638"/>
                <a:gd name="csY1" fmla="*/ 13970 h 13969"/>
                <a:gd name="csX2" fmla="*/ 0 w 4638"/>
                <a:gd name="csY2" fmla="*/ 4582 h 13969"/>
                <a:gd name="csX3" fmla="*/ 1173 w 4638"/>
                <a:gd name="csY3" fmla="*/ 0 h 13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8" h="13969">
                  <a:moveTo>
                    <a:pt x="1173" y="0"/>
                  </a:moveTo>
                  <a:cubicBezTo>
                    <a:pt x="2813" y="4135"/>
                    <a:pt x="4005" y="8382"/>
                    <a:pt x="4638" y="13970"/>
                  </a:cubicBezTo>
                  <a:cubicBezTo>
                    <a:pt x="559" y="11027"/>
                    <a:pt x="559" y="7674"/>
                    <a:pt x="0" y="4582"/>
                  </a:cubicBezTo>
                  <a:cubicBezTo>
                    <a:pt x="1937" y="3465"/>
                    <a:pt x="820" y="1546"/>
                    <a:pt x="1173" y="0"/>
                  </a:cubicBezTo>
                  <a:close/>
                </a:path>
              </a:pathLst>
            </a:custGeom>
            <a:solidFill>
              <a:srgbClr val="516F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45F3E1D5-A05A-7FC6-A177-5E82355CF0EC}"/>
                </a:ext>
              </a:extLst>
            </p:cNvPr>
            <p:cNvSpPr/>
            <p:nvPr/>
          </p:nvSpPr>
          <p:spPr>
            <a:xfrm>
              <a:off x="1759704" y="4831993"/>
              <a:ext cx="112433" cy="181201"/>
            </a:xfrm>
            <a:custGeom>
              <a:avLst/>
              <a:gdLst>
                <a:gd name="csX0" fmla="*/ 14510 w 112433"/>
                <a:gd name="csY0" fmla="*/ 106944 h 181201"/>
                <a:gd name="csX1" fmla="*/ 5979 w 112433"/>
                <a:gd name="csY1" fmla="*/ 98953 h 181201"/>
                <a:gd name="csX2" fmla="*/ 18 w 112433"/>
                <a:gd name="csY2" fmla="*/ 70007 h 181201"/>
                <a:gd name="csX3" fmla="*/ 8400 w 112433"/>
                <a:gd name="csY3" fmla="*/ 58011 h 181201"/>
                <a:gd name="csX4" fmla="*/ 12591 w 112433"/>
                <a:gd name="csY4" fmla="*/ 55385 h 181201"/>
                <a:gd name="csX5" fmla="*/ 7841 w 112433"/>
                <a:gd name="csY5" fmla="*/ 55199 h 181201"/>
                <a:gd name="csX6" fmla="*/ 1490 w 112433"/>
                <a:gd name="csY6" fmla="*/ 49126 h 181201"/>
                <a:gd name="csX7" fmla="*/ 9983 w 112433"/>
                <a:gd name="csY7" fmla="*/ 18411 h 181201"/>
                <a:gd name="csX8" fmla="*/ 20917 w 112433"/>
                <a:gd name="csY8" fmla="*/ 3659 h 181201"/>
                <a:gd name="csX9" fmla="*/ 41071 w 112433"/>
                <a:gd name="csY9" fmla="*/ 2169 h 181201"/>
                <a:gd name="csX10" fmla="*/ 66124 w 112433"/>
                <a:gd name="csY10" fmla="*/ 18877 h 181201"/>
                <a:gd name="csX11" fmla="*/ 74897 w 112433"/>
                <a:gd name="csY11" fmla="*/ 27445 h 181201"/>
                <a:gd name="csX12" fmla="*/ 73798 w 112433"/>
                <a:gd name="csY12" fmla="*/ 35156 h 181201"/>
                <a:gd name="csX13" fmla="*/ 72141 w 112433"/>
                <a:gd name="csY13" fmla="*/ 38155 h 181201"/>
                <a:gd name="csX14" fmla="*/ 75456 w 112433"/>
                <a:gd name="csY14" fmla="*/ 37801 h 181201"/>
                <a:gd name="csX15" fmla="*/ 82609 w 112433"/>
                <a:gd name="csY15" fmla="*/ 39180 h 181201"/>
                <a:gd name="csX16" fmla="*/ 98255 w 112433"/>
                <a:gd name="csY16" fmla="*/ 79730 h 181201"/>
                <a:gd name="csX17" fmla="*/ 97100 w 112433"/>
                <a:gd name="csY17" fmla="*/ 85486 h 181201"/>
                <a:gd name="csX18" fmla="*/ 102930 w 112433"/>
                <a:gd name="csY18" fmla="*/ 90310 h 181201"/>
                <a:gd name="csX19" fmla="*/ 111629 w 112433"/>
                <a:gd name="csY19" fmla="*/ 121137 h 181201"/>
                <a:gd name="csX20" fmla="*/ 107308 w 112433"/>
                <a:gd name="csY20" fmla="*/ 131661 h 181201"/>
                <a:gd name="csX21" fmla="*/ 100528 w 112433"/>
                <a:gd name="csY21" fmla="*/ 134548 h 181201"/>
                <a:gd name="csX22" fmla="*/ 96728 w 112433"/>
                <a:gd name="csY22" fmla="*/ 118175 h 181201"/>
                <a:gd name="csX23" fmla="*/ 66515 w 112433"/>
                <a:gd name="csY23" fmla="*/ 40055 h 181201"/>
                <a:gd name="csX24" fmla="*/ 39432 w 112433"/>
                <a:gd name="csY24" fmla="*/ 16921 h 181201"/>
                <a:gd name="csX25" fmla="*/ 31255 w 112433"/>
                <a:gd name="csY25" fmla="*/ 18877 h 181201"/>
                <a:gd name="csX26" fmla="*/ 29392 w 112433"/>
                <a:gd name="csY26" fmla="*/ 21801 h 181201"/>
                <a:gd name="csX27" fmla="*/ 26431 w 112433"/>
                <a:gd name="csY27" fmla="*/ 38435 h 181201"/>
                <a:gd name="csX28" fmla="*/ 35856 w 112433"/>
                <a:gd name="csY28" fmla="*/ 58924 h 181201"/>
                <a:gd name="csX29" fmla="*/ 60611 w 112433"/>
                <a:gd name="csY29" fmla="*/ 127079 h 181201"/>
                <a:gd name="csX30" fmla="*/ 72215 w 112433"/>
                <a:gd name="csY30" fmla="*/ 154348 h 181201"/>
                <a:gd name="csX31" fmla="*/ 84341 w 112433"/>
                <a:gd name="csY31" fmla="*/ 162879 h 181201"/>
                <a:gd name="csX32" fmla="*/ 87917 w 112433"/>
                <a:gd name="csY32" fmla="*/ 165394 h 181201"/>
                <a:gd name="csX33" fmla="*/ 87079 w 112433"/>
                <a:gd name="csY33" fmla="*/ 176942 h 181201"/>
                <a:gd name="csX34" fmla="*/ 82702 w 112433"/>
                <a:gd name="csY34" fmla="*/ 181152 h 181201"/>
                <a:gd name="csX35" fmla="*/ 68173 w 112433"/>
                <a:gd name="csY35" fmla="*/ 178246 h 181201"/>
                <a:gd name="csX36" fmla="*/ 48801 w 112433"/>
                <a:gd name="csY36" fmla="*/ 164146 h 181201"/>
                <a:gd name="csX37" fmla="*/ 46287 w 112433"/>
                <a:gd name="csY37" fmla="*/ 156583 h 181201"/>
                <a:gd name="csX38" fmla="*/ 49248 w 112433"/>
                <a:gd name="csY38" fmla="*/ 152728 h 181201"/>
                <a:gd name="csX39" fmla="*/ 43958 w 112433"/>
                <a:gd name="csY39" fmla="*/ 154404 h 181201"/>
                <a:gd name="csX40" fmla="*/ 39469 w 112433"/>
                <a:gd name="csY40" fmla="*/ 152616 h 181201"/>
                <a:gd name="csX41" fmla="*/ 21178 w 112433"/>
                <a:gd name="csY41" fmla="*/ 128085 h 181201"/>
                <a:gd name="csX42" fmla="*/ 14193 w 112433"/>
                <a:gd name="csY42" fmla="*/ 116071 h 181201"/>
                <a:gd name="csX43" fmla="*/ 15869 w 112433"/>
                <a:gd name="csY43" fmla="*/ 109365 h 181201"/>
                <a:gd name="csX44" fmla="*/ 21588 w 112433"/>
                <a:gd name="csY44" fmla="*/ 103814 h 181201"/>
                <a:gd name="csX45" fmla="*/ 14510 w 112433"/>
                <a:gd name="csY45" fmla="*/ 106944 h 18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12433" h="181201">
                  <a:moveTo>
                    <a:pt x="14510" y="106944"/>
                  </a:moveTo>
                  <a:cubicBezTo>
                    <a:pt x="8326" y="107931"/>
                    <a:pt x="7376" y="102380"/>
                    <a:pt x="5979" y="98953"/>
                  </a:cubicBezTo>
                  <a:cubicBezTo>
                    <a:pt x="2216" y="89770"/>
                    <a:pt x="298" y="79991"/>
                    <a:pt x="18" y="70007"/>
                  </a:cubicBezTo>
                  <a:cubicBezTo>
                    <a:pt x="-187" y="62426"/>
                    <a:pt x="1266" y="60712"/>
                    <a:pt x="8400" y="58011"/>
                  </a:cubicBezTo>
                  <a:cubicBezTo>
                    <a:pt x="9928" y="57434"/>
                    <a:pt x="13187" y="57788"/>
                    <a:pt x="12591" y="55385"/>
                  </a:cubicBezTo>
                  <a:cubicBezTo>
                    <a:pt x="11902" y="52610"/>
                    <a:pt x="9369" y="54826"/>
                    <a:pt x="7841" y="55199"/>
                  </a:cubicBezTo>
                  <a:cubicBezTo>
                    <a:pt x="2831" y="56372"/>
                    <a:pt x="-280" y="53876"/>
                    <a:pt x="1490" y="49126"/>
                  </a:cubicBezTo>
                  <a:cubicBezTo>
                    <a:pt x="5215" y="39124"/>
                    <a:pt x="5178" y="28171"/>
                    <a:pt x="9983" y="18411"/>
                  </a:cubicBezTo>
                  <a:cubicBezTo>
                    <a:pt x="12796" y="12730"/>
                    <a:pt x="16465" y="7682"/>
                    <a:pt x="20917" y="3659"/>
                  </a:cubicBezTo>
                  <a:cubicBezTo>
                    <a:pt x="26729" y="-1575"/>
                    <a:pt x="34217" y="-365"/>
                    <a:pt x="41071" y="2169"/>
                  </a:cubicBezTo>
                  <a:cubicBezTo>
                    <a:pt x="50720" y="5726"/>
                    <a:pt x="58301" y="12525"/>
                    <a:pt x="66124" y="18877"/>
                  </a:cubicBezTo>
                  <a:cubicBezTo>
                    <a:pt x="69309" y="21466"/>
                    <a:pt x="72439" y="23980"/>
                    <a:pt x="74897" y="27445"/>
                  </a:cubicBezTo>
                  <a:cubicBezTo>
                    <a:pt x="77282" y="30779"/>
                    <a:pt x="77691" y="32996"/>
                    <a:pt x="73798" y="35156"/>
                  </a:cubicBezTo>
                  <a:cubicBezTo>
                    <a:pt x="72793" y="35715"/>
                    <a:pt x="71135" y="36591"/>
                    <a:pt x="72141" y="38155"/>
                  </a:cubicBezTo>
                  <a:cubicBezTo>
                    <a:pt x="73165" y="39739"/>
                    <a:pt x="74450" y="38714"/>
                    <a:pt x="75456" y="37801"/>
                  </a:cubicBezTo>
                  <a:cubicBezTo>
                    <a:pt x="78474" y="35026"/>
                    <a:pt x="81454" y="37094"/>
                    <a:pt x="82609" y="39180"/>
                  </a:cubicBezTo>
                  <a:cubicBezTo>
                    <a:pt x="89650" y="51958"/>
                    <a:pt x="96430" y="64922"/>
                    <a:pt x="98255" y="79730"/>
                  </a:cubicBezTo>
                  <a:cubicBezTo>
                    <a:pt x="99149" y="81909"/>
                    <a:pt x="94679" y="83008"/>
                    <a:pt x="97100" y="85486"/>
                  </a:cubicBezTo>
                  <a:cubicBezTo>
                    <a:pt x="100434" y="85430"/>
                    <a:pt x="102055" y="86994"/>
                    <a:pt x="102930" y="90310"/>
                  </a:cubicBezTo>
                  <a:cubicBezTo>
                    <a:pt x="105631" y="100648"/>
                    <a:pt x="108407" y="110967"/>
                    <a:pt x="111629" y="121137"/>
                  </a:cubicBezTo>
                  <a:cubicBezTo>
                    <a:pt x="113268" y="126278"/>
                    <a:pt x="112672" y="129761"/>
                    <a:pt x="107308" y="131661"/>
                  </a:cubicBezTo>
                  <a:cubicBezTo>
                    <a:pt x="105762" y="134325"/>
                    <a:pt x="103638" y="135591"/>
                    <a:pt x="100528" y="134548"/>
                  </a:cubicBezTo>
                  <a:cubicBezTo>
                    <a:pt x="98069" y="129370"/>
                    <a:pt x="97976" y="123652"/>
                    <a:pt x="96728" y="118175"/>
                  </a:cubicBezTo>
                  <a:cubicBezTo>
                    <a:pt x="90395" y="90682"/>
                    <a:pt x="80783" y="64456"/>
                    <a:pt x="66515" y="40055"/>
                  </a:cubicBezTo>
                  <a:cubicBezTo>
                    <a:pt x="60182" y="29233"/>
                    <a:pt x="52434" y="20032"/>
                    <a:pt x="39432" y="16921"/>
                  </a:cubicBezTo>
                  <a:cubicBezTo>
                    <a:pt x="36247" y="16157"/>
                    <a:pt x="33490" y="16139"/>
                    <a:pt x="31255" y="18877"/>
                  </a:cubicBezTo>
                  <a:cubicBezTo>
                    <a:pt x="29243" y="18970"/>
                    <a:pt x="29597" y="20553"/>
                    <a:pt x="29392" y="21801"/>
                  </a:cubicBezTo>
                  <a:cubicBezTo>
                    <a:pt x="24121" y="26588"/>
                    <a:pt x="24419" y="32418"/>
                    <a:pt x="26431" y="38435"/>
                  </a:cubicBezTo>
                  <a:cubicBezTo>
                    <a:pt x="28815" y="45587"/>
                    <a:pt x="32317" y="52274"/>
                    <a:pt x="35856" y="58924"/>
                  </a:cubicBezTo>
                  <a:cubicBezTo>
                    <a:pt x="47293" y="80494"/>
                    <a:pt x="55302" y="103274"/>
                    <a:pt x="60611" y="127079"/>
                  </a:cubicBezTo>
                  <a:cubicBezTo>
                    <a:pt x="62790" y="136839"/>
                    <a:pt x="65752" y="146302"/>
                    <a:pt x="72215" y="154348"/>
                  </a:cubicBezTo>
                  <a:cubicBezTo>
                    <a:pt x="75512" y="158446"/>
                    <a:pt x="78958" y="161873"/>
                    <a:pt x="84341" y="162879"/>
                  </a:cubicBezTo>
                  <a:cubicBezTo>
                    <a:pt x="85813" y="163159"/>
                    <a:pt x="87210" y="163867"/>
                    <a:pt x="87917" y="165394"/>
                  </a:cubicBezTo>
                  <a:cubicBezTo>
                    <a:pt x="88811" y="169343"/>
                    <a:pt x="89501" y="173254"/>
                    <a:pt x="87079" y="176942"/>
                  </a:cubicBezTo>
                  <a:cubicBezTo>
                    <a:pt x="86967" y="179774"/>
                    <a:pt x="84583" y="181525"/>
                    <a:pt x="82702" y="181152"/>
                  </a:cubicBezTo>
                  <a:cubicBezTo>
                    <a:pt x="77896" y="180183"/>
                    <a:pt x="72867" y="181133"/>
                    <a:pt x="68173" y="178246"/>
                  </a:cubicBezTo>
                  <a:cubicBezTo>
                    <a:pt x="61281" y="174055"/>
                    <a:pt x="55134" y="169007"/>
                    <a:pt x="48801" y="164146"/>
                  </a:cubicBezTo>
                  <a:cubicBezTo>
                    <a:pt x="46063" y="162041"/>
                    <a:pt x="46380" y="159340"/>
                    <a:pt x="46287" y="156583"/>
                  </a:cubicBezTo>
                  <a:cubicBezTo>
                    <a:pt x="45914" y="154237"/>
                    <a:pt x="47963" y="153696"/>
                    <a:pt x="49248" y="152728"/>
                  </a:cubicBezTo>
                  <a:cubicBezTo>
                    <a:pt x="47404" y="152914"/>
                    <a:pt x="46343" y="155578"/>
                    <a:pt x="43958" y="154404"/>
                  </a:cubicBezTo>
                  <a:cubicBezTo>
                    <a:pt x="42133" y="154628"/>
                    <a:pt x="40587" y="154088"/>
                    <a:pt x="39469" y="152616"/>
                  </a:cubicBezTo>
                  <a:cubicBezTo>
                    <a:pt x="33304" y="144495"/>
                    <a:pt x="24996" y="138069"/>
                    <a:pt x="21178" y="128085"/>
                  </a:cubicBezTo>
                  <a:cubicBezTo>
                    <a:pt x="19539" y="123801"/>
                    <a:pt x="16819" y="119889"/>
                    <a:pt x="14193" y="116071"/>
                  </a:cubicBezTo>
                  <a:cubicBezTo>
                    <a:pt x="11995" y="112885"/>
                    <a:pt x="13038" y="111023"/>
                    <a:pt x="15869" y="109365"/>
                  </a:cubicBezTo>
                  <a:cubicBezTo>
                    <a:pt x="16559" y="106068"/>
                    <a:pt x="19818" y="105528"/>
                    <a:pt x="21588" y="103814"/>
                  </a:cubicBezTo>
                  <a:cubicBezTo>
                    <a:pt x="19315" y="104541"/>
                    <a:pt x="17527" y="107186"/>
                    <a:pt x="14510" y="106944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832FE31A-6074-AD74-1B4F-6E82EA65AF00}"/>
                </a:ext>
              </a:extLst>
            </p:cNvPr>
            <p:cNvSpPr/>
            <p:nvPr/>
          </p:nvSpPr>
          <p:spPr>
            <a:xfrm>
              <a:off x="1790214" y="4846599"/>
              <a:ext cx="76264" cy="156502"/>
            </a:xfrm>
            <a:custGeom>
              <a:avLst/>
              <a:gdLst>
                <a:gd name="csX0" fmla="*/ 0 w 76264"/>
                <a:gd name="csY0" fmla="*/ 4159 h 156502"/>
                <a:gd name="csX1" fmla="*/ 7078 w 76264"/>
                <a:gd name="csY1" fmla="*/ 284 h 156502"/>
                <a:gd name="csX2" fmla="*/ 37645 w 76264"/>
                <a:gd name="csY2" fmla="*/ 25356 h 156502"/>
                <a:gd name="csX3" fmla="*/ 69831 w 76264"/>
                <a:gd name="csY3" fmla="*/ 113981 h 156502"/>
                <a:gd name="csX4" fmla="*/ 70055 w 76264"/>
                <a:gd name="csY4" fmla="*/ 119607 h 156502"/>
                <a:gd name="csX5" fmla="*/ 68937 w 76264"/>
                <a:gd name="csY5" fmla="*/ 120668 h 156502"/>
                <a:gd name="csX6" fmla="*/ 70185 w 76264"/>
                <a:gd name="csY6" fmla="*/ 122866 h 156502"/>
                <a:gd name="csX7" fmla="*/ 76258 w 76264"/>
                <a:gd name="csY7" fmla="*/ 128920 h 156502"/>
                <a:gd name="csX8" fmla="*/ 68881 w 76264"/>
                <a:gd name="csY8" fmla="*/ 152837 h 156502"/>
                <a:gd name="csX9" fmla="*/ 59978 w 76264"/>
                <a:gd name="csY9" fmla="*/ 151123 h 156502"/>
                <a:gd name="csX10" fmla="*/ 57538 w 76264"/>
                <a:gd name="csY10" fmla="*/ 137563 h 156502"/>
                <a:gd name="csX11" fmla="*/ 19670 w 76264"/>
                <a:gd name="csY11" fmla="*/ 27759 h 156502"/>
                <a:gd name="csX12" fmla="*/ 2757 w 76264"/>
                <a:gd name="csY12" fmla="*/ 7530 h 156502"/>
                <a:gd name="csX13" fmla="*/ 0 w 76264"/>
                <a:gd name="csY13" fmla="*/ 4159 h 156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4" h="156502">
                  <a:moveTo>
                    <a:pt x="0" y="4159"/>
                  </a:moveTo>
                  <a:cubicBezTo>
                    <a:pt x="913" y="191"/>
                    <a:pt x="3129" y="-498"/>
                    <a:pt x="7078" y="284"/>
                  </a:cubicBezTo>
                  <a:cubicBezTo>
                    <a:pt x="21868" y="3171"/>
                    <a:pt x="30641" y="13118"/>
                    <a:pt x="37645" y="25356"/>
                  </a:cubicBezTo>
                  <a:cubicBezTo>
                    <a:pt x="53514" y="53035"/>
                    <a:pt x="63964" y="82670"/>
                    <a:pt x="69831" y="113981"/>
                  </a:cubicBezTo>
                  <a:cubicBezTo>
                    <a:pt x="70167" y="115807"/>
                    <a:pt x="69999" y="117725"/>
                    <a:pt x="70055" y="119607"/>
                  </a:cubicBezTo>
                  <a:cubicBezTo>
                    <a:pt x="70241" y="120557"/>
                    <a:pt x="70055" y="121115"/>
                    <a:pt x="68937" y="120668"/>
                  </a:cubicBezTo>
                  <a:cubicBezTo>
                    <a:pt x="67280" y="122587"/>
                    <a:pt x="68863" y="123071"/>
                    <a:pt x="70185" y="122866"/>
                  </a:cubicBezTo>
                  <a:cubicBezTo>
                    <a:pt x="75121" y="122084"/>
                    <a:pt x="76220" y="125530"/>
                    <a:pt x="76258" y="128920"/>
                  </a:cubicBezTo>
                  <a:cubicBezTo>
                    <a:pt x="76369" y="137600"/>
                    <a:pt x="75159" y="146056"/>
                    <a:pt x="68881" y="152837"/>
                  </a:cubicBezTo>
                  <a:cubicBezTo>
                    <a:pt x="64001" y="158108"/>
                    <a:pt x="62679" y="157828"/>
                    <a:pt x="59978" y="151123"/>
                  </a:cubicBezTo>
                  <a:cubicBezTo>
                    <a:pt x="56998" y="147006"/>
                    <a:pt x="58115" y="142052"/>
                    <a:pt x="57538" y="137563"/>
                  </a:cubicBezTo>
                  <a:cubicBezTo>
                    <a:pt x="52564" y="98298"/>
                    <a:pt x="40587" y="61492"/>
                    <a:pt x="19670" y="27759"/>
                  </a:cubicBezTo>
                  <a:cubicBezTo>
                    <a:pt x="14994" y="20233"/>
                    <a:pt x="9444" y="13398"/>
                    <a:pt x="2757" y="7530"/>
                  </a:cubicBezTo>
                  <a:cubicBezTo>
                    <a:pt x="1695" y="6562"/>
                    <a:pt x="298" y="5816"/>
                    <a:pt x="0" y="4159"/>
                  </a:cubicBezTo>
                  <a:close/>
                </a:path>
              </a:pathLst>
            </a:custGeom>
            <a:solidFill>
              <a:srgbClr val="9AC6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962C17A6-B435-153E-0D0E-3C8570F3FC4B}"/>
                </a:ext>
              </a:extLst>
            </p:cNvPr>
            <p:cNvSpPr/>
            <p:nvPr/>
          </p:nvSpPr>
          <p:spPr>
            <a:xfrm>
              <a:off x="1788750" y="4850758"/>
              <a:ext cx="61478" cy="158335"/>
            </a:xfrm>
            <a:custGeom>
              <a:avLst/>
              <a:gdLst>
                <a:gd name="csX0" fmla="*/ 1464 w 61478"/>
                <a:gd name="csY0" fmla="*/ 0 h 158335"/>
                <a:gd name="csX1" fmla="*/ 25175 w 61478"/>
                <a:gd name="csY1" fmla="*/ 27381 h 158335"/>
                <a:gd name="csX2" fmla="*/ 61050 w 61478"/>
                <a:gd name="csY2" fmla="*/ 137371 h 158335"/>
                <a:gd name="csX3" fmla="*/ 61479 w 61478"/>
                <a:gd name="csY3" fmla="*/ 146946 h 158335"/>
                <a:gd name="csX4" fmla="*/ 61293 w 61478"/>
                <a:gd name="csY4" fmla="*/ 155234 h 158335"/>
                <a:gd name="csX5" fmla="*/ 58014 w 61478"/>
                <a:gd name="csY5" fmla="*/ 158140 h 158335"/>
                <a:gd name="csX6" fmla="*/ 57958 w 61478"/>
                <a:gd name="csY6" fmla="*/ 145828 h 158335"/>
                <a:gd name="csX7" fmla="*/ 55611 w 61478"/>
                <a:gd name="csY7" fmla="*/ 131579 h 158335"/>
                <a:gd name="csX8" fmla="*/ 41008 w 61478"/>
                <a:gd name="csY8" fmla="*/ 70353 h 158335"/>
                <a:gd name="csX9" fmla="*/ 12975 w 61478"/>
                <a:gd name="csY9" fmla="*/ 15926 h 158335"/>
                <a:gd name="csX10" fmla="*/ 551 w 61478"/>
                <a:gd name="csY10" fmla="*/ 2179 h 158335"/>
                <a:gd name="csX11" fmla="*/ 1464 w 61478"/>
                <a:gd name="csY11" fmla="*/ 0 h 158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1478" h="158335">
                  <a:moveTo>
                    <a:pt x="1464" y="0"/>
                  </a:moveTo>
                  <a:cubicBezTo>
                    <a:pt x="12379" y="6519"/>
                    <a:pt x="18898" y="16913"/>
                    <a:pt x="25175" y="27381"/>
                  </a:cubicBezTo>
                  <a:cubicBezTo>
                    <a:pt x="45478" y="61300"/>
                    <a:pt x="56599" y="98256"/>
                    <a:pt x="61050" y="137371"/>
                  </a:cubicBezTo>
                  <a:cubicBezTo>
                    <a:pt x="61404" y="140538"/>
                    <a:pt x="61348" y="143760"/>
                    <a:pt x="61479" y="146946"/>
                  </a:cubicBezTo>
                  <a:cubicBezTo>
                    <a:pt x="61404" y="149702"/>
                    <a:pt x="61311" y="152478"/>
                    <a:pt x="61293" y="155234"/>
                  </a:cubicBezTo>
                  <a:cubicBezTo>
                    <a:pt x="61293" y="157488"/>
                    <a:pt x="60622" y="158867"/>
                    <a:pt x="58014" y="158140"/>
                  </a:cubicBezTo>
                  <a:cubicBezTo>
                    <a:pt x="57996" y="154042"/>
                    <a:pt x="57977" y="149926"/>
                    <a:pt x="57958" y="145828"/>
                  </a:cubicBezTo>
                  <a:cubicBezTo>
                    <a:pt x="55332" y="141395"/>
                    <a:pt x="55928" y="136291"/>
                    <a:pt x="55611" y="131579"/>
                  </a:cubicBezTo>
                  <a:cubicBezTo>
                    <a:pt x="54233" y="110288"/>
                    <a:pt x="48142" y="90190"/>
                    <a:pt x="41008" y="70353"/>
                  </a:cubicBezTo>
                  <a:cubicBezTo>
                    <a:pt x="34042" y="51018"/>
                    <a:pt x="25809" y="32299"/>
                    <a:pt x="12975" y="15926"/>
                  </a:cubicBezTo>
                  <a:cubicBezTo>
                    <a:pt x="9138" y="11046"/>
                    <a:pt x="3922" y="7451"/>
                    <a:pt x="551" y="2179"/>
                  </a:cubicBezTo>
                  <a:cubicBezTo>
                    <a:pt x="-287" y="987"/>
                    <a:pt x="-306" y="112"/>
                    <a:pt x="1464" y="0"/>
                  </a:cubicBezTo>
                  <a:close/>
                </a:path>
              </a:pathLst>
            </a:custGeom>
            <a:solidFill>
              <a:srgbClr val="45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118C58A9-F798-96A8-83B3-4B9F156C9742}"/>
                </a:ext>
              </a:extLst>
            </p:cNvPr>
            <p:cNvSpPr/>
            <p:nvPr/>
          </p:nvSpPr>
          <p:spPr>
            <a:xfrm>
              <a:off x="1853595" y="4908575"/>
              <a:ext cx="9839" cy="10673"/>
            </a:xfrm>
            <a:custGeom>
              <a:avLst/>
              <a:gdLst>
                <a:gd name="csX0" fmla="*/ 3227 w 9839"/>
                <a:gd name="csY0" fmla="*/ 8904 h 10673"/>
                <a:gd name="csX1" fmla="*/ 768 w 9839"/>
                <a:gd name="csY1" fmla="*/ 10543 h 10673"/>
                <a:gd name="csX2" fmla="*/ 731 w 9839"/>
                <a:gd name="csY2" fmla="*/ 7767 h 10673"/>
                <a:gd name="csX3" fmla="*/ 4382 w 9839"/>
                <a:gd name="csY3" fmla="*/ 3129 h 10673"/>
                <a:gd name="csX4" fmla="*/ 9839 w 9839"/>
                <a:gd name="csY4" fmla="*/ 0 h 10673"/>
                <a:gd name="csX5" fmla="*/ 3227 w 9839"/>
                <a:gd name="csY5" fmla="*/ 8904 h 10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839" h="10673">
                  <a:moveTo>
                    <a:pt x="3227" y="8904"/>
                  </a:moveTo>
                  <a:cubicBezTo>
                    <a:pt x="2221" y="9220"/>
                    <a:pt x="2072" y="11195"/>
                    <a:pt x="768" y="10543"/>
                  </a:cubicBezTo>
                  <a:cubicBezTo>
                    <a:pt x="-480" y="9928"/>
                    <a:pt x="5" y="8587"/>
                    <a:pt x="731" y="7767"/>
                  </a:cubicBezTo>
                  <a:cubicBezTo>
                    <a:pt x="2035" y="6277"/>
                    <a:pt x="2370" y="4042"/>
                    <a:pt x="4382" y="3129"/>
                  </a:cubicBezTo>
                  <a:cubicBezTo>
                    <a:pt x="5946" y="2235"/>
                    <a:pt x="7511" y="1322"/>
                    <a:pt x="9839" y="0"/>
                  </a:cubicBezTo>
                  <a:cubicBezTo>
                    <a:pt x="8685" y="4452"/>
                    <a:pt x="4736" y="5793"/>
                    <a:pt x="3227" y="8904"/>
                  </a:cubicBezTo>
                  <a:close/>
                </a:path>
              </a:pathLst>
            </a:custGeom>
            <a:solidFill>
              <a:srgbClr val="5E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65690089-D806-B7E4-B30B-8110BC14AAB0}"/>
                </a:ext>
              </a:extLst>
            </p:cNvPr>
            <p:cNvSpPr/>
            <p:nvPr/>
          </p:nvSpPr>
          <p:spPr>
            <a:xfrm>
              <a:off x="1773964" y="4933386"/>
              <a:ext cx="11648" cy="7990"/>
            </a:xfrm>
            <a:custGeom>
              <a:avLst/>
              <a:gdLst>
                <a:gd name="csX0" fmla="*/ 249 w 11648"/>
                <a:gd name="csY0" fmla="*/ 5551 h 7990"/>
                <a:gd name="csX1" fmla="*/ 11648 w 11648"/>
                <a:gd name="csY1" fmla="*/ 0 h 7990"/>
                <a:gd name="csX2" fmla="*/ 1590 w 11648"/>
                <a:gd name="csY2" fmla="*/ 7991 h 7990"/>
                <a:gd name="csX3" fmla="*/ 249 w 11648"/>
                <a:gd name="csY3" fmla="*/ 5551 h 7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48" h="7990">
                  <a:moveTo>
                    <a:pt x="249" y="5551"/>
                  </a:moveTo>
                  <a:cubicBezTo>
                    <a:pt x="3415" y="3073"/>
                    <a:pt x="6619" y="671"/>
                    <a:pt x="11648" y="0"/>
                  </a:cubicBezTo>
                  <a:cubicBezTo>
                    <a:pt x="8575" y="3967"/>
                    <a:pt x="4701" y="5495"/>
                    <a:pt x="1590" y="7991"/>
                  </a:cubicBezTo>
                  <a:cubicBezTo>
                    <a:pt x="-273" y="7954"/>
                    <a:pt x="-161" y="6836"/>
                    <a:pt x="249" y="5551"/>
                  </a:cubicBezTo>
                  <a:close/>
                </a:path>
              </a:pathLst>
            </a:custGeom>
            <a:solidFill>
              <a:srgbClr val="5B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9683F7AB-7F5D-2C10-D19E-9F5E75C63CCF}"/>
                </a:ext>
              </a:extLst>
            </p:cNvPr>
            <p:cNvSpPr/>
            <p:nvPr/>
          </p:nvSpPr>
          <p:spPr>
            <a:xfrm>
              <a:off x="1803625" y="4982299"/>
              <a:ext cx="8437" cy="6298"/>
            </a:xfrm>
            <a:custGeom>
              <a:avLst/>
              <a:gdLst>
                <a:gd name="csX0" fmla="*/ 0 w 8437"/>
                <a:gd name="csY0" fmla="*/ 4098 h 6298"/>
                <a:gd name="csX1" fmla="*/ 8438 w 8437"/>
                <a:gd name="csY1" fmla="*/ 0 h 6298"/>
                <a:gd name="csX2" fmla="*/ 2347 w 8437"/>
                <a:gd name="csY2" fmla="*/ 6277 h 6298"/>
                <a:gd name="csX3" fmla="*/ 0 w 8437"/>
                <a:gd name="csY3" fmla="*/ 4098 h 6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37" h="6298">
                  <a:moveTo>
                    <a:pt x="0" y="4098"/>
                  </a:moveTo>
                  <a:cubicBezTo>
                    <a:pt x="2608" y="2496"/>
                    <a:pt x="5048" y="559"/>
                    <a:pt x="8438" y="0"/>
                  </a:cubicBezTo>
                  <a:cubicBezTo>
                    <a:pt x="7358" y="3297"/>
                    <a:pt x="3967" y="3930"/>
                    <a:pt x="2347" y="6277"/>
                  </a:cubicBezTo>
                  <a:cubicBezTo>
                    <a:pt x="726" y="6445"/>
                    <a:pt x="37" y="5625"/>
                    <a:pt x="0" y="4098"/>
                  </a:cubicBezTo>
                  <a:close/>
                </a:path>
              </a:pathLst>
            </a:custGeom>
            <a:solidFill>
              <a:srgbClr val="59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F70FD2DA-8BD8-F1C8-0F58-A5E1EFFE833D}"/>
                </a:ext>
              </a:extLst>
            </p:cNvPr>
            <p:cNvSpPr/>
            <p:nvPr/>
          </p:nvSpPr>
          <p:spPr>
            <a:xfrm>
              <a:off x="1859188" y="4963635"/>
              <a:ext cx="9592" cy="4611"/>
            </a:xfrm>
            <a:custGeom>
              <a:avLst/>
              <a:gdLst>
                <a:gd name="csX0" fmla="*/ 0 w 9592"/>
                <a:gd name="csY0" fmla="*/ 3614 h 4611"/>
                <a:gd name="csX1" fmla="*/ 1118 w 9592"/>
                <a:gd name="csY1" fmla="*/ 2552 h 4611"/>
                <a:gd name="csX2" fmla="*/ 7842 w 9592"/>
                <a:gd name="csY2" fmla="*/ 0 h 4611"/>
                <a:gd name="csX3" fmla="*/ 9593 w 9592"/>
                <a:gd name="csY3" fmla="*/ 1062 h 4611"/>
                <a:gd name="csX4" fmla="*/ 0 w 9592"/>
                <a:gd name="csY4" fmla="*/ 3614 h 4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92" h="4611">
                  <a:moveTo>
                    <a:pt x="0" y="3614"/>
                  </a:moveTo>
                  <a:cubicBezTo>
                    <a:pt x="373" y="3260"/>
                    <a:pt x="745" y="2906"/>
                    <a:pt x="1118" y="2552"/>
                  </a:cubicBezTo>
                  <a:cubicBezTo>
                    <a:pt x="3725" y="2664"/>
                    <a:pt x="5774" y="1341"/>
                    <a:pt x="7842" y="0"/>
                  </a:cubicBezTo>
                  <a:cubicBezTo>
                    <a:pt x="8419" y="354"/>
                    <a:pt x="9015" y="708"/>
                    <a:pt x="9593" y="1062"/>
                  </a:cubicBezTo>
                  <a:cubicBezTo>
                    <a:pt x="6706" y="3129"/>
                    <a:pt x="4117" y="6221"/>
                    <a:pt x="0" y="3614"/>
                  </a:cubicBezTo>
                  <a:close/>
                </a:path>
              </a:pathLst>
            </a:custGeom>
            <a:solidFill>
              <a:srgbClr val="5672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58498E12-566E-CFAC-E229-E13092C46ACE}"/>
                </a:ext>
              </a:extLst>
            </p:cNvPr>
            <p:cNvSpPr/>
            <p:nvPr/>
          </p:nvSpPr>
          <p:spPr>
            <a:xfrm>
              <a:off x="1661430" y="5017946"/>
              <a:ext cx="95479" cy="63612"/>
            </a:xfrm>
            <a:custGeom>
              <a:avLst/>
              <a:gdLst>
                <a:gd name="csX0" fmla="*/ 85811 w 95479"/>
                <a:gd name="csY0" fmla="*/ 54562 h 63612"/>
                <a:gd name="csX1" fmla="*/ 84880 w 95479"/>
                <a:gd name="csY1" fmla="*/ 61081 h 63612"/>
                <a:gd name="csX2" fmla="*/ 60479 w 95479"/>
                <a:gd name="csY2" fmla="*/ 62999 h 63612"/>
                <a:gd name="csX3" fmla="*/ 37755 w 95479"/>
                <a:gd name="csY3" fmla="*/ 57113 h 63612"/>
                <a:gd name="csX4" fmla="*/ 1861 w 95479"/>
                <a:gd name="csY4" fmla="*/ 27236 h 63612"/>
                <a:gd name="csX5" fmla="*/ 18532 w 95479"/>
                <a:gd name="csY5" fmla="*/ 41 h 63612"/>
                <a:gd name="csX6" fmla="*/ 56120 w 95479"/>
                <a:gd name="csY6" fmla="*/ 15036 h 63612"/>
                <a:gd name="csX7" fmla="*/ 58784 w 95479"/>
                <a:gd name="csY7" fmla="*/ 17066 h 63612"/>
                <a:gd name="csX8" fmla="*/ 59771 w 95479"/>
                <a:gd name="csY8" fmla="*/ 17048 h 63612"/>
                <a:gd name="csX9" fmla="*/ 86854 w 95479"/>
                <a:gd name="csY9" fmla="*/ 31055 h 63612"/>
                <a:gd name="csX10" fmla="*/ 95125 w 95479"/>
                <a:gd name="csY10" fmla="*/ 42920 h 63612"/>
                <a:gd name="csX11" fmla="*/ 88661 w 95479"/>
                <a:gd name="csY11" fmla="*/ 50967 h 63612"/>
                <a:gd name="csX12" fmla="*/ 85849 w 95479"/>
                <a:gd name="csY12" fmla="*/ 50985 h 63612"/>
                <a:gd name="csX13" fmla="*/ 69830 w 95479"/>
                <a:gd name="csY13" fmla="*/ 46198 h 63612"/>
                <a:gd name="csX14" fmla="*/ 68135 w 95479"/>
                <a:gd name="csY14" fmla="*/ 39437 h 63612"/>
                <a:gd name="csX15" fmla="*/ 30080 w 95479"/>
                <a:gd name="csY15" fmla="*/ 17457 h 63612"/>
                <a:gd name="csX16" fmla="*/ 26169 w 95479"/>
                <a:gd name="csY16" fmla="*/ 20456 h 63612"/>
                <a:gd name="csX17" fmla="*/ 20674 w 95479"/>
                <a:gd name="csY17" fmla="*/ 18649 h 63612"/>
                <a:gd name="csX18" fmla="*/ 21475 w 95479"/>
                <a:gd name="csY18" fmla="*/ 21965 h 63612"/>
                <a:gd name="csX19" fmla="*/ 21885 w 95479"/>
                <a:gd name="csY19" fmla="*/ 28391 h 63612"/>
                <a:gd name="csX20" fmla="*/ 51836 w 95479"/>
                <a:gd name="csY20" fmla="*/ 46012 h 63612"/>
                <a:gd name="csX21" fmla="*/ 58933 w 95479"/>
                <a:gd name="csY21" fmla="*/ 43702 h 63612"/>
                <a:gd name="csX22" fmla="*/ 63236 w 95479"/>
                <a:gd name="csY22" fmla="*/ 44280 h 63612"/>
                <a:gd name="csX23" fmla="*/ 85811 w 95479"/>
                <a:gd name="csY23" fmla="*/ 54562 h 6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5479" h="63612">
                  <a:moveTo>
                    <a:pt x="85811" y="54562"/>
                  </a:moveTo>
                  <a:cubicBezTo>
                    <a:pt x="89350" y="57281"/>
                    <a:pt x="88661" y="59442"/>
                    <a:pt x="84880" y="61081"/>
                  </a:cubicBezTo>
                  <a:cubicBezTo>
                    <a:pt x="76982" y="64508"/>
                    <a:pt x="68693" y="63689"/>
                    <a:pt x="60479" y="62999"/>
                  </a:cubicBezTo>
                  <a:cubicBezTo>
                    <a:pt x="52600" y="62329"/>
                    <a:pt x="44721" y="60392"/>
                    <a:pt x="37755" y="57113"/>
                  </a:cubicBezTo>
                  <a:cubicBezTo>
                    <a:pt x="23375" y="50333"/>
                    <a:pt x="9479" y="42324"/>
                    <a:pt x="1861" y="27236"/>
                  </a:cubicBezTo>
                  <a:cubicBezTo>
                    <a:pt x="-4155" y="15315"/>
                    <a:pt x="5214" y="600"/>
                    <a:pt x="18532" y="41"/>
                  </a:cubicBezTo>
                  <a:cubicBezTo>
                    <a:pt x="33433" y="-573"/>
                    <a:pt x="45317" y="5704"/>
                    <a:pt x="56120" y="15036"/>
                  </a:cubicBezTo>
                  <a:cubicBezTo>
                    <a:pt x="56959" y="15762"/>
                    <a:pt x="57890" y="16377"/>
                    <a:pt x="58784" y="17066"/>
                  </a:cubicBezTo>
                  <a:cubicBezTo>
                    <a:pt x="59101" y="16563"/>
                    <a:pt x="59436" y="16526"/>
                    <a:pt x="59771" y="17048"/>
                  </a:cubicBezTo>
                  <a:cubicBezTo>
                    <a:pt x="69550" y="20270"/>
                    <a:pt x="78491" y="25150"/>
                    <a:pt x="86854" y="31055"/>
                  </a:cubicBezTo>
                  <a:cubicBezTo>
                    <a:pt x="90971" y="33961"/>
                    <a:pt x="94324" y="37407"/>
                    <a:pt x="95125" y="42920"/>
                  </a:cubicBezTo>
                  <a:cubicBezTo>
                    <a:pt x="96112" y="49663"/>
                    <a:pt x="95367" y="50911"/>
                    <a:pt x="88661" y="50967"/>
                  </a:cubicBezTo>
                  <a:cubicBezTo>
                    <a:pt x="87730" y="50967"/>
                    <a:pt x="86799" y="50985"/>
                    <a:pt x="85849" y="50985"/>
                  </a:cubicBezTo>
                  <a:cubicBezTo>
                    <a:pt x="79441" y="52941"/>
                    <a:pt x="74728" y="49234"/>
                    <a:pt x="69830" y="46198"/>
                  </a:cubicBezTo>
                  <a:cubicBezTo>
                    <a:pt x="70724" y="43591"/>
                    <a:pt x="71096" y="41095"/>
                    <a:pt x="68135" y="39437"/>
                  </a:cubicBezTo>
                  <a:cubicBezTo>
                    <a:pt x="55357" y="32266"/>
                    <a:pt x="44032" y="22617"/>
                    <a:pt x="30080" y="17457"/>
                  </a:cubicBezTo>
                  <a:cubicBezTo>
                    <a:pt x="26951" y="16302"/>
                    <a:pt x="25033" y="16265"/>
                    <a:pt x="26169" y="20456"/>
                  </a:cubicBezTo>
                  <a:cubicBezTo>
                    <a:pt x="23580" y="22207"/>
                    <a:pt x="22350" y="19860"/>
                    <a:pt x="20674" y="18649"/>
                  </a:cubicBezTo>
                  <a:cubicBezTo>
                    <a:pt x="20879" y="19767"/>
                    <a:pt x="22332" y="20605"/>
                    <a:pt x="21475" y="21965"/>
                  </a:cubicBezTo>
                  <a:cubicBezTo>
                    <a:pt x="19240" y="24256"/>
                    <a:pt x="20134" y="26380"/>
                    <a:pt x="21885" y="28391"/>
                  </a:cubicBezTo>
                  <a:cubicBezTo>
                    <a:pt x="29913" y="37593"/>
                    <a:pt x="40101" y="43106"/>
                    <a:pt x="51836" y="46012"/>
                  </a:cubicBezTo>
                  <a:cubicBezTo>
                    <a:pt x="54668" y="46701"/>
                    <a:pt x="56959" y="45695"/>
                    <a:pt x="58933" y="43702"/>
                  </a:cubicBezTo>
                  <a:cubicBezTo>
                    <a:pt x="60460" y="43162"/>
                    <a:pt x="61895" y="43646"/>
                    <a:pt x="63236" y="44280"/>
                  </a:cubicBezTo>
                  <a:cubicBezTo>
                    <a:pt x="70705" y="47819"/>
                    <a:pt x="78677" y="50277"/>
                    <a:pt x="85811" y="54562"/>
                  </a:cubicBezTo>
                  <a:close/>
                </a:path>
              </a:pathLst>
            </a:custGeom>
            <a:solidFill>
              <a:srgbClr val="98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698051E4-5476-81FD-A907-46111EBDA0EF}"/>
                </a:ext>
              </a:extLst>
            </p:cNvPr>
            <p:cNvSpPr/>
            <p:nvPr/>
          </p:nvSpPr>
          <p:spPr>
            <a:xfrm>
              <a:off x="1678528" y="5034257"/>
              <a:ext cx="81566" cy="39357"/>
            </a:xfrm>
            <a:custGeom>
              <a:avLst/>
              <a:gdLst>
                <a:gd name="csX0" fmla="*/ 68714 w 81566"/>
                <a:gd name="csY0" fmla="*/ 38251 h 39357"/>
                <a:gd name="csX1" fmla="*/ 45319 w 81566"/>
                <a:gd name="csY1" fmla="*/ 29142 h 39357"/>
                <a:gd name="csX2" fmla="*/ 41612 w 81566"/>
                <a:gd name="csY2" fmla="*/ 28043 h 39357"/>
                <a:gd name="csX3" fmla="*/ 40532 w 81566"/>
                <a:gd name="csY3" fmla="*/ 28267 h 39357"/>
                <a:gd name="csX4" fmla="*/ 5029 w 81566"/>
                <a:gd name="csY4" fmla="*/ 6809 h 39357"/>
                <a:gd name="csX5" fmla="*/ 4452 w 81566"/>
                <a:gd name="csY5" fmla="*/ 5244 h 39357"/>
                <a:gd name="csX6" fmla="*/ 0 w 81566"/>
                <a:gd name="csY6" fmla="*/ 141 h 39357"/>
                <a:gd name="csX7" fmla="*/ 8773 w 81566"/>
                <a:gd name="csY7" fmla="*/ 4555 h 39357"/>
                <a:gd name="csX8" fmla="*/ 26599 w 81566"/>
                <a:gd name="csY8" fmla="*/ 15079 h 39357"/>
                <a:gd name="csX9" fmla="*/ 49715 w 81566"/>
                <a:gd name="csY9" fmla="*/ 26758 h 39357"/>
                <a:gd name="csX10" fmla="*/ 52769 w 81566"/>
                <a:gd name="csY10" fmla="*/ 29086 h 39357"/>
                <a:gd name="csX11" fmla="*/ 68751 w 81566"/>
                <a:gd name="csY11" fmla="*/ 34674 h 39357"/>
                <a:gd name="csX12" fmla="*/ 81566 w 81566"/>
                <a:gd name="csY12" fmla="*/ 38102 h 39357"/>
                <a:gd name="csX13" fmla="*/ 68714 w 81566"/>
                <a:gd name="csY13" fmla="*/ 38251 h 39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1566" h="39357">
                  <a:moveTo>
                    <a:pt x="68714" y="38251"/>
                  </a:moveTo>
                  <a:cubicBezTo>
                    <a:pt x="60313" y="36761"/>
                    <a:pt x="53198" y="31955"/>
                    <a:pt x="45319" y="29142"/>
                  </a:cubicBezTo>
                  <a:cubicBezTo>
                    <a:pt x="44108" y="28714"/>
                    <a:pt x="43046" y="27745"/>
                    <a:pt x="41612" y="28043"/>
                  </a:cubicBezTo>
                  <a:cubicBezTo>
                    <a:pt x="41258" y="28211"/>
                    <a:pt x="40848" y="28397"/>
                    <a:pt x="40532" y="28267"/>
                  </a:cubicBezTo>
                  <a:cubicBezTo>
                    <a:pt x="27530" y="23051"/>
                    <a:pt x="15516" y="16197"/>
                    <a:pt x="5029" y="6809"/>
                  </a:cubicBezTo>
                  <a:cubicBezTo>
                    <a:pt x="4619" y="6436"/>
                    <a:pt x="4526" y="5822"/>
                    <a:pt x="4452" y="5244"/>
                  </a:cubicBezTo>
                  <a:cubicBezTo>
                    <a:pt x="3763" y="2972"/>
                    <a:pt x="466" y="3084"/>
                    <a:pt x="0" y="141"/>
                  </a:cubicBezTo>
                  <a:cubicBezTo>
                    <a:pt x="4266" y="-865"/>
                    <a:pt x="5588" y="3829"/>
                    <a:pt x="8773" y="4555"/>
                  </a:cubicBezTo>
                  <a:cubicBezTo>
                    <a:pt x="15460" y="6790"/>
                    <a:pt x="20489" y="11801"/>
                    <a:pt x="26599" y="15079"/>
                  </a:cubicBezTo>
                  <a:cubicBezTo>
                    <a:pt x="34217" y="19158"/>
                    <a:pt x="41817" y="23238"/>
                    <a:pt x="49715" y="26758"/>
                  </a:cubicBezTo>
                  <a:cubicBezTo>
                    <a:pt x="50925" y="27298"/>
                    <a:pt x="52155" y="27783"/>
                    <a:pt x="52769" y="29086"/>
                  </a:cubicBezTo>
                  <a:cubicBezTo>
                    <a:pt x="57780" y="31825"/>
                    <a:pt x="63089" y="33780"/>
                    <a:pt x="68751" y="34674"/>
                  </a:cubicBezTo>
                  <a:cubicBezTo>
                    <a:pt x="72439" y="36910"/>
                    <a:pt x="77152" y="35550"/>
                    <a:pt x="81566" y="38102"/>
                  </a:cubicBezTo>
                  <a:cubicBezTo>
                    <a:pt x="76798" y="40952"/>
                    <a:pt x="72719" y="38027"/>
                    <a:pt x="68714" y="38251"/>
                  </a:cubicBezTo>
                  <a:close/>
                </a:path>
              </a:pathLst>
            </a:custGeom>
            <a:solidFill>
              <a:srgbClr val="4A5F2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32A173C3-1B56-B3E5-2518-AAAB89B48489}"/>
                </a:ext>
              </a:extLst>
            </p:cNvPr>
            <p:cNvSpPr/>
            <p:nvPr/>
          </p:nvSpPr>
          <p:spPr>
            <a:xfrm>
              <a:off x="1720215" y="5015287"/>
              <a:ext cx="7785" cy="19725"/>
            </a:xfrm>
            <a:custGeom>
              <a:avLst/>
              <a:gdLst>
                <a:gd name="csX0" fmla="*/ 969 w 7785"/>
                <a:gd name="csY0" fmla="*/ 19707 h 19725"/>
                <a:gd name="csX1" fmla="*/ 484 w 7785"/>
                <a:gd name="csY1" fmla="*/ 19726 h 19725"/>
                <a:gd name="csX2" fmla="*/ 0 w 7785"/>
                <a:gd name="csY2" fmla="*/ 19726 h 19725"/>
                <a:gd name="csX3" fmla="*/ 7786 w 7785"/>
                <a:gd name="csY3" fmla="*/ 0 h 19725"/>
                <a:gd name="csX4" fmla="*/ 969 w 7785"/>
                <a:gd name="csY4" fmla="*/ 19707 h 1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85" h="19725">
                  <a:moveTo>
                    <a:pt x="969" y="19707"/>
                  </a:moveTo>
                  <a:lnTo>
                    <a:pt x="484" y="19726"/>
                  </a:lnTo>
                  <a:cubicBezTo>
                    <a:pt x="484" y="19726"/>
                    <a:pt x="0" y="19726"/>
                    <a:pt x="0" y="19726"/>
                  </a:cubicBezTo>
                  <a:cubicBezTo>
                    <a:pt x="540" y="12349"/>
                    <a:pt x="4955" y="6501"/>
                    <a:pt x="7786" y="0"/>
                  </a:cubicBezTo>
                  <a:cubicBezTo>
                    <a:pt x="7022" y="7097"/>
                    <a:pt x="4005" y="13411"/>
                    <a:pt x="969" y="19707"/>
                  </a:cubicBezTo>
                  <a:close/>
                </a:path>
              </a:pathLst>
            </a:custGeom>
            <a:solidFill>
              <a:srgbClr val="58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CBCC0C51-8347-1706-FD86-A6B2F20A73DA}"/>
                </a:ext>
              </a:extLst>
            </p:cNvPr>
            <p:cNvSpPr/>
            <p:nvPr/>
          </p:nvSpPr>
          <p:spPr>
            <a:xfrm>
              <a:off x="1685486" y="5082362"/>
              <a:ext cx="3845" cy="12312"/>
            </a:xfrm>
            <a:custGeom>
              <a:avLst/>
              <a:gdLst>
                <a:gd name="csX0" fmla="*/ 3846 w 3845"/>
                <a:gd name="csY0" fmla="*/ 0 h 12312"/>
                <a:gd name="csX1" fmla="*/ 381 w 3845"/>
                <a:gd name="csY1" fmla="*/ 12312 h 12312"/>
                <a:gd name="csX2" fmla="*/ 3846 w 3845"/>
                <a:gd name="csY2" fmla="*/ 0 h 1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45" h="12312">
                  <a:moveTo>
                    <a:pt x="3846" y="0"/>
                  </a:moveTo>
                  <a:cubicBezTo>
                    <a:pt x="3082" y="4340"/>
                    <a:pt x="3026" y="7805"/>
                    <a:pt x="381" y="12312"/>
                  </a:cubicBezTo>
                  <a:cubicBezTo>
                    <a:pt x="-680" y="6966"/>
                    <a:pt x="475" y="3744"/>
                    <a:pt x="3846" y="0"/>
                  </a:cubicBezTo>
                  <a:close/>
                </a:path>
              </a:pathLst>
            </a:custGeom>
            <a:solidFill>
              <a:srgbClr val="5274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51688988-4659-EFBC-7E34-5D14E53329AA}"/>
                </a:ext>
              </a:extLst>
            </p:cNvPr>
            <p:cNvSpPr/>
            <p:nvPr/>
          </p:nvSpPr>
          <p:spPr>
            <a:xfrm>
              <a:off x="2024976" y="5143364"/>
              <a:ext cx="317636" cy="110940"/>
            </a:xfrm>
            <a:custGeom>
              <a:avLst/>
              <a:gdLst>
                <a:gd name="csX0" fmla="*/ 51063 w 317636"/>
                <a:gd name="csY0" fmla="*/ 37 h 110940"/>
                <a:gd name="csX1" fmla="*/ 123279 w 317636"/>
                <a:gd name="csY1" fmla="*/ 6575 h 110940"/>
                <a:gd name="csX2" fmla="*/ 162358 w 317636"/>
                <a:gd name="csY2" fmla="*/ 16316 h 110940"/>
                <a:gd name="csX3" fmla="*/ 209036 w 317636"/>
                <a:gd name="csY3" fmla="*/ 30212 h 110940"/>
                <a:gd name="csX4" fmla="*/ 249288 w 317636"/>
                <a:gd name="csY4" fmla="*/ 48634 h 110940"/>
                <a:gd name="csX5" fmla="*/ 273093 w 317636"/>
                <a:gd name="csY5" fmla="*/ 64559 h 110940"/>
                <a:gd name="csX6" fmla="*/ 301704 w 317636"/>
                <a:gd name="csY6" fmla="*/ 77263 h 110940"/>
                <a:gd name="csX7" fmla="*/ 313644 w 317636"/>
                <a:gd name="csY7" fmla="*/ 81901 h 110940"/>
                <a:gd name="csX8" fmla="*/ 315283 w 317636"/>
                <a:gd name="csY8" fmla="*/ 83354 h 110940"/>
                <a:gd name="csX9" fmla="*/ 314314 w 317636"/>
                <a:gd name="csY9" fmla="*/ 109040 h 110940"/>
                <a:gd name="csX10" fmla="*/ 308763 w 317636"/>
                <a:gd name="csY10" fmla="*/ 110940 h 110940"/>
                <a:gd name="csX11" fmla="*/ 271361 w 317636"/>
                <a:gd name="csY11" fmla="*/ 107587 h 110940"/>
                <a:gd name="csX12" fmla="*/ 223602 w 317636"/>
                <a:gd name="csY12" fmla="*/ 98367 h 110940"/>
                <a:gd name="csX13" fmla="*/ 196482 w 317636"/>
                <a:gd name="csY13" fmla="*/ 92406 h 110940"/>
                <a:gd name="csX14" fmla="*/ 178675 w 317636"/>
                <a:gd name="csY14" fmla="*/ 85906 h 110940"/>
                <a:gd name="csX15" fmla="*/ 157366 w 317636"/>
                <a:gd name="csY15" fmla="*/ 81621 h 110940"/>
                <a:gd name="csX16" fmla="*/ 149077 w 317636"/>
                <a:gd name="csY16" fmla="*/ 77859 h 110940"/>
                <a:gd name="csX17" fmla="*/ 136597 w 317636"/>
                <a:gd name="csY17" fmla="*/ 73854 h 110940"/>
                <a:gd name="csX18" fmla="*/ 114413 w 317636"/>
                <a:gd name="csY18" fmla="*/ 68210 h 110940"/>
                <a:gd name="csX19" fmla="*/ 104541 w 317636"/>
                <a:gd name="csY19" fmla="*/ 67186 h 110940"/>
                <a:gd name="csX20" fmla="*/ 81164 w 317636"/>
                <a:gd name="csY20" fmla="*/ 63330 h 110940"/>
                <a:gd name="csX21" fmla="*/ 23906 w 317636"/>
                <a:gd name="csY21" fmla="*/ 51912 h 110940"/>
                <a:gd name="csX22" fmla="*/ 7160 w 317636"/>
                <a:gd name="csY22" fmla="*/ 45355 h 110940"/>
                <a:gd name="csX23" fmla="*/ 809 w 317636"/>
                <a:gd name="csY23" fmla="*/ 28889 h 110940"/>
                <a:gd name="csX24" fmla="*/ 29531 w 317636"/>
                <a:gd name="csY24" fmla="*/ 3334 h 110940"/>
                <a:gd name="csX25" fmla="*/ 51063 w 317636"/>
                <a:gd name="csY25" fmla="*/ 37 h 11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17636" h="110940">
                  <a:moveTo>
                    <a:pt x="51063" y="37"/>
                  </a:moveTo>
                  <a:cubicBezTo>
                    <a:pt x="77513" y="558"/>
                    <a:pt x="100517" y="1769"/>
                    <a:pt x="123279" y="6575"/>
                  </a:cubicBezTo>
                  <a:cubicBezTo>
                    <a:pt x="136448" y="9369"/>
                    <a:pt x="149319" y="13262"/>
                    <a:pt x="162358" y="16316"/>
                  </a:cubicBezTo>
                  <a:cubicBezTo>
                    <a:pt x="178246" y="20042"/>
                    <a:pt x="193278" y="26207"/>
                    <a:pt x="209036" y="30212"/>
                  </a:cubicBezTo>
                  <a:cubicBezTo>
                    <a:pt x="223435" y="33863"/>
                    <a:pt x="236809" y="40457"/>
                    <a:pt x="249288" y="48634"/>
                  </a:cubicBezTo>
                  <a:cubicBezTo>
                    <a:pt x="257279" y="53868"/>
                    <a:pt x="265307" y="59027"/>
                    <a:pt x="273093" y="64559"/>
                  </a:cubicBezTo>
                  <a:cubicBezTo>
                    <a:pt x="281792" y="70762"/>
                    <a:pt x="291720" y="74152"/>
                    <a:pt x="301704" y="77263"/>
                  </a:cubicBezTo>
                  <a:cubicBezTo>
                    <a:pt x="305820" y="78548"/>
                    <a:pt x="309341" y="81174"/>
                    <a:pt x="313644" y="81901"/>
                  </a:cubicBezTo>
                  <a:cubicBezTo>
                    <a:pt x="314258" y="82013"/>
                    <a:pt x="314836" y="82776"/>
                    <a:pt x="315283" y="83354"/>
                  </a:cubicBezTo>
                  <a:cubicBezTo>
                    <a:pt x="318915" y="88085"/>
                    <a:pt x="318151" y="104197"/>
                    <a:pt x="314314" y="109040"/>
                  </a:cubicBezTo>
                  <a:cubicBezTo>
                    <a:pt x="312731" y="111052"/>
                    <a:pt x="310812" y="110940"/>
                    <a:pt x="308763" y="110940"/>
                  </a:cubicBezTo>
                  <a:cubicBezTo>
                    <a:pt x="296190" y="110940"/>
                    <a:pt x="283692" y="110269"/>
                    <a:pt x="271361" y="107587"/>
                  </a:cubicBezTo>
                  <a:cubicBezTo>
                    <a:pt x="255510" y="104122"/>
                    <a:pt x="239044" y="103470"/>
                    <a:pt x="223602" y="98367"/>
                  </a:cubicBezTo>
                  <a:cubicBezTo>
                    <a:pt x="214643" y="95386"/>
                    <a:pt x="205497" y="94437"/>
                    <a:pt x="196482" y="92406"/>
                  </a:cubicBezTo>
                  <a:cubicBezTo>
                    <a:pt x="190521" y="91065"/>
                    <a:pt x="184468" y="88476"/>
                    <a:pt x="178675" y="85906"/>
                  </a:cubicBezTo>
                  <a:cubicBezTo>
                    <a:pt x="171895" y="82888"/>
                    <a:pt x="164630" y="82106"/>
                    <a:pt x="157366" y="81621"/>
                  </a:cubicBezTo>
                  <a:cubicBezTo>
                    <a:pt x="154013" y="81398"/>
                    <a:pt x="151480" y="80634"/>
                    <a:pt x="149077" y="77859"/>
                  </a:cubicBezTo>
                  <a:cubicBezTo>
                    <a:pt x="145966" y="74264"/>
                    <a:pt x="140769" y="75233"/>
                    <a:pt x="136597" y="73854"/>
                  </a:cubicBezTo>
                  <a:cubicBezTo>
                    <a:pt x="129351" y="71470"/>
                    <a:pt x="121435" y="71712"/>
                    <a:pt x="114413" y="68210"/>
                  </a:cubicBezTo>
                  <a:cubicBezTo>
                    <a:pt x="111358" y="66683"/>
                    <a:pt x="107800" y="67484"/>
                    <a:pt x="104541" y="67186"/>
                  </a:cubicBezTo>
                  <a:cubicBezTo>
                    <a:pt x="96624" y="66441"/>
                    <a:pt x="88727" y="65360"/>
                    <a:pt x="81164" y="63330"/>
                  </a:cubicBezTo>
                  <a:cubicBezTo>
                    <a:pt x="62295" y="58264"/>
                    <a:pt x="42663" y="57239"/>
                    <a:pt x="23906" y="51912"/>
                  </a:cubicBezTo>
                  <a:cubicBezTo>
                    <a:pt x="18150" y="50273"/>
                    <a:pt x="12562" y="47926"/>
                    <a:pt x="7160" y="45355"/>
                  </a:cubicBezTo>
                  <a:cubicBezTo>
                    <a:pt x="1479" y="42636"/>
                    <a:pt x="-1557" y="34850"/>
                    <a:pt x="809" y="28889"/>
                  </a:cubicBezTo>
                  <a:cubicBezTo>
                    <a:pt x="6061" y="15646"/>
                    <a:pt x="14350" y="6128"/>
                    <a:pt x="29531" y="3334"/>
                  </a:cubicBezTo>
                  <a:cubicBezTo>
                    <a:pt x="37801" y="1732"/>
                    <a:pt x="45904" y="-299"/>
                    <a:pt x="51063" y="37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BBB4B2EF-1A9D-6847-65B0-40F274DC16A1}"/>
                </a:ext>
              </a:extLst>
            </p:cNvPr>
            <p:cNvSpPr/>
            <p:nvPr/>
          </p:nvSpPr>
          <p:spPr>
            <a:xfrm>
              <a:off x="2095393" y="5121417"/>
              <a:ext cx="4417" cy="19375"/>
            </a:xfrm>
            <a:custGeom>
              <a:avLst/>
              <a:gdLst>
                <a:gd name="csX0" fmla="*/ 0 w 4417"/>
                <a:gd name="csY0" fmla="*/ 15408 h 19375"/>
                <a:gd name="csX1" fmla="*/ 1565 w 4417"/>
                <a:gd name="csY1" fmla="*/ 2929 h 19375"/>
                <a:gd name="csX2" fmla="*/ 2142 w 4417"/>
                <a:gd name="csY2" fmla="*/ 79 h 19375"/>
                <a:gd name="csX3" fmla="*/ 4415 w 4417"/>
                <a:gd name="csY3" fmla="*/ 2500 h 19375"/>
                <a:gd name="csX4" fmla="*/ 3520 w 4417"/>
                <a:gd name="csY4" fmla="*/ 14235 h 19375"/>
                <a:gd name="csX5" fmla="*/ 1099 w 4417"/>
                <a:gd name="csY5" fmla="*/ 19376 h 19375"/>
                <a:gd name="csX6" fmla="*/ 0 w 4417"/>
                <a:gd name="csY6" fmla="*/ 15408 h 19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17" h="19375">
                  <a:moveTo>
                    <a:pt x="0" y="15408"/>
                  </a:moveTo>
                  <a:cubicBezTo>
                    <a:pt x="1267" y="11348"/>
                    <a:pt x="2570" y="7269"/>
                    <a:pt x="1565" y="2929"/>
                  </a:cubicBezTo>
                  <a:cubicBezTo>
                    <a:pt x="1304" y="1830"/>
                    <a:pt x="764" y="451"/>
                    <a:pt x="2142" y="79"/>
                  </a:cubicBezTo>
                  <a:cubicBezTo>
                    <a:pt x="3837" y="-368"/>
                    <a:pt x="4470" y="1178"/>
                    <a:pt x="4415" y="2500"/>
                  </a:cubicBezTo>
                  <a:cubicBezTo>
                    <a:pt x="4228" y="6412"/>
                    <a:pt x="3837" y="10323"/>
                    <a:pt x="3520" y="14235"/>
                  </a:cubicBezTo>
                  <a:cubicBezTo>
                    <a:pt x="3204" y="16154"/>
                    <a:pt x="2999" y="18146"/>
                    <a:pt x="1099" y="19376"/>
                  </a:cubicBezTo>
                  <a:cubicBezTo>
                    <a:pt x="-559" y="18333"/>
                    <a:pt x="317" y="16712"/>
                    <a:pt x="0" y="15408"/>
                  </a:cubicBezTo>
                  <a:close/>
                </a:path>
              </a:pathLst>
            </a:custGeom>
            <a:solidFill>
              <a:srgbClr val="53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3D87A2B9-514E-469F-7760-5528B197DC11}"/>
                </a:ext>
              </a:extLst>
            </p:cNvPr>
            <p:cNvSpPr/>
            <p:nvPr/>
          </p:nvSpPr>
          <p:spPr>
            <a:xfrm>
              <a:off x="2236620" y="5241141"/>
              <a:ext cx="5259" cy="10692"/>
            </a:xfrm>
            <a:custGeom>
              <a:avLst/>
              <a:gdLst>
                <a:gd name="csX0" fmla="*/ 5234 w 5259"/>
                <a:gd name="csY0" fmla="*/ 9214 h 10692"/>
                <a:gd name="csX1" fmla="*/ 3949 w 5259"/>
                <a:gd name="csY1" fmla="*/ 10574 h 10692"/>
                <a:gd name="csX2" fmla="*/ 75 w 5259"/>
                <a:gd name="csY2" fmla="*/ 1856 h 10692"/>
                <a:gd name="csX3" fmla="*/ 1528 w 5259"/>
                <a:gd name="csY3" fmla="*/ 68 h 10692"/>
                <a:gd name="csX4" fmla="*/ 5234 w 5259"/>
                <a:gd name="csY4" fmla="*/ 9214 h 10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59" h="10692">
                  <a:moveTo>
                    <a:pt x="5234" y="9214"/>
                  </a:moveTo>
                  <a:cubicBezTo>
                    <a:pt x="5421" y="9866"/>
                    <a:pt x="4527" y="11077"/>
                    <a:pt x="3949" y="10574"/>
                  </a:cubicBezTo>
                  <a:cubicBezTo>
                    <a:pt x="1379" y="8357"/>
                    <a:pt x="1081" y="4893"/>
                    <a:pt x="75" y="1856"/>
                  </a:cubicBezTo>
                  <a:cubicBezTo>
                    <a:pt x="-242" y="925"/>
                    <a:pt x="485" y="-304"/>
                    <a:pt x="1528" y="68"/>
                  </a:cubicBezTo>
                  <a:cubicBezTo>
                    <a:pt x="5793" y="1596"/>
                    <a:pt x="3875" y="5843"/>
                    <a:pt x="5234" y="9214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D2B65761-7193-DCD2-018C-36823F8F815C}"/>
                </a:ext>
              </a:extLst>
            </p:cNvPr>
            <p:cNvSpPr/>
            <p:nvPr/>
          </p:nvSpPr>
          <p:spPr>
            <a:xfrm>
              <a:off x="2168689" y="5229236"/>
              <a:ext cx="2526" cy="14711"/>
            </a:xfrm>
            <a:custGeom>
              <a:avLst/>
              <a:gdLst>
                <a:gd name="csX0" fmla="*/ 2272 w 2526"/>
                <a:gd name="csY0" fmla="*/ 14711 h 14711"/>
                <a:gd name="csX1" fmla="*/ 205 w 2526"/>
                <a:gd name="csY1" fmla="*/ 9160 h 14711"/>
                <a:gd name="csX2" fmla="*/ 0 w 2526"/>
                <a:gd name="csY2" fmla="*/ 2399 h 14711"/>
                <a:gd name="csX3" fmla="*/ 1211 w 2526"/>
                <a:gd name="csY3" fmla="*/ 71 h 14711"/>
                <a:gd name="csX4" fmla="*/ 2515 w 2526"/>
                <a:gd name="csY4" fmla="*/ 1822 h 14711"/>
                <a:gd name="csX5" fmla="*/ 2272 w 2526"/>
                <a:gd name="csY5" fmla="*/ 14711 h 14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26" h="14711">
                  <a:moveTo>
                    <a:pt x="2272" y="14711"/>
                  </a:moveTo>
                  <a:cubicBezTo>
                    <a:pt x="-1248" y="13947"/>
                    <a:pt x="484" y="11098"/>
                    <a:pt x="205" y="9160"/>
                  </a:cubicBezTo>
                  <a:cubicBezTo>
                    <a:pt x="-112" y="6944"/>
                    <a:pt x="56" y="4653"/>
                    <a:pt x="0" y="2399"/>
                  </a:cubicBezTo>
                  <a:cubicBezTo>
                    <a:pt x="168" y="1505"/>
                    <a:pt x="130" y="350"/>
                    <a:pt x="1211" y="71"/>
                  </a:cubicBezTo>
                  <a:cubicBezTo>
                    <a:pt x="2738" y="-320"/>
                    <a:pt x="2515" y="1002"/>
                    <a:pt x="2515" y="1822"/>
                  </a:cubicBezTo>
                  <a:cubicBezTo>
                    <a:pt x="2459" y="6124"/>
                    <a:pt x="2347" y="10408"/>
                    <a:pt x="2272" y="14711"/>
                  </a:cubicBezTo>
                  <a:close/>
                </a:path>
              </a:pathLst>
            </a:custGeom>
            <a:solidFill>
              <a:srgbClr val="5F873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B5F7260C-871E-D30E-C9A8-15F4544F8308}"/>
                </a:ext>
              </a:extLst>
            </p:cNvPr>
            <p:cNvSpPr/>
            <p:nvPr/>
          </p:nvSpPr>
          <p:spPr>
            <a:xfrm>
              <a:off x="2094630" y="5208031"/>
              <a:ext cx="4283" cy="13304"/>
            </a:xfrm>
            <a:custGeom>
              <a:avLst/>
              <a:gdLst>
                <a:gd name="csX0" fmla="*/ 4283 w 4283"/>
                <a:gd name="csY0" fmla="*/ 5518 h 13304"/>
                <a:gd name="csX1" fmla="*/ 4283 w 4283"/>
                <a:gd name="csY1" fmla="*/ 13304 h 13304"/>
                <a:gd name="csX2" fmla="*/ 1918 w 4283"/>
                <a:gd name="csY2" fmla="*/ 8815 h 13304"/>
                <a:gd name="csX3" fmla="*/ 688 w 4283"/>
                <a:gd name="csY3" fmla="*/ 2929 h 13304"/>
                <a:gd name="csX4" fmla="*/ 819 w 4283"/>
                <a:gd name="csY4" fmla="*/ 154 h 13304"/>
                <a:gd name="csX5" fmla="*/ 3091 w 4283"/>
                <a:gd name="csY5" fmla="*/ 1849 h 13304"/>
                <a:gd name="csX6" fmla="*/ 4283 w 4283"/>
                <a:gd name="csY6" fmla="*/ 5518 h 13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283" h="13304">
                  <a:moveTo>
                    <a:pt x="4283" y="5518"/>
                  </a:moveTo>
                  <a:cubicBezTo>
                    <a:pt x="4283" y="7735"/>
                    <a:pt x="4283" y="9970"/>
                    <a:pt x="4283" y="13304"/>
                  </a:cubicBezTo>
                  <a:cubicBezTo>
                    <a:pt x="3147" y="11144"/>
                    <a:pt x="2532" y="9970"/>
                    <a:pt x="1918" y="8815"/>
                  </a:cubicBezTo>
                  <a:cubicBezTo>
                    <a:pt x="1936" y="6766"/>
                    <a:pt x="1601" y="4810"/>
                    <a:pt x="688" y="2929"/>
                  </a:cubicBezTo>
                  <a:cubicBezTo>
                    <a:pt x="241" y="2016"/>
                    <a:pt x="-671" y="806"/>
                    <a:pt x="819" y="154"/>
                  </a:cubicBezTo>
                  <a:cubicBezTo>
                    <a:pt x="2160" y="-424"/>
                    <a:pt x="2719" y="731"/>
                    <a:pt x="3091" y="1849"/>
                  </a:cubicBezTo>
                  <a:cubicBezTo>
                    <a:pt x="3482" y="3078"/>
                    <a:pt x="3874" y="4308"/>
                    <a:pt x="4283" y="5518"/>
                  </a:cubicBezTo>
                  <a:close/>
                </a:path>
              </a:pathLst>
            </a:custGeom>
            <a:solidFill>
              <a:srgbClr val="5273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BBABC895-A19A-D7D6-DE19-56C5305F867C}"/>
                </a:ext>
              </a:extLst>
            </p:cNvPr>
            <p:cNvSpPr/>
            <p:nvPr/>
          </p:nvSpPr>
          <p:spPr>
            <a:xfrm>
              <a:off x="2243446" y="5154914"/>
              <a:ext cx="4508" cy="13577"/>
            </a:xfrm>
            <a:custGeom>
              <a:avLst/>
              <a:gdLst>
                <a:gd name="csX0" fmla="*/ 1109 w 4508"/>
                <a:gd name="csY0" fmla="*/ 13577 h 13577"/>
                <a:gd name="csX1" fmla="*/ 848 w 4508"/>
                <a:gd name="csY1" fmla="*/ 7915 h 13577"/>
                <a:gd name="csX2" fmla="*/ 1500 w 4508"/>
                <a:gd name="csY2" fmla="*/ 2606 h 13577"/>
                <a:gd name="csX3" fmla="*/ 2077 w 4508"/>
                <a:gd name="csY3" fmla="*/ 36 h 13577"/>
                <a:gd name="csX4" fmla="*/ 4499 w 4508"/>
                <a:gd name="csY4" fmla="*/ 2364 h 13577"/>
                <a:gd name="csX5" fmla="*/ 1165 w 4508"/>
                <a:gd name="csY5" fmla="*/ 13522 h 13577"/>
                <a:gd name="csX6" fmla="*/ 1109 w 4508"/>
                <a:gd name="csY6" fmla="*/ 13577 h 13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08" h="13577">
                  <a:moveTo>
                    <a:pt x="1109" y="13577"/>
                  </a:moveTo>
                  <a:cubicBezTo>
                    <a:pt x="-1033" y="11771"/>
                    <a:pt x="531" y="9852"/>
                    <a:pt x="848" y="7915"/>
                  </a:cubicBezTo>
                  <a:cubicBezTo>
                    <a:pt x="1146" y="6145"/>
                    <a:pt x="2860" y="4413"/>
                    <a:pt x="1500" y="2606"/>
                  </a:cubicBezTo>
                  <a:cubicBezTo>
                    <a:pt x="494" y="1265"/>
                    <a:pt x="-139" y="353"/>
                    <a:pt x="2077" y="36"/>
                  </a:cubicBezTo>
                  <a:cubicBezTo>
                    <a:pt x="3716" y="-206"/>
                    <a:pt x="4443" y="800"/>
                    <a:pt x="4499" y="2364"/>
                  </a:cubicBezTo>
                  <a:cubicBezTo>
                    <a:pt x="4666" y="6462"/>
                    <a:pt x="2711" y="9927"/>
                    <a:pt x="1165" y="13522"/>
                  </a:cubicBezTo>
                  <a:cubicBezTo>
                    <a:pt x="1146" y="13522"/>
                    <a:pt x="1109" y="13577"/>
                    <a:pt x="1109" y="13577"/>
                  </a:cubicBezTo>
                  <a:close/>
                </a:path>
              </a:pathLst>
            </a:custGeom>
            <a:solidFill>
              <a:srgbClr val="54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B051CD58-8532-D1C9-DED2-CB264FD3FF07}"/>
                </a:ext>
              </a:extLst>
            </p:cNvPr>
            <p:cNvSpPr/>
            <p:nvPr/>
          </p:nvSpPr>
          <p:spPr>
            <a:xfrm>
              <a:off x="2169896" y="5132542"/>
              <a:ext cx="2855" cy="13187"/>
            </a:xfrm>
            <a:custGeom>
              <a:avLst/>
              <a:gdLst>
                <a:gd name="csX0" fmla="*/ 96 w 2855"/>
                <a:gd name="csY0" fmla="*/ 13188 h 13187"/>
                <a:gd name="csX1" fmla="*/ 1698 w 2855"/>
                <a:gd name="csY1" fmla="*/ 0 h 13187"/>
                <a:gd name="csX2" fmla="*/ 78 w 2855"/>
                <a:gd name="csY2" fmla="*/ 13150 h 13187"/>
                <a:gd name="csX3" fmla="*/ 96 w 2855"/>
                <a:gd name="csY3" fmla="*/ 13188 h 1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5" h="13187">
                  <a:moveTo>
                    <a:pt x="96" y="13188"/>
                  </a:moveTo>
                  <a:cubicBezTo>
                    <a:pt x="-314" y="8717"/>
                    <a:pt x="655" y="4433"/>
                    <a:pt x="1698" y="0"/>
                  </a:cubicBezTo>
                  <a:cubicBezTo>
                    <a:pt x="3766" y="2868"/>
                    <a:pt x="2965" y="8773"/>
                    <a:pt x="78" y="13150"/>
                  </a:cubicBezTo>
                  <a:cubicBezTo>
                    <a:pt x="78" y="13150"/>
                    <a:pt x="96" y="13188"/>
                    <a:pt x="96" y="13188"/>
                  </a:cubicBezTo>
                  <a:close/>
                </a:path>
              </a:pathLst>
            </a:custGeom>
            <a:solidFill>
              <a:srgbClr val="4763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315E0C54-73E8-2D7E-BB6D-DFAB92DA76EB}"/>
                </a:ext>
              </a:extLst>
            </p:cNvPr>
            <p:cNvSpPr/>
            <p:nvPr/>
          </p:nvSpPr>
          <p:spPr>
            <a:xfrm>
              <a:off x="2004465" y="4840612"/>
              <a:ext cx="112301" cy="139911"/>
            </a:xfrm>
            <a:custGeom>
              <a:avLst/>
              <a:gdLst>
                <a:gd name="csX0" fmla="*/ 5263 w 112301"/>
                <a:gd name="csY0" fmla="*/ 135746 h 139911"/>
                <a:gd name="csX1" fmla="*/ 346 w 112301"/>
                <a:gd name="csY1" fmla="*/ 122502 h 139911"/>
                <a:gd name="csX2" fmla="*/ 14204 w 112301"/>
                <a:gd name="csY2" fmla="*/ 85882 h 139911"/>
                <a:gd name="csX3" fmla="*/ 57194 w 112301"/>
                <a:gd name="csY3" fmla="*/ 29891 h 139911"/>
                <a:gd name="csX4" fmla="*/ 88003 w 112301"/>
                <a:gd name="csY4" fmla="*/ 4596 h 139911"/>
                <a:gd name="csX5" fmla="*/ 102215 w 112301"/>
                <a:gd name="csY5" fmla="*/ 32 h 139911"/>
                <a:gd name="csX6" fmla="*/ 112031 w 112301"/>
                <a:gd name="csY6" fmla="*/ 12922 h 139911"/>
                <a:gd name="csX7" fmla="*/ 106518 w 112301"/>
                <a:gd name="csY7" fmla="*/ 25755 h 139911"/>
                <a:gd name="csX8" fmla="*/ 85339 w 112301"/>
                <a:gd name="csY8" fmla="*/ 50417 h 139911"/>
                <a:gd name="csX9" fmla="*/ 48310 w 112301"/>
                <a:gd name="csY9" fmla="*/ 99070 h 139911"/>
                <a:gd name="csX10" fmla="*/ 24710 w 112301"/>
                <a:gd name="csY10" fmla="*/ 132374 h 139911"/>
                <a:gd name="csX11" fmla="*/ 16085 w 112301"/>
                <a:gd name="csY11" fmla="*/ 138633 h 139911"/>
                <a:gd name="csX12" fmla="*/ 8299 w 112301"/>
                <a:gd name="csY12" fmla="*/ 136603 h 139911"/>
                <a:gd name="csX13" fmla="*/ 9790 w 112301"/>
                <a:gd name="csY13" fmla="*/ 129934 h 139911"/>
                <a:gd name="csX14" fmla="*/ 19345 w 112301"/>
                <a:gd name="csY14" fmla="*/ 112779 h 139911"/>
                <a:gd name="csX15" fmla="*/ 21971 w 112301"/>
                <a:gd name="csY15" fmla="*/ 117715 h 139911"/>
                <a:gd name="csX16" fmla="*/ 35979 w 112301"/>
                <a:gd name="csY16" fmla="*/ 98437 h 139911"/>
                <a:gd name="csX17" fmla="*/ 63975 w 112301"/>
                <a:gd name="csY17" fmla="*/ 59190 h 139911"/>
                <a:gd name="csX18" fmla="*/ 91486 w 112301"/>
                <a:gd name="csY18" fmla="*/ 27152 h 139911"/>
                <a:gd name="csX19" fmla="*/ 91952 w 112301"/>
                <a:gd name="csY19" fmla="*/ 18379 h 139911"/>
                <a:gd name="csX20" fmla="*/ 100818 w 112301"/>
                <a:gd name="csY20" fmla="*/ 10649 h 139911"/>
                <a:gd name="csX21" fmla="*/ 83290 w 112301"/>
                <a:gd name="csY21" fmla="*/ 23762 h 139911"/>
                <a:gd name="csX22" fmla="*/ 39611 w 112301"/>
                <a:gd name="csY22" fmla="*/ 77444 h 139911"/>
                <a:gd name="csX23" fmla="*/ 8542 w 112301"/>
                <a:gd name="csY23" fmla="*/ 132300 h 139911"/>
                <a:gd name="csX24" fmla="*/ 5263 w 112301"/>
                <a:gd name="csY24" fmla="*/ 135746 h 13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2301" h="139911">
                  <a:moveTo>
                    <a:pt x="5263" y="135746"/>
                  </a:moveTo>
                  <a:cubicBezTo>
                    <a:pt x="-1051" y="133101"/>
                    <a:pt x="-138" y="127271"/>
                    <a:pt x="346" y="122502"/>
                  </a:cubicBezTo>
                  <a:cubicBezTo>
                    <a:pt x="1668" y="109147"/>
                    <a:pt x="7648" y="97263"/>
                    <a:pt x="14204" y="85882"/>
                  </a:cubicBezTo>
                  <a:cubicBezTo>
                    <a:pt x="26051" y="65374"/>
                    <a:pt x="39350" y="45816"/>
                    <a:pt x="57194" y="29891"/>
                  </a:cubicBezTo>
                  <a:cubicBezTo>
                    <a:pt x="67104" y="21043"/>
                    <a:pt x="76771" y="11860"/>
                    <a:pt x="88003" y="4596"/>
                  </a:cubicBezTo>
                  <a:cubicBezTo>
                    <a:pt x="92343" y="1783"/>
                    <a:pt x="96888" y="-285"/>
                    <a:pt x="102215" y="32"/>
                  </a:cubicBezTo>
                  <a:cubicBezTo>
                    <a:pt x="109033" y="442"/>
                    <a:pt x="113466" y="6235"/>
                    <a:pt x="112031" y="12922"/>
                  </a:cubicBezTo>
                  <a:cubicBezTo>
                    <a:pt x="111026" y="17560"/>
                    <a:pt x="109014" y="21732"/>
                    <a:pt x="106518" y="25755"/>
                  </a:cubicBezTo>
                  <a:cubicBezTo>
                    <a:pt x="100725" y="35106"/>
                    <a:pt x="92269" y="42110"/>
                    <a:pt x="85339" y="50417"/>
                  </a:cubicBezTo>
                  <a:cubicBezTo>
                    <a:pt x="72282" y="66064"/>
                    <a:pt x="58051" y="80946"/>
                    <a:pt x="48310" y="99070"/>
                  </a:cubicBezTo>
                  <a:cubicBezTo>
                    <a:pt x="41790" y="111196"/>
                    <a:pt x="34470" y="122614"/>
                    <a:pt x="24710" y="132374"/>
                  </a:cubicBezTo>
                  <a:cubicBezTo>
                    <a:pt x="22139" y="134945"/>
                    <a:pt x="19122" y="136752"/>
                    <a:pt x="16085" y="138633"/>
                  </a:cubicBezTo>
                  <a:cubicBezTo>
                    <a:pt x="12677" y="140738"/>
                    <a:pt x="10088" y="140365"/>
                    <a:pt x="8299" y="136603"/>
                  </a:cubicBezTo>
                  <a:cubicBezTo>
                    <a:pt x="6772" y="133939"/>
                    <a:pt x="8914" y="131983"/>
                    <a:pt x="9790" y="129934"/>
                  </a:cubicBezTo>
                  <a:cubicBezTo>
                    <a:pt x="12360" y="123899"/>
                    <a:pt x="14651" y="117659"/>
                    <a:pt x="19345" y="112779"/>
                  </a:cubicBezTo>
                  <a:cubicBezTo>
                    <a:pt x="21450" y="113673"/>
                    <a:pt x="20314" y="116281"/>
                    <a:pt x="21971" y="117715"/>
                  </a:cubicBezTo>
                  <a:cubicBezTo>
                    <a:pt x="28193" y="112388"/>
                    <a:pt x="32645" y="105720"/>
                    <a:pt x="35979" y="98437"/>
                  </a:cubicBezTo>
                  <a:cubicBezTo>
                    <a:pt x="42815" y="83517"/>
                    <a:pt x="53357" y="71447"/>
                    <a:pt x="63975" y="59190"/>
                  </a:cubicBezTo>
                  <a:cubicBezTo>
                    <a:pt x="73195" y="48573"/>
                    <a:pt x="81707" y="37341"/>
                    <a:pt x="91486" y="27152"/>
                  </a:cubicBezTo>
                  <a:cubicBezTo>
                    <a:pt x="93777" y="24768"/>
                    <a:pt x="96888" y="21546"/>
                    <a:pt x="91952" y="18379"/>
                  </a:cubicBezTo>
                  <a:cubicBezTo>
                    <a:pt x="93051" y="13965"/>
                    <a:pt x="97242" y="13164"/>
                    <a:pt x="100818" y="10649"/>
                  </a:cubicBezTo>
                  <a:cubicBezTo>
                    <a:pt x="93759" y="14077"/>
                    <a:pt x="88487" y="18938"/>
                    <a:pt x="83290" y="23762"/>
                  </a:cubicBezTo>
                  <a:cubicBezTo>
                    <a:pt x="66228" y="39595"/>
                    <a:pt x="52445" y="58147"/>
                    <a:pt x="39611" y="77444"/>
                  </a:cubicBezTo>
                  <a:cubicBezTo>
                    <a:pt x="27951" y="94991"/>
                    <a:pt x="17129" y="113021"/>
                    <a:pt x="8542" y="132300"/>
                  </a:cubicBezTo>
                  <a:cubicBezTo>
                    <a:pt x="7871" y="133771"/>
                    <a:pt x="7368" y="135578"/>
                    <a:pt x="5263" y="135746"/>
                  </a:cubicBezTo>
                  <a:close/>
                </a:path>
              </a:pathLst>
            </a:custGeom>
            <a:solidFill>
              <a:srgbClr val="9A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27A0B0F-C467-A0A1-5870-4DBE0CB48CAB}"/>
                </a:ext>
              </a:extLst>
            </p:cNvPr>
            <p:cNvSpPr/>
            <p:nvPr/>
          </p:nvSpPr>
          <p:spPr>
            <a:xfrm>
              <a:off x="2008414" y="4848746"/>
              <a:ext cx="101396" cy="134465"/>
            </a:xfrm>
            <a:custGeom>
              <a:avLst/>
              <a:gdLst>
                <a:gd name="csX0" fmla="*/ 1315 w 101396"/>
                <a:gd name="csY0" fmla="*/ 127611 h 134465"/>
                <a:gd name="csX1" fmla="*/ 29404 w 101396"/>
                <a:gd name="csY1" fmla="*/ 76276 h 134465"/>
                <a:gd name="csX2" fmla="*/ 85601 w 101396"/>
                <a:gd name="csY2" fmla="*/ 8475 h 134465"/>
                <a:gd name="csX3" fmla="*/ 101396 w 101396"/>
                <a:gd name="csY3" fmla="*/ 0 h 134465"/>
                <a:gd name="csX4" fmla="*/ 88115 w 101396"/>
                <a:gd name="csY4" fmla="*/ 9984 h 134465"/>
                <a:gd name="csX5" fmla="*/ 79510 w 101396"/>
                <a:gd name="csY5" fmla="*/ 18627 h 134465"/>
                <a:gd name="csX6" fmla="*/ 30987 w 101396"/>
                <a:gd name="csY6" fmla="*/ 80579 h 134465"/>
                <a:gd name="csX7" fmla="*/ 15676 w 101396"/>
                <a:gd name="csY7" fmla="*/ 104738 h 134465"/>
                <a:gd name="csX8" fmla="*/ 4333 w 101396"/>
                <a:gd name="csY8" fmla="*/ 128431 h 134465"/>
                <a:gd name="csX9" fmla="*/ 458 w 101396"/>
                <a:gd name="csY9" fmla="*/ 134466 h 134465"/>
                <a:gd name="csX10" fmla="*/ 1315 w 101396"/>
                <a:gd name="csY10" fmla="*/ 127611 h 13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396" h="134465">
                  <a:moveTo>
                    <a:pt x="1315" y="127611"/>
                  </a:moveTo>
                  <a:cubicBezTo>
                    <a:pt x="9921" y="110102"/>
                    <a:pt x="18675" y="92649"/>
                    <a:pt x="29404" y="76276"/>
                  </a:cubicBezTo>
                  <a:cubicBezTo>
                    <a:pt x="45591" y="51577"/>
                    <a:pt x="62522" y="27456"/>
                    <a:pt x="85601" y="8475"/>
                  </a:cubicBezTo>
                  <a:cubicBezTo>
                    <a:pt x="89848" y="4992"/>
                    <a:pt x="94132" y="1378"/>
                    <a:pt x="101396" y="0"/>
                  </a:cubicBezTo>
                  <a:cubicBezTo>
                    <a:pt x="97205" y="5327"/>
                    <a:pt x="91356" y="6016"/>
                    <a:pt x="88115" y="9984"/>
                  </a:cubicBezTo>
                  <a:cubicBezTo>
                    <a:pt x="86607" y="14212"/>
                    <a:pt x="82378" y="15740"/>
                    <a:pt x="79510" y="18627"/>
                  </a:cubicBezTo>
                  <a:cubicBezTo>
                    <a:pt x="60902" y="37402"/>
                    <a:pt x="45106" y="58283"/>
                    <a:pt x="30987" y="80579"/>
                  </a:cubicBezTo>
                  <a:cubicBezTo>
                    <a:pt x="25884" y="88644"/>
                    <a:pt x="22047" y="97492"/>
                    <a:pt x="15676" y="104738"/>
                  </a:cubicBezTo>
                  <a:cubicBezTo>
                    <a:pt x="11224" y="112319"/>
                    <a:pt x="7406" y="120198"/>
                    <a:pt x="4333" y="128431"/>
                  </a:cubicBezTo>
                  <a:cubicBezTo>
                    <a:pt x="3066" y="130405"/>
                    <a:pt x="1799" y="132380"/>
                    <a:pt x="458" y="134466"/>
                  </a:cubicBezTo>
                  <a:cubicBezTo>
                    <a:pt x="-753" y="131858"/>
                    <a:pt x="756" y="129809"/>
                    <a:pt x="1315" y="127611"/>
                  </a:cubicBezTo>
                  <a:close/>
                </a:path>
              </a:pathLst>
            </a:custGeom>
            <a:solidFill>
              <a:srgbClr val="52682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2E919A3C-7F6E-87D2-8FC3-E309C7E7CAB9}"/>
                </a:ext>
              </a:extLst>
            </p:cNvPr>
            <p:cNvSpPr/>
            <p:nvPr/>
          </p:nvSpPr>
          <p:spPr>
            <a:xfrm>
              <a:off x="2077389" y="4914495"/>
              <a:ext cx="12471" cy="8422"/>
            </a:xfrm>
            <a:custGeom>
              <a:avLst/>
              <a:gdLst>
                <a:gd name="csX0" fmla="*/ 12471 w 12471"/>
                <a:gd name="csY0" fmla="*/ 8422 h 8422"/>
                <a:gd name="csX1" fmla="*/ 1556 w 12471"/>
                <a:gd name="csY1" fmla="*/ 3244 h 8422"/>
                <a:gd name="csX2" fmla="*/ 234 w 12471"/>
                <a:gd name="csY2" fmla="*/ 618 h 8422"/>
                <a:gd name="csX3" fmla="*/ 2692 w 12471"/>
                <a:gd name="csY3" fmla="*/ 469 h 8422"/>
                <a:gd name="csX4" fmla="*/ 12471 w 12471"/>
                <a:gd name="csY4" fmla="*/ 8422 h 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71" h="8422">
                  <a:moveTo>
                    <a:pt x="12471" y="8422"/>
                  </a:moveTo>
                  <a:cubicBezTo>
                    <a:pt x="8839" y="6709"/>
                    <a:pt x="5188" y="4976"/>
                    <a:pt x="1556" y="3244"/>
                  </a:cubicBezTo>
                  <a:cubicBezTo>
                    <a:pt x="439" y="2723"/>
                    <a:pt x="-437" y="1866"/>
                    <a:pt x="234" y="618"/>
                  </a:cubicBezTo>
                  <a:cubicBezTo>
                    <a:pt x="792" y="-463"/>
                    <a:pt x="1817" y="133"/>
                    <a:pt x="2692" y="469"/>
                  </a:cubicBezTo>
                  <a:cubicBezTo>
                    <a:pt x="6679" y="2015"/>
                    <a:pt x="10404" y="3896"/>
                    <a:pt x="12471" y="8422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40DD37C6-8A63-2668-6185-38BEB91627C4}"/>
                </a:ext>
              </a:extLst>
            </p:cNvPr>
            <p:cNvSpPr/>
            <p:nvPr/>
          </p:nvSpPr>
          <p:spPr>
            <a:xfrm>
              <a:off x="2054058" y="4957165"/>
              <a:ext cx="13897" cy="5104"/>
            </a:xfrm>
            <a:custGeom>
              <a:avLst/>
              <a:gdLst>
                <a:gd name="csX0" fmla="*/ 10787 w 13897"/>
                <a:gd name="csY0" fmla="*/ 4533 h 5104"/>
                <a:gd name="csX1" fmla="*/ 2069 w 13897"/>
                <a:gd name="csY1" fmla="*/ 3192 h 5104"/>
                <a:gd name="csX2" fmla="*/ 20 w 13897"/>
                <a:gd name="csY2" fmla="*/ 1106 h 5104"/>
                <a:gd name="csX3" fmla="*/ 2274 w 13897"/>
                <a:gd name="csY3" fmla="*/ 7 h 5104"/>
                <a:gd name="csX4" fmla="*/ 13897 w 13897"/>
                <a:gd name="csY4" fmla="*/ 3378 h 5104"/>
                <a:gd name="csX5" fmla="*/ 10787 w 13897"/>
                <a:gd name="csY5" fmla="*/ 4533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897" h="5104">
                  <a:moveTo>
                    <a:pt x="10787" y="4533"/>
                  </a:moveTo>
                  <a:cubicBezTo>
                    <a:pt x="7974" y="3415"/>
                    <a:pt x="5106" y="2987"/>
                    <a:pt x="2069" y="3192"/>
                  </a:cubicBezTo>
                  <a:cubicBezTo>
                    <a:pt x="952" y="3266"/>
                    <a:pt x="-166" y="2447"/>
                    <a:pt x="20" y="1106"/>
                  </a:cubicBezTo>
                  <a:cubicBezTo>
                    <a:pt x="169" y="-68"/>
                    <a:pt x="1417" y="-12"/>
                    <a:pt x="2274" y="7"/>
                  </a:cubicBezTo>
                  <a:cubicBezTo>
                    <a:pt x="6428" y="100"/>
                    <a:pt x="10321" y="1199"/>
                    <a:pt x="13897" y="3378"/>
                  </a:cubicBezTo>
                  <a:cubicBezTo>
                    <a:pt x="13823" y="6358"/>
                    <a:pt x="11979" y="4589"/>
                    <a:pt x="10787" y="4533"/>
                  </a:cubicBezTo>
                  <a:close/>
                </a:path>
              </a:pathLst>
            </a:custGeom>
            <a:solidFill>
              <a:srgbClr val="4864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C559F64E-7302-94DA-818A-CADE28D84CBE}"/>
                </a:ext>
              </a:extLst>
            </p:cNvPr>
            <p:cNvSpPr/>
            <p:nvPr/>
          </p:nvSpPr>
          <p:spPr>
            <a:xfrm>
              <a:off x="2064845" y="4960525"/>
              <a:ext cx="6095" cy="4070"/>
            </a:xfrm>
            <a:custGeom>
              <a:avLst/>
              <a:gdLst>
                <a:gd name="csX0" fmla="*/ 0 w 6095"/>
                <a:gd name="csY0" fmla="*/ 1173 h 4070"/>
                <a:gd name="csX1" fmla="*/ 3092 w 6095"/>
                <a:gd name="csY1" fmla="*/ 0 h 4070"/>
                <a:gd name="csX2" fmla="*/ 5756 w 6095"/>
                <a:gd name="csY2" fmla="*/ 3204 h 4070"/>
                <a:gd name="csX3" fmla="*/ 0 w 6095"/>
                <a:gd name="csY3" fmla="*/ 1173 h 4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5" h="4070">
                  <a:moveTo>
                    <a:pt x="0" y="1173"/>
                  </a:moveTo>
                  <a:cubicBezTo>
                    <a:pt x="1099" y="969"/>
                    <a:pt x="2515" y="1602"/>
                    <a:pt x="3092" y="0"/>
                  </a:cubicBezTo>
                  <a:cubicBezTo>
                    <a:pt x="4675" y="577"/>
                    <a:pt x="6966" y="1956"/>
                    <a:pt x="5756" y="3204"/>
                  </a:cubicBezTo>
                  <a:cubicBezTo>
                    <a:pt x="3297" y="5756"/>
                    <a:pt x="1956" y="1937"/>
                    <a:pt x="0" y="1173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C854252D-3C0C-53FD-81FD-18DBC81D19C3}"/>
                </a:ext>
              </a:extLst>
            </p:cNvPr>
            <p:cNvSpPr/>
            <p:nvPr/>
          </p:nvSpPr>
          <p:spPr>
            <a:xfrm>
              <a:off x="1610597" y="5419422"/>
              <a:ext cx="30715" cy="17844"/>
            </a:xfrm>
            <a:custGeom>
              <a:avLst/>
              <a:gdLst>
                <a:gd name="csX0" fmla="*/ 2142 w 30715"/>
                <a:gd name="csY0" fmla="*/ 26 h 17844"/>
                <a:gd name="csX1" fmla="*/ 3316 w 30715"/>
                <a:gd name="csY1" fmla="*/ 994 h 17844"/>
                <a:gd name="csX2" fmla="*/ 16876 w 30715"/>
                <a:gd name="csY2" fmla="*/ 11127 h 17844"/>
                <a:gd name="csX3" fmla="*/ 30715 w 30715"/>
                <a:gd name="csY3" fmla="*/ 17554 h 17844"/>
                <a:gd name="csX4" fmla="*/ 16857 w 30715"/>
                <a:gd name="csY4" fmla="*/ 14610 h 17844"/>
                <a:gd name="csX5" fmla="*/ 7842 w 30715"/>
                <a:gd name="csY5" fmla="*/ 9972 h 17844"/>
                <a:gd name="csX6" fmla="*/ 0 w 30715"/>
                <a:gd name="csY6" fmla="*/ 1907 h 17844"/>
                <a:gd name="csX7" fmla="*/ 2142 w 30715"/>
                <a:gd name="csY7" fmla="*/ 26 h 17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715" h="17844">
                  <a:moveTo>
                    <a:pt x="2142" y="26"/>
                  </a:moveTo>
                  <a:cubicBezTo>
                    <a:pt x="2533" y="343"/>
                    <a:pt x="2924" y="678"/>
                    <a:pt x="3316" y="994"/>
                  </a:cubicBezTo>
                  <a:cubicBezTo>
                    <a:pt x="6668" y="5931"/>
                    <a:pt x="11437" y="8985"/>
                    <a:pt x="16876" y="11127"/>
                  </a:cubicBezTo>
                  <a:cubicBezTo>
                    <a:pt x="20862" y="14350"/>
                    <a:pt x="26245" y="14536"/>
                    <a:pt x="30715" y="17554"/>
                  </a:cubicBezTo>
                  <a:cubicBezTo>
                    <a:pt x="25407" y="18820"/>
                    <a:pt x="21365" y="15598"/>
                    <a:pt x="16857" y="14610"/>
                  </a:cubicBezTo>
                  <a:cubicBezTo>
                    <a:pt x="13858" y="13064"/>
                    <a:pt x="10841" y="11519"/>
                    <a:pt x="7842" y="9972"/>
                  </a:cubicBezTo>
                  <a:cubicBezTo>
                    <a:pt x="3334" y="9134"/>
                    <a:pt x="1695" y="5502"/>
                    <a:pt x="0" y="1907"/>
                  </a:cubicBezTo>
                  <a:cubicBezTo>
                    <a:pt x="19" y="510"/>
                    <a:pt x="726" y="-142"/>
                    <a:pt x="2142" y="26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0F12C23D-CF16-5A84-695E-D6E497535545}"/>
                </a:ext>
              </a:extLst>
            </p:cNvPr>
            <p:cNvSpPr/>
            <p:nvPr/>
          </p:nvSpPr>
          <p:spPr>
            <a:xfrm>
              <a:off x="1712646" y="5300275"/>
              <a:ext cx="28859" cy="18986"/>
            </a:xfrm>
            <a:custGeom>
              <a:avLst/>
              <a:gdLst>
                <a:gd name="csX0" fmla="*/ 5203 w 28859"/>
                <a:gd name="csY0" fmla="*/ 11753 h 18986"/>
                <a:gd name="csX1" fmla="*/ 435 w 28859"/>
                <a:gd name="csY1" fmla="*/ 0 h 18986"/>
                <a:gd name="csX2" fmla="*/ 6302 w 28859"/>
                <a:gd name="csY2" fmla="*/ 8270 h 18986"/>
                <a:gd name="csX3" fmla="*/ 28859 w 28859"/>
                <a:gd name="csY3" fmla="*/ 18925 h 18986"/>
                <a:gd name="csX4" fmla="*/ 5203 w 28859"/>
                <a:gd name="csY4" fmla="*/ 11753 h 1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859" h="18986">
                  <a:moveTo>
                    <a:pt x="5203" y="11753"/>
                  </a:moveTo>
                  <a:cubicBezTo>
                    <a:pt x="3173" y="8363"/>
                    <a:pt x="-1428" y="6128"/>
                    <a:pt x="435" y="0"/>
                  </a:cubicBezTo>
                  <a:cubicBezTo>
                    <a:pt x="2223" y="3539"/>
                    <a:pt x="3210" y="6761"/>
                    <a:pt x="6302" y="8270"/>
                  </a:cubicBezTo>
                  <a:cubicBezTo>
                    <a:pt x="12039" y="14901"/>
                    <a:pt x="20663" y="15628"/>
                    <a:pt x="28859" y="18925"/>
                  </a:cubicBezTo>
                  <a:cubicBezTo>
                    <a:pt x="19490" y="19484"/>
                    <a:pt x="12188" y="16168"/>
                    <a:pt x="5203" y="11753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A5EDBBF5-D31A-91A2-F20C-F902E2F6B72A}"/>
                </a:ext>
              </a:extLst>
            </p:cNvPr>
            <p:cNvSpPr/>
            <p:nvPr/>
          </p:nvSpPr>
          <p:spPr>
            <a:xfrm>
              <a:off x="1664204" y="5359116"/>
              <a:ext cx="24438" cy="17322"/>
            </a:xfrm>
            <a:custGeom>
              <a:avLst/>
              <a:gdLst>
                <a:gd name="csX0" fmla="*/ 20881 w 24438"/>
                <a:gd name="csY0" fmla="*/ 17323 h 17322"/>
                <a:gd name="csX1" fmla="*/ 0 w 24438"/>
                <a:gd name="csY1" fmla="*/ 0 h 17322"/>
                <a:gd name="csX2" fmla="*/ 23023 w 24438"/>
                <a:gd name="csY2" fmla="*/ 15050 h 17322"/>
                <a:gd name="csX3" fmla="*/ 24438 w 24438"/>
                <a:gd name="csY3" fmla="*/ 16987 h 17322"/>
                <a:gd name="csX4" fmla="*/ 20881 w 24438"/>
                <a:gd name="csY4" fmla="*/ 17323 h 17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38" h="17322">
                  <a:moveTo>
                    <a:pt x="20881" y="17323"/>
                  </a:moveTo>
                  <a:cubicBezTo>
                    <a:pt x="11586" y="14324"/>
                    <a:pt x="3073" y="10394"/>
                    <a:pt x="0" y="0"/>
                  </a:cubicBezTo>
                  <a:cubicBezTo>
                    <a:pt x="5104" y="8959"/>
                    <a:pt x="13672" y="12592"/>
                    <a:pt x="23023" y="15050"/>
                  </a:cubicBezTo>
                  <a:cubicBezTo>
                    <a:pt x="23488" y="15702"/>
                    <a:pt x="23973" y="16335"/>
                    <a:pt x="24438" y="16987"/>
                  </a:cubicBezTo>
                  <a:cubicBezTo>
                    <a:pt x="23246" y="17099"/>
                    <a:pt x="22073" y="17211"/>
                    <a:pt x="20881" y="17323"/>
                  </a:cubicBezTo>
                  <a:close/>
                </a:path>
              </a:pathLst>
            </a:custGeom>
            <a:solidFill>
              <a:srgbClr val="57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C77C253F-5A8D-7BCC-C064-FDE803411C6C}"/>
                </a:ext>
              </a:extLst>
            </p:cNvPr>
            <p:cNvSpPr/>
            <p:nvPr/>
          </p:nvSpPr>
          <p:spPr>
            <a:xfrm>
              <a:off x="1824530" y="5137454"/>
              <a:ext cx="60381" cy="122910"/>
            </a:xfrm>
            <a:custGeom>
              <a:avLst/>
              <a:gdLst>
                <a:gd name="csX0" fmla="*/ 34546 w 60381"/>
                <a:gd name="csY0" fmla="*/ 6264 h 122910"/>
                <a:gd name="csX1" fmla="*/ 41587 w 60381"/>
                <a:gd name="csY1" fmla="*/ 24 h 122910"/>
                <a:gd name="csX2" fmla="*/ 60065 w 60381"/>
                <a:gd name="csY2" fmla="*/ 19247 h 122910"/>
                <a:gd name="csX3" fmla="*/ 60307 w 60381"/>
                <a:gd name="csY3" fmla="*/ 33887 h 122910"/>
                <a:gd name="csX4" fmla="*/ 37806 w 60381"/>
                <a:gd name="csY4" fmla="*/ 106662 h 122910"/>
                <a:gd name="csX5" fmla="*/ 26630 w 60381"/>
                <a:gd name="csY5" fmla="*/ 119067 h 122910"/>
                <a:gd name="csX6" fmla="*/ 2546 w 60381"/>
                <a:gd name="csY6" fmla="*/ 111020 h 122910"/>
                <a:gd name="csX7" fmla="*/ 3533 w 60381"/>
                <a:gd name="csY7" fmla="*/ 80025 h 122910"/>
                <a:gd name="csX8" fmla="*/ 18844 w 60381"/>
                <a:gd name="csY8" fmla="*/ 28541 h 122910"/>
                <a:gd name="csX9" fmla="*/ 25978 w 60381"/>
                <a:gd name="csY9" fmla="*/ 10846 h 122910"/>
                <a:gd name="csX10" fmla="*/ 31194 w 60381"/>
                <a:gd name="csY10" fmla="*/ 7158 h 122910"/>
                <a:gd name="csX11" fmla="*/ 40395 w 60381"/>
                <a:gd name="csY11" fmla="*/ 14367 h 122910"/>
                <a:gd name="csX12" fmla="*/ 43338 w 60381"/>
                <a:gd name="csY12" fmla="*/ 39792 h 122910"/>
                <a:gd name="csX13" fmla="*/ 18751 w 60381"/>
                <a:gd name="csY13" fmla="*/ 100701 h 122910"/>
                <a:gd name="csX14" fmla="*/ 43375 w 60381"/>
                <a:gd name="csY14" fmla="*/ 40165 h 122910"/>
                <a:gd name="csX15" fmla="*/ 42202 w 60381"/>
                <a:gd name="csY15" fmla="*/ 18315 h 122910"/>
                <a:gd name="csX16" fmla="*/ 34546 w 60381"/>
                <a:gd name="csY16" fmla="*/ 6264 h 12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381" h="122910">
                  <a:moveTo>
                    <a:pt x="34546" y="6264"/>
                  </a:moveTo>
                  <a:cubicBezTo>
                    <a:pt x="33950" y="2222"/>
                    <a:pt x="36763" y="-274"/>
                    <a:pt x="41587" y="24"/>
                  </a:cubicBezTo>
                  <a:cubicBezTo>
                    <a:pt x="52018" y="657"/>
                    <a:pt x="61369" y="9151"/>
                    <a:pt x="60065" y="19247"/>
                  </a:cubicBezTo>
                  <a:cubicBezTo>
                    <a:pt x="59394" y="24481"/>
                    <a:pt x="60698" y="29212"/>
                    <a:pt x="60307" y="33887"/>
                  </a:cubicBezTo>
                  <a:cubicBezTo>
                    <a:pt x="58202" y="59704"/>
                    <a:pt x="54887" y="85278"/>
                    <a:pt x="37806" y="106662"/>
                  </a:cubicBezTo>
                  <a:cubicBezTo>
                    <a:pt x="34286" y="111058"/>
                    <a:pt x="31287" y="115826"/>
                    <a:pt x="26630" y="119067"/>
                  </a:cubicBezTo>
                  <a:cubicBezTo>
                    <a:pt x="16050" y="126462"/>
                    <a:pt x="7333" y="122867"/>
                    <a:pt x="2546" y="111020"/>
                  </a:cubicBezTo>
                  <a:cubicBezTo>
                    <a:pt x="-1850" y="100142"/>
                    <a:pt x="87" y="90550"/>
                    <a:pt x="3533" y="80025"/>
                  </a:cubicBezTo>
                  <a:cubicBezTo>
                    <a:pt x="9121" y="63038"/>
                    <a:pt x="15026" y="46088"/>
                    <a:pt x="18844" y="28541"/>
                  </a:cubicBezTo>
                  <a:cubicBezTo>
                    <a:pt x="20204" y="22283"/>
                    <a:pt x="23426" y="16676"/>
                    <a:pt x="25978" y="10846"/>
                  </a:cubicBezTo>
                  <a:cubicBezTo>
                    <a:pt x="26984" y="8555"/>
                    <a:pt x="28753" y="7382"/>
                    <a:pt x="31194" y="7158"/>
                  </a:cubicBezTo>
                  <a:cubicBezTo>
                    <a:pt x="36074" y="7233"/>
                    <a:pt x="38477" y="10567"/>
                    <a:pt x="40395" y="14367"/>
                  </a:cubicBezTo>
                  <a:cubicBezTo>
                    <a:pt x="44474" y="22469"/>
                    <a:pt x="44567" y="31317"/>
                    <a:pt x="43338" y="39792"/>
                  </a:cubicBezTo>
                  <a:cubicBezTo>
                    <a:pt x="40134" y="62014"/>
                    <a:pt x="32162" y="82503"/>
                    <a:pt x="18751" y="100701"/>
                  </a:cubicBezTo>
                  <a:cubicBezTo>
                    <a:pt x="32144" y="82633"/>
                    <a:pt x="40078" y="62274"/>
                    <a:pt x="43375" y="40165"/>
                  </a:cubicBezTo>
                  <a:cubicBezTo>
                    <a:pt x="44437" y="32975"/>
                    <a:pt x="44046" y="25561"/>
                    <a:pt x="42202" y="18315"/>
                  </a:cubicBezTo>
                  <a:cubicBezTo>
                    <a:pt x="40935" y="13417"/>
                    <a:pt x="36968" y="10380"/>
                    <a:pt x="34546" y="6264"/>
                  </a:cubicBezTo>
                  <a:close/>
                </a:path>
              </a:pathLst>
            </a:custGeom>
            <a:solidFill>
              <a:srgbClr val="96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FF8618B6-0849-8B0E-459F-878A2BB2638E}"/>
                </a:ext>
              </a:extLst>
            </p:cNvPr>
            <p:cNvSpPr/>
            <p:nvPr/>
          </p:nvSpPr>
          <p:spPr>
            <a:xfrm>
              <a:off x="1839207" y="5143567"/>
              <a:ext cx="30062" cy="99430"/>
            </a:xfrm>
            <a:custGeom>
              <a:avLst/>
              <a:gdLst>
                <a:gd name="csX0" fmla="*/ 19869 w 30062"/>
                <a:gd name="csY0" fmla="*/ 151 h 99430"/>
                <a:gd name="csX1" fmla="*/ 30058 w 30062"/>
                <a:gd name="csY1" fmla="*/ 23323 h 99430"/>
                <a:gd name="csX2" fmla="*/ 7557 w 30062"/>
                <a:gd name="csY2" fmla="*/ 91924 h 99430"/>
                <a:gd name="csX3" fmla="*/ 3292 w 30062"/>
                <a:gd name="csY3" fmla="*/ 97885 h 99430"/>
                <a:gd name="csX4" fmla="*/ 628 w 30062"/>
                <a:gd name="csY4" fmla="*/ 99133 h 99430"/>
                <a:gd name="csX5" fmla="*/ 1112 w 30062"/>
                <a:gd name="csY5" fmla="*/ 96358 h 99430"/>
                <a:gd name="csX6" fmla="*/ 21378 w 30062"/>
                <a:gd name="csY6" fmla="*/ 58825 h 99430"/>
                <a:gd name="csX7" fmla="*/ 26817 w 30062"/>
                <a:gd name="csY7" fmla="*/ 14140 h 99430"/>
                <a:gd name="csX8" fmla="*/ 16554 w 30062"/>
                <a:gd name="csY8" fmla="*/ 1120 h 99430"/>
                <a:gd name="csX9" fmla="*/ 19869 w 30062"/>
                <a:gd name="csY9" fmla="*/ 151 h 9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0062" h="99430">
                  <a:moveTo>
                    <a:pt x="19869" y="151"/>
                  </a:moveTo>
                  <a:cubicBezTo>
                    <a:pt x="28233" y="5683"/>
                    <a:pt x="29984" y="14363"/>
                    <a:pt x="30058" y="23323"/>
                  </a:cubicBezTo>
                  <a:cubicBezTo>
                    <a:pt x="30300" y="48655"/>
                    <a:pt x="21155" y="71044"/>
                    <a:pt x="7557" y="91924"/>
                  </a:cubicBezTo>
                  <a:cubicBezTo>
                    <a:pt x="6216" y="93973"/>
                    <a:pt x="4707" y="95911"/>
                    <a:pt x="3292" y="97885"/>
                  </a:cubicBezTo>
                  <a:cubicBezTo>
                    <a:pt x="2621" y="98816"/>
                    <a:pt x="1820" y="99990"/>
                    <a:pt x="628" y="99133"/>
                  </a:cubicBezTo>
                  <a:cubicBezTo>
                    <a:pt x="-713" y="98183"/>
                    <a:pt x="404" y="97196"/>
                    <a:pt x="1112" y="96358"/>
                  </a:cubicBezTo>
                  <a:cubicBezTo>
                    <a:pt x="10314" y="85163"/>
                    <a:pt x="16740" y="72441"/>
                    <a:pt x="21378" y="58825"/>
                  </a:cubicBezTo>
                  <a:cubicBezTo>
                    <a:pt x="26296" y="44352"/>
                    <a:pt x="30002" y="29656"/>
                    <a:pt x="26817" y="14140"/>
                  </a:cubicBezTo>
                  <a:cubicBezTo>
                    <a:pt x="25550" y="8011"/>
                    <a:pt x="22328" y="3616"/>
                    <a:pt x="16554" y="1120"/>
                  </a:cubicBezTo>
                  <a:cubicBezTo>
                    <a:pt x="17336" y="-240"/>
                    <a:pt x="18603" y="-72"/>
                    <a:pt x="19869" y="151"/>
                  </a:cubicBezTo>
                  <a:close/>
                </a:path>
              </a:pathLst>
            </a:custGeom>
            <a:solidFill>
              <a:srgbClr val="5B75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73FB9D1D-262B-CA12-81DA-C9A85DF79F79}"/>
                </a:ext>
              </a:extLst>
            </p:cNvPr>
            <p:cNvSpPr/>
            <p:nvPr/>
          </p:nvSpPr>
          <p:spPr>
            <a:xfrm>
              <a:off x="1807531" y="5213581"/>
              <a:ext cx="14347" cy="4411"/>
            </a:xfrm>
            <a:custGeom>
              <a:avLst/>
              <a:gdLst>
                <a:gd name="csX0" fmla="*/ 14348 w 14347"/>
                <a:gd name="csY0" fmla="*/ 434 h 4411"/>
                <a:gd name="csX1" fmla="*/ 2315 w 14347"/>
                <a:gd name="csY1" fmla="*/ 4196 h 4411"/>
                <a:gd name="csX2" fmla="*/ 43 w 14347"/>
                <a:gd name="csY2" fmla="*/ 3451 h 4411"/>
                <a:gd name="csX3" fmla="*/ 1644 w 14347"/>
                <a:gd name="csY3" fmla="*/ 1477 h 4411"/>
                <a:gd name="csX4" fmla="*/ 14348 w 14347"/>
                <a:gd name="csY4" fmla="*/ 434 h 4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47" h="4411">
                  <a:moveTo>
                    <a:pt x="14348" y="434"/>
                  </a:moveTo>
                  <a:cubicBezTo>
                    <a:pt x="9691" y="1905"/>
                    <a:pt x="6022" y="3079"/>
                    <a:pt x="2315" y="4196"/>
                  </a:cubicBezTo>
                  <a:cubicBezTo>
                    <a:pt x="1440" y="4457"/>
                    <a:pt x="322" y="4718"/>
                    <a:pt x="43" y="3451"/>
                  </a:cubicBezTo>
                  <a:cubicBezTo>
                    <a:pt x="-218" y="2315"/>
                    <a:pt x="769" y="1682"/>
                    <a:pt x="1644" y="1477"/>
                  </a:cubicBezTo>
                  <a:cubicBezTo>
                    <a:pt x="5444" y="564"/>
                    <a:pt x="9226" y="-665"/>
                    <a:pt x="14348" y="434"/>
                  </a:cubicBezTo>
                  <a:close/>
                </a:path>
              </a:pathLst>
            </a:custGeom>
            <a:solidFill>
              <a:srgbClr val="5A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322BD2DF-A9D8-6462-DB1A-D4A75E619AC9}"/>
                </a:ext>
              </a:extLst>
            </p:cNvPr>
            <p:cNvSpPr/>
            <p:nvPr/>
          </p:nvSpPr>
          <p:spPr>
            <a:xfrm>
              <a:off x="1881447" y="5211966"/>
              <a:ext cx="9592" cy="6742"/>
            </a:xfrm>
            <a:custGeom>
              <a:avLst/>
              <a:gdLst>
                <a:gd name="csX0" fmla="*/ 0 w 9592"/>
                <a:gd name="csY0" fmla="*/ 6743 h 6742"/>
                <a:gd name="csX1" fmla="*/ 9593 w 9592"/>
                <a:gd name="csY1" fmla="*/ 0 h 6742"/>
                <a:gd name="csX2" fmla="*/ 0 w 9592"/>
                <a:gd name="csY2" fmla="*/ 6743 h 6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92" h="6742">
                  <a:moveTo>
                    <a:pt x="0" y="6743"/>
                  </a:moveTo>
                  <a:cubicBezTo>
                    <a:pt x="2161" y="3036"/>
                    <a:pt x="5681" y="1248"/>
                    <a:pt x="9593" y="0"/>
                  </a:cubicBezTo>
                  <a:cubicBezTo>
                    <a:pt x="7283" y="3446"/>
                    <a:pt x="3930" y="5476"/>
                    <a:pt x="0" y="6743"/>
                  </a:cubicBezTo>
                  <a:close/>
                </a:path>
              </a:pathLst>
            </a:custGeom>
            <a:solidFill>
              <a:srgbClr val="5E83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31C02FD5-5F7E-F6AE-9A99-6C68BFFC86D7}"/>
                </a:ext>
              </a:extLst>
            </p:cNvPr>
            <p:cNvSpPr/>
            <p:nvPr/>
          </p:nvSpPr>
          <p:spPr>
            <a:xfrm>
              <a:off x="1920470" y="5057998"/>
              <a:ext cx="69328" cy="39354"/>
            </a:xfrm>
            <a:custGeom>
              <a:avLst/>
              <a:gdLst>
                <a:gd name="csX0" fmla="*/ 69328 w 69328"/>
                <a:gd name="csY0" fmla="*/ 0 h 39354"/>
                <a:gd name="csX1" fmla="*/ 0 w 69328"/>
                <a:gd name="csY1" fmla="*/ 39265 h 39354"/>
                <a:gd name="csX2" fmla="*/ 69328 w 69328"/>
                <a:gd name="csY2" fmla="*/ 0 h 3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328" h="39354">
                  <a:moveTo>
                    <a:pt x="69328" y="0"/>
                  </a:moveTo>
                  <a:cubicBezTo>
                    <a:pt x="65696" y="12890"/>
                    <a:pt x="15553" y="41146"/>
                    <a:pt x="0" y="39265"/>
                  </a:cubicBezTo>
                  <a:cubicBezTo>
                    <a:pt x="26375" y="31162"/>
                    <a:pt x="49323" y="19204"/>
                    <a:pt x="69328" y="0"/>
                  </a:cubicBezTo>
                  <a:close/>
                </a:path>
              </a:pathLst>
            </a:custGeom>
            <a:solidFill>
              <a:srgbClr val="40532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2E04EA4F-1CC5-7151-D06B-F2802755A4F6}"/>
                </a:ext>
              </a:extLst>
            </p:cNvPr>
            <p:cNvSpPr/>
            <p:nvPr/>
          </p:nvSpPr>
          <p:spPr>
            <a:xfrm>
              <a:off x="1957202" y="5095530"/>
              <a:ext cx="6109" cy="11883"/>
            </a:xfrm>
            <a:custGeom>
              <a:avLst/>
              <a:gdLst>
                <a:gd name="csX0" fmla="*/ 0 w 6109"/>
                <a:gd name="csY0" fmla="*/ 0 h 11883"/>
                <a:gd name="csX1" fmla="*/ 6110 w 6109"/>
                <a:gd name="csY1" fmla="*/ 11884 h 11883"/>
                <a:gd name="csX2" fmla="*/ 0 w 6109"/>
                <a:gd name="csY2" fmla="*/ 0 h 11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09" h="11883">
                  <a:moveTo>
                    <a:pt x="0" y="0"/>
                  </a:moveTo>
                  <a:cubicBezTo>
                    <a:pt x="3912" y="2570"/>
                    <a:pt x="4955" y="6557"/>
                    <a:pt x="6110" y="11884"/>
                  </a:cubicBezTo>
                  <a:cubicBezTo>
                    <a:pt x="2459" y="7842"/>
                    <a:pt x="745" y="4191"/>
                    <a:pt x="0" y="0"/>
                  </a:cubicBezTo>
                  <a:close/>
                </a:path>
              </a:pathLst>
            </a:custGeom>
            <a:solidFill>
              <a:srgbClr val="6083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B6B69C50-4DE9-294C-09DE-89E5354A534B}"/>
                </a:ext>
              </a:extLst>
            </p:cNvPr>
            <p:cNvSpPr/>
            <p:nvPr/>
          </p:nvSpPr>
          <p:spPr>
            <a:xfrm>
              <a:off x="1937763" y="5055651"/>
              <a:ext cx="3622" cy="11213"/>
            </a:xfrm>
            <a:custGeom>
              <a:avLst/>
              <a:gdLst>
                <a:gd name="csX0" fmla="*/ 3494 w 3622"/>
                <a:gd name="csY0" fmla="*/ 11213 h 11213"/>
                <a:gd name="csX1" fmla="*/ 235 w 3622"/>
                <a:gd name="csY1" fmla="*/ 0 h 11213"/>
                <a:gd name="csX2" fmla="*/ 3494 w 3622"/>
                <a:gd name="csY2" fmla="*/ 11213 h 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22" h="11213">
                  <a:moveTo>
                    <a:pt x="3494" y="11213"/>
                  </a:moveTo>
                  <a:cubicBezTo>
                    <a:pt x="1483" y="8177"/>
                    <a:pt x="-734" y="5234"/>
                    <a:pt x="235" y="0"/>
                  </a:cubicBezTo>
                  <a:cubicBezTo>
                    <a:pt x="2861" y="4172"/>
                    <a:pt x="4034" y="7451"/>
                    <a:pt x="3494" y="11213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AF661764-FF5C-D9C8-F717-04BFA6630F0A}"/>
                </a:ext>
              </a:extLst>
            </p:cNvPr>
            <p:cNvSpPr/>
            <p:nvPr/>
          </p:nvSpPr>
          <p:spPr>
            <a:xfrm>
              <a:off x="2055681" y="4842293"/>
              <a:ext cx="10617" cy="4497"/>
            </a:xfrm>
            <a:custGeom>
              <a:avLst/>
              <a:gdLst>
                <a:gd name="csX0" fmla="*/ 0 w 10617"/>
                <a:gd name="csY0" fmla="*/ 64 h 4497"/>
                <a:gd name="csX1" fmla="*/ 10617 w 10617"/>
                <a:gd name="csY1" fmla="*/ 4498 h 4497"/>
                <a:gd name="csX2" fmla="*/ 0 w 10617"/>
                <a:gd name="csY2" fmla="*/ 64 h 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7" h="4497">
                  <a:moveTo>
                    <a:pt x="0" y="64"/>
                  </a:moveTo>
                  <a:cubicBezTo>
                    <a:pt x="4489" y="-439"/>
                    <a:pt x="7525" y="2095"/>
                    <a:pt x="10617" y="4498"/>
                  </a:cubicBezTo>
                  <a:cubicBezTo>
                    <a:pt x="6445" y="4479"/>
                    <a:pt x="2962" y="2840"/>
                    <a:pt x="0" y="64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17CFE429-CF2B-3B00-F530-E00E55FBA9E7}"/>
                </a:ext>
              </a:extLst>
            </p:cNvPr>
            <p:cNvSpPr/>
            <p:nvPr/>
          </p:nvSpPr>
          <p:spPr>
            <a:xfrm>
              <a:off x="2014539" y="4877072"/>
              <a:ext cx="9178" cy="4224"/>
            </a:xfrm>
            <a:custGeom>
              <a:avLst/>
              <a:gdLst>
                <a:gd name="csX0" fmla="*/ 9178 w 9178"/>
                <a:gd name="csY0" fmla="*/ 3581 h 4224"/>
                <a:gd name="csX1" fmla="*/ 7875 w 9178"/>
                <a:gd name="csY1" fmla="*/ 4214 h 4224"/>
                <a:gd name="csX2" fmla="*/ 14 w 9178"/>
                <a:gd name="csY2" fmla="*/ 1216 h 4224"/>
                <a:gd name="csX3" fmla="*/ 796 w 9178"/>
                <a:gd name="csY3" fmla="*/ 42 h 4224"/>
                <a:gd name="csX4" fmla="*/ 9178 w 9178"/>
                <a:gd name="csY4" fmla="*/ 3581 h 4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78" h="4224">
                  <a:moveTo>
                    <a:pt x="9178" y="3581"/>
                  </a:moveTo>
                  <a:cubicBezTo>
                    <a:pt x="8489" y="3935"/>
                    <a:pt x="8117" y="4289"/>
                    <a:pt x="7875" y="4214"/>
                  </a:cubicBezTo>
                  <a:cubicBezTo>
                    <a:pt x="5174" y="3413"/>
                    <a:pt x="1895" y="4084"/>
                    <a:pt x="14" y="1216"/>
                  </a:cubicBezTo>
                  <a:cubicBezTo>
                    <a:pt x="-98" y="1048"/>
                    <a:pt x="480" y="79"/>
                    <a:pt x="796" y="42"/>
                  </a:cubicBezTo>
                  <a:cubicBezTo>
                    <a:pt x="4168" y="-293"/>
                    <a:pt x="6645" y="1420"/>
                    <a:pt x="9178" y="3581"/>
                  </a:cubicBezTo>
                  <a:close/>
                </a:path>
              </a:pathLst>
            </a:custGeom>
            <a:solidFill>
              <a:srgbClr val="5578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C521B0B9-BB0F-513E-FADE-016702724E7E}"/>
                </a:ext>
              </a:extLst>
            </p:cNvPr>
            <p:cNvSpPr/>
            <p:nvPr/>
          </p:nvSpPr>
          <p:spPr>
            <a:xfrm>
              <a:off x="1981360" y="4928131"/>
              <a:ext cx="9052" cy="3564"/>
            </a:xfrm>
            <a:custGeom>
              <a:avLst/>
              <a:gdLst>
                <a:gd name="csX0" fmla="*/ 0 w 9052"/>
                <a:gd name="csY0" fmla="*/ 169 h 3564"/>
                <a:gd name="csX1" fmla="*/ 9053 w 9052"/>
                <a:gd name="csY1" fmla="*/ 3261 h 3564"/>
                <a:gd name="csX2" fmla="*/ 0 w 9052"/>
                <a:gd name="csY2" fmla="*/ 169 h 3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52" h="3564">
                  <a:moveTo>
                    <a:pt x="0" y="169"/>
                  </a:moveTo>
                  <a:cubicBezTo>
                    <a:pt x="4750" y="-613"/>
                    <a:pt x="6836" y="1473"/>
                    <a:pt x="9053" y="3261"/>
                  </a:cubicBezTo>
                  <a:cubicBezTo>
                    <a:pt x="5905" y="4230"/>
                    <a:pt x="3558" y="2795"/>
                    <a:pt x="0" y="169"/>
                  </a:cubicBezTo>
                  <a:close/>
                </a:path>
              </a:pathLst>
            </a:custGeom>
            <a:solidFill>
              <a:srgbClr val="5579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C6F1D35-3154-A978-F5F4-28C5DEC7D4A6}"/>
                </a:ext>
              </a:extLst>
            </p:cNvPr>
            <p:cNvSpPr/>
            <p:nvPr/>
          </p:nvSpPr>
          <p:spPr>
            <a:xfrm>
              <a:off x="1558582" y="5242281"/>
              <a:ext cx="163965" cy="205329"/>
            </a:xfrm>
            <a:custGeom>
              <a:avLst/>
              <a:gdLst>
                <a:gd name="csX0" fmla="*/ 12339 w 163965"/>
                <a:gd name="csY0" fmla="*/ 205330 h 205329"/>
                <a:gd name="csX1" fmla="*/ 325 w 163965"/>
                <a:gd name="csY1" fmla="*/ 187541 h 205329"/>
                <a:gd name="csX2" fmla="*/ 23553 w 163965"/>
                <a:gd name="csY2" fmla="*/ 135443 h 205329"/>
                <a:gd name="csX3" fmla="*/ 55348 w 163965"/>
                <a:gd name="csY3" fmla="*/ 89062 h 205329"/>
                <a:gd name="csX4" fmla="*/ 87666 w 163965"/>
                <a:gd name="csY4" fmla="*/ 50189 h 205329"/>
                <a:gd name="csX5" fmla="*/ 114376 w 163965"/>
                <a:gd name="csY5" fmla="*/ 22696 h 205329"/>
                <a:gd name="csX6" fmla="*/ 138796 w 163965"/>
                <a:gd name="csY6" fmla="*/ 3044 h 205329"/>
                <a:gd name="csX7" fmla="*/ 153865 w 163965"/>
                <a:gd name="csY7" fmla="*/ 791 h 205329"/>
                <a:gd name="csX8" fmla="*/ 162489 w 163965"/>
                <a:gd name="csY8" fmla="*/ 21299 h 205329"/>
                <a:gd name="csX9" fmla="*/ 148742 w 163965"/>
                <a:gd name="csY9" fmla="*/ 38137 h 205329"/>
                <a:gd name="csX10" fmla="*/ 112551 w 163965"/>
                <a:gd name="csY10" fmla="*/ 74534 h 205329"/>
                <a:gd name="csX11" fmla="*/ 86008 w 163965"/>
                <a:gd name="csY11" fmla="*/ 108676 h 205329"/>
                <a:gd name="csX12" fmla="*/ 73453 w 163965"/>
                <a:gd name="csY12" fmla="*/ 126558 h 205329"/>
                <a:gd name="csX13" fmla="*/ 32624 w 163965"/>
                <a:gd name="csY13" fmla="*/ 191229 h 205329"/>
                <a:gd name="csX14" fmla="*/ 12339 w 163965"/>
                <a:gd name="csY14" fmla="*/ 205330 h 20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3965" h="205329">
                  <a:moveTo>
                    <a:pt x="12339" y="205330"/>
                  </a:moveTo>
                  <a:cubicBezTo>
                    <a:pt x="3827" y="205218"/>
                    <a:pt x="-1389" y="197078"/>
                    <a:pt x="325" y="187541"/>
                  </a:cubicBezTo>
                  <a:cubicBezTo>
                    <a:pt x="3808" y="168226"/>
                    <a:pt x="13122" y="151611"/>
                    <a:pt x="23553" y="135443"/>
                  </a:cubicBezTo>
                  <a:cubicBezTo>
                    <a:pt x="33741" y="119703"/>
                    <a:pt x="43856" y="103871"/>
                    <a:pt x="55348" y="89062"/>
                  </a:cubicBezTo>
                  <a:cubicBezTo>
                    <a:pt x="65667" y="75763"/>
                    <a:pt x="76992" y="63246"/>
                    <a:pt x="87666" y="50189"/>
                  </a:cubicBezTo>
                  <a:cubicBezTo>
                    <a:pt x="95787" y="40242"/>
                    <a:pt x="104988" y="31320"/>
                    <a:pt x="114376" y="22696"/>
                  </a:cubicBezTo>
                  <a:cubicBezTo>
                    <a:pt x="122050" y="15655"/>
                    <a:pt x="128812" y="7217"/>
                    <a:pt x="138796" y="3044"/>
                  </a:cubicBezTo>
                  <a:cubicBezTo>
                    <a:pt x="143546" y="1051"/>
                    <a:pt x="148277" y="-1240"/>
                    <a:pt x="153865" y="791"/>
                  </a:cubicBezTo>
                  <a:cubicBezTo>
                    <a:pt x="162154" y="3808"/>
                    <a:pt x="166419" y="13308"/>
                    <a:pt x="162489" y="21299"/>
                  </a:cubicBezTo>
                  <a:cubicBezTo>
                    <a:pt x="159229" y="27948"/>
                    <a:pt x="153976" y="33052"/>
                    <a:pt x="148742" y="38137"/>
                  </a:cubicBezTo>
                  <a:cubicBezTo>
                    <a:pt x="136467" y="50058"/>
                    <a:pt x="124360" y="62147"/>
                    <a:pt x="112551" y="74534"/>
                  </a:cubicBezTo>
                  <a:cubicBezTo>
                    <a:pt x="102511" y="85058"/>
                    <a:pt x="95656" y="97891"/>
                    <a:pt x="86008" y="108676"/>
                  </a:cubicBezTo>
                  <a:cubicBezTo>
                    <a:pt x="81183" y="114078"/>
                    <a:pt x="77775" y="120690"/>
                    <a:pt x="73453" y="126558"/>
                  </a:cubicBezTo>
                  <a:cubicBezTo>
                    <a:pt x="58235" y="147103"/>
                    <a:pt x="45402" y="169138"/>
                    <a:pt x="32624" y="191229"/>
                  </a:cubicBezTo>
                  <a:cubicBezTo>
                    <a:pt x="28433" y="198550"/>
                    <a:pt x="22193" y="205181"/>
                    <a:pt x="12339" y="205330"/>
                  </a:cubicBezTo>
                  <a:close/>
                </a:path>
              </a:pathLst>
            </a:custGeom>
            <a:solidFill>
              <a:srgbClr val="9E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154DE1C7-0486-98D2-0D0C-6502963DACFE}"/>
                </a:ext>
              </a:extLst>
            </p:cNvPr>
            <p:cNvSpPr/>
            <p:nvPr/>
          </p:nvSpPr>
          <p:spPr>
            <a:xfrm>
              <a:off x="1542214" y="5389310"/>
              <a:ext cx="76268" cy="81506"/>
            </a:xfrm>
            <a:custGeom>
              <a:avLst/>
              <a:gdLst>
                <a:gd name="csX0" fmla="*/ 68383 w 76268"/>
                <a:gd name="csY0" fmla="*/ 32019 h 81506"/>
                <a:gd name="csX1" fmla="*/ 76225 w 76268"/>
                <a:gd name="csY1" fmla="*/ 40084 h 81506"/>
                <a:gd name="csX2" fmla="*/ 73449 w 76268"/>
                <a:gd name="csY2" fmla="*/ 45579 h 81506"/>
                <a:gd name="csX3" fmla="*/ 61379 w 76268"/>
                <a:gd name="csY3" fmla="*/ 56997 h 81506"/>
                <a:gd name="csX4" fmla="*/ 35618 w 76268"/>
                <a:gd name="csY4" fmla="*/ 79088 h 81506"/>
                <a:gd name="csX5" fmla="*/ 4 w 76268"/>
                <a:gd name="csY5" fmla="*/ 54278 h 81506"/>
                <a:gd name="csX6" fmla="*/ 3022 w 76268"/>
                <a:gd name="csY6" fmla="*/ 25649 h 81506"/>
                <a:gd name="csX7" fmla="*/ 14049 w 76268"/>
                <a:gd name="csY7" fmla="*/ 540 h 81506"/>
                <a:gd name="csX8" fmla="*/ 20754 w 76268"/>
                <a:gd name="csY8" fmla="*/ 1564 h 81506"/>
                <a:gd name="csX9" fmla="*/ 6933 w 76268"/>
                <a:gd name="csY9" fmla="*/ 38687 h 81506"/>
                <a:gd name="csX10" fmla="*/ 8461 w 76268"/>
                <a:gd name="csY10" fmla="*/ 60089 h 81506"/>
                <a:gd name="csX11" fmla="*/ 35525 w 76268"/>
                <a:gd name="csY11" fmla="*/ 69663 h 81506"/>
                <a:gd name="csX12" fmla="*/ 58250 w 76268"/>
                <a:gd name="csY12" fmla="*/ 48559 h 81506"/>
                <a:gd name="csX13" fmla="*/ 68383 w 76268"/>
                <a:gd name="csY13" fmla="*/ 32019 h 81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8" h="81506">
                  <a:moveTo>
                    <a:pt x="68383" y="32019"/>
                  </a:moveTo>
                  <a:cubicBezTo>
                    <a:pt x="70990" y="34701"/>
                    <a:pt x="73617" y="37383"/>
                    <a:pt x="76225" y="40084"/>
                  </a:cubicBezTo>
                  <a:cubicBezTo>
                    <a:pt x="76448" y="42506"/>
                    <a:pt x="75871" y="44238"/>
                    <a:pt x="73449" y="45579"/>
                  </a:cubicBezTo>
                  <a:cubicBezTo>
                    <a:pt x="68495" y="48317"/>
                    <a:pt x="64825" y="52378"/>
                    <a:pt x="61379" y="56997"/>
                  </a:cubicBezTo>
                  <a:cubicBezTo>
                    <a:pt x="54487" y="66199"/>
                    <a:pt x="46143" y="74953"/>
                    <a:pt x="35618" y="79088"/>
                  </a:cubicBezTo>
                  <a:cubicBezTo>
                    <a:pt x="17048" y="86409"/>
                    <a:pt x="-312" y="76816"/>
                    <a:pt x="4" y="54278"/>
                  </a:cubicBezTo>
                  <a:cubicBezTo>
                    <a:pt x="135" y="44499"/>
                    <a:pt x="936" y="34943"/>
                    <a:pt x="3022" y="25649"/>
                  </a:cubicBezTo>
                  <a:cubicBezTo>
                    <a:pt x="5015" y="16764"/>
                    <a:pt x="6244" y="7059"/>
                    <a:pt x="14049" y="540"/>
                  </a:cubicBezTo>
                  <a:cubicBezTo>
                    <a:pt x="16545" y="-801"/>
                    <a:pt x="18612" y="670"/>
                    <a:pt x="20754" y="1564"/>
                  </a:cubicBezTo>
                  <a:cubicBezTo>
                    <a:pt x="13769" y="13057"/>
                    <a:pt x="9411" y="25555"/>
                    <a:pt x="6933" y="38687"/>
                  </a:cubicBezTo>
                  <a:cubicBezTo>
                    <a:pt x="5574" y="45840"/>
                    <a:pt x="5704" y="52806"/>
                    <a:pt x="8461" y="60089"/>
                  </a:cubicBezTo>
                  <a:cubicBezTo>
                    <a:pt x="12391" y="70520"/>
                    <a:pt x="26566" y="73333"/>
                    <a:pt x="35525" y="69663"/>
                  </a:cubicBezTo>
                  <a:cubicBezTo>
                    <a:pt x="45882" y="65416"/>
                    <a:pt x="52010" y="56867"/>
                    <a:pt x="58250" y="48559"/>
                  </a:cubicBezTo>
                  <a:cubicBezTo>
                    <a:pt x="62106" y="43418"/>
                    <a:pt x="67191" y="38836"/>
                    <a:pt x="68383" y="32019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0510F19E-3D7B-7169-4252-E1D03A94BCD4}"/>
                </a:ext>
              </a:extLst>
            </p:cNvPr>
            <p:cNvSpPr/>
            <p:nvPr/>
          </p:nvSpPr>
          <p:spPr>
            <a:xfrm>
              <a:off x="1535028" y="5371652"/>
              <a:ext cx="28126" cy="19355"/>
            </a:xfrm>
            <a:custGeom>
              <a:avLst/>
              <a:gdLst>
                <a:gd name="csX0" fmla="*/ 27977 w 28126"/>
                <a:gd name="csY0" fmla="*/ 19204 h 19355"/>
                <a:gd name="csX1" fmla="*/ 21272 w 28126"/>
                <a:gd name="csY1" fmla="*/ 18180 h 19355"/>
                <a:gd name="csX2" fmla="*/ 12033 w 28126"/>
                <a:gd name="csY2" fmla="*/ 12610 h 19355"/>
                <a:gd name="csX3" fmla="*/ 0 w 28126"/>
                <a:gd name="csY3" fmla="*/ 0 h 19355"/>
                <a:gd name="csX4" fmla="*/ 14454 w 28126"/>
                <a:gd name="csY4" fmla="*/ 10412 h 19355"/>
                <a:gd name="csX5" fmla="*/ 24606 w 28126"/>
                <a:gd name="csY5" fmla="*/ 16075 h 19355"/>
                <a:gd name="csX6" fmla="*/ 28126 w 28126"/>
                <a:gd name="csY6" fmla="*/ 18235 h 19355"/>
                <a:gd name="csX7" fmla="*/ 27977 w 28126"/>
                <a:gd name="csY7" fmla="*/ 19204 h 1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126" h="19355">
                  <a:moveTo>
                    <a:pt x="27977" y="19204"/>
                  </a:moveTo>
                  <a:cubicBezTo>
                    <a:pt x="25593" y="19781"/>
                    <a:pt x="23507" y="18552"/>
                    <a:pt x="21272" y="18180"/>
                  </a:cubicBezTo>
                  <a:cubicBezTo>
                    <a:pt x="18198" y="16317"/>
                    <a:pt x="15106" y="14454"/>
                    <a:pt x="12033" y="12610"/>
                  </a:cubicBezTo>
                  <a:cubicBezTo>
                    <a:pt x="8792" y="8177"/>
                    <a:pt x="2515" y="6668"/>
                    <a:pt x="0" y="0"/>
                  </a:cubicBezTo>
                  <a:cubicBezTo>
                    <a:pt x="5793" y="3260"/>
                    <a:pt x="9164" y="8233"/>
                    <a:pt x="14454" y="10412"/>
                  </a:cubicBezTo>
                  <a:cubicBezTo>
                    <a:pt x="17453" y="13001"/>
                    <a:pt x="20731" y="15088"/>
                    <a:pt x="24606" y="16075"/>
                  </a:cubicBezTo>
                  <a:cubicBezTo>
                    <a:pt x="25779" y="16801"/>
                    <a:pt x="26953" y="17509"/>
                    <a:pt x="28126" y="18235"/>
                  </a:cubicBezTo>
                  <a:cubicBezTo>
                    <a:pt x="28033" y="18552"/>
                    <a:pt x="27977" y="18869"/>
                    <a:pt x="27977" y="19204"/>
                  </a:cubicBezTo>
                  <a:close/>
                </a:path>
              </a:pathLst>
            </a:custGeom>
            <a:solidFill>
              <a:srgbClr val="587C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13B7B87B-E866-F9B6-737D-42D4E01CC2C8}"/>
                </a:ext>
              </a:extLst>
            </p:cNvPr>
            <p:cNvSpPr/>
            <p:nvPr/>
          </p:nvSpPr>
          <p:spPr>
            <a:xfrm>
              <a:off x="1939419" y="5227407"/>
              <a:ext cx="120029" cy="144068"/>
            </a:xfrm>
            <a:custGeom>
              <a:avLst/>
              <a:gdLst>
                <a:gd name="csX0" fmla="*/ 70068 w 120029"/>
                <a:gd name="csY0" fmla="*/ 113753 h 144068"/>
                <a:gd name="csX1" fmla="*/ 47231 w 120029"/>
                <a:gd name="csY1" fmla="*/ 96411 h 144068"/>
                <a:gd name="csX2" fmla="*/ 36707 w 120029"/>
                <a:gd name="csY2" fmla="*/ 86371 h 144068"/>
                <a:gd name="csX3" fmla="*/ 3887 w 120029"/>
                <a:gd name="csY3" fmla="*/ 39190 h 144068"/>
                <a:gd name="csX4" fmla="*/ 14169 w 120029"/>
                <a:gd name="csY4" fmla="*/ 5290 h 144068"/>
                <a:gd name="csX5" fmla="*/ 27096 w 120029"/>
                <a:gd name="csY5" fmla="*/ 447 h 144068"/>
                <a:gd name="csX6" fmla="*/ 31753 w 120029"/>
                <a:gd name="csY6" fmla="*/ 1546 h 144068"/>
                <a:gd name="csX7" fmla="*/ 57476 w 120029"/>
                <a:gd name="csY7" fmla="*/ 23097 h 144068"/>
                <a:gd name="csX8" fmla="*/ 75749 w 120029"/>
                <a:gd name="csY8" fmla="*/ 43679 h 144068"/>
                <a:gd name="csX9" fmla="*/ 96070 w 120029"/>
                <a:gd name="csY9" fmla="*/ 77933 h 144068"/>
                <a:gd name="csX10" fmla="*/ 112332 w 120029"/>
                <a:gd name="csY10" fmla="*/ 110083 h 144068"/>
                <a:gd name="csX11" fmla="*/ 115144 w 120029"/>
                <a:gd name="csY11" fmla="*/ 114293 h 144068"/>
                <a:gd name="csX12" fmla="*/ 115945 w 120029"/>
                <a:gd name="csY12" fmla="*/ 135415 h 144068"/>
                <a:gd name="csX13" fmla="*/ 114231 w 120029"/>
                <a:gd name="csY13" fmla="*/ 138954 h 144068"/>
                <a:gd name="csX14" fmla="*/ 114325 w 120029"/>
                <a:gd name="csY14" fmla="*/ 138917 h 144068"/>
                <a:gd name="csX15" fmla="*/ 109556 w 120029"/>
                <a:gd name="csY15" fmla="*/ 140016 h 144068"/>
                <a:gd name="csX16" fmla="*/ 93575 w 120029"/>
                <a:gd name="csY16" fmla="*/ 143499 h 144068"/>
                <a:gd name="csX17" fmla="*/ 84671 w 120029"/>
                <a:gd name="csY17" fmla="*/ 137315 h 144068"/>
                <a:gd name="csX18" fmla="*/ 69956 w 120029"/>
                <a:gd name="csY18" fmla="*/ 115969 h 144068"/>
                <a:gd name="csX19" fmla="*/ 70068 w 120029"/>
                <a:gd name="csY19" fmla="*/ 113753 h 144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029" h="144068">
                  <a:moveTo>
                    <a:pt x="70068" y="113753"/>
                  </a:moveTo>
                  <a:cubicBezTo>
                    <a:pt x="59618" y="111722"/>
                    <a:pt x="53490" y="103899"/>
                    <a:pt x="47231" y="96411"/>
                  </a:cubicBezTo>
                  <a:cubicBezTo>
                    <a:pt x="44065" y="92611"/>
                    <a:pt x="39464" y="90264"/>
                    <a:pt x="36707" y="86371"/>
                  </a:cubicBezTo>
                  <a:cubicBezTo>
                    <a:pt x="25643" y="70725"/>
                    <a:pt x="13796" y="55637"/>
                    <a:pt x="3887" y="39190"/>
                  </a:cubicBezTo>
                  <a:cubicBezTo>
                    <a:pt x="-3899" y="26245"/>
                    <a:pt x="255" y="11343"/>
                    <a:pt x="14169" y="5290"/>
                  </a:cubicBezTo>
                  <a:cubicBezTo>
                    <a:pt x="18341" y="3483"/>
                    <a:pt x="23222" y="3464"/>
                    <a:pt x="27096" y="447"/>
                  </a:cubicBezTo>
                  <a:cubicBezTo>
                    <a:pt x="28679" y="-801"/>
                    <a:pt x="30262" y="894"/>
                    <a:pt x="31753" y="1546"/>
                  </a:cubicBezTo>
                  <a:cubicBezTo>
                    <a:pt x="42370" y="6258"/>
                    <a:pt x="50118" y="14640"/>
                    <a:pt x="57476" y="23097"/>
                  </a:cubicBezTo>
                  <a:cubicBezTo>
                    <a:pt x="63492" y="30007"/>
                    <a:pt x="70366" y="36135"/>
                    <a:pt x="75749" y="43679"/>
                  </a:cubicBezTo>
                  <a:cubicBezTo>
                    <a:pt x="83497" y="54557"/>
                    <a:pt x="89905" y="66162"/>
                    <a:pt x="96070" y="77933"/>
                  </a:cubicBezTo>
                  <a:cubicBezTo>
                    <a:pt x="101640" y="88569"/>
                    <a:pt x="106893" y="99373"/>
                    <a:pt x="112332" y="110083"/>
                  </a:cubicBezTo>
                  <a:cubicBezTo>
                    <a:pt x="113095" y="111573"/>
                    <a:pt x="114101" y="112970"/>
                    <a:pt x="115144" y="114293"/>
                  </a:cubicBezTo>
                  <a:cubicBezTo>
                    <a:pt x="121421" y="122209"/>
                    <a:pt x="121608" y="127276"/>
                    <a:pt x="115945" y="135415"/>
                  </a:cubicBezTo>
                  <a:cubicBezTo>
                    <a:pt x="115200" y="136477"/>
                    <a:pt x="114790" y="137762"/>
                    <a:pt x="114231" y="138954"/>
                  </a:cubicBezTo>
                  <a:cubicBezTo>
                    <a:pt x="114231" y="138954"/>
                    <a:pt x="114306" y="138917"/>
                    <a:pt x="114325" y="138917"/>
                  </a:cubicBezTo>
                  <a:cubicBezTo>
                    <a:pt x="112574" y="138582"/>
                    <a:pt x="110692" y="138824"/>
                    <a:pt x="109556" y="140016"/>
                  </a:cubicBezTo>
                  <a:cubicBezTo>
                    <a:pt x="104955" y="144915"/>
                    <a:pt x="99572" y="144356"/>
                    <a:pt x="93575" y="143499"/>
                  </a:cubicBezTo>
                  <a:cubicBezTo>
                    <a:pt x="89216" y="142866"/>
                    <a:pt x="86664" y="139811"/>
                    <a:pt x="84671" y="137315"/>
                  </a:cubicBezTo>
                  <a:cubicBezTo>
                    <a:pt x="79288" y="130591"/>
                    <a:pt x="70384" y="126102"/>
                    <a:pt x="69956" y="115969"/>
                  </a:cubicBezTo>
                  <a:cubicBezTo>
                    <a:pt x="69341" y="115168"/>
                    <a:pt x="69360" y="114442"/>
                    <a:pt x="70068" y="113753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75D26CBD-FE7E-EC6C-8A5E-C69401DC44F0}"/>
                </a:ext>
              </a:extLst>
            </p:cNvPr>
            <p:cNvSpPr/>
            <p:nvPr/>
          </p:nvSpPr>
          <p:spPr>
            <a:xfrm>
              <a:off x="1995163" y="5341160"/>
              <a:ext cx="14323" cy="9304"/>
            </a:xfrm>
            <a:custGeom>
              <a:avLst/>
              <a:gdLst>
                <a:gd name="csX0" fmla="*/ 14324 w 14323"/>
                <a:gd name="csY0" fmla="*/ 0 h 9304"/>
                <a:gd name="csX1" fmla="*/ 14194 w 14323"/>
                <a:gd name="csY1" fmla="*/ 2179 h 9304"/>
                <a:gd name="csX2" fmla="*/ 0 w 14323"/>
                <a:gd name="csY2" fmla="*/ 9239 h 9304"/>
                <a:gd name="csX3" fmla="*/ 14324 w 14323"/>
                <a:gd name="csY3" fmla="*/ 0 h 9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323" h="9304">
                  <a:moveTo>
                    <a:pt x="14324" y="0"/>
                  </a:moveTo>
                  <a:cubicBezTo>
                    <a:pt x="14287" y="726"/>
                    <a:pt x="14249" y="1453"/>
                    <a:pt x="14194" y="2179"/>
                  </a:cubicBezTo>
                  <a:cubicBezTo>
                    <a:pt x="9313" y="4210"/>
                    <a:pt x="6352" y="9984"/>
                    <a:pt x="0" y="9239"/>
                  </a:cubicBezTo>
                  <a:cubicBezTo>
                    <a:pt x="4266" y="5364"/>
                    <a:pt x="8829" y="1993"/>
                    <a:pt x="14324" y="0"/>
                  </a:cubicBezTo>
                  <a:close/>
                </a:path>
              </a:pathLst>
            </a:custGeom>
            <a:solidFill>
              <a:srgbClr val="4E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9B8A351C-3ED4-A4FE-9612-CAE821CC21E9}"/>
                </a:ext>
              </a:extLst>
            </p:cNvPr>
            <p:cNvSpPr/>
            <p:nvPr/>
          </p:nvSpPr>
          <p:spPr>
            <a:xfrm>
              <a:off x="1949658" y="5289766"/>
              <a:ext cx="6848" cy="8459"/>
            </a:xfrm>
            <a:custGeom>
              <a:avLst/>
              <a:gdLst>
                <a:gd name="csX0" fmla="*/ 0 w 6848"/>
                <a:gd name="csY0" fmla="*/ 8460 h 8459"/>
                <a:gd name="csX1" fmla="*/ 4117 w 6848"/>
                <a:gd name="csY1" fmla="*/ 1344 h 8459"/>
                <a:gd name="csX2" fmla="*/ 6147 w 6848"/>
                <a:gd name="csY2" fmla="*/ 227 h 8459"/>
                <a:gd name="csX3" fmla="*/ 6557 w 6848"/>
                <a:gd name="csY3" fmla="*/ 2760 h 8459"/>
                <a:gd name="csX4" fmla="*/ 0 w 6848"/>
                <a:gd name="csY4" fmla="*/ 8460 h 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48" h="8459">
                  <a:moveTo>
                    <a:pt x="0" y="8460"/>
                  </a:moveTo>
                  <a:cubicBezTo>
                    <a:pt x="1378" y="6094"/>
                    <a:pt x="2775" y="3729"/>
                    <a:pt x="4117" y="1344"/>
                  </a:cubicBezTo>
                  <a:cubicBezTo>
                    <a:pt x="4582" y="506"/>
                    <a:pt x="5066" y="-444"/>
                    <a:pt x="6147" y="227"/>
                  </a:cubicBezTo>
                  <a:cubicBezTo>
                    <a:pt x="7041" y="786"/>
                    <a:pt x="6966" y="1903"/>
                    <a:pt x="6557" y="2760"/>
                  </a:cubicBezTo>
                  <a:cubicBezTo>
                    <a:pt x="5271" y="5479"/>
                    <a:pt x="3353" y="7659"/>
                    <a:pt x="0" y="8460"/>
                  </a:cubicBezTo>
                  <a:close/>
                </a:path>
              </a:pathLst>
            </a:custGeom>
            <a:solidFill>
              <a:srgbClr val="4E6D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56231B91-0335-A4C3-D1B7-8840F1B7D1D0}"/>
                </a:ext>
              </a:extLst>
            </p:cNvPr>
            <p:cNvSpPr/>
            <p:nvPr/>
          </p:nvSpPr>
          <p:spPr>
            <a:xfrm>
              <a:off x="2005743" y="5242256"/>
              <a:ext cx="7737" cy="6237"/>
            </a:xfrm>
            <a:custGeom>
              <a:avLst/>
              <a:gdLst>
                <a:gd name="csX0" fmla="*/ 2515 w 7737"/>
                <a:gd name="csY0" fmla="*/ 2679 h 6237"/>
                <a:gd name="csX1" fmla="*/ 7693 w 7737"/>
                <a:gd name="csY1" fmla="*/ 71 h 6237"/>
                <a:gd name="csX2" fmla="*/ 3781 w 7737"/>
                <a:gd name="csY2" fmla="*/ 5268 h 6237"/>
                <a:gd name="csX3" fmla="*/ 0 w 7737"/>
                <a:gd name="csY3" fmla="*/ 5938 h 6237"/>
                <a:gd name="csX4" fmla="*/ 2515 w 7737"/>
                <a:gd name="csY4" fmla="*/ 2679 h 6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37" h="6237">
                  <a:moveTo>
                    <a:pt x="2515" y="2679"/>
                  </a:moveTo>
                  <a:cubicBezTo>
                    <a:pt x="4601" y="2623"/>
                    <a:pt x="5066" y="-506"/>
                    <a:pt x="7693" y="71"/>
                  </a:cubicBezTo>
                  <a:cubicBezTo>
                    <a:pt x="8158" y="3182"/>
                    <a:pt x="4880" y="3442"/>
                    <a:pt x="3781" y="5268"/>
                  </a:cubicBezTo>
                  <a:cubicBezTo>
                    <a:pt x="2552" y="5510"/>
                    <a:pt x="1527" y="6814"/>
                    <a:pt x="0" y="5938"/>
                  </a:cubicBezTo>
                  <a:cubicBezTo>
                    <a:pt x="112" y="4299"/>
                    <a:pt x="1453" y="3591"/>
                    <a:pt x="2515" y="2679"/>
                  </a:cubicBezTo>
                  <a:close/>
                </a:path>
              </a:pathLst>
            </a:custGeom>
            <a:solidFill>
              <a:srgbClr val="4D6D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31D60254-3137-4ED0-B360-789B709153AB}"/>
                </a:ext>
              </a:extLst>
            </p:cNvPr>
            <p:cNvSpPr/>
            <p:nvPr/>
          </p:nvSpPr>
          <p:spPr>
            <a:xfrm>
              <a:off x="1580906" y="5295301"/>
              <a:ext cx="28579" cy="16745"/>
            </a:xfrm>
            <a:custGeom>
              <a:avLst/>
              <a:gdLst>
                <a:gd name="csX0" fmla="*/ 28517 w 28579"/>
                <a:gd name="csY0" fmla="*/ 15367 h 16745"/>
                <a:gd name="csX1" fmla="*/ 26264 w 28579"/>
                <a:gd name="csY1" fmla="*/ 16745 h 16745"/>
                <a:gd name="csX2" fmla="*/ 0 w 28579"/>
                <a:gd name="csY2" fmla="*/ 0 h 16745"/>
                <a:gd name="csX3" fmla="*/ 28517 w 28579"/>
                <a:gd name="csY3" fmla="*/ 15367 h 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79" h="16745">
                  <a:moveTo>
                    <a:pt x="28517" y="15367"/>
                  </a:moveTo>
                  <a:cubicBezTo>
                    <a:pt x="28964" y="17788"/>
                    <a:pt x="26878" y="16056"/>
                    <a:pt x="26264" y="16745"/>
                  </a:cubicBezTo>
                  <a:cubicBezTo>
                    <a:pt x="16410" y="12945"/>
                    <a:pt x="6761" y="8810"/>
                    <a:pt x="0" y="0"/>
                  </a:cubicBezTo>
                  <a:cubicBezTo>
                    <a:pt x="9500" y="5141"/>
                    <a:pt x="18254" y="11660"/>
                    <a:pt x="28517" y="15367"/>
                  </a:cubicBezTo>
                  <a:close/>
                </a:path>
              </a:pathLst>
            </a:custGeom>
            <a:solidFill>
              <a:srgbClr val="5C82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5DF7A8E5-4815-9C99-1082-DD37A62888C0}"/>
                </a:ext>
              </a:extLst>
            </p:cNvPr>
            <p:cNvSpPr/>
            <p:nvPr/>
          </p:nvSpPr>
          <p:spPr>
            <a:xfrm>
              <a:off x="1630583" y="5254658"/>
              <a:ext cx="17360" cy="9855"/>
            </a:xfrm>
            <a:custGeom>
              <a:avLst/>
              <a:gdLst>
                <a:gd name="csX0" fmla="*/ 17360 w 17360"/>
                <a:gd name="csY0" fmla="*/ 8605 h 9855"/>
                <a:gd name="csX1" fmla="*/ 14436 w 17360"/>
                <a:gd name="csY1" fmla="*/ 9704 h 9855"/>
                <a:gd name="csX2" fmla="*/ 0 w 17360"/>
                <a:gd name="csY2" fmla="*/ 0 h 9855"/>
                <a:gd name="csX3" fmla="*/ 17267 w 17360"/>
                <a:gd name="csY3" fmla="*/ 8550 h 9855"/>
                <a:gd name="csX4" fmla="*/ 17360 w 17360"/>
                <a:gd name="csY4" fmla="*/ 8605 h 9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60" h="9855">
                  <a:moveTo>
                    <a:pt x="17360" y="8605"/>
                  </a:moveTo>
                  <a:cubicBezTo>
                    <a:pt x="16689" y="9779"/>
                    <a:pt x="15516" y="10077"/>
                    <a:pt x="14436" y="9704"/>
                  </a:cubicBezTo>
                  <a:cubicBezTo>
                    <a:pt x="8829" y="7786"/>
                    <a:pt x="4116" y="4396"/>
                    <a:pt x="0" y="0"/>
                  </a:cubicBezTo>
                  <a:cubicBezTo>
                    <a:pt x="5756" y="2850"/>
                    <a:pt x="11511" y="5700"/>
                    <a:pt x="17267" y="8550"/>
                  </a:cubicBezTo>
                  <a:cubicBezTo>
                    <a:pt x="17286" y="8568"/>
                    <a:pt x="17360" y="8605"/>
                    <a:pt x="17360" y="8605"/>
                  </a:cubicBezTo>
                  <a:close/>
                </a:path>
              </a:pathLst>
            </a:custGeom>
            <a:solidFill>
              <a:srgbClr val="60893C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912682CB-AB7E-7001-A9DA-D275A54CD6D4}"/>
                </a:ext>
              </a:extLst>
            </p:cNvPr>
            <p:cNvSpPr/>
            <p:nvPr/>
          </p:nvSpPr>
          <p:spPr>
            <a:xfrm>
              <a:off x="2043816" y="5295488"/>
              <a:ext cx="5303" cy="7655"/>
            </a:xfrm>
            <a:custGeom>
              <a:avLst/>
              <a:gdLst>
                <a:gd name="csX0" fmla="*/ 0 w 5303"/>
                <a:gd name="csY0" fmla="*/ 7656 h 7655"/>
                <a:gd name="csX1" fmla="*/ 4657 w 5303"/>
                <a:gd name="csY1" fmla="*/ 0 h 7655"/>
                <a:gd name="csX2" fmla="*/ 0 w 5303"/>
                <a:gd name="csY2" fmla="*/ 7656 h 7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03" h="7655">
                  <a:moveTo>
                    <a:pt x="0" y="7656"/>
                  </a:moveTo>
                  <a:cubicBezTo>
                    <a:pt x="1546" y="5104"/>
                    <a:pt x="3111" y="2552"/>
                    <a:pt x="4657" y="0"/>
                  </a:cubicBezTo>
                  <a:cubicBezTo>
                    <a:pt x="6799" y="4713"/>
                    <a:pt x="3204" y="6072"/>
                    <a:pt x="0" y="7656"/>
                  </a:cubicBezTo>
                  <a:close/>
                </a:path>
              </a:pathLst>
            </a:custGeom>
            <a:solidFill>
              <a:srgbClr val="4D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B767D14E-B4BE-7983-ACE0-32022B33901A}"/>
                </a:ext>
              </a:extLst>
            </p:cNvPr>
            <p:cNvSpPr/>
            <p:nvPr/>
          </p:nvSpPr>
          <p:spPr>
            <a:xfrm>
              <a:off x="1783022" y="4852956"/>
              <a:ext cx="63955" cy="143648"/>
            </a:xfrm>
            <a:custGeom>
              <a:avLst/>
              <a:gdLst>
                <a:gd name="csX0" fmla="*/ 6279 w 63955"/>
                <a:gd name="csY0" fmla="*/ 0 h 143648"/>
                <a:gd name="csX1" fmla="*/ 26508 w 63955"/>
                <a:gd name="csY1" fmla="*/ 22259 h 143648"/>
                <a:gd name="csX2" fmla="*/ 62122 w 63955"/>
                <a:gd name="csY2" fmla="*/ 120775 h 143648"/>
                <a:gd name="csX3" fmla="*/ 63705 w 63955"/>
                <a:gd name="csY3" fmla="*/ 143649 h 143648"/>
                <a:gd name="csX4" fmla="*/ 39956 w 63955"/>
                <a:gd name="csY4" fmla="*/ 120328 h 143648"/>
                <a:gd name="csX5" fmla="*/ 32170 w 63955"/>
                <a:gd name="csY5" fmla="*/ 91047 h 143648"/>
                <a:gd name="csX6" fmla="*/ 11681 w 63955"/>
                <a:gd name="csY6" fmla="*/ 39433 h 143648"/>
                <a:gd name="csX7" fmla="*/ 1194 w 63955"/>
                <a:gd name="csY7" fmla="*/ 16373 h 143648"/>
                <a:gd name="csX8" fmla="*/ 6279 w 63955"/>
                <a:gd name="csY8" fmla="*/ 0 h 143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955" h="143648">
                  <a:moveTo>
                    <a:pt x="6279" y="0"/>
                  </a:moveTo>
                  <a:cubicBezTo>
                    <a:pt x="15369" y="5271"/>
                    <a:pt x="21218" y="13728"/>
                    <a:pt x="26508" y="22259"/>
                  </a:cubicBezTo>
                  <a:cubicBezTo>
                    <a:pt x="45284" y="52546"/>
                    <a:pt x="56366" y="85776"/>
                    <a:pt x="62122" y="120775"/>
                  </a:cubicBezTo>
                  <a:cubicBezTo>
                    <a:pt x="63351" y="128226"/>
                    <a:pt x="64469" y="135937"/>
                    <a:pt x="63705" y="143649"/>
                  </a:cubicBezTo>
                  <a:cubicBezTo>
                    <a:pt x="49400" y="142382"/>
                    <a:pt x="44818" y="131150"/>
                    <a:pt x="39956" y="120328"/>
                  </a:cubicBezTo>
                  <a:cubicBezTo>
                    <a:pt x="35765" y="111015"/>
                    <a:pt x="35356" y="100677"/>
                    <a:pt x="32170" y="91047"/>
                  </a:cubicBezTo>
                  <a:cubicBezTo>
                    <a:pt x="26322" y="73445"/>
                    <a:pt x="20789" y="55750"/>
                    <a:pt x="11681" y="39433"/>
                  </a:cubicBezTo>
                  <a:cubicBezTo>
                    <a:pt x="7565" y="32056"/>
                    <a:pt x="3709" y="24494"/>
                    <a:pt x="1194" y="16373"/>
                  </a:cubicBezTo>
                  <a:cubicBezTo>
                    <a:pt x="-1376" y="8103"/>
                    <a:pt x="151" y="3390"/>
                    <a:pt x="6279" y="0"/>
                  </a:cubicBezTo>
                  <a:close/>
                </a:path>
              </a:pathLst>
            </a:custGeom>
            <a:solidFill>
              <a:srgbClr val="9F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B68A4ACF-ECCE-EA32-CD80-16B286E16F5F}"/>
                </a:ext>
              </a:extLst>
            </p:cNvPr>
            <p:cNvSpPr/>
            <p:nvPr/>
          </p:nvSpPr>
          <p:spPr>
            <a:xfrm>
              <a:off x="1684742" y="5032650"/>
              <a:ext cx="49805" cy="30693"/>
            </a:xfrm>
            <a:custGeom>
              <a:avLst/>
              <a:gdLst>
                <a:gd name="csX0" fmla="*/ 46555 w 49805"/>
                <a:gd name="csY0" fmla="*/ 30694 h 30693"/>
                <a:gd name="csX1" fmla="*/ 2559 w 49805"/>
                <a:gd name="csY1" fmla="*/ 6162 h 30693"/>
                <a:gd name="csX2" fmla="*/ 454 w 49805"/>
                <a:gd name="csY2" fmla="*/ 1021 h 30693"/>
                <a:gd name="csX3" fmla="*/ 6750 w 49805"/>
                <a:gd name="csY3" fmla="*/ 1319 h 30693"/>
                <a:gd name="csX4" fmla="*/ 26625 w 49805"/>
                <a:gd name="csY4" fmla="*/ 11713 h 30693"/>
                <a:gd name="csX5" fmla="*/ 47803 w 49805"/>
                <a:gd name="csY5" fmla="*/ 25534 h 30693"/>
                <a:gd name="csX6" fmla="*/ 46555 w 49805"/>
                <a:gd name="csY6" fmla="*/ 30694 h 30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805" h="30693">
                  <a:moveTo>
                    <a:pt x="46555" y="30694"/>
                  </a:moveTo>
                  <a:cubicBezTo>
                    <a:pt x="30704" y="24659"/>
                    <a:pt x="15877" y="16761"/>
                    <a:pt x="2559" y="6162"/>
                  </a:cubicBezTo>
                  <a:cubicBezTo>
                    <a:pt x="2745" y="4020"/>
                    <a:pt x="-1334" y="3219"/>
                    <a:pt x="454" y="1021"/>
                  </a:cubicBezTo>
                  <a:cubicBezTo>
                    <a:pt x="2187" y="-1139"/>
                    <a:pt x="4664" y="705"/>
                    <a:pt x="6750" y="1319"/>
                  </a:cubicBezTo>
                  <a:cubicBezTo>
                    <a:pt x="14070" y="3443"/>
                    <a:pt x="20515" y="7429"/>
                    <a:pt x="26625" y="11713"/>
                  </a:cubicBezTo>
                  <a:cubicBezTo>
                    <a:pt x="33535" y="16575"/>
                    <a:pt x="41508" y="19760"/>
                    <a:pt x="47803" y="25534"/>
                  </a:cubicBezTo>
                  <a:cubicBezTo>
                    <a:pt x="50392" y="27918"/>
                    <a:pt x="50951" y="29911"/>
                    <a:pt x="46555" y="30694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006C7E8A-6811-0BD1-A5C5-584F82A2F8F7}"/>
                </a:ext>
              </a:extLst>
            </p:cNvPr>
            <p:cNvSpPr/>
            <p:nvPr/>
          </p:nvSpPr>
          <p:spPr>
            <a:xfrm>
              <a:off x="1679505" y="5039517"/>
              <a:ext cx="40634" cy="26684"/>
            </a:xfrm>
            <a:custGeom>
              <a:avLst/>
              <a:gdLst>
                <a:gd name="csX0" fmla="*/ 3493 w 40634"/>
                <a:gd name="csY0" fmla="*/ 3 h 26684"/>
                <a:gd name="csX1" fmla="*/ 40635 w 40634"/>
                <a:gd name="csY1" fmla="*/ 22802 h 26684"/>
                <a:gd name="csX2" fmla="*/ 32812 w 40634"/>
                <a:gd name="csY2" fmla="*/ 25671 h 26684"/>
                <a:gd name="csX3" fmla="*/ 6381 w 40634"/>
                <a:gd name="csY3" fmla="*/ 11533 h 26684"/>
                <a:gd name="csX4" fmla="*/ 606 w 40634"/>
                <a:gd name="csY4" fmla="*/ 4716 h 26684"/>
                <a:gd name="csX5" fmla="*/ 3493 w 40634"/>
                <a:gd name="csY5" fmla="*/ 3 h 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0634" h="26684">
                  <a:moveTo>
                    <a:pt x="3493" y="3"/>
                  </a:moveTo>
                  <a:cubicBezTo>
                    <a:pt x="14837" y="9298"/>
                    <a:pt x="27727" y="16060"/>
                    <a:pt x="40635" y="22802"/>
                  </a:cubicBezTo>
                  <a:cubicBezTo>
                    <a:pt x="39909" y="28707"/>
                    <a:pt x="35177" y="26286"/>
                    <a:pt x="32812" y="25671"/>
                  </a:cubicBezTo>
                  <a:cubicBezTo>
                    <a:pt x="22940" y="23119"/>
                    <a:pt x="13813" y="18779"/>
                    <a:pt x="6381" y="11533"/>
                  </a:cubicBezTo>
                  <a:cubicBezTo>
                    <a:pt x="4257" y="9466"/>
                    <a:pt x="1798" y="7622"/>
                    <a:pt x="606" y="4716"/>
                  </a:cubicBezTo>
                  <a:cubicBezTo>
                    <a:pt x="-604" y="1754"/>
                    <a:pt x="-176" y="-90"/>
                    <a:pt x="3493" y="3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7B86C4AE-8F7A-DC19-16FB-882B9798F47E}"/>
                </a:ext>
              </a:extLst>
            </p:cNvPr>
            <p:cNvSpPr/>
            <p:nvPr/>
          </p:nvSpPr>
          <p:spPr>
            <a:xfrm>
              <a:off x="2039386" y="5151487"/>
              <a:ext cx="284050" cy="86928"/>
            </a:xfrm>
            <a:custGeom>
              <a:avLst/>
              <a:gdLst>
                <a:gd name="csX0" fmla="*/ 25441 w 284050"/>
                <a:gd name="csY0" fmla="*/ 16762 h 86928"/>
                <a:gd name="csX1" fmla="*/ 4840 w 284050"/>
                <a:gd name="csY1" fmla="*/ 15719 h 86928"/>
                <a:gd name="csX2" fmla="*/ 220 w 284050"/>
                <a:gd name="csY2" fmla="*/ 14825 h 86928"/>
                <a:gd name="csX3" fmla="*/ 2437 w 284050"/>
                <a:gd name="csY3" fmla="*/ 9405 h 86928"/>
                <a:gd name="csX4" fmla="*/ 22740 w 284050"/>
                <a:gd name="csY4" fmla="*/ 1190 h 86928"/>
                <a:gd name="csX5" fmla="*/ 48799 w 284050"/>
                <a:gd name="csY5" fmla="*/ 54 h 86928"/>
                <a:gd name="csX6" fmla="*/ 79533 w 284050"/>
                <a:gd name="csY6" fmla="*/ 2401 h 86928"/>
                <a:gd name="csX7" fmla="*/ 106150 w 284050"/>
                <a:gd name="csY7" fmla="*/ 5922 h 86928"/>
                <a:gd name="csX8" fmla="*/ 141522 w 284050"/>
                <a:gd name="csY8" fmla="*/ 14751 h 86928"/>
                <a:gd name="csX9" fmla="*/ 206566 w 284050"/>
                <a:gd name="csY9" fmla="*/ 34234 h 86928"/>
                <a:gd name="csX10" fmla="*/ 243689 w 284050"/>
                <a:gd name="csY10" fmla="*/ 51799 h 86928"/>
                <a:gd name="csX11" fmla="*/ 278447 w 284050"/>
                <a:gd name="csY11" fmla="*/ 75474 h 86928"/>
                <a:gd name="csX12" fmla="*/ 283215 w 284050"/>
                <a:gd name="csY12" fmla="*/ 81564 h 86928"/>
                <a:gd name="csX13" fmla="*/ 279881 w 284050"/>
                <a:gd name="csY13" fmla="*/ 86929 h 86928"/>
                <a:gd name="csX14" fmla="*/ 276416 w 284050"/>
                <a:gd name="csY14" fmla="*/ 85215 h 86928"/>
                <a:gd name="csX15" fmla="*/ 228211 w 284050"/>
                <a:gd name="csY15" fmla="*/ 58840 h 86928"/>
                <a:gd name="csX16" fmla="*/ 146514 w 284050"/>
                <a:gd name="csY16" fmla="*/ 35016 h 86928"/>
                <a:gd name="csX17" fmla="*/ 65376 w 284050"/>
                <a:gd name="csY17" fmla="*/ 21680 h 86928"/>
                <a:gd name="csX18" fmla="*/ 31196 w 284050"/>
                <a:gd name="csY18" fmla="*/ 18327 h 86928"/>
                <a:gd name="csX19" fmla="*/ 25441 w 284050"/>
                <a:gd name="csY19" fmla="*/ 16762 h 8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4050" h="86928">
                  <a:moveTo>
                    <a:pt x="25441" y="16762"/>
                  </a:moveTo>
                  <a:cubicBezTo>
                    <a:pt x="18661" y="14490"/>
                    <a:pt x="11694" y="16371"/>
                    <a:pt x="4840" y="15719"/>
                  </a:cubicBezTo>
                  <a:cubicBezTo>
                    <a:pt x="3238" y="15570"/>
                    <a:pt x="947" y="16613"/>
                    <a:pt x="220" y="14825"/>
                  </a:cubicBezTo>
                  <a:cubicBezTo>
                    <a:pt x="-618" y="12795"/>
                    <a:pt x="1114" y="10895"/>
                    <a:pt x="2437" y="9405"/>
                  </a:cubicBezTo>
                  <a:cubicBezTo>
                    <a:pt x="7838" y="3370"/>
                    <a:pt x="15308" y="1935"/>
                    <a:pt x="22740" y="1190"/>
                  </a:cubicBezTo>
                  <a:cubicBezTo>
                    <a:pt x="31383" y="315"/>
                    <a:pt x="40137" y="-169"/>
                    <a:pt x="48799" y="54"/>
                  </a:cubicBezTo>
                  <a:cubicBezTo>
                    <a:pt x="59062" y="334"/>
                    <a:pt x="69307" y="1414"/>
                    <a:pt x="79533" y="2401"/>
                  </a:cubicBezTo>
                  <a:cubicBezTo>
                    <a:pt x="88436" y="3258"/>
                    <a:pt x="97377" y="4432"/>
                    <a:pt x="106150" y="5922"/>
                  </a:cubicBezTo>
                  <a:cubicBezTo>
                    <a:pt x="118090" y="7933"/>
                    <a:pt x="129843" y="11398"/>
                    <a:pt x="141522" y="14751"/>
                  </a:cubicBezTo>
                  <a:cubicBezTo>
                    <a:pt x="163278" y="21009"/>
                    <a:pt x="185034" y="27268"/>
                    <a:pt x="206566" y="34234"/>
                  </a:cubicBezTo>
                  <a:cubicBezTo>
                    <a:pt x="219605" y="38462"/>
                    <a:pt x="232010" y="44646"/>
                    <a:pt x="243689" y="51799"/>
                  </a:cubicBezTo>
                  <a:cubicBezTo>
                    <a:pt x="255629" y="59119"/>
                    <a:pt x="267327" y="66868"/>
                    <a:pt x="278447" y="75474"/>
                  </a:cubicBezTo>
                  <a:cubicBezTo>
                    <a:pt x="280663" y="77187"/>
                    <a:pt x="282042" y="79199"/>
                    <a:pt x="283215" y="81564"/>
                  </a:cubicBezTo>
                  <a:cubicBezTo>
                    <a:pt x="285041" y="85197"/>
                    <a:pt x="283848" y="86910"/>
                    <a:pt x="279881" y="86929"/>
                  </a:cubicBezTo>
                  <a:cubicBezTo>
                    <a:pt x="278465" y="86910"/>
                    <a:pt x="277385" y="86109"/>
                    <a:pt x="276416" y="85215"/>
                  </a:cubicBezTo>
                  <a:cubicBezTo>
                    <a:pt x="262614" y="72288"/>
                    <a:pt x="245366" y="65639"/>
                    <a:pt x="228211" y="58840"/>
                  </a:cubicBezTo>
                  <a:cubicBezTo>
                    <a:pt x="201742" y="48335"/>
                    <a:pt x="174212" y="41275"/>
                    <a:pt x="146514" y="35016"/>
                  </a:cubicBezTo>
                  <a:cubicBezTo>
                    <a:pt x="119748" y="28981"/>
                    <a:pt x="92683" y="24604"/>
                    <a:pt x="65376" y="21680"/>
                  </a:cubicBezTo>
                  <a:cubicBezTo>
                    <a:pt x="53995" y="20450"/>
                    <a:pt x="42559" y="19780"/>
                    <a:pt x="31196" y="18327"/>
                  </a:cubicBezTo>
                  <a:cubicBezTo>
                    <a:pt x="29296" y="18085"/>
                    <a:pt x="27005" y="18644"/>
                    <a:pt x="25441" y="16762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B0B18BD8-97B1-53D0-82D9-6A62E95CB600}"/>
                </a:ext>
              </a:extLst>
            </p:cNvPr>
            <p:cNvSpPr/>
            <p:nvPr/>
          </p:nvSpPr>
          <p:spPr>
            <a:xfrm>
              <a:off x="2041370" y="5170294"/>
              <a:ext cx="272178" cy="70945"/>
            </a:xfrm>
            <a:custGeom>
              <a:avLst/>
              <a:gdLst>
                <a:gd name="csX0" fmla="*/ 272178 w 272178"/>
                <a:gd name="csY0" fmla="*/ 67879 h 70945"/>
                <a:gd name="csX1" fmla="*/ 258171 w 272178"/>
                <a:gd name="csY1" fmla="*/ 69555 h 70945"/>
                <a:gd name="csX2" fmla="*/ 203353 w 272178"/>
                <a:gd name="csY2" fmla="*/ 52922 h 70945"/>
                <a:gd name="csX3" fmla="*/ 139706 w 272178"/>
                <a:gd name="csY3" fmla="*/ 32600 h 70945"/>
                <a:gd name="csX4" fmla="*/ 68477 w 272178"/>
                <a:gd name="csY4" fmla="*/ 17680 h 70945"/>
                <a:gd name="csX5" fmla="*/ 32397 w 272178"/>
                <a:gd name="csY5" fmla="*/ 13694 h 70945"/>
                <a:gd name="csX6" fmla="*/ 3638 w 272178"/>
                <a:gd name="csY6" fmla="*/ 7398 h 70945"/>
                <a:gd name="csX7" fmla="*/ 99 w 272178"/>
                <a:gd name="csY7" fmla="*/ 2928 h 70945"/>
                <a:gd name="csX8" fmla="*/ 4998 w 272178"/>
                <a:gd name="csY8" fmla="*/ 1531 h 70945"/>
                <a:gd name="csX9" fmla="*/ 28132 w 272178"/>
                <a:gd name="csY9" fmla="*/ 1400 h 70945"/>
                <a:gd name="csX10" fmla="*/ 35676 w 272178"/>
                <a:gd name="csY10" fmla="*/ 451 h 70945"/>
                <a:gd name="csX11" fmla="*/ 46945 w 272178"/>
                <a:gd name="csY11" fmla="*/ 1084 h 70945"/>
                <a:gd name="csX12" fmla="*/ 130448 w 272178"/>
                <a:gd name="csY12" fmla="*/ 13396 h 70945"/>
                <a:gd name="csX13" fmla="*/ 228424 w 272178"/>
                <a:gd name="csY13" fmla="*/ 40516 h 70945"/>
                <a:gd name="csX14" fmla="*/ 263703 w 272178"/>
                <a:gd name="csY14" fmla="*/ 57970 h 70945"/>
                <a:gd name="csX15" fmla="*/ 272178 w 272178"/>
                <a:gd name="csY15" fmla="*/ 67879 h 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72178" h="70945">
                  <a:moveTo>
                    <a:pt x="272178" y="67879"/>
                  </a:moveTo>
                  <a:cubicBezTo>
                    <a:pt x="268025" y="72517"/>
                    <a:pt x="262716" y="70859"/>
                    <a:pt x="258171" y="69555"/>
                  </a:cubicBezTo>
                  <a:cubicBezTo>
                    <a:pt x="239805" y="64303"/>
                    <a:pt x="221514" y="58789"/>
                    <a:pt x="203353" y="52922"/>
                  </a:cubicBezTo>
                  <a:cubicBezTo>
                    <a:pt x="182156" y="46086"/>
                    <a:pt x="161406" y="37797"/>
                    <a:pt x="139706" y="32600"/>
                  </a:cubicBezTo>
                  <a:cubicBezTo>
                    <a:pt x="116106" y="26956"/>
                    <a:pt x="92562" y="20828"/>
                    <a:pt x="68477" y="17680"/>
                  </a:cubicBezTo>
                  <a:cubicBezTo>
                    <a:pt x="56519" y="16116"/>
                    <a:pt x="44523" y="14402"/>
                    <a:pt x="32397" y="13694"/>
                  </a:cubicBezTo>
                  <a:cubicBezTo>
                    <a:pt x="22637" y="13117"/>
                    <a:pt x="12486" y="12875"/>
                    <a:pt x="3638" y="7398"/>
                  </a:cubicBezTo>
                  <a:cubicBezTo>
                    <a:pt x="1868" y="6299"/>
                    <a:pt x="-516" y="5312"/>
                    <a:pt x="99" y="2928"/>
                  </a:cubicBezTo>
                  <a:cubicBezTo>
                    <a:pt x="713" y="525"/>
                    <a:pt x="3284" y="1568"/>
                    <a:pt x="4998" y="1531"/>
                  </a:cubicBezTo>
                  <a:cubicBezTo>
                    <a:pt x="12709" y="1400"/>
                    <a:pt x="20420" y="1419"/>
                    <a:pt x="28132" y="1400"/>
                  </a:cubicBezTo>
                  <a:cubicBezTo>
                    <a:pt x="30442" y="-630"/>
                    <a:pt x="33068" y="22"/>
                    <a:pt x="35676" y="451"/>
                  </a:cubicBezTo>
                  <a:cubicBezTo>
                    <a:pt x="39382" y="1475"/>
                    <a:pt x="43182" y="953"/>
                    <a:pt x="46945" y="1084"/>
                  </a:cubicBezTo>
                  <a:cubicBezTo>
                    <a:pt x="74903" y="4399"/>
                    <a:pt x="102862" y="7696"/>
                    <a:pt x="130448" y="13396"/>
                  </a:cubicBezTo>
                  <a:cubicBezTo>
                    <a:pt x="163715" y="20251"/>
                    <a:pt x="196685" y="28186"/>
                    <a:pt x="228424" y="40516"/>
                  </a:cubicBezTo>
                  <a:cubicBezTo>
                    <a:pt x="240681" y="45285"/>
                    <a:pt x="252788" y="50482"/>
                    <a:pt x="263703" y="57970"/>
                  </a:cubicBezTo>
                  <a:cubicBezTo>
                    <a:pt x="267336" y="60428"/>
                    <a:pt x="271359" y="62868"/>
                    <a:pt x="272178" y="67879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F06CC895-7F62-8D96-BE7F-68E774C34D97}"/>
                </a:ext>
              </a:extLst>
            </p:cNvPr>
            <p:cNvSpPr/>
            <p:nvPr/>
          </p:nvSpPr>
          <p:spPr>
            <a:xfrm>
              <a:off x="2033925" y="5168113"/>
              <a:ext cx="285341" cy="72641"/>
            </a:xfrm>
            <a:custGeom>
              <a:avLst/>
              <a:gdLst>
                <a:gd name="csX0" fmla="*/ 279623 w 285341"/>
                <a:gd name="csY0" fmla="*/ 70060 h 72641"/>
                <a:gd name="csX1" fmla="*/ 252596 w 285341"/>
                <a:gd name="csY1" fmla="*/ 51247 h 72641"/>
                <a:gd name="csX2" fmla="*/ 182970 w 285341"/>
                <a:gd name="csY2" fmla="*/ 27349 h 72641"/>
                <a:gd name="csX3" fmla="*/ 123979 w 285341"/>
                <a:gd name="csY3" fmla="*/ 14236 h 72641"/>
                <a:gd name="csX4" fmla="*/ 72905 w 285341"/>
                <a:gd name="csY4" fmla="*/ 7084 h 72641"/>
                <a:gd name="csX5" fmla="*/ 54818 w 285341"/>
                <a:gd name="csY5" fmla="*/ 4718 h 72641"/>
                <a:gd name="csX6" fmla="*/ 43344 w 285341"/>
                <a:gd name="csY6" fmla="*/ 3693 h 72641"/>
                <a:gd name="csX7" fmla="*/ 35577 w 285341"/>
                <a:gd name="csY7" fmla="*/ 3563 h 72641"/>
                <a:gd name="csX8" fmla="*/ 8084 w 285341"/>
                <a:gd name="csY8" fmla="*/ 2483 h 72641"/>
                <a:gd name="csX9" fmla="*/ 0 w 285341"/>
                <a:gd name="csY9" fmla="*/ 844 h 72641"/>
                <a:gd name="csX10" fmla="*/ 30883 w 285341"/>
                <a:gd name="csY10" fmla="*/ 136 h 72641"/>
                <a:gd name="csX11" fmla="*/ 223054 w 285341"/>
                <a:gd name="csY11" fmla="*/ 36663 h 72641"/>
                <a:gd name="csX12" fmla="*/ 270310 w 285341"/>
                <a:gd name="csY12" fmla="*/ 57748 h 72641"/>
                <a:gd name="csX13" fmla="*/ 285342 w 285341"/>
                <a:gd name="csY13" fmla="*/ 70321 h 72641"/>
                <a:gd name="csX14" fmla="*/ 279623 w 285341"/>
                <a:gd name="csY14" fmla="*/ 70060 h 72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5341" h="72641">
                  <a:moveTo>
                    <a:pt x="279623" y="70060"/>
                  </a:moveTo>
                  <a:cubicBezTo>
                    <a:pt x="272545" y="61026"/>
                    <a:pt x="262655" y="55941"/>
                    <a:pt x="252596" y="51247"/>
                  </a:cubicBezTo>
                  <a:cubicBezTo>
                    <a:pt x="230244" y="40816"/>
                    <a:pt x="206905" y="33310"/>
                    <a:pt x="182970" y="27349"/>
                  </a:cubicBezTo>
                  <a:cubicBezTo>
                    <a:pt x="163412" y="22469"/>
                    <a:pt x="143816" y="17589"/>
                    <a:pt x="123979" y="14236"/>
                  </a:cubicBezTo>
                  <a:cubicBezTo>
                    <a:pt x="107047" y="11368"/>
                    <a:pt x="90079" y="8369"/>
                    <a:pt x="72905" y="7084"/>
                  </a:cubicBezTo>
                  <a:cubicBezTo>
                    <a:pt x="66851" y="6636"/>
                    <a:pt x="60835" y="5519"/>
                    <a:pt x="54818" y="4718"/>
                  </a:cubicBezTo>
                  <a:cubicBezTo>
                    <a:pt x="51093" y="3302"/>
                    <a:pt x="47070" y="5128"/>
                    <a:pt x="43344" y="3693"/>
                  </a:cubicBezTo>
                  <a:cubicBezTo>
                    <a:pt x="40755" y="3656"/>
                    <a:pt x="38166" y="3619"/>
                    <a:pt x="35577" y="3563"/>
                  </a:cubicBezTo>
                  <a:cubicBezTo>
                    <a:pt x="26487" y="1533"/>
                    <a:pt x="17248" y="3023"/>
                    <a:pt x="8084" y="2483"/>
                  </a:cubicBezTo>
                  <a:cubicBezTo>
                    <a:pt x="5774" y="2352"/>
                    <a:pt x="3297" y="3191"/>
                    <a:pt x="0" y="844"/>
                  </a:cubicBezTo>
                  <a:cubicBezTo>
                    <a:pt x="11008" y="-740"/>
                    <a:pt x="20974" y="452"/>
                    <a:pt x="30883" y="136"/>
                  </a:cubicBezTo>
                  <a:cubicBezTo>
                    <a:pt x="96542" y="3898"/>
                    <a:pt x="160711" y="15521"/>
                    <a:pt x="223054" y="36663"/>
                  </a:cubicBezTo>
                  <a:cubicBezTo>
                    <a:pt x="239427" y="42213"/>
                    <a:pt x="255483" y="48658"/>
                    <a:pt x="270310" y="57748"/>
                  </a:cubicBezTo>
                  <a:cubicBezTo>
                    <a:pt x="275935" y="61194"/>
                    <a:pt x="281039" y="65273"/>
                    <a:pt x="285342" y="70321"/>
                  </a:cubicBezTo>
                  <a:cubicBezTo>
                    <a:pt x="283218" y="75499"/>
                    <a:pt x="281523" y="70451"/>
                    <a:pt x="279623" y="70060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F6B225BD-E0C9-945D-ED1A-6106E44A50D7}"/>
                </a:ext>
              </a:extLst>
            </p:cNvPr>
            <p:cNvSpPr/>
            <p:nvPr/>
          </p:nvSpPr>
          <p:spPr>
            <a:xfrm>
              <a:off x="2024090" y="4858700"/>
              <a:ext cx="76852" cy="102398"/>
            </a:xfrm>
            <a:custGeom>
              <a:avLst/>
              <a:gdLst>
                <a:gd name="csX0" fmla="*/ 0 w 76852"/>
                <a:gd name="csY0" fmla="*/ 94821 h 102398"/>
                <a:gd name="csX1" fmla="*/ 33044 w 76852"/>
                <a:gd name="csY1" fmla="*/ 42462 h 102398"/>
                <a:gd name="csX2" fmla="*/ 70092 w 76852"/>
                <a:gd name="csY2" fmla="*/ 1595 h 102398"/>
                <a:gd name="csX3" fmla="*/ 72420 w 76852"/>
                <a:gd name="csY3" fmla="*/ 49 h 102398"/>
                <a:gd name="csX4" fmla="*/ 75866 w 76852"/>
                <a:gd name="csY4" fmla="*/ 5413 h 102398"/>
                <a:gd name="csX5" fmla="*/ 73277 w 76852"/>
                <a:gd name="csY5" fmla="*/ 9735 h 102398"/>
                <a:gd name="csX6" fmla="*/ 52676 w 76852"/>
                <a:gd name="csY6" fmla="*/ 32776 h 102398"/>
                <a:gd name="csX7" fmla="*/ 13448 w 76852"/>
                <a:gd name="csY7" fmla="*/ 88451 h 102398"/>
                <a:gd name="csX8" fmla="*/ 3390 w 76852"/>
                <a:gd name="csY8" fmla="*/ 101173 h 102398"/>
                <a:gd name="csX9" fmla="*/ 1043 w 76852"/>
                <a:gd name="csY9" fmla="*/ 102309 h 102398"/>
                <a:gd name="csX10" fmla="*/ 74 w 76852"/>
                <a:gd name="csY10" fmla="*/ 99925 h 102398"/>
                <a:gd name="csX11" fmla="*/ 0 w 76852"/>
                <a:gd name="csY11" fmla="*/ 94821 h 102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852" h="102398">
                  <a:moveTo>
                    <a:pt x="0" y="94821"/>
                  </a:moveTo>
                  <a:cubicBezTo>
                    <a:pt x="9295" y="76288"/>
                    <a:pt x="20601" y="58984"/>
                    <a:pt x="33044" y="42462"/>
                  </a:cubicBezTo>
                  <a:cubicBezTo>
                    <a:pt x="44145" y="27747"/>
                    <a:pt x="55638" y="13311"/>
                    <a:pt x="70092" y="1595"/>
                  </a:cubicBezTo>
                  <a:cubicBezTo>
                    <a:pt x="70819" y="1017"/>
                    <a:pt x="71638" y="552"/>
                    <a:pt x="72420" y="49"/>
                  </a:cubicBezTo>
                  <a:cubicBezTo>
                    <a:pt x="76928" y="-342"/>
                    <a:pt x="77841" y="1632"/>
                    <a:pt x="75866" y="5413"/>
                  </a:cubicBezTo>
                  <a:cubicBezTo>
                    <a:pt x="75084" y="6903"/>
                    <a:pt x="74451" y="8617"/>
                    <a:pt x="73277" y="9735"/>
                  </a:cubicBezTo>
                  <a:cubicBezTo>
                    <a:pt x="65827" y="16906"/>
                    <a:pt x="59121" y="24729"/>
                    <a:pt x="52676" y="32776"/>
                  </a:cubicBezTo>
                  <a:cubicBezTo>
                    <a:pt x="38464" y="50508"/>
                    <a:pt x="22352" y="66937"/>
                    <a:pt x="13448" y="88451"/>
                  </a:cubicBezTo>
                  <a:cubicBezTo>
                    <a:pt x="11325" y="93573"/>
                    <a:pt x="6352" y="96609"/>
                    <a:pt x="3390" y="101173"/>
                  </a:cubicBezTo>
                  <a:cubicBezTo>
                    <a:pt x="2924" y="101899"/>
                    <a:pt x="2105" y="102663"/>
                    <a:pt x="1043" y="102309"/>
                  </a:cubicBezTo>
                  <a:cubicBezTo>
                    <a:pt x="-112" y="101918"/>
                    <a:pt x="112" y="100819"/>
                    <a:pt x="74" y="99925"/>
                  </a:cubicBezTo>
                  <a:cubicBezTo>
                    <a:pt x="0" y="98211"/>
                    <a:pt x="19" y="96516"/>
                    <a:pt x="0" y="94821"/>
                  </a:cubicBezTo>
                  <a:close/>
                </a:path>
              </a:pathLst>
            </a:custGeom>
            <a:solidFill>
              <a:srgbClr val="9DC8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18934333-C64D-95EF-F16F-0AB73E500F53}"/>
                </a:ext>
              </a:extLst>
            </p:cNvPr>
            <p:cNvSpPr/>
            <p:nvPr/>
          </p:nvSpPr>
          <p:spPr>
            <a:xfrm>
              <a:off x="1574704" y="5263096"/>
              <a:ext cx="133552" cy="167828"/>
            </a:xfrm>
            <a:custGeom>
              <a:avLst/>
              <a:gdLst>
                <a:gd name="csX0" fmla="*/ 128299 w 133552"/>
                <a:gd name="csY0" fmla="*/ 149 h 167828"/>
                <a:gd name="csX1" fmla="*/ 133552 w 133552"/>
                <a:gd name="csY1" fmla="*/ 466 h 167828"/>
                <a:gd name="csX2" fmla="*/ 128765 w 133552"/>
                <a:gd name="csY2" fmla="*/ 8270 h 167828"/>
                <a:gd name="csX3" fmla="*/ 87265 w 133552"/>
                <a:gd name="csY3" fmla="*/ 47032 h 167828"/>
                <a:gd name="csX4" fmla="*/ 77635 w 133552"/>
                <a:gd name="csY4" fmla="*/ 60089 h 167828"/>
                <a:gd name="csX5" fmla="*/ 31031 w 133552"/>
                <a:gd name="csY5" fmla="*/ 126754 h 167828"/>
                <a:gd name="csX6" fmla="*/ 15962 w 133552"/>
                <a:gd name="csY6" fmla="*/ 153092 h 167828"/>
                <a:gd name="csX7" fmla="*/ 7990 w 133552"/>
                <a:gd name="csY7" fmla="*/ 164585 h 167828"/>
                <a:gd name="csX8" fmla="*/ 3277 w 133552"/>
                <a:gd name="csY8" fmla="*/ 167658 h 167828"/>
                <a:gd name="csX9" fmla="*/ 781 w 133552"/>
                <a:gd name="csY9" fmla="*/ 162368 h 167828"/>
                <a:gd name="csX10" fmla="*/ 763 w 133552"/>
                <a:gd name="csY10" fmla="*/ 159556 h 167828"/>
                <a:gd name="csX11" fmla="*/ 1433 w 133552"/>
                <a:gd name="csY11" fmla="*/ 153875 h 167828"/>
                <a:gd name="csX12" fmla="*/ 32856 w 133552"/>
                <a:gd name="csY12" fmla="*/ 101646 h 167828"/>
                <a:gd name="csX13" fmla="*/ 39469 w 133552"/>
                <a:gd name="csY13" fmla="*/ 92630 h 167828"/>
                <a:gd name="csX14" fmla="*/ 71581 w 133552"/>
                <a:gd name="csY14" fmla="*/ 53589 h 167828"/>
                <a:gd name="csX15" fmla="*/ 99912 w 133552"/>
                <a:gd name="csY15" fmla="*/ 23134 h 167828"/>
                <a:gd name="csX16" fmla="*/ 122842 w 133552"/>
                <a:gd name="csY16" fmla="*/ 2366 h 167828"/>
                <a:gd name="csX17" fmla="*/ 128299 w 133552"/>
                <a:gd name="csY17" fmla="*/ 149 h 16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3552" h="167828">
                  <a:moveTo>
                    <a:pt x="128299" y="149"/>
                  </a:moveTo>
                  <a:cubicBezTo>
                    <a:pt x="129938" y="242"/>
                    <a:pt x="131596" y="354"/>
                    <a:pt x="133552" y="466"/>
                  </a:cubicBezTo>
                  <a:cubicBezTo>
                    <a:pt x="132621" y="3763"/>
                    <a:pt x="131019" y="6407"/>
                    <a:pt x="128765" y="8270"/>
                  </a:cubicBezTo>
                  <a:cubicBezTo>
                    <a:pt x="114199" y="20415"/>
                    <a:pt x="101179" y="34180"/>
                    <a:pt x="87265" y="47032"/>
                  </a:cubicBezTo>
                  <a:cubicBezTo>
                    <a:pt x="83372" y="50627"/>
                    <a:pt x="80745" y="55656"/>
                    <a:pt x="77635" y="60089"/>
                  </a:cubicBezTo>
                  <a:cubicBezTo>
                    <a:pt x="62044" y="82274"/>
                    <a:pt x="46286" y="104346"/>
                    <a:pt x="31031" y="126754"/>
                  </a:cubicBezTo>
                  <a:cubicBezTo>
                    <a:pt x="25350" y="135099"/>
                    <a:pt x="20693" y="144152"/>
                    <a:pt x="15962" y="153092"/>
                  </a:cubicBezTo>
                  <a:cubicBezTo>
                    <a:pt x="13745" y="157302"/>
                    <a:pt x="11138" y="161065"/>
                    <a:pt x="7990" y="164585"/>
                  </a:cubicBezTo>
                  <a:cubicBezTo>
                    <a:pt x="6593" y="166150"/>
                    <a:pt x="5531" y="168478"/>
                    <a:pt x="3277" y="167658"/>
                  </a:cubicBezTo>
                  <a:cubicBezTo>
                    <a:pt x="1284" y="166932"/>
                    <a:pt x="856" y="164510"/>
                    <a:pt x="781" y="162368"/>
                  </a:cubicBezTo>
                  <a:cubicBezTo>
                    <a:pt x="744" y="161437"/>
                    <a:pt x="763" y="160487"/>
                    <a:pt x="763" y="159556"/>
                  </a:cubicBezTo>
                  <a:cubicBezTo>
                    <a:pt x="-970" y="157432"/>
                    <a:pt x="688" y="155644"/>
                    <a:pt x="1433" y="153875"/>
                  </a:cubicBezTo>
                  <a:cubicBezTo>
                    <a:pt x="9219" y="134857"/>
                    <a:pt x="20972" y="118205"/>
                    <a:pt x="32856" y="101646"/>
                  </a:cubicBezTo>
                  <a:cubicBezTo>
                    <a:pt x="35017" y="98628"/>
                    <a:pt x="36712" y="95219"/>
                    <a:pt x="39469" y="92630"/>
                  </a:cubicBezTo>
                  <a:cubicBezTo>
                    <a:pt x="49844" y="79349"/>
                    <a:pt x="60275" y="66143"/>
                    <a:pt x="71581" y="53589"/>
                  </a:cubicBezTo>
                  <a:cubicBezTo>
                    <a:pt x="80857" y="43270"/>
                    <a:pt x="90077" y="32932"/>
                    <a:pt x="99912" y="23134"/>
                  </a:cubicBezTo>
                  <a:cubicBezTo>
                    <a:pt x="107233" y="15833"/>
                    <a:pt x="115056" y="9127"/>
                    <a:pt x="122842" y="2366"/>
                  </a:cubicBezTo>
                  <a:cubicBezTo>
                    <a:pt x="124388" y="1024"/>
                    <a:pt x="125934" y="-484"/>
                    <a:pt x="128299" y="149"/>
                  </a:cubicBezTo>
                  <a:close/>
                </a:path>
              </a:pathLst>
            </a:custGeom>
            <a:solidFill>
              <a:srgbClr val="A1CA4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576F2621-B249-3688-6FF4-11FE053B400E}"/>
                </a:ext>
              </a:extLst>
            </p:cNvPr>
            <p:cNvSpPr/>
            <p:nvPr/>
          </p:nvSpPr>
          <p:spPr>
            <a:xfrm>
              <a:off x="1613686" y="5252296"/>
              <a:ext cx="100735" cy="103811"/>
            </a:xfrm>
            <a:custGeom>
              <a:avLst/>
              <a:gdLst>
                <a:gd name="csX0" fmla="*/ 89318 w 100735"/>
                <a:gd name="csY0" fmla="*/ 10949 h 103811"/>
                <a:gd name="csX1" fmla="*/ 44912 w 100735"/>
                <a:gd name="csY1" fmla="*/ 52225 h 103811"/>
                <a:gd name="csX2" fmla="*/ 1437 w 100735"/>
                <a:gd name="csY2" fmla="*/ 103747 h 103811"/>
                <a:gd name="csX3" fmla="*/ 77 w 100735"/>
                <a:gd name="csY3" fmla="*/ 102387 h 103811"/>
                <a:gd name="csX4" fmla="*/ 74882 w 100735"/>
                <a:gd name="csY4" fmla="*/ 18921 h 103811"/>
                <a:gd name="csX5" fmla="*/ 96470 w 100735"/>
                <a:gd name="csY5" fmla="*/ 1132 h 103811"/>
                <a:gd name="csX6" fmla="*/ 100736 w 100735"/>
                <a:gd name="csY6" fmla="*/ 630 h 103811"/>
                <a:gd name="csX7" fmla="*/ 89318 w 100735"/>
                <a:gd name="csY7" fmla="*/ 10949 h 103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0735" h="103811">
                  <a:moveTo>
                    <a:pt x="89318" y="10949"/>
                  </a:moveTo>
                  <a:cubicBezTo>
                    <a:pt x="72926" y="23000"/>
                    <a:pt x="58658" y="37361"/>
                    <a:pt x="44912" y="52225"/>
                  </a:cubicBezTo>
                  <a:cubicBezTo>
                    <a:pt x="29656" y="68729"/>
                    <a:pt x="15277" y="86014"/>
                    <a:pt x="1437" y="103747"/>
                  </a:cubicBezTo>
                  <a:cubicBezTo>
                    <a:pt x="282" y="103989"/>
                    <a:pt x="-202" y="103560"/>
                    <a:pt x="77" y="102387"/>
                  </a:cubicBezTo>
                  <a:cubicBezTo>
                    <a:pt x="22280" y="72119"/>
                    <a:pt x="47445" y="44495"/>
                    <a:pt x="74882" y="18921"/>
                  </a:cubicBezTo>
                  <a:cubicBezTo>
                    <a:pt x="81699" y="12569"/>
                    <a:pt x="88610" y="6255"/>
                    <a:pt x="96470" y="1132"/>
                  </a:cubicBezTo>
                  <a:cubicBezTo>
                    <a:pt x="97811" y="257"/>
                    <a:pt x="98873" y="-637"/>
                    <a:pt x="100736" y="630"/>
                  </a:cubicBezTo>
                  <a:cubicBezTo>
                    <a:pt x="97960" y="5230"/>
                    <a:pt x="92615" y="7018"/>
                    <a:pt x="89318" y="10949"/>
                  </a:cubicBezTo>
                  <a:close/>
                </a:path>
              </a:pathLst>
            </a:custGeom>
            <a:solidFill>
              <a:srgbClr val="46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682D87BC-4490-CE4F-80AE-E48445D8549C}"/>
                </a:ext>
              </a:extLst>
            </p:cNvPr>
            <p:cNvSpPr/>
            <p:nvPr/>
          </p:nvSpPr>
          <p:spPr>
            <a:xfrm>
              <a:off x="1570678" y="5354683"/>
              <a:ext cx="44463" cy="80243"/>
            </a:xfrm>
            <a:custGeom>
              <a:avLst/>
              <a:gdLst>
                <a:gd name="csX0" fmla="*/ 43104 w 44463"/>
                <a:gd name="csY0" fmla="*/ 0 h 80243"/>
                <a:gd name="csX1" fmla="*/ 44464 w 44463"/>
                <a:gd name="csY1" fmla="*/ 1360 h 80243"/>
                <a:gd name="csX2" fmla="*/ 12705 w 44463"/>
                <a:gd name="csY2" fmla="*/ 49528 h 80243"/>
                <a:gd name="csX3" fmla="*/ 4826 w 44463"/>
                <a:gd name="csY3" fmla="*/ 67969 h 80243"/>
                <a:gd name="csX4" fmla="*/ 4621 w 44463"/>
                <a:gd name="csY4" fmla="*/ 80243 h 80243"/>
                <a:gd name="csX5" fmla="*/ 766 w 44463"/>
                <a:gd name="csY5" fmla="*/ 70912 h 80243"/>
                <a:gd name="csX6" fmla="*/ 41819 w 44463"/>
                <a:gd name="csY6" fmla="*/ 1062 h 80243"/>
                <a:gd name="csX7" fmla="*/ 43104 w 44463"/>
                <a:gd name="csY7" fmla="*/ 0 h 80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4463" h="80243">
                  <a:moveTo>
                    <a:pt x="43104" y="0"/>
                  </a:moveTo>
                  <a:cubicBezTo>
                    <a:pt x="43551" y="447"/>
                    <a:pt x="43998" y="913"/>
                    <a:pt x="44464" y="1360"/>
                  </a:cubicBezTo>
                  <a:cubicBezTo>
                    <a:pt x="33455" y="17136"/>
                    <a:pt x="21777" y="32466"/>
                    <a:pt x="12705" y="49528"/>
                  </a:cubicBezTo>
                  <a:cubicBezTo>
                    <a:pt x="9557" y="55433"/>
                    <a:pt x="6223" y="61300"/>
                    <a:pt x="4826" y="67969"/>
                  </a:cubicBezTo>
                  <a:cubicBezTo>
                    <a:pt x="2572" y="71768"/>
                    <a:pt x="3709" y="75792"/>
                    <a:pt x="4621" y="80243"/>
                  </a:cubicBezTo>
                  <a:cubicBezTo>
                    <a:pt x="-948" y="78306"/>
                    <a:pt x="-408" y="74153"/>
                    <a:pt x="766" y="70912"/>
                  </a:cubicBezTo>
                  <a:cubicBezTo>
                    <a:pt x="10098" y="45095"/>
                    <a:pt x="25725" y="22929"/>
                    <a:pt x="41819" y="1062"/>
                  </a:cubicBezTo>
                  <a:cubicBezTo>
                    <a:pt x="42135" y="633"/>
                    <a:pt x="42657" y="354"/>
                    <a:pt x="43104" y="0"/>
                  </a:cubicBezTo>
                  <a:close/>
                </a:path>
              </a:pathLst>
            </a:custGeom>
            <a:solidFill>
              <a:srgbClr val="5C74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65A02760-F70B-DBCF-7E1C-16EAF5EB9AAE}"/>
                </a:ext>
              </a:extLst>
            </p:cNvPr>
            <p:cNvSpPr/>
            <p:nvPr/>
          </p:nvSpPr>
          <p:spPr>
            <a:xfrm>
              <a:off x="1951267" y="5249309"/>
              <a:ext cx="82415" cy="100510"/>
            </a:xfrm>
            <a:custGeom>
              <a:avLst/>
              <a:gdLst>
                <a:gd name="csX0" fmla="*/ 81950 w 82415"/>
                <a:gd name="csY0" fmla="*/ 96414 h 100510"/>
                <a:gd name="csX1" fmla="*/ 75487 w 82415"/>
                <a:gd name="csY1" fmla="*/ 98780 h 100510"/>
                <a:gd name="csX2" fmla="*/ 59803 w 82415"/>
                <a:gd name="csY2" fmla="*/ 82202 h 100510"/>
                <a:gd name="csX3" fmla="*/ 42182 w 82415"/>
                <a:gd name="csY3" fmla="*/ 62626 h 100510"/>
                <a:gd name="csX4" fmla="*/ 15993 w 82415"/>
                <a:gd name="csY4" fmla="*/ 32096 h 100510"/>
                <a:gd name="csX5" fmla="*/ 1539 w 82415"/>
                <a:gd name="csY5" fmla="*/ 11514 h 100510"/>
                <a:gd name="csX6" fmla="*/ 3942 w 82415"/>
                <a:gd name="csY6" fmla="*/ 413 h 100510"/>
                <a:gd name="csX7" fmla="*/ 14801 w 82415"/>
                <a:gd name="csY7" fmla="*/ 4734 h 100510"/>
                <a:gd name="csX8" fmla="*/ 45405 w 82415"/>
                <a:gd name="csY8" fmla="*/ 33717 h 100510"/>
                <a:gd name="csX9" fmla="*/ 79156 w 82415"/>
                <a:gd name="csY9" fmla="*/ 84810 h 100510"/>
                <a:gd name="csX10" fmla="*/ 81950 w 82415"/>
                <a:gd name="csY10" fmla="*/ 96414 h 10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415" h="100510">
                  <a:moveTo>
                    <a:pt x="81950" y="96414"/>
                  </a:moveTo>
                  <a:cubicBezTo>
                    <a:pt x="80926" y="100251"/>
                    <a:pt x="79659" y="102114"/>
                    <a:pt x="75487" y="98780"/>
                  </a:cubicBezTo>
                  <a:cubicBezTo>
                    <a:pt x="69470" y="93937"/>
                    <a:pt x="64180" y="88312"/>
                    <a:pt x="59803" y="82202"/>
                  </a:cubicBezTo>
                  <a:cubicBezTo>
                    <a:pt x="54606" y="74938"/>
                    <a:pt x="47826" y="69350"/>
                    <a:pt x="42182" y="62626"/>
                  </a:cubicBezTo>
                  <a:cubicBezTo>
                    <a:pt x="33558" y="52362"/>
                    <a:pt x="24562" y="42397"/>
                    <a:pt x="15993" y="32096"/>
                  </a:cubicBezTo>
                  <a:cubicBezTo>
                    <a:pt x="10629" y="25652"/>
                    <a:pt x="4855" y="19449"/>
                    <a:pt x="1539" y="11514"/>
                  </a:cubicBezTo>
                  <a:cubicBezTo>
                    <a:pt x="-1013" y="5367"/>
                    <a:pt x="-510" y="2722"/>
                    <a:pt x="3942" y="413"/>
                  </a:cubicBezTo>
                  <a:cubicBezTo>
                    <a:pt x="8766" y="-1245"/>
                    <a:pt x="11672" y="2480"/>
                    <a:pt x="14801" y="4734"/>
                  </a:cubicBezTo>
                  <a:cubicBezTo>
                    <a:pt x="26275" y="13023"/>
                    <a:pt x="36296" y="22858"/>
                    <a:pt x="45405" y="33717"/>
                  </a:cubicBezTo>
                  <a:cubicBezTo>
                    <a:pt x="58630" y="49475"/>
                    <a:pt x="70588" y="66034"/>
                    <a:pt x="79156" y="84810"/>
                  </a:cubicBezTo>
                  <a:cubicBezTo>
                    <a:pt x="80833" y="88423"/>
                    <a:pt x="83496" y="91963"/>
                    <a:pt x="81950" y="96414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41CF68C1-B1C5-BE44-5076-136FA2C0D590}"/>
                </a:ext>
              </a:extLst>
            </p:cNvPr>
            <p:cNvSpPr/>
            <p:nvPr/>
          </p:nvSpPr>
          <p:spPr>
            <a:xfrm>
              <a:off x="1957367" y="5240771"/>
              <a:ext cx="86194" cy="108027"/>
            </a:xfrm>
            <a:custGeom>
              <a:avLst/>
              <a:gdLst>
                <a:gd name="csX0" fmla="*/ 3 w 86194"/>
                <a:gd name="csY0" fmla="*/ 5859 h 108027"/>
                <a:gd name="csX1" fmla="*/ 8459 w 86194"/>
                <a:gd name="csY1" fmla="*/ 234 h 108027"/>
                <a:gd name="csX2" fmla="*/ 27253 w 86194"/>
                <a:gd name="csY2" fmla="*/ 9771 h 108027"/>
                <a:gd name="csX3" fmla="*/ 78141 w 86194"/>
                <a:gd name="csY3" fmla="*/ 81241 h 108027"/>
                <a:gd name="csX4" fmla="*/ 83599 w 86194"/>
                <a:gd name="csY4" fmla="*/ 94802 h 108027"/>
                <a:gd name="csX5" fmla="*/ 85778 w 86194"/>
                <a:gd name="csY5" fmla="*/ 101153 h 108027"/>
                <a:gd name="csX6" fmla="*/ 84791 w 86194"/>
                <a:gd name="csY6" fmla="*/ 107505 h 108027"/>
                <a:gd name="csX7" fmla="*/ 79278 w 86194"/>
                <a:gd name="csY7" fmla="*/ 105046 h 108027"/>
                <a:gd name="csX8" fmla="*/ 72255 w 86194"/>
                <a:gd name="csY8" fmla="*/ 91933 h 108027"/>
                <a:gd name="csX9" fmla="*/ 43831 w 86194"/>
                <a:gd name="csY9" fmla="*/ 48086 h 108027"/>
                <a:gd name="csX10" fmla="*/ 1716 w 86194"/>
                <a:gd name="csY10" fmla="*/ 8597 h 108027"/>
                <a:gd name="csX11" fmla="*/ 3 w 86194"/>
                <a:gd name="csY11" fmla="*/ 5859 h 108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194" h="108027">
                  <a:moveTo>
                    <a:pt x="3" y="5859"/>
                  </a:moveTo>
                  <a:cubicBezTo>
                    <a:pt x="599" y="1054"/>
                    <a:pt x="3355" y="-679"/>
                    <a:pt x="8459" y="234"/>
                  </a:cubicBezTo>
                  <a:cubicBezTo>
                    <a:pt x="15705" y="1519"/>
                    <a:pt x="21703" y="5319"/>
                    <a:pt x="27253" y="9771"/>
                  </a:cubicBezTo>
                  <a:cubicBezTo>
                    <a:pt x="50984" y="28751"/>
                    <a:pt x="67226" y="53115"/>
                    <a:pt x="78141" y="81241"/>
                  </a:cubicBezTo>
                  <a:cubicBezTo>
                    <a:pt x="79911" y="85786"/>
                    <a:pt x="81289" y="90462"/>
                    <a:pt x="83599" y="94802"/>
                  </a:cubicBezTo>
                  <a:cubicBezTo>
                    <a:pt x="84642" y="96757"/>
                    <a:pt x="85462" y="98974"/>
                    <a:pt x="85778" y="101153"/>
                  </a:cubicBezTo>
                  <a:cubicBezTo>
                    <a:pt x="86095" y="103277"/>
                    <a:pt x="86896" y="106015"/>
                    <a:pt x="84791" y="107505"/>
                  </a:cubicBezTo>
                  <a:cubicBezTo>
                    <a:pt x="82090" y="109405"/>
                    <a:pt x="81289" y="105549"/>
                    <a:pt x="79278" y="105046"/>
                  </a:cubicBezTo>
                  <a:cubicBezTo>
                    <a:pt x="74938" y="101768"/>
                    <a:pt x="74397" y="96366"/>
                    <a:pt x="72255" y="91933"/>
                  </a:cubicBezTo>
                  <a:cubicBezTo>
                    <a:pt x="64581" y="76119"/>
                    <a:pt x="54765" y="61795"/>
                    <a:pt x="43831" y="48086"/>
                  </a:cubicBezTo>
                  <a:cubicBezTo>
                    <a:pt x="31686" y="32849"/>
                    <a:pt x="18052" y="19308"/>
                    <a:pt x="1716" y="8597"/>
                  </a:cubicBezTo>
                  <a:cubicBezTo>
                    <a:pt x="822" y="7946"/>
                    <a:pt x="-53" y="7182"/>
                    <a:pt x="3" y="5859"/>
                  </a:cubicBezTo>
                  <a:close/>
                </a:path>
              </a:pathLst>
            </a:custGeom>
            <a:solidFill>
              <a:srgbClr val="97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3BEC1370-2922-D753-4B3C-28CD0C213F84}"/>
                </a:ext>
              </a:extLst>
            </p:cNvPr>
            <p:cNvSpPr/>
            <p:nvPr/>
          </p:nvSpPr>
          <p:spPr>
            <a:xfrm>
              <a:off x="1952209" y="5245596"/>
              <a:ext cx="85781" cy="107284"/>
            </a:xfrm>
            <a:custGeom>
              <a:avLst/>
              <a:gdLst>
                <a:gd name="csX0" fmla="*/ 5161 w 85781"/>
                <a:gd name="csY0" fmla="*/ 1034 h 107284"/>
                <a:gd name="csX1" fmla="*/ 84454 w 85781"/>
                <a:gd name="csY1" fmla="*/ 100202 h 107284"/>
                <a:gd name="csX2" fmla="*/ 84380 w 85781"/>
                <a:gd name="csY2" fmla="*/ 107224 h 107284"/>
                <a:gd name="csX3" fmla="*/ 81642 w 85781"/>
                <a:gd name="csY3" fmla="*/ 100984 h 107284"/>
                <a:gd name="csX4" fmla="*/ 80990 w 85781"/>
                <a:gd name="csY4" fmla="*/ 100128 h 107284"/>
                <a:gd name="csX5" fmla="*/ 61879 w 85781"/>
                <a:gd name="csY5" fmla="*/ 62632 h 107284"/>
                <a:gd name="csX6" fmla="*/ 13729 w 85781"/>
                <a:gd name="csY6" fmla="*/ 10030 h 107284"/>
                <a:gd name="csX7" fmla="*/ 3018 w 85781"/>
                <a:gd name="csY7" fmla="*/ 4126 h 107284"/>
                <a:gd name="csX8" fmla="*/ 1 w 85781"/>
                <a:gd name="csY8" fmla="*/ 643 h 107284"/>
                <a:gd name="csX9" fmla="*/ 5161 w 85781"/>
                <a:gd name="csY9" fmla="*/ 1034 h 107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781" h="107284">
                  <a:moveTo>
                    <a:pt x="5161" y="1034"/>
                  </a:moveTo>
                  <a:cubicBezTo>
                    <a:pt x="41836" y="25900"/>
                    <a:pt x="67225" y="59801"/>
                    <a:pt x="84454" y="100202"/>
                  </a:cubicBezTo>
                  <a:cubicBezTo>
                    <a:pt x="84268" y="102679"/>
                    <a:pt x="87584" y="106200"/>
                    <a:pt x="84380" y="107224"/>
                  </a:cubicBezTo>
                  <a:cubicBezTo>
                    <a:pt x="82387" y="107876"/>
                    <a:pt x="82834" y="103108"/>
                    <a:pt x="81642" y="100984"/>
                  </a:cubicBezTo>
                  <a:cubicBezTo>
                    <a:pt x="81474" y="100668"/>
                    <a:pt x="81213" y="100407"/>
                    <a:pt x="80990" y="100128"/>
                  </a:cubicBezTo>
                  <a:cubicBezTo>
                    <a:pt x="77115" y="86362"/>
                    <a:pt x="69776" y="74348"/>
                    <a:pt x="61879" y="62632"/>
                  </a:cubicBezTo>
                  <a:cubicBezTo>
                    <a:pt x="48449" y="42720"/>
                    <a:pt x="33007" y="24596"/>
                    <a:pt x="13729" y="10030"/>
                  </a:cubicBezTo>
                  <a:cubicBezTo>
                    <a:pt x="10469" y="7572"/>
                    <a:pt x="7358" y="4703"/>
                    <a:pt x="3018" y="4126"/>
                  </a:cubicBezTo>
                  <a:cubicBezTo>
                    <a:pt x="2478" y="2598"/>
                    <a:pt x="-55" y="2729"/>
                    <a:pt x="1" y="643"/>
                  </a:cubicBezTo>
                  <a:cubicBezTo>
                    <a:pt x="1957" y="-997"/>
                    <a:pt x="3484" y="1015"/>
                    <a:pt x="5161" y="1034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0529B479-F3F1-FAAA-B434-A2004525CA54}"/>
                </a:ext>
              </a:extLst>
            </p:cNvPr>
            <p:cNvSpPr/>
            <p:nvPr/>
          </p:nvSpPr>
          <p:spPr>
            <a:xfrm>
              <a:off x="2077269" y="5171807"/>
              <a:ext cx="11474" cy="1235"/>
            </a:xfrm>
            <a:custGeom>
              <a:avLst/>
              <a:gdLst>
                <a:gd name="csX0" fmla="*/ 0 w 11474"/>
                <a:gd name="csY0" fmla="*/ 0 h 1235"/>
                <a:gd name="csX1" fmla="*/ 11474 w 11474"/>
                <a:gd name="csY1" fmla="*/ 1025 h 1235"/>
                <a:gd name="csX2" fmla="*/ 0 w 11474"/>
                <a:gd name="csY2" fmla="*/ 0 h 1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74" h="1235">
                  <a:moveTo>
                    <a:pt x="0" y="0"/>
                  </a:moveTo>
                  <a:cubicBezTo>
                    <a:pt x="3837" y="130"/>
                    <a:pt x="7730" y="-335"/>
                    <a:pt x="11474" y="1025"/>
                  </a:cubicBezTo>
                  <a:cubicBezTo>
                    <a:pt x="7637" y="708"/>
                    <a:pt x="3651" y="2217"/>
                    <a:pt x="0" y="0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</p:grpSp>
      <p:grpSp>
        <p:nvGrpSpPr>
          <p:cNvPr id="422" name="Graphic 9">
            <a:extLst>
              <a:ext uri="{FF2B5EF4-FFF2-40B4-BE49-F238E27FC236}">
                <a16:creationId xmlns:a16="http://schemas.microsoft.com/office/drawing/2014/main" id="{D14599D9-8B97-3C4B-000C-33BD96C9595C}"/>
              </a:ext>
            </a:extLst>
          </p:cNvPr>
          <p:cNvGrpSpPr/>
          <p:nvPr/>
        </p:nvGrpSpPr>
        <p:grpSpPr>
          <a:xfrm>
            <a:off x="3454879" y="5451089"/>
            <a:ext cx="265192" cy="216464"/>
            <a:chOff x="1505087" y="4809315"/>
            <a:chExt cx="842483" cy="687679"/>
          </a:xfrm>
        </p:grpSpPr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DCDBBDF4-EE9E-75D2-965B-037E2D9977BC}"/>
                </a:ext>
              </a:extLst>
            </p:cNvPr>
            <p:cNvSpPr/>
            <p:nvPr/>
          </p:nvSpPr>
          <p:spPr>
            <a:xfrm>
              <a:off x="1505087" y="4809315"/>
              <a:ext cx="842483" cy="687679"/>
            </a:xfrm>
            <a:custGeom>
              <a:avLst/>
              <a:gdLst>
                <a:gd name="csX0" fmla="*/ 320275 w 842483"/>
                <a:gd name="csY0" fmla="*/ 319221 h 687679"/>
                <a:gd name="csX1" fmla="*/ 309025 w 842483"/>
                <a:gd name="csY1" fmla="*/ 319799 h 687679"/>
                <a:gd name="csX2" fmla="*/ 302747 w 842483"/>
                <a:gd name="csY2" fmla="*/ 313633 h 687679"/>
                <a:gd name="csX3" fmla="*/ 303660 w 842483"/>
                <a:gd name="csY3" fmla="*/ 304693 h 687679"/>
                <a:gd name="csX4" fmla="*/ 299227 w 842483"/>
                <a:gd name="csY4" fmla="*/ 295789 h 687679"/>
                <a:gd name="csX5" fmla="*/ 269219 w 842483"/>
                <a:gd name="csY5" fmla="*/ 282844 h 687679"/>
                <a:gd name="csX6" fmla="*/ 260390 w 842483"/>
                <a:gd name="csY6" fmla="*/ 281167 h 687679"/>
                <a:gd name="csX7" fmla="*/ 257689 w 842483"/>
                <a:gd name="csY7" fmla="*/ 280199 h 687679"/>
                <a:gd name="csX8" fmla="*/ 267226 w 842483"/>
                <a:gd name="csY8" fmla="*/ 278094 h 687679"/>
                <a:gd name="csX9" fmla="*/ 294980 w 842483"/>
                <a:gd name="csY9" fmla="*/ 289084 h 687679"/>
                <a:gd name="csX10" fmla="*/ 296917 w 842483"/>
                <a:gd name="csY10" fmla="*/ 290238 h 687679"/>
                <a:gd name="csX11" fmla="*/ 309881 w 842483"/>
                <a:gd name="csY11" fmla="*/ 287314 h 687679"/>
                <a:gd name="csX12" fmla="*/ 315115 w 842483"/>
                <a:gd name="csY12" fmla="*/ 281745 h 687679"/>
                <a:gd name="csX13" fmla="*/ 331730 w 842483"/>
                <a:gd name="csY13" fmla="*/ 277684 h 687679"/>
                <a:gd name="csX14" fmla="*/ 369468 w 842483"/>
                <a:gd name="csY14" fmla="*/ 294280 h 687679"/>
                <a:gd name="csX15" fmla="*/ 374516 w 842483"/>
                <a:gd name="csY15" fmla="*/ 310821 h 687679"/>
                <a:gd name="csX16" fmla="*/ 380476 w 842483"/>
                <a:gd name="csY16" fmla="*/ 314826 h 687679"/>
                <a:gd name="csX17" fmla="*/ 417879 w 842483"/>
                <a:gd name="csY17" fmla="*/ 311864 h 687679"/>
                <a:gd name="csX18" fmla="*/ 442764 w 842483"/>
                <a:gd name="csY18" fmla="*/ 315012 h 687679"/>
                <a:gd name="csX19" fmla="*/ 470406 w 842483"/>
                <a:gd name="csY19" fmla="*/ 301042 h 687679"/>
                <a:gd name="csX20" fmla="*/ 492590 w 842483"/>
                <a:gd name="csY20" fmla="*/ 265968 h 687679"/>
                <a:gd name="csX21" fmla="*/ 494043 w 842483"/>
                <a:gd name="csY21" fmla="*/ 262317 h 687679"/>
                <a:gd name="csX22" fmla="*/ 478304 w 842483"/>
                <a:gd name="csY22" fmla="*/ 230652 h 687679"/>
                <a:gd name="csX23" fmla="*/ 454182 w 842483"/>
                <a:gd name="csY23" fmla="*/ 229124 h 687679"/>
                <a:gd name="csX24" fmla="*/ 452208 w 842483"/>
                <a:gd name="csY24" fmla="*/ 226535 h 687679"/>
                <a:gd name="csX25" fmla="*/ 468320 w 842483"/>
                <a:gd name="csY25" fmla="*/ 198819 h 687679"/>
                <a:gd name="csX26" fmla="*/ 466141 w 842483"/>
                <a:gd name="csY26" fmla="*/ 177286 h 687679"/>
                <a:gd name="csX27" fmla="*/ 454294 w 842483"/>
                <a:gd name="csY27" fmla="*/ 158064 h 687679"/>
                <a:gd name="csX28" fmla="*/ 450289 w 842483"/>
                <a:gd name="csY28" fmla="*/ 135879 h 687679"/>
                <a:gd name="csX29" fmla="*/ 463812 w 842483"/>
                <a:gd name="csY29" fmla="*/ 91138 h 687679"/>
                <a:gd name="csX30" fmla="*/ 492795 w 842483"/>
                <a:gd name="csY30" fmla="*/ 53270 h 687679"/>
                <a:gd name="csX31" fmla="*/ 529080 w 842483"/>
                <a:gd name="csY31" fmla="*/ 22797 h 687679"/>
                <a:gd name="csX32" fmla="*/ 575833 w 842483"/>
                <a:gd name="csY32" fmla="*/ 2624 h 687679"/>
                <a:gd name="csX33" fmla="*/ 638456 w 842483"/>
                <a:gd name="csY33" fmla="*/ 23579 h 687679"/>
                <a:gd name="csX34" fmla="*/ 645050 w 842483"/>
                <a:gd name="csY34" fmla="*/ 31291 h 687679"/>
                <a:gd name="csX35" fmla="*/ 655425 w 842483"/>
                <a:gd name="csY35" fmla="*/ 75641 h 687679"/>
                <a:gd name="csX36" fmla="*/ 607238 w 842483"/>
                <a:gd name="csY36" fmla="*/ 170711 h 687679"/>
                <a:gd name="csX37" fmla="*/ 574045 w 842483"/>
                <a:gd name="csY37" fmla="*/ 195988 h 687679"/>
                <a:gd name="csX38" fmla="*/ 537630 w 842483"/>
                <a:gd name="csY38" fmla="*/ 196286 h 687679"/>
                <a:gd name="csX39" fmla="*/ 515538 w 842483"/>
                <a:gd name="csY39" fmla="*/ 195596 h 687679"/>
                <a:gd name="csX40" fmla="*/ 481955 w 842483"/>
                <a:gd name="csY40" fmla="*/ 224281 h 687679"/>
                <a:gd name="csX41" fmla="*/ 483221 w 842483"/>
                <a:gd name="csY41" fmla="*/ 228100 h 687679"/>
                <a:gd name="csX42" fmla="*/ 500693 w 842483"/>
                <a:gd name="csY42" fmla="*/ 250415 h 687679"/>
                <a:gd name="csX43" fmla="*/ 500507 w 842483"/>
                <a:gd name="csY43" fmla="*/ 256543 h 687679"/>
                <a:gd name="csX44" fmla="*/ 487803 w 842483"/>
                <a:gd name="csY44" fmla="*/ 287780 h 687679"/>
                <a:gd name="csX45" fmla="*/ 432333 w 842483"/>
                <a:gd name="csY45" fmla="*/ 319650 h 687679"/>
                <a:gd name="csX46" fmla="*/ 414787 w 842483"/>
                <a:gd name="csY46" fmla="*/ 315627 h 687679"/>
                <a:gd name="csX47" fmla="*/ 399289 w 842483"/>
                <a:gd name="csY47" fmla="*/ 312888 h 687679"/>
                <a:gd name="csX48" fmla="*/ 387536 w 842483"/>
                <a:gd name="csY48" fmla="*/ 317452 h 687679"/>
                <a:gd name="csX49" fmla="*/ 408770 w 842483"/>
                <a:gd name="csY49" fmla="*/ 322928 h 687679"/>
                <a:gd name="csX50" fmla="*/ 454424 w 842483"/>
                <a:gd name="csY50" fmla="*/ 323841 h 687679"/>
                <a:gd name="csX51" fmla="*/ 497228 w 842483"/>
                <a:gd name="csY51" fmla="*/ 330751 h 687679"/>
                <a:gd name="csX52" fmla="*/ 522840 w 842483"/>
                <a:gd name="csY52" fmla="*/ 320265 h 687679"/>
                <a:gd name="csX53" fmla="*/ 546477 w 842483"/>
                <a:gd name="csY53" fmla="*/ 295398 h 687679"/>
                <a:gd name="csX54" fmla="*/ 587605 w 842483"/>
                <a:gd name="csY54" fmla="*/ 280832 h 687679"/>
                <a:gd name="csX55" fmla="*/ 665669 w 842483"/>
                <a:gd name="csY55" fmla="*/ 287985 h 687679"/>
                <a:gd name="csX56" fmla="*/ 752712 w 842483"/>
                <a:gd name="csY56" fmla="*/ 319911 h 687679"/>
                <a:gd name="csX57" fmla="*/ 817197 w 842483"/>
                <a:gd name="csY57" fmla="*/ 369532 h 687679"/>
                <a:gd name="csX58" fmla="*/ 840704 w 842483"/>
                <a:gd name="csY58" fmla="*/ 410883 h 687679"/>
                <a:gd name="csX59" fmla="*/ 834930 w 842483"/>
                <a:gd name="csY59" fmla="*/ 459201 h 687679"/>
                <a:gd name="csX60" fmla="*/ 803414 w 842483"/>
                <a:gd name="csY60" fmla="*/ 483471 h 687679"/>
                <a:gd name="csX61" fmla="*/ 679006 w 842483"/>
                <a:gd name="csY61" fmla="*/ 481609 h 687679"/>
                <a:gd name="csX62" fmla="*/ 578050 w 842483"/>
                <a:gd name="csY62" fmla="*/ 453184 h 687679"/>
                <a:gd name="csX63" fmla="*/ 553611 w 842483"/>
                <a:gd name="csY63" fmla="*/ 445957 h 687679"/>
                <a:gd name="csX64" fmla="*/ 561863 w 842483"/>
                <a:gd name="csY64" fmla="*/ 470135 h 687679"/>
                <a:gd name="csX65" fmla="*/ 572871 w 842483"/>
                <a:gd name="csY65" fmla="*/ 513255 h 687679"/>
                <a:gd name="csX66" fmla="*/ 570170 w 842483"/>
                <a:gd name="csY66" fmla="*/ 529628 h 687679"/>
                <a:gd name="csX67" fmla="*/ 550277 w 842483"/>
                <a:gd name="csY67" fmla="*/ 559449 h 687679"/>
                <a:gd name="csX68" fmla="*/ 464855 w 842483"/>
                <a:gd name="csY68" fmla="*/ 569843 h 687679"/>
                <a:gd name="csX69" fmla="*/ 411732 w 842483"/>
                <a:gd name="csY69" fmla="*/ 515863 h 687679"/>
                <a:gd name="csX70" fmla="*/ 414470 w 842483"/>
                <a:gd name="csY70" fmla="*/ 452551 h 687679"/>
                <a:gd name="csX71" fmla="*/ 420915 w 842483"/>
                <a:gd name="csY71" fmla="*/ 440630 h 687679"/>
                <a:gd name="csX72" fmla="*/ 422740 w 842483"/>
                <a:gd name="csY72" fmla="*/ 431391 h 687679"/>
                <a:gd name="csX73" fmla="*/ 414899 w 842483"/>
                <a:gd name="csY73" fmla="*/ 396187 h 687679"/>
                <a:gd name="csX74" fmla="*/ 408714 w 842483"/>
                <a:gd name="csY74" fmla="*/ 385979 h 687679"/>
                <a:gd name="csX75" fmla="*/ 406926 w 842483"/>
                <a:gd name="csY75" fmla="*/ 396652 h 687679"/>
                <a:gd name="csX76" fmla="*/ 366227 w 842483"/>
                <a:gd name="csY76" fmla="*/ 449552 h 687679"/>
                <a:gd name="csX77" fmla="*/ 347489 w 842483"/>
                <a:gd name="csY77" fmla="*/ 459964 h 687679"/>
                <a:gd name="csX78" fmla="*/ 324280 w 842483"/>
                <a:gd name="csY78" fmla="*/ 466465 h 687679"/>
                <a:gd name="csX79" fmla="*/ 299152 w 842483"/>
                <a:gd name="csY79" fmla="*/ 456872 h 687679"/>
                <a:gd name="csX80" fmla="*/ 279781 w 842483"/>
                <a:gd name="csY80" fmla="*/ 415111 h 687679"/>
                <a:gd name="csX81" fmla="*/ 279669 w 842483"/>
                <a:gd name="csY81" fmla="*/ 410585 h 687679"/>
                <a:gd name="csX82" fmla="*/ 276447 w 842483"/>
                <a:gd name="csY82" fmla="*/ 408592 h 687679"/>
                <a:gd name="csX83" fmla="*/ 245713 w 842483"/>
                <a:gd name="csY83" fmla="*/ 436607 h 687679"/>
                <a:gd name="csX84" fmla="*/ 245061 w 842483"/>
                <a:gd name="csY84" fmla="*/ 451266 h 687679"/>
                <a:gd name="csX85" fmla="*/ 260223 w 842483"/>
                <a:gd name="csY85" fmla="*/ 491928 h 687679"/>
                <a:gd name="csX86" fmla="*/ 267189 w 842483"/>
                <a:gd name="csY86" fmla="*/ 538718 h 687679"/>
                <a:gd name="csX87" fmla="*/ 262588 w 842483"/>
                <a:gd name="csY87" fmla="*/ 549484 h 687679"/>
                <a:gd name="csX88" fmla="*/ 201158 w 842483"/>
                <a:gd name="csY88" fmla="*/ 616074 h 687679"/>
                <a:gd name="csX89" fmla="*/ 170312 w 842483"/>
                <a:gd name="csY89" fmla="*/ 645746 h 687679"/>
                <a:gd name="csX90" fmla="*/ 134865 w 842483"/>
                <a:gd name="csY90" fmla="*/ 669123 h 687679"/>
                <a:gd name="csX91" fmla="*/ 74217 w 842483"/>
                <a:gd name="csY91" fmla="*/ 686148 h 687679"/>
                <a:gd name="csX92" fmla="*/ 29662 w 842483"/>
                <a:gd name="csY92" fmla="*/ 683708 h 687679"/>
                <a:gd name="csX93" fmla="*/ 14872 w 842483"/>
                <a:gd name="csY93" fmla="*/ 671973 h 687679"/>
                <a:gd name="csX94" fmla="*/ 269 w 842483"/>
                <a:gd name="csY94" fmla="*/ 625928 h 687679"/>
                <a:gd name="csX95" fmla="*/ 28079 w 842483"/>
                <a:gd name="csY95" fmla="*/ 528156 h 687679"/>
                <a:gd name="csX96" fmla="*/ 74645 w 842483"/>
                <a:gd name="csY96" fmla="*/ 467545 h 687679"/>
                <a:gd name="csX97" fmla="*/ 99661 w 842483"/>
                <a:gd name="csY97" fmla="*/ 439233 h 687679"/>
                <a:gd name="csX98" fmla="*/ 151350 w 842483"/>
                <a:gd name="csY98" fmla="*/ 415149 h 687679"/>
                <a:gd name="csX99" fmla="*/ 183406 w 842483"/>
                <a:gd name="csY99" fmla="*/ 415391 h 687679"/>
                <a:gd name="csX100" fmla="*/ 200841 w 842483"/>
                <a:gd name="csY100" fmla="*/ 415409 h 687679"/>
                <a:gd name="csX101" fmla="*/ 233959 w 842483"/>
                <a:gd name="csY101" fmla="*/ 404867 h 687679"/>
                <a:gd name="csX102" fmla="*/ 281550 w 842483"/>
                <a:gd name="csY102" fmla="*/ 371506 h 687679"/>
                <a:gd name="csX103" fmla="*/ 298277 w 842483"/>
                <a:gd name="csY103" fmla="*/ 354873 h 687679"/>
                <a:gd name="csX104" fmla="*/ 302617 w 842483"/>
                <a:gd name="csY104" fmla="*/ 351297 h 687679"/>
                <a:gd name="csX105" fmla="*/ 327893 w 842483"/>
                <a:gd name="csY105" fmla="*/ 318123 h 687679"/>
                <a:gd name="csX106" fmla="*/ 327577 w 842483"/>
                <a:gd name="csY106" fmla="*/ 316427 h 687679"/>
                <a:gd name="csX107" fmla="*/ 328936 w 842483"/>
                <a:gd name="csY107" fmla="*/ 315329 h 687679"/>
                <a:gd name="csX108" fmla="*/ 332308 w 842483"/>
                <a:gd name="csY108" fmla="*/ 318514 h 687679"/>
                <a:gd name="csX109" fmla="*/ 316922 w 842483"/>
                <a:gd name="csY109" fmla="*/ 345373 h 687679"/>
                <a:gd name="csX110" fmla="*/ 309006 w 842483"/>
                <a:gd name="csY110" fmla="*/ 352507 h 687679"/>
                <a:gd name="csX111" fmla="*/ 286058 w 842483"/>
                <a:gd name="csY111" fmla="*/ 386482 h 687679"/>
                <a:gd name="csX112" fmla="*/ 285425 w 842483"/>
                <a:gd name="csY112" fmla="*/ 427498 h 687679"/>
                <a:gd name="csX113" fmla="*/ 318859 w 842483"/>
                <a:gd name="csY113" fmla="*/ 461883 h 687679"/>
                <a:gd name="csX114" fmla="*/ 339740 w 842483"/>
                <a:gd name="csY114" fmla="*/ 458400 h 687679"/>
                <a:gd name="csX115" fmla="*/ 383848 w 842483"/>
                <a:gd name="csY115" fmla="*/ 430534 h 687679"/>
                <a:gd name="csX116" fmla="*/ 404673 w 842483"/>
                <a:gd name="csY116" fmla="*/ 383074 h 687679"/>
                <a:gd name="csX117" fmla="*/ 407932 w 842483"/>
                <a:gd name="csY117" fmla="*/ 347143 h 687679"/>
                <a:gd name="csX118" fmla="*/ 406870 w 842483"/>
                <a:gd name="csY118" fmla="*/ 338202 h 687679"/>
                <a:gd name="csX119" fmla="*/ 385841 w 842483"/>
                <a:gd name="csY119" fmla="*/ 322127 h 687679"/>
                <a:gd name="csX120" fmla="*/ 371778 w 842483"/>
                <a:gd name="csY120" fmla="*/ 321066 h 687679"/>
                <a:gd name="csX121" fmla="*/ 369543 w 842483"/>
                <a:gd name="csY121" fmla="*/ 317415 h 687679"/>
                <a:gd name="csX122" fmla="*/ 361477 w 842483"/>
                <a:gd name="csY122" fmla="*/ 292772 h 687679"/>
                <a:gd name="csX123" fmla="*/ 334785 w 842483"/>
                <a:gd name="csY123" fmla="*/ 282769 h 687679"/>
                <a:gd name="csX124" fmla="*/ 330892 w 842483"/>
                <a:gd name="csY124" fmla="*/ 283421 h 687679"/>
                <a:gd name="csX125" fmla="*/ 307032 w 842483"/>
                <a:gd name="csY125" fmla="*/ 308232 h 687679"/>
                <a:gd name="csX126" fmla="*/ 308354 w 842483"/>
                <a:gd name="csY126" fmla="*/ 315794 h 687679"/>
                <a:gd name="csX127" fmla="*/ 314687 w 842483"/>
                <a:gd name="csY127" fmla="*/ 316875 h 687679"/>
                <a:gd name="csX128" fmla="*/ 320275 w 842483"/>
                <a:gd name="csY128" fmla="*/ 319221 h 68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842483" h="687679">
                  <a:moveTo>
                    <a:pt x="320275" y="319221"/>
                  </a:moveTo>
                  <a:cubicBezTo>
                    <a:pt x="316531" y="319408"/>
                    <a:pt x="312769" y="319557"/>
                    <a:pt x="309025" y="319799"/>
                  </a:cubicBezTo>
                  <a:cubicBezTo>
                    <a:pt x="304573" y="320097"/>
                    <a:pt x="302803" y="317526"/>
                    <a:pt x="302747" y="313633"/>
                  </a:cubicBezTo>
                  <a:cubicBezTo>
                    <a:pt x="302710" y="310635"/>
                    <a:pt x="302673" y="307431"/>
                    <a:pt x="303660" y="304693"/>
                  </a:cubicBezTo>
                  <a:cubicBezTo>
                    <a:pt x="305467" y="299775"/>
                    <a:pt x="303511" y="297819"/>
                    <a:pt x="299227" y="295789"/>
                  </a:cubicBezTo>
                  <a:cubicBezTo>
                    <a:pt x="289373" y="291114"/>
                    <a:pt x="279594" y="286290"/>
                    <a:pt x="269219" y="282844"/>
                  </a:cubicBezTo>
                  <a:cubicBezTo>
                    <a:pt x="266332" y="281894"/>
                    <a:pt x="263426" y="281223"/>
                    <a:pt x="260390" y="281167"/>
                  </a:cubicBezTo>
                  <a:cubicBezTo>
                    <a:pt x="259124" y="281838"/>
                    <a:pt x="258155" y="281707"/>
                    <a:pt x="257689" y="280199"/>
                  </a:cubicBezTo>
                  <a:cubicBezTo>
                    <a:pt x="260111" y="276119"/>
                    <a:pt x="263892" y="277237"/>
                    <a:pt x="267226" y="278094"/>
                  </a:cubicBezTo>
                  <a:cubicBezTo>
                    <a:pt x="276931" y="280590"/>
                    <a:pt x="286058" y="284576"/>
                    <a:pt x="294980" y="289084"/>
                  </a:cubicBezTo>
                  <a:cubicBezTo>
                    <a:pt x="295651" y="289419"/>
                    <a:pt x="296265" y="289866"/>
                    <a:pt x="296917" y="290238"/>
                  </a:cubicBezTo>
                  <a:cubicBezTo>
                    <a:pt x="304536" y="294504"/>
                    <a:pt x="304983" y="294411"/>
                    <a:pt x="309881" y="287314"/>
                  </a:cubicBezTo>
                  <a:cubicBezTo>
                    <a:pt x="311073" y="284948"/>
                    <a:pt x="313029" y="283291"/>
                    <a:pt x="315115" y="281745"/>
                  </a:cubicBezTo>
                  <a:cubicBezTo>
                    <a:pt x="319809" y="277032"/>
                    <a:pt x="326124" y="278522"/>
                    <a:pt x="331730" y="277684"/>
                  </a:cubicBezTo>
                  <a:cubicBezTo>
                    <a:pt x="347619" y="275337"/>
                    <a:pt x="360658" y="279957"/>
                    <a:pt x="369468" y="294280"/>
                  </a:cubicBezTo>
                  <a:cubicBezTo>
                    <a:pt x="372635" y="299440"/>
                    <a:pt x="374125" y="304991"/>
                    <a:pt x="374516" y="310821"/>
                  </a:cubicBezTo>
                  <a:cubicBezTo>
                    <a:pt x="374814" y="315217"/>
                    <a:pt x="376323" y="316707"/>
                    <a:pt x="380476" y="314826"/>
                  </a:cubicBezTo>
                  <a:cubicBezTo>
                    <a:pt x="392453" y="307729"/>
                    <a:pt x="404859" y="307449"/>
                    <a:pt x="417879" y="311864"/>
                  </a:cubicBezTo>
                  <a:cubicBezTo>
                    <a:pt x="425870" y="314565"/>
                    <a:pt x="434010" y="316055"/>
                    <a:pt x="442764" y="315012"/>
                  </a:cubicBezTo>
                  <a:cubicBezTo>
                    <a:pt x="453903" y="313671"/>
                    <a:pt x="462303" y="308008"/>
                    <a:pt x="470406" y="301042"/>
                  </a:cubicBezTo>
                  <a:cubicBezTo>
                    <a:pt x="481396" y="291580"/>
                    <a:pt x="489349" y="280292"/>
                    <a:pt x="492590" y="265968"/>
                  </a:cubicBezTo>
                  <a:cubicBezTo>
                    <a:pt x="492870" y="264683"/>
                    <a:pt x="493298" y="263379"/>
                    <a:pt x="494043" y="262317"/>
                  </a:cubicBezTo>
                  <a:cubicBezTo>
                    <a:pt x="502258" y="250694"/>
                    <a:pt x="491082" y="232626"/>
                    <a:pt x="478304" y="230652"/>
                  </a:cubicBezTo>
                  <a:cubicBezTo>
                    <a:pt x="470220" y="229404"/>
                    <a:pt x="462192" y="230149"/>
                    <a:pt x="454182" y="229124"/>
                  </a:cubicBezTo>
                  <a:cubicBezTo>
                    <a:pt x="453046" y="228640"/>
                    <a:pt x="451686" y="228286"/>
                    <a:pt x="452208" y="226535"/>
                  </a:cubicBezTo>
                  <a:cubicBezTo>
                    <a:pt x="457460" y="217222"/>
                    <a:pt x="464520" y="208989"/>
                    <a:pt x="468320" y="198819"/>
                  </a:cubicBezTo>
                  <a:cubicBezTo>
                    <a:pt x="471170" y="191238"/>
                    <a:pt x="470536" y="184141"/>
                    <a:pt x="466141" y="177286"/>
                  </a:cubicBezTo>
                  <a:cubicBezTo>
                    <a:pt x="462080" y="170953"/>
                    <a:pt x="458280" y="164453"/>
                    <a:pt x="454294" y="158064"/>
                  </a:cubicBezTo>
                  <a:cubicBezTo>
                    <a:pt x="450010" y="151191"/>
                    <a:pt x="448278" y="143665"/>
                    <a:pt x="450289" y="135879"/>
                  </a:cubicBezTo>
                  <a:cubicBezTo>
                    <a:pt x="454182" y="120792"/>
                    <a:pt x="457609" y="105462"/>
                    <a:pt x="463812" y="91138"/>
                  </a:cubicBezTo>
                  <a:cubicBezTo>
                    <a:pt x="470238" y="76274"/>
                    <a:pt x="481265" y="64297"/>
                    <a:pt x="492795" y="53270"/>
                  </a:cubicBezTo>
                  <a:cubicBezTo>
                    <a:pt x="504176" y="42374"/>
                    <a:pt x="516824" y="32762"/>
                    <a:pt x="529080" y="22797"/>
                  </a:cubicBezTo>
                  <a:cubicBezTo>
                    <a:pt x="542733" y="11696"/>
                    <a:pt x="559311" y="7300"/>
                    <a:pt x="575833" y="2624"/>
                  </a:cubicBezTo>
                  <a:cubicBezTo>
                    <a:pt x="601612" y="-4659"/>
                    <a:pt x="621953" y="3500"/>
                    <a:pt x="638456" y="23579"/>
                  </a:cubicBezTo>
                  <a:cubicBezTo>
                    <a:pt x="640598" y="26187"/>
                    <a:pt x="642610" y="28981"/>
                    <a:pt x="645050" y="31291"/>
                  </a:cubicBezTo>
                  <a:cubicBezTo>
                    <a:pt x="658386" y="43808"/>
                    <a:pt x="656784" y="59845"/>
                    <a:pt x="655425" y="75641"/>
                  </a:cubicBezTo>
                  <a:cubicBezTo>
                    <a:pt x="652128" y="113714"/>
                    <a:pt x="633818" y="144522"/>
                    <a:pt x="607238" y="170711"/>
                  </a:cubicBezTo>
                  <a:cubicBezTo>
                    <a:pt x="597365" y="180434"/>
                    <a:pt x="585500" y="188053"/>
                    <a:pt x="574045" y="195988"/>
                  </a:cubicBezTo>
                  <a:cubicBezTo>
                    <a:pt x="561956" y="204351"/>
                    <a:pt x="549476" y="201874"/>
                    <a:pt x="537630" y="196286"/>
                  </a:cubicBezTo>
                  <a:cubicBezTo>
                    <a:pt x="529937" y="192653"/>
                    <a:pt x="522952" y="191964"/>
                    <a:pt x="515538" y="195596"/>
                  </a:cubicBezTo>
                  <a:cubicBezTo>
                    <a:pt x="501904" y="202265"/>
                    <a:pt x="490933" y="212118"/>
                    <a:pt x="481955" y="224281"/>
                  </a:cubicBezTo>
                  <a:cubicBezTo>
                    <a:pt x="480409" y="226368"/>
                    <a:pt x="480483" y="227206"/>
                    <a:pt x="483221" y="228100"/>
                  </a:cubicBezTo>
                  <a:cubicBezTo>
                    <a:pt x="493931" y="231602"/>
                    <a:pt x="498495" y="240189"/>
                    <a:pt x="500693" y="250415"/>
                  </a:cubicBezTo>
                  <a:cubicBezTo>
                    <a:pt x="501121" y="252370"/>
                    <a:pt x="501326" y="254848"/>
                    <a:pt x="500507" y="256543"/>
                  </a:cubicBezTo>
                  <a:cubicBezTo>
                    <a:pt x="495571" y="266694"/>
                    <a:pt x="494546" y="278615"/>
                    <a:pt x="487803" y="287780"/>
                  </a:cubicBezTo>
                  <a:cubicBezTo>
                    <a:pt x="474113" y="306406"/>
                    <a:pt x="457945" y="321419"/>
                    <a:pt x="432333" y="319650"/>
                  </a:cubicBezTo>
                  <a:cubicBezTo>
                    <a:pt x="426261" y="319240"/>
                    <a:pt x="420449" y="317694"/>
                    <a:pt x="414787" y="315627"/>
                  </a:cubicBezTo>
                  <a:cubicBezTo>
                    <a:pt x="409758" y="313801"/>
                    <a:pt x="404542" y="313280"/>
                    <a:pt x="399289" y="312888"/>
                  </a:cubicBezTo>
                  <a:cubicBezTo>
                    <a:pt x="395192" y="312590"/>
                    <a:pt x="391485" y="313708"/>
                    <a:pt x="387536" y="317452"/>
                  </a:cubicBezTo>
                  <a:cubicBezTo>
                    <a:pt x="395322" y="318458"/>
                    <a:pt x="401059" y="323021"/>
                    <a:pt x="408770" y="322928"/>
                  </a:cubicBezTo>
                  <a:cubicBezTo>
                    <a:pt x="423988" y="322742"/>
                    <a:pt x="439374" y="320991"/>
                    <a:pt x="454424" y="323841"/>
                  </a:cubicBezTo>
                  <a:cubicBezTo>
                    <a:pt x="468636" y="326523"/>
                    <a:pt x="482830" y="329243"/>
                    <a:pt x="497228" y="330751"/>
                  </a:cubicBezTo>
                  <a:cubicBezTo>
                    <a:pt x="507510" y="331832"/>
                    <a:pt x="515892" y="327734"/>
                    <a:pt x="522840" y="320265"/>
                  </a:cubicBezTo>
                  <a:cubicBezTo>
                    <a:pt x="530626" y="311883"/>
                    <a:pt x="538002" y="303016"/>
                    <a:pt x="546477" y="295398"/>
                  </a:cubicBezTo>
                  <a:cubicBezTo>
                    <a:pt x="557989" y="285060"/>
                    <a:pt x="572462" y="280590"/>
                    <a:pt x="587605" y="280832"/>
                  </a:cubicBezTo>
                  <a:cubicBezTo>
                    <a:pt x="613757" y="281260"/>
                    <a:pt x="639965" y="283309"/>
                    <a:pt x="665669" y="287985"/>
                  </a:cubicBezTo>
                  <a:cubicBezTo>
                    <a:pt x="696348" y="293573"/>
                    <a:pt x="725237" y="304898"/>
                    <a:pt x="752712" y="319911"/>
                  </a:cubicBezTo>
                  <a:cubicBezTo>
                    <a:pt x="776852" y="333117"/>
                    <a:pt x="798962" y="348875"/>
                    <a:pt x="817197" y="369532"/>
                  </a:cubicBezTo>
                  <a:cubicBezTo>
                    <a:pt x="827833" y="381583"/>
                    <a:pt x="836606" y="395013"/>
                    <a:pt x="840704" y="410883"/>
                  </a:cubicBezTo>
                  <a:cubicBezTo>
                    <a:pt x="845044" y="427722"/>
                    <a:pt x="840797" y="443219"/>
                    <a:pt x="834930" y="459201"/>
                  </a:cubicBezTo>
                  <a:cubicBezTo>
                    <a:pt x="829193" y="474847"/>
                    <a:pt x="817849" y="480435"/>
                    <a:pt x="803414" y="483471"/>
                  </a:cubicBezTo>
                  <a:cubicBezTo>
                    <a:pt x="761802" y="492244"/>
                    <a:pt x="720245" y="490531"/>
                    <a:pt x="679006" y="481609"/>
                  </a:cubicBezTo>
                  <a:cubicBezTo>
                    <a:pt x="644807" y="474214"/>
                    <a:pt x="611131" y="464751"/>
                    <a:pt x="578050" y="453184"/>
                  </a:cubicBezTo>
                  <a:cubicBezTo>
                    <a:pt x="570301" y="450483"/>
                    <a:pt x="562124" y="448881"/>
                    <a:pt x="553611" y="445957"/>
                  </a:cubicBezTo>
                  <a:cubicBezTo>
                    <a:pt x="556517" y="454395"/>
                    <a:pt x="559479" y="462181"/>
                    <a:pt x="561863" y="470135"/>
                  </a:cubicBezTo>
                  <a:cubicBezTo>
                    <a:pt x="566128" y="484347"/>
                    <a:pt x="570841" y="498466"/>
                    <a:pt x="572871" y="513255"/>
                  </a:cubicBezTo>
                  <a:cubicBezTo>
                    <a:pt x="573672" y="519048"/>
                    <a:pt x="572909" y="524413"/>
                    <a:pt x="570170" y="529628"/>
                  </a:cubicBezTo>
                  <a:cubicBezTo>
                    <a:pt x="564564" y="540264"/>
                    <a:pt x="560019" y="551757"/>
                    <a:pt x="550277" y="559449"/>
                  </a:cubicBezTo>
                  <a:cubicBezTo>
                    <a:pt x="524014" y="580144"/>
                    <a:pt x="496018" y="586626"/>
                    <a:pt x="464855" y="569843"/>
                  </a:cubicBezTo>
                  <a:cubicBezTo>
                    <a:pt x="441460" y="557233"/>
                    <a:pt x="422070" y="540543"/>
                    <a:pt x="411732" y="515863"/>
                  </a:cubicBezTo>
                  <a:cubicBezTo>
                    <a:pt x="402959" y="494889"/>
                    <a:pt x="403611" y="473227"/>
                    <a:pt x="414470" y="452551"/>
                  </a:cubicBezTo>
                  <a:cubicBezTo>
                    <a:pt x="416575" y="448546"/>
                    <a:pt x="418661" y="444542"/>
                    <a:pt x="420915" y="440630"/>
                  </a:cubicBezTo>
                  <a:cubicBezTo>
                    <a:pt x="422591" y="437724"/>
                    <a:pt x="423132" y="434632"/>
                    <a:pt x="422740" y="431391"/>
                  </a:cubicBezTo>
                  <a:cubicBezTo>
                    <a:pt x="421232" y="419414"/>
                    <a:pt x="418847" y="407605"/>
                    <a:pt x="414899" y="396187"/>
                  </a:cubicBezTo>
                  <a:cubicBezTo>
                    <a:pt x="413762" y="392927"/>
                    <a:pt x="411304" y="390133"/>
                    <a:pt x="408714" y="385979"/>
                  </a:cubicBezTo>
                  <a:cubicBezTo>
                    <a:pt x="407988" y="390338"/>
                    <a:pt x="407597" y="393523"/>
                    <a:pt x="406926" y="396652"/>
                  </a:cubicBezTo>
                  <a:cubicBezTo>
                    <a:pt x="401804" y="420774"/>
                    <a:pt x="386567" y="437184"/>
                    <a:pt x="366227" y="449552"/>
                  </a:cubicBezTo>
                  <a:cubicBezTo>
                    <a:pt x="360118" y="453259"/>
                    <a:pt x="353747" y="456518"/>
                    <a:pt x="347489" y="459964"/>
                  </a:cubicBezTo>
                  <a:cubicBezTo>
                    <a:pt x="340261" y="463932"/>
                    <a:pt x="332196" y="465329"/>
                    <a:pt x="324280" y="466465"/>
                  </a:cubicBezTo>
                  <a:cubicBezTo>
                    <a:pt x="314482" y="467881"/>
                    <a:pt x="306771" y="462311"/>
                    <a:pt x="299152" y="456872"/>
                  </a:cubicBezTo>
                  <a:cubicBezTo>
                    <a:pt x="284698" y="446553"/>
                    <a:pt x="280097" y="431875"/>
                    <a:pt x="279781" y="415111"/>
                  </a:cubicBezTo>
                  <a:cubicBezTo>
                    <a:pt x="279743" y="413603"/>
                    <a:pt x="279706" y="412094"/>
                    <a:pt x="279669" y="410585"/>
                  </a:cubicBezTo>
                  <a:cubicBezTo>
                    <a:pt x="279632" y="408257"/>
                    <a:pt x="279259" y="406878"/>
                    <a:pt x="276447" y="408592"/>
                  </a:cubicBezTo>
                  <a:cubicBezTo>
                    <a:pt x="264358" y="415912"/>
                    <a:pt x="254672" y="425915"/>
                    <a:pt x="245713" y="436607"/>
                  </a:cubicBezTo>
                  <a:cubicBezTo>
                    <a:pt x="242043" y="440965"/>
                    <a:pt x="243533" y="446441"/>
                    <a:pt x="245061" y="451266"/>
                  </a:cubicBezTo>
                  <a:cubicBezTo>
                    <a:pt x="249475" y="465050"/>
                    <a:pt x="254448" y="478610"/>
                    <a:pt x="260223" y="491928"/>
                  </a:cubicBezTo>
                  <a:cubicBezTo>
                    <a:pt x="266630" y="506736"/>
                    <a:pt x="269834" y="522382"/>
                    <a:pt x="267189" y="538718"/>
                  </a:cubicBezTo>
                  <a:cubicBezTo>
                    <a:pt x="266556" y="542685"/>
                    <a:pt x="264805" y="546094"/>
                    <a:pt x="262588" y="549484"/>
                  </a:cubicBezTo>
                  <a:cubicBezTo>
                    <a:pt x="245862" y="575152"/>
                    <a:pt x="222876" y="595008"/>
                    <a:pt x="201158" y="616074"/>
                  </a:cubicBezTo>
                  <a:cubicBezTo>
                    <a:pt x="190913" y="626002"/>
                    <a:pt x="179383" y="634589"/>
                    <a:pt x="170312" y="645746"/>
                  </a:cubicBezTo>
                  <a:cubicBezTo>
                    <a:pt x="160961" y="657239"/>
                    <a:pt x="148072" y="663759"/>
                    <a:pt x="134865" y="669123"/>
                  </a:cubicBezTo>
                  <a:cubicBezTo>
                    <a:pt x="115344" y="677058"/>
                    <a:pt x="95470" y="684378"/>
                    <a:pt x="74217" y="686148"/>
                  </a:cubicBezTo>
                  <a:cubicBezTo>
                    <a:pt x="59315" y="687377"/>
                    <a:pt x="44265" y="689817"/>
                    <a:pt x="29662" y="683708"/>
                  </a:cubicBezTo>
                  <a:cubicBezTo>
                    <a:pt x="23571" y="681156"/>
                    <a:pt x="18635" y="677430"/>
                    <a:pt x="14872" y="671973"/>
                  </a:cubicBezTo>
                  <a:cubicBezTo>
                    <a:pt x="5298" y="658096"/>
                    <a:pt x="1349" y="642822"/>
                    <a:pt x="269" y="625928"/>
                  </a:cubicBezTo>
                  <a:cubicBezTo>
                    <a:pt x="-2022" y="589829"/>
                    <a:pt x="10588" y="558276"/>
                    <a:pt x="28079" y="528156"/>
                  </a:cubicBezTo>
                  <a:cubicBezTo>
                    <a:pt x="40931" y="506009"/>
                    <a:pt x="55758" y="485203"/>
                    <a:pt x="74645" y="467545"/>
                  </a:cubicBezTo>
                  <a:cubicBezTo>
                    <a:pt x="83865" y="458921"/>
                    <a:pt x="91782" y="449105"/>
                    <a:pt x="99661" y="439233"/>
                  </a:cubicBezTo>
                  <a:cubicBezTo>
                    <a:pt x="112811" y="422748"/>
                    <a:pt x="130097" y="414553"/>
                    <a:pt x="151350" y="415149"/>
                  </a:cubicBezTo>
                  <a:cubicBezTo>
                    <a:pt x="162042" y="415447"/>
                    <a:pt x="172677" y="416881"/>
                    <a:pt x="183406" y="415391"/>
                  </a:cubicBezTo>
                  <a:cubicBezTo>
                    <a:pt x="189143" y="414609"/>
                    <a:pt x="194992" y="414571"/>
                    <a:pt x="200841" y="415409"/>
                  </a:cubicBezTo>
                  <a:cubicBezTo>
                    <a:pt x="213507" y="417235"/>
                    <a:pt x="224068" y="411572"/>
                    <a:pt x="233959" y="404867"/>
                  </a:cubicBezTo>
                  <a:cubicBezTo>
                    <a:pt x="249978" y="393989"/>
                    <a:pt x="265531" y="382403"/>
                    <a:pt x="281550" y="371506"/>
                  </a:cubicBezTo>
                  <a:cubicBezTo>
                    <a:pt x="288256" y="366943"/>
                    <a:pt x="292410" y="360107"/>
                    <a:pt x="298277" y="354873"/>
                  </a:cubicBezTo>
                  <a:cubicBezTo>
                    <a:pt x="299674" y="353625"/>
                    <a:pt x="300978" y="352079"/>
                    <a:pt x="302617" y="351297"/>
                  </a:cubicBezTo>
                  <a:cubicBezTo>
                    <a:pt x="316755" y="344554"/>
                    <a:pt x="320759" y="330155"/>
                    <a:pt x="327893" y="318123"/>
                  </a:cubicBezTo>
                  <a:cubicBezTo>
                    <a:pt x="327521" y="317601"/>
                    <a:pt x="327428" y="317042"/>
                    <a:pt x="327577" y="316427"/>
                  </a:cubicBezTo>
                  <a:cubicBezTo>
                    <a:pt x="327856" y="315869"/>
                    <a:pt x="328322" y="315496"/>
                    <a:pt x="328936" y="315329"/>
                  </a:cubicBezTo>
                  <a:cubicBezTo>
                    <a:pt x="331302" y="315086"/>
                    <a:pt x="332308" y="316260"/>
                    <a:pt x="332308" y="318514"/>
                  </a:cubicBezTo>
                  <a:cubicBezTo>
                    <a:pt x="328136" y="328013"/>
                    <a:pt x="322473" y="336675"/>
                    <a:pt x="316922" y="345373"/>
                  </a:cubicBezTo>
                  <a:cubicBezTo>
                    <a:pt x="315022" y="348335"/>
                    <a:pt x="312210" y="350812"/>
                    <a:pt x="309006" y="352507"/>
                  </a:cubicBezTo>
                  <a:cubicBezTo>
                    <a:pt x="295297" y="359753"/>
                    <a:pt x="288926" y="372363"/>
                    <a:pt x="286058" y="386482"/>
                  </a:cubicBezTo>
                  <a:cubicBezTo>
                    <a:pt x="283338" y="399931"/>
                    <a:pt x="283152" y="413808"/>
                    <a:pt x="285425" y="427498"/>
                  </a:cubicBezTo>
                  <a:cubicBezTo>
                    <a:pt x="288070" y="443517"/>
                    <a:pt x="302841" y="458791"/>
                    <a:pt x="318859" y="461883"/>
                  </a:cubicBezTo>
                  <a:cubicBezTo>
                    <a:pt x="326142" y="463299"/>
                    <a:pt x="333332" y="461026"/>
                    <a:pt x="339740" y="458400"/>
                  </a:cubicBezTo>
                  <a:cubicBezTo>
                    <a:pt x="355964" y="451713"/>
                    <a:pt x="371312" y="443275"/>
                    <a:pt x="383848" y="430534"/>
                  </a:cubicBezTo>
                  <a:cubicBezTo>
                    <a:pt x="396831" y="417328"/>
                    <a:pt x="403574" y="401607"/>
                    <a:pt x="404673" y="383074"/>
                  </a:cubicBezTo>
                  <a:cubicBezTo>
                    <a:pt x="405380" y="371078"/>
                    <a:pt x="408230" y="359250"/>
                    <a:pt x="407932" y="347143"/>
                  </a:cubicBezTo>
                  <a:cubicBezTo>
                    <a:pt x="407858" y="344125"/>
                    <a:pt x="407709" y="341126"/>
                    <a:pt x="406870" y="338202"/>
                  </a:cubicBezTo>
                  <a:cubicBezTo>
                    <a:pt x="403685" y="327287"/>
                    <a:pt x="397203" y="322202"/>
                    <a:pt x="385841" y="322127"/>
                  </a:cubicBezTo>
                  <a:cubicBezTo>
                    <a:pt x="381110" y="322090"/>
                    <a:pt x="376528" y="320786"/>
                    <a:pt x="371778" y="321066"/>
                  </a:cubicBezTo>
                  <a:cubicBezTo>
                    <a:pt x="370083" y="320432"/>
                    <a:pt x="369785" y="318942"/>
                    <a:pt x="369543" y="317415"/>
                  </a:cubicBezTo>
                  <a:cubicBezTo>
                    <a:pt x="368667" y="308623"/>
                    <a:pt x="367717" y="300148"/>
                    <a:pt x="361477" y="292772"/>
                  </a:cubicBezTo>
                  <a:cubicBezTo>
                    <a:pt x="354176" y="284148"/>
                    <a:pt x="345272" y="281856"/>
                    <a:pt x="334785" y="282769"/>
                  </a:cubicBezTo>
                  <a:cubicBezTo>
                    <a:pt x="333481" y="282881"/>
                    <a:pt x="332196" y="283253"/>
                    <a:pt x="330892" y="283421"/>
                  </a:cubicBezTo>
                  <a:cubicBezTo>
                    <a:pt x="316512" y="285228"/>
                    <a:pt x="308168" y="293852"/>
                    <a:pt x="307032" y="308232"/>
                  </a:cubicBezTo>
                  <a:cubicBezTo>
                    <a:pt x="306827" y="310821"/>
                    <a:pt x="306491" y="313522"/>
                    <a:pt x="308354" y="315794"/>
                  </a:cubicBezTo>
                  <a:cubicBezTo>
                    <a:pt x="310273" y="317396"/>
                    <a:pt x="312564" y="316577"/>
                    <a:pt x="314687" y="316875"/>
                  </a:cubicBezTo>
                  <a:cubicBezTo>
                    <a:pt x="316792" y="317173"/>
                    <a:pt x="319306" y="316390"/>
                    <a:pt x="320275" y="319221"/>
                  </a:cubicBezTo>
                  <a:close/>
                </a:path>
              </a:pathLst>
            </a:custGeom>
            <a:solidFill>
              <a:srgbClr val="32382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D9E0B945-04C2-8AD2-1D47-9789D9AF3DD1}"/>
                </a:ext>
              </a:extLst>
            </p:cNvPr>
            <p:cNvSpPr/>
            <p:nvPr/>
          </p:nvSpPr>
          <p:spPr>
            <a:xfrm>
              <a:off x="1687301" y="4813444"/>
              <a:ext cx="272564" cy="294707"/>
            </a:xfrm>
            <a:custGeom>
              <a:avLst/>
              <a:gdLst>
                <a:gd name="csX0" fmla="*/ 133367 w 272564"/>
                <a:gd name="csY0" fmla="*/ 279125 h 294707"/>
                <a:gd name="csX1" fmla="*/ 129008 w 272564"/>
                <a:gd name="csY1" fmla="*/ 283744 h 294707"/>
                <a:gd name="csX2" fmla="*/ 97715 w 272564"/>
                <a:gd name="csY2" fmla="*/ 262733 h 294707"/>
                <a:gd name="csX3" fmla="*/ 86037 w 272564"/>
                <a:gd name="csY3" fmla="*/ 232335 h 294707"/>
                <a:gd name="csX4" fmla="*/ 88253 w 272564"/>
                <a:gd name="csY4" fmla="*/ 217284 h 294707"/>
                <a:gd name="csX5" fmla="*/ 82777 w 272564"/>
                <a:gd name="csY5" fmla="*/ 196143 h 294707"/>
                <a:gd name="csX6" fmla="*/ 44965 w 272564"/>
                <a:gd name="csY6" fmla="*/ 165372 h 294707"/>
                <a:gd name="csX7" fmla="*/ 5327 w 272564"/>
                <a:gd name="csY7" fmla="*/ 160920 h 294707"/>
                <a:gd name="csX8" fmla="*/ 0 w 272564"/>
                <a:gd name="csY8" fmla="*/ 158405 h 294707"/>
                <a:gd name="csX9" fmla="*/ 21737 w 272564"/>
                <a:gd name="csY9" fmla="*/ 155220 h 294707"/>
                <a:gd name="csX10" fmla="*/ 53533 w 272564"/>
                <a:gd name="csY10" fmla="*/ 166005 h 294707"/>
                <a:gd name="csX11" fmla="*/ 75755 w 272564"/>
                <a:gd name="csY11" fmla="*/ 183179 h 294707"/>
                <a:gd name="csX12" fmla="*/ 89427 w 272564"/>
                <a:gd name="csY12" fmla="*/ 196646 h 294707"/>
                <a:gd name="csX13" fmla="*/ 93748 w 272564"/>
                <a:gd name="csY13" fmla="*/ 218849 h 294707"/>
                <a:gd name="csX14" fmla="*/ 90730 w 272564"/>
                <a:gd name="csY14" fmla="*/ 242356 h 294707"/>
                <a:gd name="csX15" fmla="*/ 95033 w 272564"/>
                <a:gd name="csY15" fmla="*/ 252973 h 294707"/>
                <a:gd name="csX16" fmla="*/ 118037 w 272564"/>
                <a:gd name="csY16" fmla="*/ 270240 h 294707"/>
                <a:gd name="csX17" fmla="*/ 121856 w 272564"/>
                <a:gd name="csY17" fmla="*/ 268694 h 294707"/>
                <a:gd name="csX18" fmla="*/ 136794 w 272564"/>
                <a:gd name="csY18" fmla="*/ 251892 h 294707"/>
                <a:gd name="csX19" fmla="*/ 158587 w 272564"/>
                <a:gd name="csY19" fmla="*/ 244051 h 294707"/>
                <a:gd name="csX20" fmla="*/ 160879 w 272564"/>
                <a:gd name="csY20" fmla="*/ 237494 h 294707"/>
                <a:gd name="csX21" fmla="*/ 151267 w 272564"/>
                <a:gd name="csY21" fmla="*/ 218979 h 294707"/>
                <a:gd name="csX22" fmla="*/ 136571 w 272564"/>
                <a:gd name="csY22" fmla="*/ 212534 h 294707"/>
                <a:gd name="csX23" fmla="*/ 113492 w 272564"/>
                <a:gd name="csY23" fmla="*/ 208958 h 294707"/>
                <a:gd name="csX24" fmla="*/ 89296 w 272564"/>
                <a:gd name="csY24" fmla="*/ 195677 h 294707"/>
                <a:gd name="csX25" fmla="*/ 77878 w 272564"/>
                <a:gd name="csY25" fmla="*/ 182341 h 294707"/>
                <a:gd name="csX26" fmla="*/ 55340 w 272564"/>
                <a:gd name="csY26" fmla="*/ 132421 h 294707"/>
                <a:gd name="csX27" fmla="*/ 46604 w 272564"/>
                <a:gd name="csY27" fmla="*/ 92206 h 294707"/>
                <a:gd name="csX28" fmla="*/ 50404 w 272564"/>
                <a:gd name="csY28" fmla="*/ 48694 h 294707"/>
                <a:gd name="csX29" fmla="*/ 58767 w 272564"/>
                <a:gd name="csY29" fmla="*/ 24759 h 294707"/>
                <a:gd name="csX30" fmla="*/ 94512 w 272564"/>
                <a:gd name="csY30" fmla="*/ 1346 h 294707"/>
                <a:gd name="csX31" fmla="*/ 162387 w 272564"/>
                <a:gd name="csY31" fmla="*/ 25467 h 294707"/>
                <a:gd name="csX32" fmla="*/ 194407 w 272564"/>
                <a:gd name="csY32" fmla="*/ 80900 h 294707"/>
                <a:gd name="csX33" fmla="*/ 202826 w 272564"/>
                <a:gd name="csY33" fmla="*/ 172673 h 294707"/>
                <a:gd name="csX34" fmla="*/ 191780 w 272564"/>
                <a:gd name="csY34" fmla="*/ 197708 h 294707"/>
                <a:gd name="csX35" fmla="*/ 183789 w 272564"/>
                <a:gd name="csY35" fmla="*/ 210653 h 294707"/>
                <a:gd name="csX36" fmla="*/ 182783 w 272564"/>
                <a:gd name="csY36" fmla="*/ 224828 h 294707"/>
                <a:gd name="csX37" fmla="*/ 202919 w 272564"/>
                <a:gd name="csY37" fmla="*/ 286762 h 294707"/>
                <a:gd name="csX38" fmla="*/ 204148 w 272564"/>
                <a:gd name="csY38" fmla="*/ 289444 h 294707"/>
                <a:gd name="csX39" fmla="*/ 207687 w 272564"/>
                <a:gd name="csY39" fmla="*/ 280261 h 294707"/>
                <a:gd name="csX40" fmla="*/ 221210 w 272564"/>
                <a:gd name="csY40" fmla="*/ 248149 h 294707"/>
                <a:gd name="csX41" fmla="*/ 270031 w 272564"/>
                <a:gd name="csY41" fmla="*/ 222444 h 294707"/>
                <a:gd name="csX42" fmla="*/ 272564 w 272564"/>
                <a:gd name="csY42" fmla="*/ 223953 h 294707"/>
                <a:gd name="csX43" fmla="*/ 267665 w 272564"/>
                <a:gd name="csY43" fmla="*/ 226784 h 294707"/>
                <a:gd name="csX44" fmla="*/ 219571 w 272564"/>
                <a:gd name="csY44" fmla="*/ 254891 h 294707"/>
                <a:gd name="csX45" fmla="*/ 211487 w 272564"/>
                <a:gd name="csY45" fmla="*/ 276796 h 294707"/>
                <a:gd name="csX46" fmla="*/ 206179 w 272564"/>
                <a:gd name="csY46" fmla="*/ 292610 h 294707"/>
                <a:gd name="csX47" fmla="*/ 202192 w 272564"/>
                <a:gd name="csY47" fmla="*/ 294622 h 294707"/>
                <a:gd name="csX48" fmla="*/ 198449 w 272564"/>
                <a:gd name="csY48" fmla="*/ 291828 h 294707"/>
                <a:gd name="csX49" fmla="*/ 181368 w 272564"/>
                <a:gd name="csY49" fmla="*/ 232111 h 294707"/>
                <a:gd name="csX50" fmla="*/ 183063 w 272564"/>
                <a:gd name="csY50" fmla="*/ 203053 h 294707"/>
                <a:gd name="csX51" fmla="*/ 199659 w 272564"/>
                <a:gd name="csY51" fmla="*/ 166582 h 294707"/>
                <a:gd name="csX52" fmla="*/ 198393 w 272564"/>
                <a:gd name="csY52" fmla="*/ 114297 h 294707"/>
                <a:gd name="csX53" fmla="*/ 161866 w 272564"/>
                <a:gd name="csY53" fmla="*/ 30906 h 294707"/>
                <a:gd name="csX54" fmla="*/ 85049 w 272564"/>
                <a:gd name="csY54" fmla="*/ 7306 h 294707"/>
                <a:gd name="csX55" fmla="*/ 59438 w 272564"/>
                <a:gd name="csY55" fmla="*/ 33123 h 294707"/>
                <a:gd name="csX56" fmla="*/ 50366 w 272564"/>
                <a:gd name="csY56" fmla="*/ 88853 h 294707"/>
                <a:gd name="csX57" fmla="*/ 60816 w 272564"/>
                <a:gd name="csY57" fmla="*/ 138475 h 294707"/>
                <a:gd name="csX58" fmla="*/ 76667 w 272564"/>
                <a:gd name="csY58" fmla="*/ 173232 h 294707"/>
                <a:gd name="csX59" fmla="*/ 108482 w 272564"/>
                <a:gd name="csY59" fmla="*/ 200110 h 294707"/>
                <a:gd name="csX60" fmla="*/ 111015 w 272564"/>
                <a:gd name="csY60" fmla="*/ 201340 h 294707"/>
                <a:gd name="csX61" fmla="*/ 138638 w 272564"/>
                <a:gd name="csY61" fmla="*/ 206779 h 294707"/>
                <a:gd name="csX62" fmla="*/ 153763 w 272564"/>
                <a:gd name="csY62" fmla="*/ 213056 h 294707"/>
                <a:gd name="csX63" fmla="*/ 161381 w 272564"/>
                <a:gd name="csY63" fmla="*/ 225554 h 294707"/>
                <a:gd name="csX64" fmla="*/ 177494 w 272564"/>
                <a:gd name="csY64" fmla="*/ 262193 h 294707"/>
                <a:gd name="csX65" fmla="*/ 175948 w 272564"/>
                <a:gd name="csY65" fmla="*/ 266999 h 294707"/>
                <a:gd name="csX66" fmla="*/ 172334 w 272564"/>
                <a:gd name="csY66" fmla="*/ 263199 h 294707"/>
                <a:gd name="csX67" fmla="*/ 167864 w 272564"/>
                <a:gd name="csY67" fmla="*/ 252265 h 294707"/>
                <a:gd name="csX68" fmla="*/ 160748 w 272564"/>
                <a:gd name="csY68" fmla="*/ 248838 h 294707"/>
                <a:gd name="csX69" fmla="*/ 136981 w 272564"/>
                <a:gd name="csY69" fmla="*/ 257536 h 294707"/>
                <a:gd name="csX70" fmla="*/ 127090 w 272564"/>
                <a:gd name="csY70" fmla="*/ 269066 h 294707"/>
                <a:gd name="csX71" fmla="*/ 131504 w 272564"/>
                <a:gd name="csY71" fmla="*/ 277877 h 294707"/>
                <a:gd name="csX72" fmla="*/ 133367 w 272564"/>
                <a:gd name="csY72" fmla="*/ 279125 h 294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</a:cxnLst>
              <a:rect l="l" t="t" r="r" b="b"/>
              <a:pathLst>
                <a:path w="272564" h="294707">
                  <a:moveTo>
                    <a:pt x="133367" y="279125"/>
                  </a:moveTo>
                  <a:cubicBezTo>
                    <a:pt x="131597" y="280354"/>
                    <a:pt x="129846" y="281621"/>
                    <a:pt x="129008" y="283744"/>
                  </a:cubicBezTo>
                  <a:cubicBezTo>
                    <a:pt x="118205" y="277299"/>
                    <a:pt x="108072" y="269867"/>
                    <a:pt x="97715" y="262733"/>
                  </a:cubicBezTo>
                  <a:cubicBezTo>
                    <a:pt x="86502" y="255003"/>
                    <a:pt x="83913" y="244777"/>
                    <a:pt x="86037" y="232335"/>
                  </a:cubicBezTo>
                  <a:cubicBezTo>
                    <a:pt x="86893" y="227343"/>
                    <a:pt x="87452" y="222295"/>
                    <a:pt x="88253" y="217284"/>
                  </a:cubicBezTo>
                  <a:cubicBezTo>
                    <a:pt x="89520" y="209331"/>
                    <a:pt x="87601" y="202364"/>
                    <a:pt x="82777" y="196143"/>
                  </a:cubicBezTo>
                  <a:cubicBezTo>
                    <a:pt x="72569" y="182955"/>
                    <a:pt x="58525" y="174499"/>
                    <a:pt x="44965" y="165372"/>
                  </a:cubicBezTo>
                  <a:cubicBezTo>
                    <a:pt x="32373" y="156897"/>
                    <a:pt x="18962" y="158722"/>
                    <a:pt x="5327" y="160920"/>
                  </a:cubicBezTo>
                  <a:cubicBezTo>
                    <a:pt x="3297" y="160622"/>
                    <a:pt x="726" y="161460"/>
                    <a:pt x="0" y="158405"/>
                  </a:cubicBezTo>
                  <a:cubicBezTo>
                    <a:pt x="7246" y="157325"/>
                    <a:pt x="14454" y="156021"/>
                    <a:pt x="21737" y="155220"/>
                  </a:cubicBezTo>
                  <a:cubicBezTo>
                    <a:pt x="33938" y="153898"/>
                    <a:pt x="43866" y="159616"/>
                    <a:pt x="53533" y="166005"/>
                  </a:cubicBezTo>
                  <a:cubicBezTo>
                    <a:pt x="61375" y="171183"/>
                    <a:pt x="68434" y="177349"/>
                    <a:pt x="75755" y="183179"/>
                  </a:cubicBezTo>
                  <a:cubicBezTo>
                    <a:pt x="82460" y="185489"/>
                    <a:pt x="85105" y="191915"/>
                    <a:pt x="89427" y="196646"/>
                  </a:cubicBezTo>
                  <a:cubicBezTo>
                    <a:pt x="93990" y="203426"/>
                    <a:pt x="94735" y="210933"/>
                    <a:pt x="93748" y="218849"/>
                  </a:cubicBezTo>
                  <a:cubicBezTo>
                    <a:pt x="92761" y="226691"/>
                    <a:pt x="90768" y="234383"/>
                    <a:pt x="90730" y="242356"/>
                  </a:cubicBezTo>
                  <a:cubicBezTo>
                    <a:pt x="90712" y="246584"/>
                    <a:pt x="91997" y="250011"/>
                    <a:pt x="95033" y="252973"/>
                  </a:cubicBezTo>
                  <a:cubicBezTo>
                    <a:pt x="101944" y="259753"/>
                    <a:pt x="110009" y="264968"/>
                    <a:pt x="118037" y="270240"/>
                  </a:cubicBezTo>
                  <a:cubicBezTo>
                    <a:pt x="120105" y="271600"/>
                    <a:pt x="121483" y="271581"/>
                    <a:pt x="121856" y="268694"/>
                  </a:cubicBezTo>
                  <a:cubicBezTo>
                    <a:pt x="122973" y="259678"/>
                    <a:pt x="129139" y="255134"/>
                    <a:pt x="136794" y="251892"/>
                  </a:cubicBezTo>
                  <a:cubicBezTo>
                    <a:pt x="143910" y="248875"/>
                    <a:pt x="151323" y="246677"/>
                    <a:pt x="158587" y="244051"/>
                  </a:cubicBezTo>
                  <a:cubicBezTo>
                    <a:pt x="162611" y="242598"/>
                    <a:pt x="162965" y="240921"/>
                    <a:pt x="160879" y="237494"/>
                  </a:cubicBezTo>
                  <a:cubicBezTo>
                    <a:pt x="157265" y="231552"/>
                    <a:pt x="155309" y="224735"/>
                    <a:pt x="151267" y="218979"/>
                  </a:cubicBezTo>
                  <a:cubicBezTo>
                    <a:pt x="147616" y="213782"/>
                    <a:pt x="143463" y="210597"/>
                    <a:pt x="136571" y="212534"/>
                  </a:cubicBezTo>
                  <a:cubicBezTo>
                    <a:pt x="128449" y="214825"/>
                    <a:pt x="120924" y="213727"/>
                    <a:pt x="113492" y="208958"/>
                  </a:cubicBezTo>
                  <a:cubicBezTo>
                    <a:pt x="105781" y="204003"/>
                    <a:pt x="96635" y="201452"/>
                    <a:pt x="89296" y="195677"/>
                  </a:cubicBezTo>
                  <a:cubicBezTo>
                    <a:pt x="85236" y="191449"/>
                    <a:pt x="81566" y="186886"/>
                    <a:pt x="77878" y="182341"/>
                  </a:cubicBezTo>
                  <a:cubicBezTo>
                    <a:pt x="65976" y="167700"/>
                    <a:pt x="60239" y="150154"/>
                    <a:pt x="55340" y="132421"/>
                  </a:cubicBezTo>
                  <a:cubicBezTo>
                    <a:pt x="51689" y="119215"/>
                    <a:pt x="48765" y="105748"/>
                    <a:pt x="46604" y="92206"/>
                  </a:cubicBezTo>
                  <a:cubicBezTo>
                    <a:pt x="44276" y="77547"/>
                    <a:pt x="46175" y="62944"/>
                    <a:pt x="50404" y="48694"/>
                  </a:cubicBezTo>
                  <a:cubicBezTo>
                    <a:pt x="52807" y="40592"/>
                    <a:pt x="55023" y="32415"/>
                    <a:pt x="58767" y="24759"/>
                  </a:cubicBezTo>
                  <a:cubicBezTo>
                    <a:pt x="66069" y="9895"/>
                    <a:pt x="79256" y="4084"/>
                    <a:pt x="94512" y="1346"/>
                  </a:cubicBezTo>
                  <a:cubicBezTo>
                    <a:pt x="121744" y="-3535"/>
                    <a:pt x="144915" y="4940"/>
                    <a:pt x="162387" y="25467"/>
                  </a:cubicBezTo>
                  <a:cubicBezTo>
                    <a:pt x="176246" y="41747"/>
                    <a:pt x="187161" y="60448"/>
                    <a:pt x="194407" y="80900"/>
                  </a:cubicBezTo>
                  <a:cubicBezTo>
                    <a:pt x="204986" y="110777"/>
                    <a:pt x="207687" y="141362"/>
                    <a:pt x="202826" y="172673"/>
                  </a:cubicBezTo>
                  <a:cubicBezTo>
                    <a:pt x="201373" y="182043"/>
                    <a:pt x="197070" y="190052"/>
                    <a:pt x="191780" y="197708"/>
                  </a:cubicBezTo>
                  <a:cubicBezTo>
                    <a:pt x="188893" y="201880"/>
                    <a:pt x="186155" y="206183"/>
                    <a:pt x="183789" y="210653"/>
                  </a:cubicBezTo>
                  <a:cubicBezTo>
                    <a:pt x="181405" y="215124"/>
                    <a:pt x="180343" y="220525"/>
                    <a:pt x="182783" y="224828"/>
                  </a:cubicBezTo>
                  <a:cubicBezTo>
                    <a:pt x="193736" y="244144"/>
                    <a:pt x="197312" y="265751"/>
                    <a:pt x="202919" y="286762"/>
                  </a:cubicBezTo>
                  <a:cubicBezTo>
                    <a:pt x="203142" y="287600"/>
                    <a:pt x="203645" y="288363"/>
                    <a:pt x="204148" y="289444"/>
                  </a:cubicBezTo>
                  <a:cubicBezTo>
                    <a:pt x="207780" y="287041"/>
                    <a:pt x="208209" y="283409"/>
                    <a:pt x="207687" y="280261"/>
                  </a:cubicBezTo>
                  <a:cubicBezTo>
                    <a:pt x="205415" y="266589"/>
                    <a:pt x="211059" y="256177"/>
                    <a:pt x="221210" y="248149"/>
                  </a:cubicBezTo>
                  <a:cubicBezTo>
                    <a:pt x="235814" y="236581"/>
                    <a:pt x="250734" y="225238"/>
                    <a:pt x="270031" y="222444"/>
                  </a:cubicBezTo>
                  <a:cubicBezTo>
                    <a:pt x="270515" y="223543"/>
                    <a:pt x="271521" y="223804"/>
                    <a:pt x="272564" y="223953"/>
                  </a:cubicBezTo>
                  <a:cubicBezTo>
                    <a:pt x="272042" y="226784"/>
                    <a:pt x="269491" y="226374"/>
                    <a:pt x="267665" y="226784"/>
                  </a:cubicBezTo>
                  <a:cubicBezTo>
                    <a:pt x="248685" y="231124"/>
                    <a:pt x="233597" y="242356"/>
                    <a:pt x="219571" y="254891"/>
                  </a:cubicBezTo>
                  <a:cubicBezTo>
                    <a:pt x="213536" y="260293"/>
                    <a:pt x="210295" y="267986"/>
                    <a:pt x="211487" y="276796"/>
                  </a:cubicBezTo>
                  <a:cubicBezTo>
                    <a:pt x="212307" y="282831"/>
                    <a:pt x="211208" y="288438"/>
                    <a:pt x="206179" y="292610"/>
                  </a:cubicBezTo>
                  <a:cubicBezTo>
                    <a:pt x="205005" y="293579"/>
                    <a:pt x="203701" y="294399"/>
                    <a:pt x="202192" y="294622"/>
                  </a:cubicBezTo>
                  <a:cubicBezTo>
                    <a:pt x="200069" y="294939"/>
                    <a:pt x="198933" y="294454"/>
                    <a:pt x="198449" y="291828"/>
                  </a:cubicBezTo>
                  <a:cubicBezTo>
                    <a:pt x="194798" y="271357"/>
                    <a:pt x="192060" y="250626"/>
                    <a:pt x="181368" y="232111"/>
                  </a:cubicBezTo>
                  <a:cubicBezTo>
                    <a:pt x="175649" y="222202"/>
                    <a:pt x="175985" y="212292"/>
                    <a:pt x="183063" y="203053"/>
                  </a:cubicBezTo>
                  <a:cubicBezTo>
                    <a:pt x="191408" y="192157"/>
                    <a:pt x="198225" y="180701"/>
                    <a:pt x="199659" y="166582"/>
                  </a:cubicBezTo>
                  <a:cubicBezTo>
                    <a:pt x="201429" y="149073"/>
                    <a:pt x="200833" y="131751"/>
                    <a:pt x="198393" y="114297"/>
                  </a:cubicBezTo>
                  <a:cubicBezTo>
                    <a:pt x="193997" y="82986"/>
                    <a:pt x="180772" y="55437"/>
                    <a:pt x="161866" y="30906"/>
                  </a:cubicBezTo>
                  <a:cubicBezTo>
                    <a:pt x="144096" y="7828"/>
                    <a:pt x="114163" y="-2752"/>
                    <a:pt x="85049" y="7306"/>
                  </a:cubicBezTo>
                  <a:cubicBezTo>
                    <a:pt x="72048" y="11795"/>
                    <a:pt x="64057" y="20587"/>
                    <a:pt x="59438" y="33123"/>
                  </a:cubicBezTo>
                  <a:cubicBezTo>
                    <a:pt x="52807" y="51135"/>
                    <a:pt x="47964" y="69575"/>
                    <a:pt x="50366" y="88853"/>
                  </a:cubicBezTo>
                  <a:cubicBezTo>
                    <a:pt x="52471" y="105617"/>
                    <a:pt x="55396" y="122381"/>
                    <a:pt x="60816" y="138475"/>
                  </a:cubicBezTo>
                  <a:cubicBezTo>
                    <a:pt x="64895" y="150564"/>
                    <a:pt x="68695" y="162876"/>
                    <a:pt x="76667" y="173232"/>
                  </a:cubicBezTo>
                  <a:cubicBezTo>
                    <a:pt x="85329" y="184501"/>
                    <a:pt x="94419" y="195249"/>
                    <a:pt x="108482" y="200110"/>
                  </a:cubicBezTo>
                  <a:cubicBezTo>
                    <a:pt x="109376" y="200408"/>
                    <a:pt x="110233" y="200837"/>
                    <a:pt x="111015" y="201340"/>
                  </a:cubicBezTo>
                  <a:cubicBezTo>
                    <a:pt x="119509" y="206816"/>
                    <a:pt x="128245" y="209778"/>
                    <a:pt x="138638" y="206779"/>
                  </a:cubicBezTo>
                  <a:cubicBezTo>
                    <a:pt x="144692" y="205028"/>
                    <a:pt x="149907" y="207636"/>
                    <a:pt x="153763" y="213056"/>
                  </a:cubicBezTo>
                  <a:cubicBezTo>
                    <a:pt x="156632" y="217061"/>
                    <a:pt x="159221" y="221159"/>
                    <a:pt x="161381" y="225554"/>
                  </a:cubicBezTo>
                  <a:cubicBezTo>
                    <a:pt x="167286" y="237531"/>
                    <a:pt x="173750" y="249266"/>
                    <a:pt x="177494" y="262193"/>
                  </a:cubicBezTo>
                  <a:cubicBezTo>
                    <a:pt x="177680" y="264018"/>
                    <a:pt x="177810" y="265844"/>
                    <a:pt x="175948" y="266999"/>
                  </a:cubicBezTo>
                  <a:cubicBezTo>
                    <a:pt x="173563" y="266868"/>
                    <a:pt x="173135" y="264819"/>
                    <a:pt x="172334" y="263199"/>
                  </a:cubicBezTo>
                  <a:cubicBezTo>
                    <a:pt x="170583" y="259660"/>
                    <a:pt x="169242" y="255953"/>
                    <a:pt x="167864" y="252265"/>
                  </a:cubicBezTo>
                  <a:cubicBezTo>
                    <a:pt x="166616" y="248912"/>
                    <a:pt x="164231" y="247571"/>
                    <a:pt x="160748" y="248838"/>
                  </a:cubicBezTo>
                  <a:cubicBezTo>
                    <a:pt x="152813" y="251706"/>
                    <a:pt x="144617" y="253867"/>
                    <a:pt x="136981" y="257536"/>
                  </a:cubicBezTo>
                  <a:cubicBezTo>
                    <a:pt x="131989" y="259939"/>
                    <a:pt x="128431" y="263534"/>
                    <a:pt x="127090" y="269066"/>
                  </a:cubicBezTo>
                  <a:cubicBezTo>
                    <a:pt x="125655" y="274971"/>
                    <a:pt x="125898" y="275548"/>
                    <a:pt x="131504" y="277877"/>
                  </a:cubicBezTo>
                  <a:cubicBezTo>
                    <a:pt x="132193" y="278231"/>
                    <a:pt x="132864" y="278529"/>
                    <a:pt x="133367" y="279125"/>
                  </a:cubicBezTo>
                  <a:close/>
                </a:path>
              </a:pathLst>
            </a:custGeom>
            <a:solidFill>
              <a:srgbClr val="3C44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E1A6E7E6-18DD-C113-A688-7A584F2D921C}"/>
                </a:ext>
              </a:extLst>
            </p:cNvPr>
            <p:cNvSpPr/>
            <p:nvPr/>
          </p:nvSpPr>
          <p:spPr>
            <a:xfrm>
              <a:off x="1629077" y="5011338"/>
              <a:ext cx="136419" cy="111786"/>
            </a:xfrm>
            <a:custGeom>
              <a:avLst/>
              <a:gdLst>
                <a:gd name="csX0" fmla="*/ 133979 w 136419"/>
                <a:gd name="csY0" fmla="*/ 77953 h 111786"/>
                <a:gd name="csX1" fmla="*/ 136419 w 136419"/>
                <a:gd name="csY1" fmla="*/ 79163 h 111786"/>
                <a:gd name="csX2" fmla="*/ 126212 w 136419"/>
                <a:gd name="csY2" fmla="*/ 89240 h 111786"/>
                <a:gd name="csX3" fmla="*/ 100824 w 136419"/>
                <a:gd name="csY3" fmla="*/ 109655 h 111786"/>
                <a:gd name="csX4" fmla="*/ 75212 w 136419"/>
                <a:gd name="csY4" fmla="*/ 110884 h 111786"/>
                <a:gd name="csX5" fmla="*/ 45018 w 136419"/>
                <a:gd name="csY5" fmla="*/ 104570 h 111786"/>
                <a:gd name="csX6" fmla="*/ 11565 w 136419"/>
                <a:gd name="csY6" fmla="*/ 74730 h 111786"/>
                <a:gd name="csX7" fmla="*/ 6517 w 136419"/>
                <a:gd name="csY7" fmla="*/ 65305 h 111786"/>
                <a:gd name="csX8" fmla="*/ 2084 w 136419"/>
                <a:gd name="csY8" fmla="*/ 23935 h 111786"/>
                <a:gd name="csX9" fmla="*/ 7765 w 136419"/>
                <a:gd name="csY9" fmla="*/ 0 h 111786"/>
                <a:gd name="csX10" fmla="*/ 9646 w 136419"/>
                <a:gd name="csY10" fmla="*/ 2645 h 111786"/>
                <a:gd name="csX11" fmla="*/ 5083 w 136419"/>
                <a:gd name="csY11" fmla="*/ 32150 h 111786"/>
                <a:gd name="csX12" fmla="*/ 11043 w 136419"/>
                <a:gd name="csY12" fmla="*/ 65771 h 111786"/>
                <a:gd name="csX13" fmla="*/ 41144 w 136419"/>
                <a:gd name="csY13" fmla="*/ 98498 h 111786"/>
                <a:gd name="csX14" fmla="*/ 55505 w 136419"/>
                <a:gd name="csY14" fmla="*/ 103247 h 111786"/>
                <a:gd name="csX15" fmla="*/ 84544 w 136419"/>
                <a:gd name="csY15" fmla="*/ 107196 h 111786"/>
                <a:gd name="csX16" fmla="*/ 119823 w 136419"/>
                <a:gd name="csY16" fmla="*/ 90954 h 111786"/>
                <a:gd name="csX17" fmla="*/ 124982 w 136419"/>
                <a:gd name="csY17" fmla="*/ 83559 h 111786"/>
                <a:gd name="csX18" fmla="*/ 133979 w 136419"/>
                <a:gd name="csY18" fmla="*/ 77953 h 111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6419" h="111786">
                  <a:moveTo>
                    <a:pt x="133979" y="77953"/>
                  </a:moveTo>
                  <a:cubicBezTo>
                    <a:pt x="134482" y="78958"/>
                    <a:pt x="135507" y="78958"/>
                    <a:pt x="136419" y="79163"/>
                  </a:cubicBezTo>
                  <a:cubicBezTo>
                    <a:pt x="131763" y="81249"/>
                    <a:pt x="128875" y="85012"/>
                    <a:pt x="126212" y="89240"/>
                  </a:cubicBezTo>
                  <a:cubicBezTo>
                    <a:pt x="120121" y="98926"/>
                    <a:pt x="111627" y="106153"/>
                    <a:pt x="100824" y="109655"/>
                  </a:cubicBezTo>
                  <a:cubicBezTo>
                    <a:pt x="92628" y="112319"/>
                    <a:pt x="83929" y="112188"/>
                    <a:pt x="75212" y="110884"/>
                  </a:cubicBezTo>
                  <a:cubicBezTo>
                    <a:pt x="64986" y="109338"/>
                    <a:pt x="54257" y="109022"/>
                    <a:pt x="45018" y="104570"/>
                  </a:cubicBezTo>
                  <a:cubicBezTo>
                    <a:pt x="31253" y="97939"/>
                    <a:pt x="18848" y="89017"/>
                    <a:pt x="11565" y="74730"/>
                  </a:cubicBezTo>
                  <a:cubicBezTo>
                    <a:pt x="9944" y="71545"/>
                    <a:pt x="8435" y="68285"/>
                    <a:pt x="6517" y="65305"/>
                  </a:cubicBezTo>
                  <a:cubicBezTo>
                    <a:pt x="-1865" y="52229"/>
                    <a:pt x="-748" y="38185"/>
                    <a:pt x="2084" y="23935"/>
                  </a:cubicBezTo>
                  <a:cubicBezTo>
                    <a:pt x="3686" y="15889"/>
                    <a:pt x="3332" y="7376"/>
                    <a:pt x="7765" y="0"/>
                  </a:cubicBezTo>
                  <a:cubicBezTo>
                    <a:pt x="9385" y="168"/>
                    <a:pt x="9460" y="1453"/>
                    <a:pt x="9646" y="2645"/>
                  </a:cubicBezTo>
                  <a:cubicBezTo>
                    <a:pt x="7821" y="12443"/>
                    <a:pt x="6964" y="22408"/>
                    <a:pt x="5083" y="32150"/>
                  </a:cubicBezTo>
                  <a:cubicBezTo>
                    <a:pt x="2736" y="44387"/>
                    <a:pt x="5939" y="54855"/>
                    <a:pt x="11043" y="65771"/>
                  </a:cubicBezTo>
                  <a:cubicBezTo>
                    <a:pt x="17730" y="80095"/>
                    <a:pt x="28403" y="90078"/>
                    <a:pt x="41144" y="98498"/>
                  </a:cubicBezTo>
                  <a:cubicBezTo>
                    <a:pt x="45521" y="101385"/>
                    <a:pt x="50550" y="102372"/>
                    <a:pt x="55505" y="103247"/>
                  </a:cubicBezTo>
                  <a:cubicBezTo>
                    <a:pt x="65116" y="104961"/>
                    <a:pt x="74746" y="106451"/>
                    <a:pt x="84544" y="107196"/>
                  </a:cubicBezTo>
                  <a:cubicBezTo>
                    <a:pt x="99576" y="108351"/>
                    <a:pt x="110659" y="101981"/>
                    <a:pt x="119823" y="90954"/>
                  </a:cubicBezTo>
                  <a:cubicBezTo>
                    <a:pt x="121760" y="88626"/>
                    <a:pt x="123008" y="85794"/>
                    <a:pt x="124982" y="83559"/>
                  </a:cubicBezTo>
                  <a:cubicBezTo>
                    <a:pt x="127404" y="80877"/>
                    <a:pt x="129378" y="77226"/>
                    <a:pt x="133979" y="77953"/>
                  </a:cubicBezTo>
                  <a:close/>
                </a:path>
              </a:pathLst>
            </a:custGeom>
            <a:solidFill>
              <a:srgbClr val="434D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5FA40219-9771-E0C1-5D0E-8BBA29F6D109}"/>
                </a:ext>
              </a:extLst>
            </p:cNvPr>
            <p:cNvSpPr/>
            <p:nvPr/>
          </p:nvSpPr>
          <p:spPr>
            <a:xfrm>
              <a:off x="1636860" y="4971850"/>
              <a:ext cx="56162" cy="41760"/>
            </a:xfrm>
            <a:custGeom>
              <a:avLst/>
              <a:gdLst>
                <a:gd name="csX0" fmla="*/ 857 w 56162"/>
                <a:gd name="csY0" fmla="*/ 41761 h 41760"/>
                <a:gd name="csX1" fmla="*/ 0 w 56162"/>
                <a:gd name="csY1" fmla="*/ 39507 h 41760"/>
                <a:gd name="csX2" fmla="*/ 50478 w 56162"/>
                <a:gd name="csY2" fmla="*/ 0 h 41760"/>
                <a:gd name="csX3" fmla="*/ 56159 w 56162"/>
                <a:gd name="csY3" fmla="*/ 1099 h 41760"/>
                <a:gd name="csX4" fmla="*/ 53030 w 56162"/>
                <a:gd name="csY4" fmla="*/ 3483 h 41760"/>
                <a:gd name="csX5" fmla="*/ 5346 w 56162"/>
                <a:gd name="csY5" fmla="*/ 37272 h 41760"/>
                <a:gd name="csX6" fmla="*/ 857 w 56162"/>
                <a:gd name="csY6" fmla="*/ 41761 h 41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162" h="41760">
                  <a:moveTo>
                    <a:pt x="857" y="41761"/>
                  </a:moveTo>
                  <a:cubicBezTo>
                    <a:pt x="577" y="41016"/>
                    <a:pt x="279" y="40271"/>
                    <a:pt x="0" y="39507"/>
                  </a:cubicBezTo>
                  <a:cubicBezTo>
                    <a:pt x="11213" y="19167"/>
                    <a:pt x="28573" y="6668"/>
                    <a:pt x="50478" y="0"/>
                  </a:cubicBezTo>
                  <a:cubicBezTo>
                    <a:pt x="52099" y="1751"/>
                    <a:pt x="54297" y="615"/>
                    <a:pt x="56159" y="1099"/>
                  </a:cubicBezTo>
                  <a:cubicBezTo>
                    <a:pt x="56253" y="3371"/>
                    <a:pt x="54371" y="3148"/>
                    <a:pt x="53030" y="3483"/>
                  </a:cubicBezTo>
                  <a:cubicBezTo>
                    <a:pt x="32783" y="8624"/>
                    <a:pt x="17099" y="20154"/>
                    <a:pt x="5346" y="37272"/>
                  </a:cubicBezTo>
                  <a:cubicBezTo>
                    <a:pt x="4172" y="39004"/>
                    <a:pt x="3763" y="41705"/>
                    <a:pt x="857" y="41761"/>
                  </a:cubicBezTo>
                  <a:close/>
                </a:path>
              </a:pathLst>
            </a:custGeom>
            <a:solidFill>
              <a:srgbClr val="56654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21F050BB-4753-0F19-B506-261601A00B82}"/>
                </a:ext>
              </a:extLst>
            </p:cNvPr>
            <p:cNvSpPr/>
            <p:nvPr/>
          </p:nvSpPr>
          <p:spPr>
            <a:xfrm>
              <a:off x="1763074" y="4995748"/>
              <a:ext cx="13783" cy="14323"/>
            </a:xfrm>
            <a:custGeom>
              <a:avLst/>
              <a:gdLst>
                <a:gd name="csX0" fmla="*/ 12499 w 13783"/>
                <a:gd name="csY0" fmla="*/ 14324 h 14323"/>
                <a:gd name="csX1" fmla="*/ 0 w 13783"/>
                <a:gd name="csY1" fmla="*/ 857 h 14323"/>
                <a:gd name="csX2" fmla="*/ 2086 w 13783"/>
                <a:gd name="csY2" fmla="*/ 0 h 14323"/>
                <a:gd name="csX3" fmla="*/ 13784 w 13783"/>
                <a:gd name="csY3" fmla="*/ 11977 h 14323"/>
                <a:gd name="csX4" fmla="*/ 12499 w 13783"/>
                <a:gd name="csY4" fmla="*/ 14324 h 1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83" h="14323">
                  <a:moveTo>
                    <a:pt x="12499" y="14324"/>
                  </a:moveTo>
                  <a:cubicBezTo>
                    <a:pt x="8568" y="9611"/>
                    <a:pt x="4675" y="4880"/>
                    <a:pt x="0" y="857"/>
                  </a:cubicBezTo>
                  <a:cubicBezTo>
                    <a:pt x="689" y="577"/>
                    <a:pt x="1397" y="279"/>
                    <a:pt x="2086" y="0"/>
                  </a:cubicBezTo>
                  <a:cubicBezTo>
                    <a:pt x="7022" y="2980"/>
                    <a:pt x="9723" y="8140"/>
                    <a:pt x="13784" y="11977"/>
                  </a:cubicBezTo>
                  <a:cubicBezTo>
                    <a:pt x="13635" y="12908"/>
                    <a:pt x="13393" y="13802"/>
                    <a:pt x="12499" y="14324"/>
                  </a:cubicBezTo>
                  <a:close/>
                </a:path>
              </a:pathLst>
            </a:custGeom>
            <a:solidFill>
              <a:srgbClr val="BABAB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83293CE1-69EF-1D8C-BB99-4C7EE6181FD4}"/>
                </a:ext>
              </a:extLst>
            </p:cNvPr>
            <p:cNvSpPr/>
            <p:nvPr/>
          </p:nvSpPr>
          <p:spPr>
            <a:xfrm>
              <a:off x="1811690" y="5124260"/>
              <a:ext cx="21327" cy="4277"/>
            </a:xfrm>
            <a:custGeom>
              <a:avLst/>
              <a:gdLst>
                <a:gd name="csX0" fmla="*/ 13672 w 21327"/>
                <a:gd name="csY0" fmla="*/ 4277 h 4277"/>
                <a:gd name="csX1" fmla="*/ 0 w 21327"/>
                <a:gd name="csY1" fmla="*/ 2284 h 4277"/>
                <a:gd name="csX2" fmla="*/ 21328 w 21327"/>
                <a:gd name="csY2" fmla="*/ 1036 h 4277"/>
                <a:gd name="csX3" fmla="*/ 21328 w 21327"/>
                <a:gd name="csY3" fmla="*/ 3234 h 4277"/>
                <a:gd name="csX4" fmla="*/ 13672 w 21327"/>
                <a:gd name="csY4" fmla="*/ 4277 h 4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27" h="4277">
                  <a:moveTo>
                    <a:pt x="13672" y="4277"/>
                  </a:moveTo>
                  <a:cubicBezTo>
                    <a:pt x="9388" y="1763"/>
                    <a:pt x="4228" y="5227"/>
                    <a:pt x="0" y="2284"/>
                  </a:cubicBezTo>
                  <a:cubicBezTo>
                    <a:pt x="7004" y="86"/>
                    <a:pt x="14082" y="-901"/>
                    <a:pt x="21328" y="1036"/>
                  </a:cubicBezTo>
                  <a:cubicBezTo>
                    <a:pt x="21328" y="1763"/>
                    <a:pt x="21328" y="2508"/>
                    <a:pt x="21328" y="3234"/>
                  </a:cubicBezTo>
                  <a:cubicBezTo>
                    <a:pt x="18776" y="3588"/>
                    <a:pt x="16224" y="3942"/>
                    <a:pt x="13672" y="4277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A6FA3D66-0BCC-2DD4-3CD2-FA0C48938798}"/>
                </a:ext>
              </a:extLst>
            </p:cNvPr>
            <p:cNvSpPr/>
            <p:nvPr/>
          </p:nvSpPr>
          <p:spPr>
            <a:xfrm>
              <a:off x="1735543" y="4815322"/>
              <a:ext cx="158087" cy="311143"/>
            </a:xfrm>
            <a:custGeom>
              <a:avLst/>
              <a:gdLst>
                <a:gd name="csX0" fmla="*/ 85125 w 158087"/>
                <a:gd name="csY0" fmla="*/ 277247 h 311143"/>
                <a:gd name="csX1" fmla="*/ 77208 w 158087"/>
                <a:gd name="csY1" fmla="*/ 267990 h 311143"/>
                <a:gd name="csX2" fmla="*/ 86820 w 158087"/>
                <a:gd name="csY2" fmla="*/ 255044 h 311143"/>
                <a:gd name="csX3" fmla="*/ 113605 w 158087"/>
                <a:gd name="csY3" fmla="*/ 245023 h 311143"/>
                <a:gd name="csX4" fmla="*/ 120534 w 158087"/>
                <a:gd name="csY4" fmla="*/ 248749 h 311143"/>
                <a:gd name="csX5" fmla="*/ 126923 w 158087"/>
                <a:gd name="csY5" fmla="*/ 264935 h 311143"/>
                <a:gd name="csX6" fmla="*/ 128935 w 158087"/>
                <a:gd name="csY6" fmla="*/ 268530 h 311143"/>
                <a:gd name="csX7" fmla="*/ 128115 w 158087"/>
                <a:gd name="csY7" fmla="*/ 260334 h 311143"/>
                <a:gd name="csX8" fmla="*/ 110550 w 158087"/>
                <a:gd name="csY8" fmla="*/ 221926 h 311143"/>
                <a:gd name="csX9" fmla="*/ 103919 w 158087"/>
                <a:gd name="csY9" fmla="*/ 211495 h 311143"/>
                <a:gd name="csX10" fmla="*/ 91868 w 158087"/>
                <a:gd name="csY10" fmla="*/ 206298 h 311143"/>
                <a:gd name="csX11" fmla="*/ 59643 w 158087"/>
                <a:gd name="csY11" fmla="*/ 199891 h 311143"/>
                <a:gd name="csX12" fmla="*/ 19466 w 158087"/>
                <a:gd name="csY12" fmla="*/ 158987 h 311143"/>
                <a:gd name="csX13" fmla="*/ 4006 w 158087"/>
                <a:gd name="csY13" fmla="*/ 106869 h 311143"/>
                <a:gd name="csX14" fmla="*/ 1 w 158087"/>
                <a:gd name="csY14" fmla="*/ 77365 h 311143"/>
                <a:gd name="csX15" fmla="*/ 12574 w 158087"/>
                <a:gd name="csY15" fmla="*/ 24540 h 311143"/>
                <a:gd name="csX16" fmla="*/ 40924 w 158087"/>
                <a:gd name="csY16" fmla="*/ 2579 h 311143"/>
                <a:gd name="csX17" fmla="*/ 100510 w 158087"/>
                <a:gd name="csY17" fmla="*/ 14519 h 311143"/>
                <a:gd name="csX18" fmla="*/ 141806 w 158087"/>
                <a:gd name="csY18" fmla="*/ 76061 h 311143"/>
                <a:gd name="csX19" fmla="*/ 152144 w 158087"/>
                <a:gd name="csY19" fmla="*/ 169176 h 311143"/>
                <a:gd name="csX20" fmla="*/ 136516 w 158087"/>
                <a:gd name="csY20" fmla="*/ 201232 h 311143"/>
                <a:gd name="csX21" fmla="*/ 135305 w 158087"/>
                <a:gd name="csY21" fmla="*/ 231016 h 311143"/>
                <a:gd name="csX22" fmla="*/ 148120 w 158087"/>
                <a:gd name="csY22" fmla="*/ 270393 h 311143"/>
                <a:gd name="csX23" fmla="*/ 152460 w 158087"/>
                <a:gd name="csY23" fmla="*/ 286095 h 311143"/>
                <a:gd name="csX24" fmla="*/ 151231 w 158087"/>
                <a:gd name="csY24" fmla="*/ 291068 h 311143"/>
                <a:gd name="csX25" fmla="*/ 157527 w 158087"/>
                <a:gd name="csY25" fmla="*/ 289802 h 311143"/>
                <a:gd name="csX26" fmla="*/ 155161 w 158087"/>
                <a:gd name="csY26" fmla="*/ 296451 h 311143"/>
                <a:gd name="csX27" fmla="*/ 150188 w 158087"/>
                <a:gd name="csY27" fmla="*/ 300847 h 311143"/>
                <a:gd name="csX28" fmla="*/ 151045 w 158087"/>
                <a:gd name="csY28" fmla="*/ 310198 h 311143"/>
                <a:gd name="csX29" fmla="*/ 142663 w 158087"/>
                <a:gd name="csY29" fmla="*/ 305057 h 311143"/>
                <a:gd name="csX30" fmla="*/ 116473 w 158087"/>
                <a:gd name="csY30" fmla="*/ 273373 h 311143"/>
                <a:gd name="csX31" fmla="*/ 85125 w 158087"/>
                <a:gd name="csY31" fmla="*/ 277247 h 311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8087" h="311143">
                  <a:moveTo>
                    <a:pt x="85125" y="277247"/>
                  </a:moveTo>
                  <a:cubicBezTo>
                    <a:pt x="77171" y="276931"/>
                    <a:pt x="76035" y="275422"/>
                    <a:pt x="77208" y="267990"/>
                  </a:cubicBezTo>
                  <a:cubicBezTo>
                    <a:pt x="78177" y="261880"/>
                    <a:pt x="81344" y="257354"/>
                    <a:pt x="86820" y="255044"/>
                  </a:cubicBezTo>
                  <a:cubicBezTo>
                    <a:pt x="95612" y="251356"/>
                    <a:pt x="104627" y="248227"/>
                    <a:pt x="113605" y="245023"/>
                  </a:cubicBezTo>
                  <a:cubicBezTo>
                    <a:pt x="117069" y="243794"/>
                    <a:pt x="119267" y="245359"/>
                    <a:pt x="120534" y="248749"/>
                  </a:cubicBezTo>
                  <a:cubicBezTo>
                    <a:pt x="122564" y="254188"/>
                    <a:pt x="124781" y="259552"/>
                    <a:pt x="126923" y="264935"/>
                  </a:cubicBezTo>
                  <a:cubicBezTo>
                    <a:pt x="128525" y="266071"/>
                    <a:pt x="128674" y="268046"/>
                    <a:pt x="128935" y="268530"/>
                  </a:cubicBezTo>
                  <a:cubicBezTo>
                    <a:pt x="127631" y="266742"/>
                    <a:pt x="129531" y="263277"/>
                    <a:pt x="128115" y="260334"/>
                  </a:cubicBezTo>
                  <a:cubicBezTo>
                    <a:pt x="123216" y="247091"/>
                    <a:pt x="116976" y="234462"/>
                    <a:pt x="110550" y="221926"/>
                  </a:cubicBezTo>
                  <a:cubicBezTo>
                    <a:pt x="108669" y="218238"/>
                    <a:pt x="106322" y="214885"/>
                    <a:pt x="103919" y="211495"/>
                  </a:cubicBezTo>
                  <a:cubicBezTo>
                    <a:pt x="100790" y="207081"/>
                    <a:pt x="96636" y="204771"/>
                    <a:pt x="91868" y="206298"/>
                  </a:cubicBezTo>
                  <a:cubicBezTo>
                    <a:pt x="79704" y="210191"/>
                    <a:pt x="70149" y="204510"/>
                    <a:pt x="59643" y="199891"/>
                  </a:cubicBezTo>
                  <a:cubicBezTo>
                    <a:pt x="40533" y="191509"/>
                    <a:pt x="28109" y="176906"/>
                    <a:pt x="19466" y="158987"/>
                  </a:cubicBezTo>
                  <a:cubicBezTo>
                    <a:pt x="11531" y="142595"/>
                    <a:pt x="6632" y="124993"/>
                    <a:pt x="4006" y="106869"/>
                  </a:cubicBezTo>
                  <a:cubicBezTo>
                    <a:pt x="2590" y="97053"/>
                    <a:pt x="-55" y="87498"/>
                    <a:pt x="1" y="77365"/>
                  </a:cubicBezTo>
                  <a:cubicBezTo>
                    <a:pt x="113" y="58682"/>
                    <a:pt x="5589" y="41490"/>
                    <a:pt x="12574" y="24540"/>
                  </a:cubicBezTo>
                  <a:cubicBezTo>
                    <a:pt x="17845" y="11780"/>
                    <a:pt x="28649" y="5932"/>
                    <a:pt x="40924" y="2579"/>
                  </a:cubicBezTo>
                  <a:cubicBezTo>
                    <a:pt x="62624" y="-3326"/>
                    <a:pt x="82592" y="1014"/>
                    <a:pt x="100510" y="14519"/>
                  </a:cubicBezTo>
                  <a:cubicBezTo>
                    <a:pt x="121354" y="30239"/>
                    <a:pt x="132418" y="52871"/>
                    <a:pt x="141806" y="76061"/>
                  </a:cubicBezTo>
                  <a:cubicBezTo>
                    <a:pt x="153894" y="105920"/>
                    <a:pt x="156726" y="137212"/>
                    <a:pt x="152144" y="169176"/>
                  </a:cubicBezTo>
                  <a:cubicBezTo>
                    <a:pt x="150355" y="181655"/>
                    <a:pt x="143575" y="191453"/>
                    <a:pt x="136516" y="201232"/>
                  </a:cubicBezTo>
                  <a:cubicBezTo>
                    <a:pt x="129009" y="211663"/>
                    <a:pt x="128618" y="220250"/>
                    <a:pt x="135305" y="231016"/>
                  </a:cubicBezTo>
                  <a:cubicBezTo>
                    <a:pt x="142793" y="243105"/>
                    <a:pt x="145047" y="256870"/>
                    <a:pt x="148120" y="270393"/>
                  </a:cubicBezTo>
                  <a:cubicBezTo>
                    <a:pt x="149331" y="275683"/>
                    <a:pt x="150076" y="281159"/>
                    <a:pt x="152460" y="286095"/>
                  </a:cubicBezTo>
                  <a:cubicBezTo>
                    <a:pt x="153503" y="288274"/>
                    <a:pt x="152162" y="289504"/>
                    <a:pt x="151231" y="291068"/>
                  </a:cubicBezTo>
                  <a:cubicBezTo>
                    <a:pt x="153876" y="292745"/>
                    <a:pt x="155478" y="290156"/>
                    <a:pt x="157527" y="289802"/>
                  </a:cubicBezTo>
                  <a:cubicBezTo>
                    <a:pt x="159147" y="292856"/>
                    <a:pt x="156912" y="294645"/>
                    <a:pt x="155161" y="296451"/>
                  </a:cubicBezTo>
                  <a:cubicBezTo>
                    <a:pt x="153634" y="298035"/>
                    <a:pt x="151641" y="299152"/>
                    <a:pt x="150188" y="300847"/>
                  </a:cubicBezTo>
                  <a:cubicBezTo>
                    <a:pt x="146649" y="304982"/>
                    <a:pt x="146816" y="306826"/>
                    <a:pt x="151045" y="310198"/>
                  </a:cubicBezTo>
                  <a:cubicBezTo>
                    <a:pt x="143948" y="312023"/>
                    <a:pt x="143333" y="311651"/>
                    <a:pt x="142663" y="305057"/>
                  </a:cubicBezTo>
                  <a:cubicBezTo>
                    <a:pt x="140949" y="288405"/>
                    <a:pt x="132008" y="276484"/>
                    <a:pt x="116473" y="273373"/>
                  </a:cubicBezTo>
                  <a:cubicBezTo>
                    <a:pt x="106024" y="271324"/>
                    <a:pt x="95034" y="271641"/>
                    <a:pt x="85125" y="277247"/>
                  </a:cubicBezTo>
                  <a:close/>
                </a:path>
              </a:pathLst>
            </a:custGeom>
            <a:solidFill>
              <a:srgbClr val="7D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6EAF4874-51EA-FCBF-D0C1-540758399DAA}"/>
                </a:ext>
              </a:extLst>
            </p:cNvPr>
            <p:cNvSpPr/>
            <p:nvPr/>
          </p:nvSpPr>
          <p:spPr>
            <a:xfrm>
              <a:off x="1631378" y="4971048"/>
              <a:ext cx="184967" cy="149354"/>
            </a:xfrm>
            <a:custGeom>
              <a:avLst/>
              <a:gdLst>
                <a:gd name="csX0" fmla="*/ 6339 w 184967"/>
                <a:gd name="csY0" fmla="*/ 42563 h 149354"/>
                <a:gd name="csX1" fmla="*/ 61642 w 184967"/>
                <a:gd name="csY1" fmla="*/ 1901 h 149354"/>
                <a:gd name="csX2" fmla="*/ 74997 w 184967"/>
                <a:gd name="csY2" fmla="*/ 57 h 149354"/>
                <a:gd name="csX3" fmla="*/ 97740 w 184967"/>
                <a:gd name="csY3" fmla="*/ 4378 h 149354"/>
                <a:gd name="csX4" fmla="*/ 132423 w 184967"/>
                <a:gd name="csY4" fmla="*/ 29319 h 149354"/>
                <a:gd name="csX5" fmla="*/ 144623 w 184967"/>
                <a:gd name="csY5" fmla="*/ 67709 h 149354"/>
                <a:gd name="csX6" fmla="*/ 142742 w 184967"/>
                <a:gd name="csY6" fmla="*/ 82759 h 149354"/>
                <a:gd name="csX7" fmla="*/ 151161 w 184967"/>
                <a:gd name="csY7" fmla="*/ 101125 h 149354"/>
                <a:gd name="csX8" fmla="*/ 182678 w 184967"/>
                <a:gd name="csY8" fmla="*/ 122732 h 149354"/>
                <a:gd name="csX9" fmla="*/ 184932 w 184967"/>
                <a:gd name="csY9" fmla="*/ 126141 h 149354"/>
                <a:gd name="csX10" fmla="*/ 184578 w 184967"/>
                <a:gd name="csY10" fmla="*/ 126588 h 149354"/>
                <a:gd name="csX11" fmla="*/ 169304 w 184967"/>
                <a:gd name="csY11" fmla="*/ 129437 h 149354"/>
                <a:gd name="csX12" fmla="*/ 139781 w 184967"/>
                <a:gd name="csY12" fmla="*/ 117479 h 149354"/>
                <a:gd name="csX13" fmla="*/ 131678 w 184967"/>
                <a:gd name="csY13" fmla="*/ 118243 h 149354"/>
                <a:gd name="csX14" fmla="*/ 122048 w 184967"/>
                <a:gd name="csY14" fmla="*/ 127295 h 149354"/>
                <a:gd name="csX15" fmla="*/ 86825 w 184967"/>
                <a:gd name="csY15" fmla="*/ 149331 h 149354"/>
                <a:gd name="csX16" fmla="*/ 51714 w 184967"/>
                <a:gd name="csY16" fmla="*/ 144711 h 149354"/>
                <a:gd name="csX17" fmla="*/ 9822 w 184967"/>
                <a:gd name="csY17" fmla="*/ 110960 h 149354"/>
                <a:gd name="csX18" fmla="*/ 3825 w 184967"/>
                <a:gd name="csY18" fmla="*/ 98853 h 149354"/>
                <a:gd name="csX19" fmla="*/ 379 w 184967"/>
                <a:gd name="csY19" fmla="*/ 79760 h 149354"/>
                <a:gd name="csX20" fmla="*/ 6339 w 184967"/>
                <a:gd name="csY20" fmla="*/ 42563 h 14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4967" h="149354">
                  <a:moveTo>
                    <a:pt x="6339" y="42563"/>
                  </a:moveTo>
                  <a:cubicBezTo>
                    <a:pt x="18875" y="20975"/>
                    <a:pt x="37427" y="7582"/>
                    <a:pt x="61642" y="1901"/>
                  </a:cubicBezTo>
                  <a:cubicBezTo>
                    <a:pt x="66093" y="1249"/>
                    <a:pt x="70527" y="187"/>
                    <a:pt x="74997" y="57"/>
                  </a:cubicBezTo>
                  <a:cubicBezTo>
                    <a:pt x="82839" y="-185"/>
                    <a:pt x="90401" y="187"/>
                    <a:pt x="97740" y="4378"/>
                  </a:cubicBezTo>
                  <a:cubicBezTo>
                    <a:pt x="110220" y="11512"/>
                    <a:pt x="121526" y="20043"/>
                    <a:pt x="132423" y="29319"/>
                  </a:cubicBezTo>
                  <a:cubicBezTo>
                    <a:pt x="144549" y="39657"/>
                    <a:pt x="148312" y="52416"/>
                    <a:pt x="144623" y="67709"/>
                  </a:cubicBezTo>
                  <a:cubicBezTo>
                    <a:pt x="143431" y="72626"/>
                    <a:pt x="143320" y="77730"/>
                    <a:pt x="142742" y="82759"/>
                  </a:cubicBezTo>
                  <a:cubicBezTo>
                    <a:pt x="141811" y="90824"/>
                    <a:pt x="145071" y="96301"/>
                    <a:pt x="151161" y="101125"/>
                  </a:cubicBezTo>
                  <a:cubicBezTo>
                    <a:pt x="161183" y="109060"/>
                    <a:pt x="171446" y="116622"/>
                    <a:pt x="182678" y="122732"/>
                  </a:cubicBezTo>
                  <a:cubicBezTo>
                    <a:pt x="184149" y="123533"/>
                    <a:pt x="185174" y="124334"/>
                    <a:pt x="184932" y="126141"/>
                  </a:cubicBezTo>
                  <a:cubicBezTo>
                    <a:pt x="184820" y="126290"/>
                    <a:pt x="184689" y="126420"/>
                    <a:pt x="184578" y="126588"/>
                  </a:cubicBezTo>
                  <a:cubicBezTo>
                    <a:pt x="178748" y="134970"/>
                    <a:pt x="178822" y="134821"/>
                    <a:pt x="169304" y="129437"/>
                  </a:cubicBezTo>
                  <a:cubicBezTo>
                    <a:pt x="160009" y="124185"/>
                    <a:pt x="150062" y="120348"/>
                    <a:pt x="139781" y="117479"/>
                  </a:cubicBezTo>
                  <a:cubicBezTo>
                    <a:pt x="137042" y="116715"/>
                    <a:pt x="134230" y="116492"/>
                    <a:pt x="131678" y="118243"/>
                  </a:cubicBezTo>
                  <a:cubicBezTo>
                    <a:pt x="127263" y="119994"/>
                    <a:pt x="124525" y="123365"/>
                    <a:pt x="122048" y="127295"/>
                  </a:cubicBezTo>
                  <a:cubicBezTo>
                    <a:pt x="113889" y="140278"/>
                    <a:pt x="102509" y="148958"/>
                    <a:pt x="86825" y="149331"/>
                  </a:cubicBezTo>
                  <a:cubicBezTo>
                    <a:pt x="75016" y="149610"/>
                    <a:pt x="63244" y="147375"/>
                    <a:pt x="51714" y="144711"/>
                  </a:cubicBezTo>
                  <a:cubicBezTo>
                    <a:pt x="32435" y="140241"/>
                    <a:pt x="18893" y="128264"/>
                    <a:pt x="9822" y="110960"/>
                  </a:cubicBezTo>
                  <a:cubicBezTo>
                    <a:pt x="7736" y="106974"/>
                    <a:pt x="5836" y="102876"/>
                    <a:pt x="3825" y="98853"/>
                  </a:cubicBezTo>
                  <a:cubicBezTo>
                    <a:pt x="807" y="92817"/>
                    <a:pt x="-776" y="86447"/>
                    <a:pt x="379" y="79760"/>
                  </a:cubicBezTo>
                  <a:cubicBezTo>
                    <a:pt x="2521" y="67373"/>
                    <a:pt x="2856" y="54707"/>
                    <a:pt x="6339" y="42563"/>
                  </a:cubicBezTo>
                  <a:close/>
                </a:path>
              </a:pathLst>
            </a:custGeom>
            <a:solidFill>
              <a:srgbClr val="82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CBD18C46-607A-4AC8-487D-F083104E7436}"/>
                </a:ext>
              </a:extLst>
            </p:cNvPr>
            <p:cNvSpPr/>
            <p:nvPr/>
          </p:nvSpPr>
          <p:spPr>
            <a:xfrm>
              <a:off x="2001601" y="5127937"/>
              <a:ext cx="343690" cy="155147"/>
            </a:xfrm>
            <a:custGeom>
              <a:avLst/>
              <a:gdLst>
                <a:gd name="csX0" fmla="*/ 333182 w 343690"/>
                <a:gd name="csY0" fmla="*/ 73244 h 155147"/>
                <a:gd name="csX1" fmla="*/ 335343 w 343690"/>
                <a:gd name="csY1" fmla="*/ 140728 h 155147"/>
                <a:gd name="csX2" fmla="*/ 326160 w 343690"/>
                <a:gd name="csY2" fmla="*/ 154530 h 155147"/>
                <a:gd name="csX3" fmla="*/ 320721 w 343690"/>
                <a:gd name="csY3" fmla="*/ 151736 h 155147"/>
                <a:gd name="csX4" fmla="*/ 306676 w 343690"/>
                <a:gd name="csY4" fmla="*/ 141194 h 155147"/>
                <a:gd name="csX5" fmla="*/ 298890 w 343690"/>
                <a:gd name="csY5" fmla="*/ 139853 h 155147"/>
                <a:gd name="csX6" fmla="*/ 291011 w 343690"/>
                <a:gd name="csY6" fmla="*/ 132365 h 155147"/>
                <a:gd name="csX7" fmla="*/ 281996 w 343690"/>
                <a:gd name="csY7" fmla="*/ 139070 h 155147"/>
                <a:gd name="csX8" fmla="*/ 240179 w 343690"/>
                <a:gd name="csY8" fmla="*/ 133836 h 155147"/>
                <a:gd name="csX9" fmla="*/ 201976 w 343690"/>
                <a:gd name="csY9" fmla="*/ 126963 h 155147"/>
                <a:gd name="csX10" fmla="*/ 173309 w 343690"/>
                <a:gd name="csY10" fmla="*/ 121282 h 155147"/>
                <a:gd name="csX11" fmla="*/ 168355 w 343690"/>
                <a:gd name="csY11" fmla="*/ 117147 h 155147"/>
                <a:gd name="csX12" fmla="*/ 168056 w 343690"/>
                <a:gd name="csY12" fmla="*/ 106529 h 155147"/>
                <a:gd name="csX13" fmla="*/ 167814 w 343690"/>
                <a:gd name="csY13" fmla="*/ 105598 h 155147"/>
                <a:gd name="csX14" fmla="*/ 167684 w 343690"/>
                <a:gd name="csY14" fmla="*/ 106045 h 155147"/>
                <a:gd name="csX15" fmla="*/ 167293 w 343690"/>
                <a:gd name="csY15" fmla="*/ 111167 h 155147"/>
                <a:gd name="csX16" fmla="*/ 157775 w 343690"/>
                <a:gd name="csY16" fmla="*/ 116811 h 155147"/>
                <a:gd name="csX17" fmla="*/ 106607 w 343690"/>
                <a:gd name="csY17" fmla="*/ 101780 h 155147"/>
                <a:gd name="csX18" fmla="*/ 96716 w 343690"/>
                <a:gd name="csY18" fmla="*/ 89579 h 155147"/>
                <a:gd name="csX19" fmla="*/ 96418 w 343690"/>
                <a:gd name="csY19" fmla="*/ 86785 h 155147"/>
                <a:gd name="csX20" fmla="*/ 95226 w 343690"/>
                <a:gd name="csY20" fmla="*/ 83414 h 155147"/>
                <a:gd name="csX21" fmla="*/ 96325 w 343690"/>
                <a:gd name="csY21" fmla="*/ 90101 h 155147"/>
                <a:gd name="csX22" fmla="*/ 86192 w 343690"/>
                <a:gd name="csY22" fmla="*/ 97421 h 155147"/>
                <a:gd name="csX23" fmla="*/ 30852 w 343690"/>
                <a:gd name="csY23" fmla="*/ 83358 h 155147"/>
                <a:gd name="csX24" fmla="*/ 25544 w 343690"/>
                <a:gd name="csY24" fmla="*/ 78999 h 155147"/>
                <a:gd name="csX25" fmla="*/ 2093 w 343690"/>
                <a:gd name="csY25" fmla="*/ 47558 h 155147"/>
                <a:gd name="csX26" fmla="*/ 2689 w 343690"/>
                <a:gd name="csY26" fmla="*/ 39008 h 155147"/>
                <a:gd name="csX27" fmla="*/ 19006 w 343690"/>
                <a:gd name="csY27" fmla="*/ 14048 h 155147"/>
                <a:gd name="csX28" fmla="*/ 22415 w 343690"/>
                <a:gd name="csY28" fmla="*/ 9745 h 155147"/>
                <a:gd name="csX29" fmla="*/ 22359 w 343690"/>
                <a:gd name="csY29" fmla="*/ 9783 h 155147"/>
                <a:gd name="csX30" fmla="*/ 31355 w 343690"/>
                <a:gd name="csY30" fmla="*/ 3338 h 155147"/>
                <a:gd name="csX31" fmla="*/ 41414 w 343690"/>
                <a:gd name="csY31" fmla="*/ 823 h 155147"/>
                <a:gd name="csX32" fmla="*/ 55738 w 343690"/>
                <a:gd name="csY32" fmla="*/ 2146 h 155147"/>
                <a:gd name="csX33" fmla="*/ 86472 w 343690"/>
                <a:gd name="csY33" fmla="*/ 1755 h 155147"/>
                <a:gd name="csX34" fmla="*/ 94891 w 343690"/>
                <a:gd name="csY34" fmla="*/ 7212 h 155147"/>
                <a:gd name="csX35" fmla="*/ 96120 w 343690"/>
                <a:gd name="csY35" fmla="*/ 8255 h 155147"/>
                <a:gd name="csX36" fmla="*/ 97219 w 343690"/>
                <a:gd name="csY36" fmla="*/ 6411 h 155147"/>
                <a:gd name="csX37" fmla="*/ 106384 w 343690"/>
                <a:gd name="csY37" fmla="*/ 3450 h 155147"/>
                <a:gd name="csX38" fmla="*/ 150864 w 343690"/>
                <a:gd name="csY38" fmla="*/ 8646 h 155147"/>
                <a:gd name="csX39" fmla="*/ 167628 w 343690"/>
                <a:gd name="csY39" fmla="*/ 15501 h 155147"/>
                <a:gd name="csX40" fmla="*/ 169081 w 343690"/>
                <a:gd name="csY40" fmla="*/ 16339 h 155147"/>
                <a:gd name="csX41" fmla="*/ 192551 w 343690"/>
                <a:gd name="csY41" fmla="*/ 19860 h 155147"/>
                <a:gd name="csX42" fmla="*/ 227792 w 343690"/>
                <a:gd name="csY42" fmla="*/ 31650 h 155147"/>
                <a:gd name="csX43" fmla="*/ 242768 w 343690"/>
                <a:gd name="csY43" fmla="*/ 39026 h 155147"/>
                <a:gd name="csX44" fmla="*/ 244389 w 343690"/>
                <a:gd name="csY44" fmla="*/ 39138 h 155147"/>
                <a:gd name="csX45" fmla="*/ 254764 w 343690"/>
                <a:gd name="csY45" fmla="*/ 41280 h 155147"/>
                <a:gd name="csX46" fmla="*/ 283411 w 343690"/>
                <a:gd name="csY46" fmla="*/ 58026 h 155147"/>
                <a:gd name="csX47" fmla="*/ 303510 w 343690"/>
                <a:gd name="csY47" fmla="*/ 71604 h 155147"/>
                <a:gd name="csX48" fmla="*/ 325806 w 343690"/>
                <a:gd name="csY48" fmla="*/ 73355 h 155147"/>
                <a:gd name="csX49" fmla="*/ 333182 w 343690"/>
                <a:gd name="csY49" fmla="*/ 73244 h 155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43690" h="155147">
                  <a:moveTo>
                    <a:pt x="333182" y="73244"/>
                  </a:moveTo>
                  <a:cubicBezTo>
                    <a:pt x="346966" y="95316"/>
                    <a:pt x="346668" y="117799"/>
                    <a:pt x="335343" y="140728"/>
                  </a:cubicBezTo>
                  <a:cubicBezTo>
                    <a:pt x="332865" y="145757"/>
                    <a:pt x="330723" y="150917"/>
                    <a:pt x="326160" y="154530"/>
                  </a:cubicBezTo>
                  <a:cubicBezTo>
                    <a:pt x="323012" y="156207"/>
                    <a:pt x="321615" y="154195"/>
                    <a:pt x="320721" y="151736"/>
                  </a:cubicBezTo>
                  <a:cubicBezTo>
                    <a:pt x="318336" y="145105"/>
                    <a:pt x="313382" y="142088"/>
                    <a:pt x="306676" y="141194"/>
                  </a:cubicBezTo>
                  <a:cubicBezTo>
                    <a:pt x="304068" y="140858"/>
                    <a:pt x="301461" y="140430"/>
                    <a:pt x="298890" y="139853"/>
                  </a:cubicBezTo>
                  <a:cubicBezTo>
                    <a:pt x="295221" y="139033"/>
                    <a:pt x="292240" y="137301"/>
                    <a:pt x="291011" y="132365"/>
                  </a:cubicBezTo>
                  <a:cubicBezTo>
                    <a:pt x="289819" y="138269"/>
                    <a:pt x="286094" y="139573"/>
                    <a:pt x="281996" y="139070"/>
                  </a:cubicBezTo>
                  <a:cubicBezTo>
                    <a:pt x="268082" y="137338"/>
                    <a:pt x="254056" y="137710"/>
                    <a:pt x="240179" y="133836"/>
                  </a:cubicBezTo>
                  <a:cubicBezTo>
                    <a:pt x="227848" y="130390"/>
                    <a:pt x="214828" y="128732"/>
                    <a:pt x="201976" y="126963"/>
                  </a:cubicBezTo>
                  <a:cubicBezTo>
                    <a:pt x="192327" y="125640"/>
                    <a:pt x="182678" y="124057"/>
                    <a:pt x="173309" y="121282"/>
                  </a:cubicBezTo>
                  <a:cubicBezTo>
                    <a:pt x="171055" y="120611"/>
                    <a:pt x="169100" y="119605"/>
                    <a:pt x="168355" y="117147"/>
                  </a:cubicBezTo>
                  <a:cubicBezTo>
                    <a:pt x="167703" y="113626"/>
                    <a:pt x="168112" y="110069"/>
                    <a:pt x="168056" y="106529"/>
                  </a:cubicBezTo>
                  <a:cubicBezTo>
                    <a:pt x="168056" y="106101"/>
                    <a:pt x="168056" y="105784"/>
                    <a:pt x="167814" y="105598"/>
                  </a:cubicBezTo>
                  <a:cubicBezTo>
                    <a:pt x="167777" y="105728"/>
                    <a:pt x="167721" y="105840"/>
                    <a:pt x="167684" y="106045"/>
                  </a:cubicBezTo>
                  <a:cubicBezTo>
                    <a:pt x="167572" y="107815"/>
                    <a:pt x="167647" y="109510"/>
                    <a:pt x="167293" y="111167"/>
                  </a:cubicBezTo>
                  <a:cubicBezTo>
                    <a:pt x="166194" y="116402"/>
                    <a:pt x="162692" y="118748"/>
                    <a:pt x="157775" y="116811"/>
                  </a:cubicBezTo>
                  <a:cubicBezTo>
                    <a:pt x="141141" y="110311"/>
                    <a:pt x="123874" y="106101"/>
                    <a:pt x="106607" y="101780"/>
                  </a:cubicBezTo>
                  <a:cubicBezTo>
                    <a:pt x="97517" y="99507"/>
                    <a:pt x="97108" y="98874"/>
                    <a:pt x="96716" y="89579"/>
                  </a:cubicBezTo>
                  <a:cubicBezTo>
                    <a:pt x="96679" y="88648"/>
                    <a:pt x="96623" y="87698"/>
                    <a:pt x="96418" y="86785"/>
                  </a:cubicBezTo>
                  <a:cubicBezTo>
                    <a:pt x="96083" y="85742"/>
                    <a:pt x="95934" y="84643"/>
                    <a:pt x="95226" y="83414"/>
                  </a:cubicBezTo>
                  <a:cubicBezTo>
                    <a:pt x="96008" y="85742"/>
                    <a:pt x="96362" y="87884"/>
                    <a:pt x="96325" y="90101"/>
                  </a:cubicBezTo>
                  <a:cubicBezTo>
                    <a:pt x="95357" y="97049"/>
                    <a:pt x="92730" y="98837"/>
                    <a:pt x="86192" y="97421"/>
                  </a:cubicBezTo>
                  <a:cubicBezTo>
                    <a:pt x="67584" y="93379"/>
                    <a:pt x="49423" y="87568"/>
                    <a:pt x="30852" y="83358"/>
                  </a:cubicBezTo>
                  <a:cubicBezTo>
                    <a:pt x="28207" y="82762"/>
                    <a:pt x="26885" y="80974"/>
                    <a:pt x="25544" y="78999"/>
                  </a:cubicBezTo>
                  <a:cubicBezTo>
                    <a:pt x="22564" y="64918"/>
                    <a:pt x="14666" y="54505"/>
                    <a:pt x="2093" y="47558"/>
                  </a:cubicBezTo>
                  <a:cubicBezTo>
                    <a:pt x="-1092" y="44465"/>
                    <a:pt x="-440" y="41523"/>
                    <a:pt x="2689" y="39008"/>
                  </a:cubicBezTo>
                  <a:cubicBezTo>
                    <a:pt x="10866" y="32451"/>
                    <a:pt x="15988" y="23920"/>
                    <a:pt x="19006" y="14048"/>
                  </a:cubicBezTo>
                  <a:cubicBezTo>
                    <a:pt x="19621" y="12036"/>
                    <a:pt x="21278" y="11161"/>
                    <a:pt x="22415" y="9745"/>
                  </a:cubicBezTo>
                  <a:lnTo>
                    <a:pt x="22359" y="9783"/>
                  </a:lnTo>
                  <a:cubicBezTo>
                    <a:pt x="26028" y="8572"/>
                    <a:pt x="28859" y="6225"/>
                    <a:pt x="31355" y="3338"/>
                  </a:cubicBezTo>
                  <a:cubicBezTo>
                    <a:pt x="34056" y="209"/>
                    <a:pt x="37353" y="-928"/>
                    <a:pt x="41414" y="823"/>
                  </a:cubicBezTo>
                  <a:cubicBezTo>
                    <a:pt x="46015" y="2798"/>
                    <a:pt x="50783" y="2593"/>
                    <a:pt x="55738" y="2146"/>
                  </a:cubicBezTo>
                  <a:cubicBezTo>
                    <a:pt x="65945" y="1214"/>
                    <a:pt x="76208" y="283"/>
                    <a:pt x="86472" y="1755"/>
                  </a:cubicBezTo>
                  <a:cubicBezTo>
                    <a:pt x="90067" y="2276"/>
                    <a:pt x="93513" y="3189"/>
                    <a:pt x="94891" y="7212"/>
                  </a:cubicBezTo>
                  <a:cubicBezTo>
                    <a:pt x="95394" y="9615"/>
                    <a:pt x="95412" y="9615"/>
                    <a:pt x="96120" y="8255"/>
                  </a:cubicBezTo>
                  <a:cubicBezTo>
                    <a:pt x="96456" y="7622"/>
                    <a:pt x="96772" y="6989"/>
                    <a:pt x="97219" y="6411"/>
                  </a:cubicBezTo>
                  <a:cubicBezTo>
                    <a:pt x="99715" y="3673"/>
                    <a:pt x="102770" y="3226"/>
                    <a:pt x="106384" y="3450"/>
                  </a:cubicBezTo>
                  <a:cubicBezTo>
                    <a:pt x="121304" y="4400"/>
                    <a:pt x="136093" y="6486"/>
                    <a:pt x="150864" y="8646"/>
                  </a:cubicBezTo>
                  <a:cubicBezTo>
                    <a:pt x="156992" y="9540"/>
                    <a:pt x="163102" y="10639"/>
                    <a:pt x="167628" y="15501"/>
                  </a:cubicBezTo>
                  <a:cubicBezTo>
                    <a:pt x="168075" y="15836"/>
                    <a:pt x="168559" y="16116"/>
                    <a:pt x="169081" y="16339"/>
                  </a:cubicBezTo>
                  <a:cubicBezTo>
                    <a:pt x="177370" y="14477"/>
                    <a:pt x="184914" y="17066"/>
                    <a:pt x="192551" y="19860"/>
                  </a:cubicBezTo>
                  <a:cubicBezTo>
                    <a:pt x="204174" y="24125"/>
                    <a:pt x="215927" y="28130"/>
                    <a:pt x="227792" y="31650"/>
                  </a:cubicBezTo>
                  <a:cubicBezTo>
                    <a:pt x="233287" y="33289"/>
                    <a:pt x="238391" y="35338"/>
                    <a:pt x="242768" y="39026"/>
                  </a:cubicBezTo>
                  <a:cubicBezTo>
                    <a:pt x="243308" y="39082"/>
                    <a:pt x="243848" y="39138"/>
                    <a:pt x="244389" y="39138"/>
                  </a:cubicBezTo>
                  <a:cubicBezTo>
                    <a:pt x="248058" y="38803"/>
                    <a:pt x="251374" y="39902"/>
                    <a:pt x="254764" y="41280"/>
                  </a:cubicBezTo>
                  <a:cubicBezTo>
                    <a:pt x="265157" y="45471"/>
                    <a:pt x="274676" y="51097"/>
                    <a:pt x="283411" y="58026"/>
                  </a:cubicBezTo>
                  <a:cubicBezTo>
                    <a:pt x="289763" y="63074"/>
                    <a:pt x="296618" y="67451"/>
                    <a:pt x="303510" y="71604"/>
                  </a:cubicBezTo>
                  <a:cubicBezTo>
                    <a:pt x="310290" y="75665"/>
                    <a:pt x="317871" y="78534"/>
                    <a:pt x="325806" y="73355"/>
                  </a:cubicBezTo>
                  <a:cubicBezTo>
                    <a:pt x="328078" y="71847"/>
                    <a:pt x="330704" y="71306"/>
                    <a:pt x="333182" y="73244"/>
                  </a:cubicBezTo>
                  <a:close/>
                </a:path>
              </a:pathLst>
            </a:custGeom>
            <a:solidFill>
              <a:srgbClr val="88BE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C5E11981-378C-34DC-4160-DFDAF875AB54}"/>
                </a:ext>
              </a:extLst>
            </p:cNvPr>
            <p:cNvSpPr/>
            <p:nvPr/>
          </p:nvSpPr>
          <p:spPr>
            <a:xfrm>
              <a:off x="2023960" y="5092760"/>
              <a:ext cx="310823" cy="112743"/>
            </a:xfrm>
            <a:custGeom>
              <a:avLst/>
              <a:gdLst>
                <a:gd name="csX0" fmla="*/ 310823 w 310823"/>
                <a:gd name="csY0" fmla="*/ 108421 h 112743"/>
                <a:gd name="csX1" fmla="*/ 304807 w 310823"/>
                <a:gd name="csY1" fmla="*/ 109259 h 112743"/>
                <a:gd name="csX2" fmla="*/ 277500 w 310823"/>
                <a:gd name="csY2" fmla="*/ 106130 h 112743"/>
                <a:gd name="csX3" fmla="*/ 230989 w 310823"/>
                <a:gd name="csY3" fmla="*/ 77296 h 112743"/>
                <a:gd name="csX4" fmla="*/ 220633 w 310823"/>
                <a:gd name="csY4" fmla="*/ 75676 h 112743"/>
                <a:gd name="csX5" fmla="*/ 222570 w 310823"/>
                <a:gd name="csY5" fmla="*/ 65114 h 112743"/>
                <a:gd name="csX6" fmla="*/ 220596 w 310823"/>
                <a:gd name="csY6" fmla="*/ 75732 h 112743"/>
                <a:gd name="csX7" fmla="*/ 220204 w 310823"/>
                <a:gd name="csY7" fmla="*/ 76141 h 112743"/>
                <a:gd name="csX8" fmla="*/ 190718 w 310823"/>
                <a:gd name="csY8" fmla="*/ 63773 h 112743"/>
                <a:gd name="csX9" fmla="*/ 156855 w 310823"/>
                <a:gd name="csY9" fmla="*/ 52430 h 112743"/>
                <a:gd name="csX10" fmla="*/ 145996 w 310823"/>
                <a:gd name="csY10" fmla="*/ 52933 h 112743"/>
                <a:gd name="csX11" fmla="*/ 147672 w 310823"/>
                <a:gd name="csY11" fmla="*/ 44420 h 112743"/>
                <a:gd name="csX12" fmla="*/ 146014 w 310823"/>
                <a:gd name="csY12" fmla="*/ 52970 h 112743"/>
                <a:gd name="csX13" fmla="*/ 120123 w 310823"/>
                <a:gd name="csY13" fmla="*/ 44290 h 112743"/>
                <a:gd name="csX14" fmla="*/ 81305 w 310823"/>
                <a:gd name="csY14" fmla="*/ 39670 h 112743"/>
                <a:gd name="csX15" fmla="*/ 74935 w 310823"/>
                <a:gd name="csY15" fmla="*/ 42893 h 112743"/>
                <a:gd name="csX16" fmla="*/ 74805 w 310823"/>
                <a:gd name="csY16" fmla="*/ 33933 h 112743"/>
                <a:gd name="csX17" fmla="*/ 71415 w 310823"/>
                <a:gd name="csY17" fmla="*/ 44066 h 112743"/>
                <a:gd name="csX18" fmla="*/ 65435 w 310823"/>
                <a:gd name="csY18" fmla="*/ 38609 h 112743"/>
                <a:gd name="csX19" fmla="*/ 52676 w 310823"/>
                <a:gd name="csY19" fmla="*/ 37547 h 112743"/>
                <a:gd name="csX20" fmla="*/ 31423 w 310823"/>
                <a:gd name="csY20" fmla="*/ 39205 h 112743"/>
                <a:gd name="csX21" fmla="*/ 18813 w 310823"/>
                <a:gd name="csY21" fmla="*/ 37677 h 112743"/>
                <a:gd name="csX22" fmla="*/ 9444 w 310823"/>
                <a:gd name="csY22" fmla="*/ 40285 h 112743"/>
                <a:gd name="csX23" fmla="*/ 0 w 310823"/>
                <a:gd name="csY23" fmla="*/ 44923 h 112743"/>
                <a:gd name="csX24" fmla="*/ 24271 w 310823"/>
                <a:gd name="csY24" fmla="*/ 18324 h 112743"/>
                <a:gd name="csX25" fmla="*/ 64765 w 310823"/>
                <a:gd name="csY25" fmla="*/ 89 h 112743"/>
                <a:gd name="csX26" fmla="*/ 149907 w 310823"/>
                <a:gd name="csY26" fmla="*/ 7744 h 112743"/>
                <a:gd name="csX27" fmla="*/ 230039 w 310823"/>
                <a:gd name="csY27" fmla="*/ 37174 h 112743"/>
                <a:gd name="csX28" fmla="*/ 296518 w 310823"/>
                <a:gd name="csY28" fmla="*/ 87559 h 112743"/>
                <a:gd name="csX29" fmla="*/ 310823 w 310823"/>
                <a:gd name="csY29" fmla="*/ 108421 h 11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10823" h="112743">
                  <a:moveTo>
                    <a:pt x="310823" y="108421"/>
                  </a:moveTo>
                  <a:cubicBezTo>
                    <a:pt x="308774" y="108459"/>
                    <a:pt x="306632" y="107993"/>
                    <a:pt x="304807" y="109259"/>
                  </a:cubicBezTo>
                  <a:cubicBezTo>
                    <a:pt x="294767" y="116207"/>
                    <a:pt x="286217" y="111495"/>
                    <a:pt x="277500" y="106130"/>
                  </a:cubicBezTo>
                  <a:cubicBezTo>
                    <a:pt x="261965" y="96593"/>
                    <a:pt x="248536" y="83685"/>
                    <a:pt x="230989" y="77296"/>
                  </a:cubicBezTo>
                  <a:cubicBezTo>
                    <a:pt x="227487" y="76030"/>
                    <a:pt x="224191" y="75564"/>
                    <a:pt x="220633" y="75676"/>
                  </a:cubicBezTo>
                  <a:cubicBezTo>
                    <a:pt x="219720" y="71876"/>
                    <a:pt x="223334" y="68896"/>
                    <a:pt x="222570" y="65114"/>
                  </a:cubicBezTo>
                  <a:cubicBezTo>
                    <a:pt x="223203" y="68896"/>
                    <a:pt x="219627" y="71894"/>
                    <a:pt x="220596" y="75732"/>
                  </a:cubicBezTo>
                  <a:cubicBezTo>
                    <a:pt x="220465" y="75862"/>
                    <a:pt x="220335" y="76011"/>
                    <a:pt x="220204" y="76141"/>
                  </a:cubicBezTo>
                  <a:cubicBezTo>
                    <a:pt x="212139" y="67871"/>
                    <a:pt x="200740" y="67312"/>
                    <a:pt x="190718" y="63773"/>
                  </a:cubicBezTo>
                  <a:cubicBezTo>
                    <a:pt x="179524" y="59824"/>
                    <a:pt x="168441" y="55447"/>
                    <a:pt x="156855" y="52430"/>
                  </a:cubicBezTo>
                  <a:cubicBezTo>
                    <a:pt x="152739" y="51349"/>
                    <a:pt x="149609" y="54143"/>
                    <a:pt x="145996" y="52933"/>
                  </a:cubicBezTo>
                  <a:cubicBezTo>
                    <a:pt x="147616" y="50306"/>
                    <a:pt x="146610" y="47158"/>
                    <a:pt x="147672" y="44420"/>
                  </a:cubicBezTo>
                  <a:cubicBezTo>
                    <a:pt x="146648" y="47177"/>
                    <a:pt x="147449" y="50288"/>
                    <a:pt x="146014" y="52970"/>
                  </a:cubicBezTo>
                  <a:cubicBezTo>
                    <a:pt x="138992" y="45333"/>
                    <a:pt x="129213" y="45575"/>
                    <a:pt x="120123" y="44290"/>
                  </a:cubicBezTo>
                  <a:cubicBezTo>
                    <a:pt x="107215" y="42446"/>
                    <a:pt x="94251" y="41086"/>
                    <a:pt x="81305" y="39670"/>
                  </a:cubicBezTo>
                  <a:cubicBezTo>
                    <a:pt x="78679" y="39391"/>
                    <a:pt x="76909" y="41496"/>
                    <a:pt x="74935" y="42893"/>
                  </a:cubicBezTo>
                  <a:cubicBezTo>
                    <a:pt x="72048" y="39763"/>
                    <a:pt x="76015" y="36541"/>
                    <a:pt x="74805" y="33933"/>
                  </a:cubicBezTo>
                  <a:cubicBezTo>
                    <a:pt x="73836" y="37007"/>
                    <a:pt x="75270" y="41365"/>
                    <a:pt x="71415" y="44066"/>
                  </a:cubicBezTo>
                  <a:cubicBezTo>
                    <a:pt x="71620" y="39875"/>
                    <a:pt x="68136" y="39018"/>
                    <a:pt x="65435" y="38609"/>
                  </a:cubicBezTo>
                  <a:cubicBezTo>
                    <a:pt x="61207" y="37957"/>
                    <a:pt x="56569" y="36876"/>
                    <a:pt x="52676" y="37547"/>
                  </a:cubicBezTo>
                  <a:cubicBezTo>
                    <a:pt x="45579" y="38795"/>
                    <a:pt x="38427" y="37286"/>
                    <a:pt x="31423" y="39205"/>
                  </a:cubicBezTo>
                  <a:cubicBezTo>
                    <a:pt x="27195" y="40360"/>
                    <a:pt x="22445" y="39819"/>
                    <a:pt x="18813" y="37677"/>
                  </a:cubicBezTo>
                  <a:cubicBezTo>
                    <a:pt x="14194" y="34976"/>
                    <a:pt x="11642" y="36969"/>
                    <a:pt x="9444" y="40285"/>
                  </a:cubicBezTo>
                  <a:cubicBezTo>
                    <a:pt x="7097" y="43805"/>
                    <a:pt x="4210" y="45519"/>
                    <a:pt x="0" y="44923"/>
                  </a:cubicBezTo>
                  <a:cubicBezTo>
                    <a:pt x="8103" y="36075"/>
                    <a:pt x="16317" y="27321"/>
                    <a:pt x="24271" y="18324"/>
                  </a:cubicBezTo>
                  <a:cubicBezTo>
                    <a:pt x="35055" y="6105"/>
                    <a:pt x="49435" y="443"/>
                    <a:pt x="64765" y="89"/>
                  </a:cubicBezTo>
                  <a:cubicBezTo>
                    <a:pt x="93320" y="-563"/>
                    <a:pt x="121874" y="2417"/>
                    <a:pt x="149907" y="7744"/>
                  </a:cubicBezTo>
                  <a:cubicBezTo>
                    <a:pt x="178071" y="13090"/>
                    <a:pt x="204577" y="23782"/>
                    <a:pt x="230039" y="37174"/>
                  </a:cubicBezTo>
                  <a:cubicBezTo>
                    <a:pt x="255055" y="50343"/>
                    <a:pt x="277630" y="66474"/>
                    <a:pt x="296518" y="87559"/>
                  </a:cubicBezTo>
                  <a:cubicBezTo>
                    <a:pt x="302180" y="93893"/>
                    <a:pt x="306967" y="100859"/>
                    <a:pt x="310823" y="108421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6D81E097-A838-944F-E3E9-2379FE2D6A78}"/>
                </a:ext>
              </a:extLst>
            </p:cNvPr>
            <p:cNvSpPr/>
            <p:nvPr/>
          </p:nvSpPr>
          <p:spPr>
            <a:xfrm>
              <a:off x="1976487" y="4813109"/>
              <a:ext cx="170493" cy="190557"/>
            </a:xfrm>
            <a:custGeom>
              <a:avLst/>
              <a:gdLst>
                <a:gd name="csX0" fmla="*/ 132615 w 170493"/>
                <a:gd name="csY0" fmla="*/ 339 h 190557"/>
                <a:gd name="csX1" fmla="*/ 168602 w 170493"/>
                <a:gd name="csY1" fmla="*/ 26342 h 190557"/>
                <a:gd name="csX2" fmla="*/ 166422 w 170493"/>
                <a:gd name="csY2" fmla="*/ 37797 h 190557"/>
                <a:gd name="csX3" fmla="*/ 160816 w 170493"/>
                <a:gd name="csY3" fmla="*/ 46776 h 190557"/>
                <a:gd name="csX4" fmla="*/ 156066 w 170493"/>
                <a:gd name="csY4" fmla="*/ 57002 h 190557"/>
                <a:gd name="csX5" fmla="*/ 147423 w 170493"/>
                <a:gd name="csY5" fmla="*/ 60783 h 190557"/>
                <a:gd name="csX6" fmla="*/ 149770 w 170493"/>
                <a:gd name="csY6" fmla="*/ 73579 h 190557"/>
                <a:gd name="csX7" fmla="*/ 138576 w 170493"/>
                <a:gd name="csY7" fmla="*/ 97514 h 190557"/>
                <a:gd name="csX8" fmla="*/ 110934 w 170493"/>
                <a:gd name="csY8" fmla="*/ 141324 h 190557"/>
                <a:gd name="csX9" fmla="*/ 83124 w 170493"/>
                <a:gd name="csY9" fmla="*/ 165669 h 190557"/>
                <a:gd name="csX10" fmla="*/ 52316 w 170493"/>
                <a:gd name="csY10" fmla="*/ 184315 h 190557"/>
                <a:gd name="csX11" fmla="*/ 45405 w 170493"/>
                <a:gd name="csY11" fmla="*/ 187947 h 190557"/>
                <a:gd name="csX12" fmla="*/ 42276 w 170493"/>
                <a:gd name="csY12" fmla="*/ 189269 h 190557"/>
                <a:gd name="csX13" fmla="*/ 26704 w 170493"/>
                <a:gd name="csY13" fmla="*/ 187947 h 190557"/>
                <a:gd name="csX14" fmla="*/ 8655 w 170493"/>
                <a:gd name="csY14" fmla="*/ 178671 h 190557"/>
                <a:gd name="csX15" fmla="*/ 1111 w 170493"/>
                <a:gd name="csY15" fmla="*/ 168035 h 190557"/>
                <a:gd name="csX16" fmla="*/ 1502 w 170493"/>
                <a:gd name="csY16" fmla="*/ 148570 h 190557"/>
                <a:gd name="csX17" fmla="*/ 3551 w 170493"/>
                <a:gd name="csY17" fmla="*/ 134675 h 190557"/>
                <a:gd name="csX18" fmla="*/ 12305 w 170493"/>
                <a:gd name="csY18" fmla="*/ 119941 h 190557"/>
                <a:gd name="csX19" fmla="*/ 13982 w 170493"/>
                <a:gd name="csY19" fmla="*/ 115601 h 190557"/>
                <a:gd name="csX20" fmla="*/ 16087 w 170493"/>
                <a:gd name="csY20" fmla="*/ 107070 h 190557"/>
                <a:gd name="csX21" fmla="*/ 30932 w 170493"/>
                <a:gd name="csY21" fmla="*/ 88034 h 190557"/>
                <a:gd name="csX22" fmla="*/ 82621 w 170493"/>
                <a:gd name="csY22" fmla="*/ 40964 h 190557"/>
                <a:gd name="csX23" fmla="*/ 112256 w 170493"/>
                <a:gd name="csY23" fmla="*/ 13322 h 190557"/>
                <a:gd name="csX24" fmla="*/ 115553 w 170493"/>
                <a:gd name="csY24" fmla="*/ 8777 h 190557"/>
                <a:gd name="csX25" fmla="*/ 132615 w 170493"/>
                <a:gd name="csY25" fmla="*/ 339 h 190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0493" h="190557">
                  <a:moveTo>
                    <a:pt x="132615" y="339"/>
                  </a:moveTo>
                  <a:cubicBezTo>
                    <a:pt x="148727" y="3320"/>
                    <a:pt x="159437" y="13769"/>
                    <a:pt x="168602" y="26342"/>
                  </a:cubicBezTo>
                  <a:cubicBezTo>
                    <a:pt x="171321" y="30812"/>
                    <a:pt x="171526" y="34463"/>
                    <a:pt x="166422" y="37797"/>
                  </a:cubicBezTo>
                  <a:cubicBezTo>
                    <a:pt x="163480" y="39716"/>
                    <a:pt x="162176" y="43460"/>
                    <a:pt x="160816" y="46776"/>
                  </a:cubicBezTo>
                  <a:cubicBezTo>
                    <a:pt x="159382" y="50259"/>
                    <a:pt x="157966" y="53723"/>
                    <a:pt x="156066" y="57002"/>
                  </a:cubicBezTo>
                  <a:cubicBezTo>
                    <a:pt x="154148" y="60280"/>
                    <a:pt x="151819" y="62310"/>
                    <a:pt x="147423" y="60783"/>
                  </a:cubicBezTo>
                  <a:cubicBezTo>
                    <a:pt x="152266" y="66203"/>
                    <a:pt x="152266" y="68047"/>
                    <a:pt x="149770" y="73579"/>
                  </a:cubicBezTo>
                  <a:cubicBezTo>
                    <a:pt x="146138" y="81607"/>
                    <a:pt x="143083" y="89859"/>
                    <a:pt x="138576" y="97514"/>
                  </a:cubicBezTo>
                  <a:cubicBezTo>
                    <a:pt x="129802" y="112416"/>
                    <a:pt x="121961" y="127969"/>
                    <a:pt x="110934" y="141324"/>
                  </a:cubicBezTo>
                  <a:cubicBezTo>
                    <a:pt x="103092" y="150824"/>
                    <a:pt x="94561" y="159839"/>
                    <a:pt x="83124" y="165669"/>
                  </a:cubicBezTo>
                  <a:cubicBezTo>
                    <a:pt x="72451" y="171108"/>
                    <a:pt x="62448" y="177888"/>
                    <a:pt x="52316" y="184315"/>
                  </a:cubicBezTo>
                  <a:cubicBezTo>
                    <a:pt x="50080" y="185730"/>
                    <a:pt x="47827" y="186960"/>
                    <a:pt x="45405" y="187947"/>
                  </a:cubicBezTo>
                  <a:cubicBezTo>
                    <a:pt x="44418" y="188524"/>
                    <a:pt x="43598" y="189474"/>
                    <a:pt x="42276" y="189269"/>
                  </a:cubicBezTo>
                  <a:cubicBezTo>
                    <a:pt x="36874" y="191300"/>
                    <a:pt x="31957" y="190983"/>
                    <a:pt x="26704" y="187947"/>
                  </a:cubicBezTo>
                  <a:cubicBezTo>
                    <a:pt x="20874" y="184575"/>
                    <a:pt x="14522" y="182117"/>
                    <a:pt x="8655" y="178671"/>
                  </a:cubicBezTo>
                  <a:cubicBezTo>
                    <a:pt x="4445" y="176193"/>
                    <a:pt x="2061" y="172785"/>
                    <a:pt x="1111" y="168035"/>
                  </a:cubicBezTo>
                  <a:cubicBezTo>
                    <a:pt x="-193" y="161497"/>
                    <a:pt x="-677" y="155127"/>
                    <a:pt x="1502" y="148570"/>
                  </a:cubicBezTo>
                  <a:cubicBezTo>
                    <a:pt x="2973" y="144156"/>
                    <a:pt x="1968" y="139201"/>
                    <a:pt x="3551" y="134675"/>
                  </a:cubicBezTo>
                  <a:cubicBezTo>
                    <a:pt x="5469" y="129143"/>
                    <a:pt x="7109" y="123480"/>
                    <a:pt x="12305" y="119941"/>
                  </a:cubicBezTo>
                  <a:cubicBezTo>
                    <a:pt x="13907" y="118842"/>
                    <a:pt x="14429" y="117501"/>
                    <a:pt x="13982" y="115601"/>
                  </a:cubicBezTo>
                  <a:cubicBezTo>
                    <a:pt x="13218" y="112434"/>
                    <a:pt x="14448" y="109659"/>
                    <a:pt x="16087" y="107070"/>
                  </a:cubicBezTo>
                  <a:cubicBezTo>
                    <a:pt x="20408" y="100234"/>
                    <a:pt x="24618" y="93342"/>
                    <a:pt x="30932" y="88034"/>
                  </a:cubicBezTo>
                  <a:cubicBezTo>
                    <a:pt x="48795" y="73039"/>
                    <a:pt x="64348" y="55456"/>
                    <a:pt x="82621" y="40964"/>
                  </a:cubicBezTo>
                  <a:cubicBezTo>
                    <a:pt x="93294" y="32508"/>
                    <a:pt x="101564" y="21648"/>
                    <a:pt x="112256" y="13322"/>
                  </a:cubicBezTo>
                  <a:cubicBezTo>
                    <a:pt x="113728" y="12167"/>
                    <a:pt x="114659" y="10435"/>
                    <a:pt x="115553" y="8777"/>
                  </a:cubicBezTo>
                  <a:cubicBezTo>
                    <a:pt x="119781" y="898"/>
                    <a:pt x="123302" y="-853"/>
                    <a:pt x="132615" y="339"/>
                  </a:cubicBezTo>
                  <a:close/>
                </a:path>
              </a:pathLst>
            </a:custGeom>
            <a:solidFill>
              <a:srgbClr val="8B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DE6F43B1-5526-9B0C-6251-1A1B8109E992}"/>
                </a:ext>
              </a:extLst>
            </p:cNvPr>
            <p:cNvSpPr/>
            <p:nvPr/>
          </p:nvSpPr>
          <p:spPr>
            <a:xfrm>
              <a:off x="1602084" y="5282579"/>
              <a:ext cx="168712" cy="195519"/>
            </a:xfrm>
            <a:custGeom>
              <a:avLst/>
              <a:gdLst>
                <a:gd name="csX0" fmla="*/ 151956 w 168712"/>
                <a:gd name="csY0" fmla="*/ 0 h 195519"/>
                <a:gd name="csX1" fmla="*/ 168701 w 168712"/>
                <a:gd name="csY1" fmla="*/ 55526 h 195519"/>
                <a:gd name="csX2" fmla="*/ 162257 w 168712"/>
                <a:gd name="csY2" fmla="*/ 76537 h 195519"/>
                <a:gd name="csX3" fmla="*/ 102204 w 168712"/>
                <a:gd name="csY3" fmla="*/ 141469 h 195519"/>
                <a:gd name="csX4" fmla="*/ 75121 w 168712"/>
                <a:gd name="csY4" fmla="*/ 165926 h 195519"/>
                <a:gd name="csX5" fmla="*/ 69794 w 168712"/>
                <a:gd name="csY5" fmla="*/ 166727 h 195519"/>
                <a:gd name="csX6" fmla="*/ 37756 w 168712"/>
                <a:gd name="csY6" fmla="*/ 187682 h 195519"/>
                <a:gd name="csX7" fmla="*/ 12368 w 168712"/>
                <a:gd name="csY7" fmla="*/ 195319 h 195519"/>
                <a:gd name="csX8" fmla="*/ 931 w 168712"/>
                <a:gd name="csY8" fmla="*/ 189340 h 195519"/>
                <a:gd name="csX9" fmla="*/ 3762 w 168712"/>
                <a:gd name="csY9" fmla="*/ 176301 h 195519"/>
                <a:gd name="csX10" fmla="*/ 21290 w 168712"/>
                <a:gd name="csY10" fmla="*/ 158904 h 195519"/>
                <a:gd name="csX11" fmla="*/ 25481 w 168712"/>
                <a:gd name="csY11" fmla="*/ 151099 h 195519"/>
                <a:gd name="csX12" fmla="*/ 37980 w 168712"/>
                <a:gd name="csY12" fmla="*/ 154452 h 195519"/>
                <a:gd name="csX13" fmla="*/ 24922 w 168712"/>
                <a:gd name="csY13" fmla="*/ 148454 h 195519"/>
                <a:gd name="csX14" fmla="*/ 27809 w 168712"/>
                <a:gd name="csY14" fmla="*/ 144673 h 195519"/>
                <a:gd name="csX15" fmla="*/ 70409 w 168712"/>
                <a:gd name="csY15" fmla="*/ 110661 h 195519"/>
                <a:gd name="csX16" fmla="*/ 82628 w 168712"/>
                <a:gd name="csY16" fmla="*/ 93711 h 195519"/>
                <a:gd name="csX17" fmla="*/ 83540 w 168712"/>
                <a:gd name="csY17" fmla="*/ 93152 h 195519"/>
                <a:gd name="csX18" fmla="*/ 85198 w 168712"/>
                <a:gd name="csY18" fmla="*/ 90973 h 195519"/>
                <a:gd name="csX19" fmla="*/ 108705 w 168712"/>
                <a:gd name="csY19" fmla="*/ 51186 h 195519"/>
                <a:gd name="csX20" fmla="*/ 109618 w 168712"/>
                <a:gd name="csY20" fmla="*/ 47945 h 195519"/>
                <a:gd name="csX21" fmla="*/ 115429 w 168712"/>
                <a:gd name="csY21" fmla="*/ 29430 h 195519"/>
                <a:gd name="csX22" fmla="*/ 116416 w 168712"/>
                <a:gd name="csY22" fmla="*/ 29020 h 195519"/>
                <a:gd name="csX23" fmla="*/ 136962 w 168712"/>
                <a:gd name="csY23" fmla="*/ 36303 h 195519"/>
                <a:gd name="csX24" fmla="*/ 131895 w 168712"/>
                <a:gd name="csY24" fmla="*/ 35130 h 195519"/>
                <a:gd name="csX25" fmla="*/ 116547 w 168712"/>
                <a:gd name="csY25" fmla="*/ 26245 h 195519"/>
                <a:gd name="csX26" fmla="*/ 131392 w 168712"/>
                <a:gd name="csY26" fmla="*/ 8941 h 195519"/>
                <a:gd name="csX27" fmla="*/ 146852 w 168712"/>
                <a:gd name="csY27" fmla="*/ 3967 h 195519"/>
                <a:gd name="csX28" fmla="*/ 151956 w 168712"/>
                <a:gd name="csY28" fmla="*/ 0 h 195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8712" h="195519">
                  <a:moveTo>
                    <a:pt x="151956" y="0"/>
                  </a:moveTo>
                  <a:cubicBezTo>
                    <a:pt x="160599" y="17584"/>
                    <a:pt x="168199" y="35540"/>
                    <a:pt x="168701" y="55526"/>
                  </a:cubicBezTo>
                  <a:cubicBezTo>
                    <a:pt x="168888" y="63107"/>
                    <a:pt x="166708" y="69775"/>
                    <a:pt x="162257" y="76537"/>
                  </a:cubicBezTo>
                  <a:cubicBezTo>
                    <a:pt x="145753" y="101534"/>
                    <a:pt x="123010" y="120589"/>
                    <a:pt x="102204" y="141469"/>
                  </a:cubicBezTo>
                  <a:cubicBezTo>
                    <a:pt x="93655" y="150056"/>
                    <a:pt x="83466" y="157004"/>
                    <a:pt x="75121" y="165926"/>
                  </a:cubicBezTo>
                  <a:cubicBezTo>
                    <a:pt x="72979" y="163710"/>
                    <a:pt x="71433" y="165516"/>
                    <a:pt x="69794" y="166727"/>
                  </a:cubicBezTo>
                  <a:cubicBezTo>
                    <a:pt x="59493" y="174290"/>
                    <a:pt x="49472" y="182467"/>
                    <a:pt x="37756" y="187682"/>
                  </a:cubicBezTo>
                  <a:cubicBezTo>
                    <a:pt x="29728" y="191277"/>
                    <a:pt x="21942" y="196623"/>
                    <a:pt x="12368" y="195319"/>
                  </a:cubicBezTo>
                  <a:cubicBezTo>
                    <a:pt x="7879" y="194704"/>
                    <a:pt x="3148" y="194108"/>
                    <a:pt x="931" y="189340"/>
                  </a:cubicBezTo>
                  <a:cubicBezTo>
                    <a:pt x="-1379" y="184385"/>
                    <a:pt x="1006" y="180380"/>
                    <a:pt x="3762" y="176301"/>
                  </a:cubicBezTo>
                  <a:cubicBezTo>
                    <a:pt x="8475" y="169316"/>
                    <a:pt x="14547" y="163728"/>
                    <a:pt x="21290" y="158904"/>
                  </a:cubicBezTo>
                  <a:cubicBezTo>
                    <a:pt x="24214" y="156818"/>
                    <a:pt x="25462" y="154433"/>
                    <a:pt x="25481" y="151099"/>
                  </a:cubicBezTo>
                  <a:cubicBezTo>
                    <a:pt x="30324" y="150708"/>
                    <a:pt x="34087" y="153949"/>
                    <a:pt x="37980" y="154452"/>
                  </a:cubicBezTo>
                  <a:cubicBezTo>
                    <a:pt x="34198" y="152366"/>
                    <a:pt x="28461" y="152701"/>
                    <a:pt x="24922" y="148454"/>
                  </a:cubicBezTo>
                  <a:cubicBezTo>
                    <a:pt x="24755" y="146350"/>
                    <a:pt x="26431" y="145586"/>
                    <a:pt x="27809" y="144673"/>
                  </a:cubicBezTo>
                  <a:cubicBezTo>
                    <a:pt x="43065" y="134652"/>
                    <a:pt x="56848" y="122731"/>
                    <a:pt x="70409" y="110661"/>
                  </a:cubicBezTo>
                  <a:cubicBezTo>
                    <a:pt x="75475" y="106153"/>
                    <a:pt x="81026" y="101105"/>
                    <a:pt x="82628" y="93711"/>
                  </a:cubicBezTo>
                  <a:cubicBezTo>
                    <a:pt x="82907" y="93450"/>
                    <a:pt x="83205" y="93189"/>
                    <a:pt x="83540" y="93152"/>
                  </a:cubicBezTo>
                  <a:cubicBezTo>
                    <a:pt x="85012" y="92966"/>
                    <a:pt x="85515" y="92351"/>
                    <a:pt x="85198" y="90973"/>
                  </a:cubicBezTo>
                  <a:cubicBezTo>
                    <a:pt x="97753" y="80504"/>
                    <a:pt x="104682" y="66702"/>
                    <a:pt x="108705" y="51186"/>
                  </a:cubicBezTo>
                  <a:cubicBezTo>
                    <a:pt x="108984" y="50106"/>
                    <a:pt x="109040" y="48895"/>
                    <a:pt x="109618" y="47945"/>
                  </a:cubicBezTo>
                  <a:cubicBezTo>
                    <a:pt x="113138" y="42264"/>
                    <a:pt x="114181" y="35819"/>
                    <a:pt x="115429" y="29430"/>
                  </a:cubicBezTo>
                  <a:cubicBezTo>
                    <a:pt x="115746" y="29207"/>
                    <a:pt x="116156" y="28890"/>
                    <a:pt x="116416" y="29020"/>
                  </a:cubicBezTo>
                  <a:cubicBezTo>
                    <a:pt x="123159" y="32168"/>
                    <a:pt x="129809" y="35558"/>
                    <a:pt x="136962" y="36303"/>
                  </a:cubicBezTo>
                  <a:cubicBezTo>
                    <a:pt x="135993" y="34925"/>
                    <a:pt x="133683" y="35651"/>
                    <a:pt x="131895" y="35130"/>
                  </a:cubicBezTo>
                  <a:cubicBezTo>
                    <a:pt x="126009" y="33453"/>
                    <a:pt x="119974" y="32131"/>
                    <a:pt x="116547" y="26245"/>
                  </a:cubicBezTo>
                  <a:cubicBezTo>
                    <a:pt x="121166" y="20210"/>
                    <a:pt x="125134" y="13635"/>
                    <a:pt x="131392" y="8941"/>
                  </a:cubicBezTo>
                  <a:cubicBezTo>
                    <a:pt x="136030" y="5458"/>
                    <a:pt x="140910" y="2738"/>
                    <a:pt x="146852" y="3967"/>
                  </a:cubicBezTo>
                  <a:cubicBezTo>
                    <a:pt x="150615" y="4768"/>
                    <a:pt x="150354" y="1416"/>
                    <a:pt x="151956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DC4E9C69-72D5-F0F6-D9C2-7337F7D1B11F}"/>
                </a:ext>
              </a:extLst>
            </p:cNvPr>
            <p:cNvSpPr/>
            <p:nvPr/>
          </p:nvSpPr>
          <p:spPr>
            <a:xfrm>
              <a:off x="2027145" y="5206918"/>
              <a:ext cx="300690" cy="88824"/>
            </a:xfrm>
            <a:custGeom>
              <a:avLst/>
              <a:gdLst>
                <a:gd name="csX0" fmla="*/ 0 w 300690"/>
                <a:gd name="csY0" fmla="*/ 0 h 88824"/>
                <a:gd name="csX1" fmla="*/ 10897 w 300690"/>
                <a:gd name="csY1" fmla="*/ 3632 h 88824"/>
                <a:gd name="csX2" fmla="*/ 36657 w 300690"/>
                <a:gd name="csY2" fmla="*/ 11120 h 88824"/>
                <a:gd name="csX3" fmla="*/ 60015 w 300690"/>
                <a:gd name="csY3" fmla="*/ 16671 h 88824"/>
                <a:gd name="csX4" fmla="*/ 69403 w 300690"/>
                <a:gd name="csY4" fmla="*/ 9928 h 88824"/>
                <a:gd name="csX5" fmla="*/ 70837 w 300690"/>
                <a:gd name="csY5" fmla="*/ 12480 h 88824"/>
                <a:gd name="csX6" fmla="*/ 71769 w 300690"/>
                <a:gd name="csY6" fmla="*/ 6631 h 88824"/>
                <a:gd name="csX7" fmla="*/ 72700 w 300690"/>
                <a:gd name="csY7" fmla="*/ 11437 h 88824"/>
                <a:gd name="csX8" fmla="*/ 80002 w 300690"/>
                <a:gd name="csY8" fmla="*/ 21141 h 88824"/>
                <a:gd name="csX9" fmla="*/ 115169 w 300690"/>
                <a:gd name="csY9" fmla="*/ 30678 h 88824"/>
                <a:gd name="csX10" fmla="*/ 133032 w 300690"/>
                <a:gd name="csY10" fmla="*/ 36657 h 88824"/>
                <a:gd name="csX11" fmla="*/ 140501 w 300690"/>
                <a:gd name="csY11" fmla="*/ 31758 h 88824"/>
                <a:gd name="csX12" fmla="*/ 141563 w 300690"/>
                <a:gd name="csY12" fmla="*/ 24699 h 88824"/>
                <a:gd name="csX13" fmla="*/ 142792 w 300690"/>
                <a:gd name="csY13" fmla="*/ 31069 h 88824"/>
                <a:gd name="csX14" fmla="*/ 143854 w 300690"/>
                <a:gd name="csY14" fmla="*/ 37011 h 88824"/>
                <a:gd name="csX15" fmla="*/ 147989 w 300690"/>
                <a:gd name="csY15" fmla="*/ 40718 h 88824"/>
                <a:gd name="csX16" fmla="*/ 197256 w 300690"/>
                <a:gd name="csY16" fmla="*/ 49882 h 88824"/>
                <a:gd name="csX17" fmla="*/ 219608 w 300690"/>
                <a:gd name="csY17" fmla="*/ 54520 h 88824"/>
                <a:gd name="csX18" fmla="*/ 236689 w 300690"/>
                <a:gd name="csY18" fmla="*/ 57258 h 88824"/>
                <a:gd name="csX19" fmla="*/ 256303 w 300690"/>
                <a:gd name="csY19" fmla="*/ 58562 h 88824"/>
                <a:gd name="csX20" fmla="*/ 263754 w 300690"/>
                <a:gd name="csY20" fmla="*/ 52415 h 88824"/>
                <a:gd name="csX21" fmla="*/ 265337 w 300690"/>
                <a:gd name="csY21" fmla="*/ 49882 h 88824"/>
                <a:gd name="csX22" fmla="*/ 267106 w 300690"/>
                <a:gd name="csY22" fmla="*/ 52229 h 88824"/>
                <a:gd name="csX23" fmla="*/ 275600 w 300690"/>
                <a:gd name="csY23" fmla="*/ 59754 h 88824"/>
                <a:gd name="csX24" fmla="*/ 293556 w 300690"/>
                <a:gd name="csY24" fmla="*/ 66367 h 88824"/>
                <a:gd name="csX25" fmla="*/ 296592 w 300690"/>
                <a:gd name="csY25" fmla="*/ 72122 h 88824"/>
                <a:gd name="csX26" fmla="*/ 300690 w 300690"/>
                <a:gd name="csY26" fmla="*/ 75550 h 88824"/>
                <a:gd name="csX27" fmla="*/ 265989 w 300690"/>
                <a:gd name="csY27" fmla="*/ 85794 h 88824"/>
                <a:gd name="csX28" fmla="*/ 120570 w 300690"/>
                <a:gd name="csY28" fmla="*/ 72309 h 88824"/>
                <a:gd name="csX29" fmla="*/ 36862 w 300690"/>
                <a:gd name="csY29" fmla="*/ 47274 h 88824"/>
                <a:gd name="csX30" fmla="*/ 23470 w 300690"/>
                <a:gd name="csY30" fmla="*/ 37663 h 88824"/>
                <a:gd name="csX31" fmla="*/ 7227 w 300690"/>
                <a:gd name="csY31" fmla="*/ 21290 h 88824"/>
                <a:gd name="csX32" fmla="*/ 782 w 300690"/>
                <a:gd name="csY32" fmla="*/ 8978 h 88824"/>
                <a:gd name="csX33" fmla="*/ 0 w 300690"/>
                <a:gd name="csY33" fmla="*/ 0 h 88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300690" h="88824">
                  <a:moveTo>
                    <a:pt x="0" y="0"/>
                  </a:moveTo>
                  <a:cubicBezTo>
                    <a:pt x="3129" y="2738"/>
                    <a:pt x="7004" y="2980"/>
                    <a:pt x="10897" y="3632"/>
                  </a:cubicBezTo>
                  <a:cubicBezTo>
                    <a:pt x="19744" y="5104"/>
                    <a:pt x="27754" y="9537"/>
                    <a:pt x="36657" y="11120"/>
                  </a:cubicBezTo>
                  <a:cubicBezTo>
                    <a:pt x="44518" y="12517"/>
                    <a:pt x="52304" y="14566"/>
                    <a:pt x="60015" y="16671"/>
                  </a:cubicBezTo>
                  <a:cubicBezTo>
                    <a:pt x="67354" y="18682"/>
                    <a:pt x="69068" y="17602"/>
                    <a:pt x="69403" y="9928"/>
                  </a:cubicBezTo>
                  <a:cubicBezTo>
                    <a:pt x="71415" y="9965"/>
                    <a:pt x="71023" y="11232"/>
                    <a:pt x="70837" y="12480"/>
                  </a:cubicBezTo>
                  <a:cubicBezTo>
                    <a:pt x="71638" y="10636"/>
                    <a:pt x="69422" y="8214"/>
                    <a:pt x="71769" y="6631"/>
                  </a:cubicBezTo>
                  <a:cubicBezTo>
                    <a:pt x="73147" y="8028"/>
                    <a:pt x="72923" y="9835"/>
                    <a:pt x="72700" y="11437"/>
                  </a:cubicBezTo>
                  <a:cubicBezTo>
                    <a:pt x="71918" y="17192"/>
                    <a:pt x="74283" y="19763"/>
                    <a:pt x="80002" y="21141"/>
                  </a:cubicBezTo>
                  <a:cubicBezTo>
                    <a:pt x="91792" y="23972"/>
                    <a:pt x="103639" y="26468"/>
                    <a:pt x="115169" y="30678"/>
                  </a:cubicBezTo>
                  <a:cubicBezTo>
                    <a:pt x="120962" y="32783"/>
                    <a:pt x="127220" y="34068"/>
                    <a:pt x="133032" y="36657"/>
                  </a:cubicBezTo>
                  <a:cubicBezTo>
                    <a:pt x="137055" y="38445"/>
                    <a:pt x="139756" y="36378"/>
                    <a:pt x="140501" y="31758"/>
                  </a:cubicBezTo>
                  <a:cubicBezTo>
                    <a:pt x="140873" y="29411"/>
                    <a:pt x="139681" y="26822"/>
                    <a:pt x="141563" y="24699"/>
                  </a:cubicBezTo>
                  <a:cubicBezTo>
                    <a:pt x="143556" y="26524"/>
                    <a:pt x="142550" y="28927"/>
                    <a:pt x="142792" y="31069"/>
                  </a:cubicBezTo>
                  <a:cubicBezTo>
                    <a:pt x="143016" y="33081"/>
                    <a:pt x="142308" y="35242"/>
                    <a:pt x="143854" y="37011"/>
                  </a:cubicBezTo>
                  <a:cubicBezTo>
                    <a:pt x="144059" y="39582"/>
                    <a:pt x="145772" y="40103"/>
                    <a:pt x="147989" y="40718"/>
                  </a:cubicBezTo>
                  <a:cubicBezTo>
                    <a:pt x="164175" y="45151"/>
                    <a:pt x="180958" y="46287"/>
                    <a:pt x="197256" y="49882"/>
                  </a:cubicBezTo>
                  <a:cubicBezTo>
                    <a:pt x="204670" y="51521"/>
                    <a:pt x="212549" y="50776"/>
                    <a:pt x="219608" y="54520"/>
                  </a:cubicBezTo>
                  <a:cubicBezTo>
                    <a:pt x="224842" y="57314"/>
                    <a:pt x="230989" y="56495"/>
                    <a:pt x="236689" y="57258"/>
                  </a:cubicBezTo>
                  <a:cubicBezTo>
                    <a:pt x="243134" y="58115"/>
                    <a:pt x="249765" y="57612"/>
                    <a:pt x="256303" y="58562"/>
                  </a:cubicBezTo>
                  <a:cubicBezTo>
                    <a:pt x="260624" y="59195"/>
                    <a:pt x="264406" y="58301"/>
                    <a:pt x="263754" y="52415"/>
                  </a:cubicBezTo>
                  <a:cubicBezTo>
                    <a:pt x="263623" y="51279"/>
                    <a:pt x="263884" y="49957"/>
                    <a:pt x="265337" y="49882"/>
                  </a:cubicBezTo>
                  <a:cubicBezTo>
                    <a:pt x="266808" y="49808"/>
                    <a:pt x="267181" y="51037"/>
                    <a:pt x="267106" y="52229"/>
                  </a:cubicBezTo>
                  <a:cubicBezTo>
                    <a:pt x="266715" y="58394"/>
                    <a:pt x="271242" y="59009"/>
                    <a:pt x="275600" y="59754"/>
                  </a:cubicBezTo>
                  <a:cubicBezTo>
                    <a:pt x="282008" y="60835"/>
                    <a:pt x="288788" y="60723"/>
                    <a:pt x="293556" y="66367"/>
                  </a:cubicBezTo>
                  <a:cubicBezTo>
                    <a:pt x="295028" y="68099"/>
                    <a:pt x="296686" y="69515"/>
                    <a:pt x="296592" y="72122"/>
                  </a:cubicBezTo>
                  <a:cubicBezTo>
                    <a:pt x="296481" y="74805"/>
                    <a:pt x="298269" y="75661"/>
                    <a:pt x="300690" y="75550"/>
                  </a:cubicBezTo>
                  <a:cubicBezTo>
                    <a:pt x="290278" y="82870"/>
                    <a:pt x="277984" y="83932"/>
                    <a:pt x="265989" y="85794"/>
                  </a:cubicBezTo>
                  <a:cubicBezTo>
                    <a:pt x="216405" y="93450"/>
                    <a:pt x="168311" y="85738"/>
                    <a:pt x="120570" y="72309"/>
                  </a:cubicBezTo>
                  <a:cubicBezTo>
                    <a:pt x="92519" y="64429"/>
                    <a:pt x="64802" y="55489"/>
                    <a:pt x="36862" y="47274"/>
                  </a:cubicBezTo>
                  <a:cubicBezTo>
                    <a:pt x="31125" y="45598"/>
                    <a:pt x="26934" y="42376"/>
                    <a:pt x="23470" y="37663"/>
                  </a:cubicBezTo>
                  <a:cubicBezTo>
                    <a:pt x="18869" y="31423"/>
                    <a:pt x="13504" y="25761"/>
                    <a:pt x="7227" y="21290"/>
                  </a:cubicBezTo>
                  <a:cubicBezTo>
                    <a:pt x="2682" y="18049"/>
                    <a:pt x="1006" y="14119"/>
                    <a:pt x="782" y="8978"/>
                  </a:cubicBezTo>
                  <a:cubicBezTo>
                    <a:pt x="577" y="5998"/>
                    <a:pt x="242" y="2999"/>
                    <a:pt x="0" y="0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73342958-8E8A-3DA7-8CD5-D22F1DBD1BFA}"/>
                </a:ext>
              </a:extLst>
            </p:cNvPr>
            <p:cNvSpPr/>
            <p:nvPr/>
          </p:nvSpPr>
          <p:spPr>
            <a:xfrm>
              <a:off x="1787742" y="5125126"/>
              <a:ext cx="127011" cy="147945"/>
            </a:xfrm>
            <a:custGeom>
              <a:avLst/>
              <a:gdLst>
                <a:gd name="csX0" fmla="*/ 89458 w 127011"/>
                <a:gd name="csY0" fmla="*/ 4808 h 147945"/>
                <a:gd name="csX1" fmla="*/ 117416 w 127011"/>
                <a:gd name="csY1" fmla="*/ 9092 h 147945"/>
                <a:gd name="csX2" fmla="*/ 126972 w 127011"/>
                <a:gd name="csY2" fmla="*/ 31649 h 147945"/>
                <a:gd name="csX3" fmla="*/ 119689 w 127011"/>
                <a:gd name="csY3" fmla="*/ 87957 h 147945"/>
                <a:gd name="csX4" fmla="*/ 87502 w 127011"/>
                <a:gd name="csY4" fmla="*/ 128060 h 147945"/>
                <a:gd name="csX5" fmla="*/ 43562 w 127011"/>
                <a:gd name="csY5" fmla="*/ 147674 h 147945"/>
                <a:gd name="csX6" fmla="*/ 18770 w 127011"/>
                <a:gd name="csY6" fmla="*/ 139199 h 147945"/>
                <a:gd name="csX7" fmla="*/ 31 w 127011"/>
                <a:gd name="csY7" fmla="*/ 99692 h 147945"/>
                <a:gd name="csX8" fmla="*/ 9959 w 127011"/>
                <a:gd name="csY8" fmla="*/ 50108 h 147945"/>
                <a:gd name="csX9" fmla="*/ 23985 w 127011"/>
                <a:gd name="csY9" fmla="*/ 36604 h 147945"/>
                <a:gd name="csX10" fmla="*/ 33708 w 127011"/>
                <a:gd name="csY10" fmla="*/ 28240 h 147945"/>
                <a:gd name="csX11" fmla="*/ 48684 w 127011"/>
                <a:gd name="csY11" fmla="*/ 2424 h 147945"/>
                <a:gd name="csX12" fmla="*/ 55762 w 127011"/>
                <a:gd name="csY12" fmla="*/ 170 h 147945"/>
                <a:gd name="csX13" fmla="*/ 81299 w 127011"/>
                <a:gd name="csY13" fmla="*/ 6503 h 147945"/>
                <a:gd name="csX14" fmla="*/ 89458 w 127011"/>
                <a:gd name="csY14" fmla="*/ 4808 h 147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011" h="147945">
                  <a:moveTo>
                    <a:pt x="89458" y="4808"/>
                  </a:moveTo>
                  <a:cubicBezTo>
                    <a:pt x="99088" y="4305"/>
                    <a:pt x="109239" y="2610"/>
                    <a:pt x="117416" y="9092"/>
                  </a:cubicBezTo>
                  <a:cubicBezTo>
                    <a:pt x="124364" y="14587"/>
                    <a:pt x="127400" y="22708"/>
                    <a:pt x="126972" y="31649"/>
                  </a:cubicBezTo>
                  <a:cubicBezTo>
                    <a:pt x="126096" y="50611"/>
                    <a:pt x="124811" y="69722"/>
                    <a:pt x="119689" y="87957"/>
                  </a:cubicBezTo>
                  <a:cubicBezTo>
                    <a:pt x="114790" y="105392"/>
                    <a:pt x="102515" y="118319"/>
                    <a:pt x="87502" y="128060"/>
                  </a:cubicBezTo>
                  <a:cubicBezTo>
                    <a:pt x="73960" y="136871"/>
                    <a:pt x="60102" y="145234"/>
                    <a:pt x="43562" y="147674"/>
                  </a:cubicBezTo>
                  <a:cubicBezTo>
                    <a:pt x="33634" y="149146"/>
                    <a:pt x="26313" y="144396"/>
                    <a:pt x="18770" y="139199"/>
                  </a:cubicBezTo>
                  <a:cubicBezTo>
                    <a:pt x="4837" y="129569"/>
                    <a:pt x="217" y="115767"/>
                    <a:pt x="31" y="99692"/>
                  </a:cubicBezTo>
                  <a:cubicBezTo>
                    <a:pt x="-174" y="82444"/>
                    <a:pt x="366" y="65401"/>
                    <a:pt x="9959" y="50108"/>
                  </a:cubicBezTo>
                  <a:cubicBezTo>
                    <a:pt x="13517" y="44427"/>
                    <a:pt x="17969" y="39658"/>
                    <a:pt x="23985" y="36604"/>
                  </a:cubicBezTo>
                  <a:cubicBezTo>
                    <a:pt x="27953" y="34592"/>
                    <a:pt x="31436" y="31910"/>
                    <a:pt x="33708" y="28240"/>
                  </a:cubicBezTo>
                  <a:cubicBezTo>
                    <a:pt x="38942" y="19784"/>
                    <a:pt x="43729" y="11048"/>
                    <a:pt x="48684" y="2424"/>
                  </a:cubicBezTo>
                  <a:cubicBezTo>
                    <a:pt x="50454" y="-165"/>
                    <a:pt x="53117" y="-203"/>
                    <a:pt x="55762" y="170"/>
                  </a:cubicBezTo>
                  <a:cubicBezTo>
                    <a:pt x="64479" y="1418"/>
                    <a:pt x="73308" y="2461"/>
                    <a:pt x="81299" y="6503"/>
                  </a:cubicBezTo>
                  <a:cubicBezTo>
                    <a:pt x="84764" y="8254"/>
                    <a:pt x="86980" y="6447"/>
                    <a:pt x="89458" y="4808"/>
                  </a:cubicBezTo>
                  <a:close/>
                </a:path>
              </a:pathLst>
            </a:custGeom>
            <a:solidFill>
              <a:srgbClr val="81B7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CF05A3E7-A3CB-EE36-7EE7-B5F77B676E9C}"/>
                </a:ext>
              </a:extLst>
            </p:cNvPr>
            <p:cNvSpPr/>
            <p:nvPr/>
          </p:nvSpPr>
          <p:spPr>
            <a:xfrm>
              <a:off x="1881231" y="5037126"/>
              <a:ext cx="121922" cy="89318"/>
            </a:xfrm>
            <a:custGeom>
              <a:avLst/>
              <a:gdLst>
                <a:gd name="csX0" fmla="*/ 5357 w 121922"/>
                <a:gd name="csY0" fmla="*/ 88431 h 89318"/>
                <a:gd name="csX1" fmla="*/ 1222 w 121922"/>
                <a:gd name="csY1" fmla="*/ 81296 h 89318"/>
                <a:gd name="csX2" fmla="*/ 6828 w 121922"/>
                <a:gd name="csY2" fmla="*/ 75094 h 89318"/>
                <a:gd name="csX3" fmla="*/ 11857 w 121922"/>
                <a:gd name="csY3" fmla="*/ 68016 h 89318"/>
                <a:gd name="csX4" fmla="*/ 16197 w 121922"/>
                <a:gd name="csY4" fmla="*/ 54027 h 89318"/>
                <a:gd name="csX5" fmla="*/ 27206 w 121922"/>
                <a:gd name="csY5" fmla="*/ 27764 h 89318"/>
                <a:gd name="csX6" fmla="*/ 78653 w 121922"/>
                <a:gd name="csY6" fmla="*/ 252 h 89318"/>
                <a:gd name="csX7" fmla="*/ 104953 w 121922"/>
                <a:gd name="csY7" fmla="*/ 2264 h 89318"/>
                <a:gd name="csX8" fmla="*/ 120004 w 121922"/>
                <a:gd name="csY8" fmla="*/ 33277 h 89318"/>
                <a:gd name="csX9" fmla="*/ 116334 w 121922"/>
                <a:gd name="csY9" fmla="*/ 43950 h 89318"/>
                <a:gd name="csX10" fmla="*/ 82397 w 121922"/>
                <a:gd name="csY10" fmla="*/ 83830 h 89318"/>
                <a:gd name="csX11" fmla="*/ 44082 w 121922"/>
                <a:gd name="csY11" fmla="*/ 86437 h 89318"/>
                <a:gd name="csX12" fmla="*/ 29944 w 121922"/>
                <a:gd name="csY12" fmla="*/ 82619 h 89318"/>
                <a:gd name="csX13" fmla="*/ 5357 w 121922"/>
                <a:gd name="csY13" fmla="*/ 88431 h 89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1922" h="89318">
                  <a:moveTo>
                    <a:pt x="5357" y="88431"/>
                  </a:moveTo>
                  <a:cubicBezTo>
                    <a:pt x="-306" y="87760"/>
                    <a:pt x="-1107" y="86382"/>
                    <a:pt x="1222" y="81296"/>
                  </a:cubicBezTo>
                  <a:cubicBezTo>
                    <a:pt x="2432" y="78633"/>
                    <a:pt x="4425" y="76565"/>
                    <a:pt x="6828" y="75094"/>
                  </a:cubicBezTo>
                  <a:cubicBezTo>
                    <a:pt x="9604" y="73399"/>
                    <a:pt x="11317" y="71201"/>
                    <a:pt x="11857" y="68016"/>
                  </a:cubicBezTo>
                  <a:cubicBezTo>
                    <a:pt x="15601" y="64067"/>
                    <a:pt x="16980" y="59336"/>
                    <a:pt x="16197" y="54027"/>
                  </a:cubicBezTo>
                  <a:cubicBezTo>
                    <a:pt x="14577" y="43037"/>
                    <a:pt x="19327" y="34506"/>
                    <a:pt x="27206" y="27764"/>
                  </a:cubicBezTo>
                  <a:cubicBezTo>
                    <a:pt x="42275" y="14837"/>
                    <a:pt x="58685" y="4126"/>
                    <a:pt x="78653" y="252"/>
                  </a:cubicBezTo>
                  <a:cubicBezTo>
                    <a:pt x="87500" y="-251"/>
                    <a:pt x="96255" y="-195"/>
                    <a:pt x="104953" y="2264"/>
                  </a:cubicBezTo>
                  <a:cubicBezTo>
                    <a:pt x="118551" y="6119"/>
                    <a:pt x="125573" y="20331"/>
                    <a:pt x="120004" y="33277"/>
                  </a:cubicBezTo>
                  <a:cubicBezTo>
                    <a:pt x="118514" y="36723"/>
                    <a:pt x="117396" y="40337"/>
                    <a:pt x="116334" y="43950"/>
                  </a:cubicBezTo>
                  <a:cubicBezTo>
                    <a:pt x="110989" y="62335"/>
                    <a:pt x="97950" y="74479"/>
                    <a:pt x="82397" y="83830"/>
                  </a:cubicBezTo>
                  <a:cubicBezTo>
                    <a:pt x="70513" y="90945"/>
                    <a:pt x="57195" y="90386"/>
                    <a:pt x="44082" y="86437"/>
                  </a:cubicBezTo>
                  <a:cubicBezTo>
                    <a:pt x="39406" y="85040"/>
                    <a:pt x="34787" y="83532"/>
                    <a:pt x="29944" y="82619"/>
                  </a:cubicBezTo>
                  <a:cubicBezTo>
                    <a:pt x="20780" y="80943"/>
                    <a:pt x="12994" y="84221"/>
                    <a:pt x="5357" y="88431"/>
                  </a:cubicBezTo>
                  <a:close/>
                </a:path>
              </a:pathLst>
            </a:custGeom>
            <a:solidFill>
              <a:srgbClr val="84BB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50024D66-1237-CBD4-D4F7-7606FA28731E}"/>
                </a:ext>
              </a:extLst>
            </p:cNvPr>
            <p:cNvSpPr/>
            <p:nvPr/>
          </p:nvSpPr>
          <p:spPr>
            <a:xfrm>
              <a:off x="1957297" y="4812061"/>
              <a:ext cx="151804" cy="223362"/>
            </a:xfrm>
            <a:custGeom>
              <a:avLst/>
              <a:gdLst>
                <a:gd name="csX0" fmla="*/ 151805 w 151804"/>
                <a:gd name="csY0" fmla="*/ 1388 h 223362"/>
                <a:gd name="csX1" fmla="*/ 139828 w 151804"/>
                <a:gd name="csY1" fmla="*/ 3865 h 223362"/>
                <a:gd name="csX2" fmla="*/ 138021 w 151804"/>
                <a:gd name="csY2" fmla="*/ 5728 h 223362"/>
                <a:gd name="csX3" fmla="*/ 122617 w 151804"/>
                <a:gd name="csY3" fmla="*/ 24410 h 223362"/>
                <a:gd name="csX4" fmla="*/ 70387 w 151804"/>
                <a:gd name="csY4" fmla="*/ 72877 h 223362"/>
                <a:gd name="csX5" fmla="*/ 50289 w 151804"/>
                <a:gd name="csY5" fmla="*/ 90814 h 223362"/>
                <a:gd name="csX6" fmla="*/ 36338 w 151804"/>
                <a:gd name="csY6" fmla="*/ 108994 h 223362"/>
                <a:gd name="csX7" fmla="*/ 34848 w 151804"/>
                <a:gd name="csY7" fmla="*/ 117413 h 223362"/>
                <a:gd name="csX8" fmla="*/ 33786 w 151804"/>
                <a:gd name="csY8" fmla="*/ 121343 h 223362"/>
                <a:gd name="csX9" fmla="*/ 22834 w 151804"/>
                <a:gd name="csY9" fmla="*/ 145222 h 223362"/>
                <a:gd name="csX10" fmla="*/ 21474 w 151804"/>
                <a:gd name="csY10" fmla="*/ 152319 h 223362"/>
                <a:gd name="csX11" fmla="*/ 30620 w 151804"/>
                <a:gd name="csY11" fmla="*/ 179440 h 223362"/>
                <a:gd name="csX12" fmla="*/ 50997 w 151804"/>
                <a:gd name="csY12" fmla="*/ 189908 h 223362"/>
                <a:gd name="csX13" fmla="*/ 61465 w 151804"/>
                <a:gd name="csY13" fmla="*/ 190299 h 223362"/>
                <a:gd name="csX14" fmla="*/ 26652 w 151804"/>
                <a:gd name="csY14" fmla="*/ 221759 h 223362"/>
                <a:gd name="csX15" fmla="*/ 22834 w 151804"/>
                <a:gd name="csY15" fmla="*/ 223324 h 223362"/>
                <a:gd name="csX16" fmla="*/ 4412 w 151804"/>
                <a:gd name="csY16" fmla="*/ 222653 h 223362"/>
                <a:gd name="csX17" fmla="*/ 12757 w 151804"/>
                <a:gd name="csY17" fmla="*/ 208590 h 223362"/>
                <a:gd name="csX18" fmla="*/ 14135 w 151804"/>
                <a:gd name="csY18" fmla="*/ 169512 h 223362"/>
                <a:gd name="csX19" fmla="*/ 4859 w 151804"/>
                <a:gd name="csY19" fmla="*/ 154685 h 223362"/>
                <a:gd name="csX20" fmla="*/ 1860 w 151804"/>
                <a:gd name="csY20" fmla="*/ 127602 h 223362"/>
                <a:gd name="csX21" fmla="*/ 11360 w 151804"/>
                <a:gd name="csY21" fmla="*/ 95769 h 223362"/>
                <a:gd name="csX22" fmla="*/ 33283 w 151804"/>
                <a:gd name="csY22" fmla="*/ 62017 h 223362"/>
                <a:gd name="csX23" fmla="*/ 96297 w 151804"/>
                <a:gd name="csY23" fmla="*/ 11576 h 223362"/>
                <a:gd name="csX24" fmla="*/ 145229 w 151804"/>
                <a:gd name="csY24" fmla="*/ 84 h 223362"/>
                <a:gd name="csX25" fmla="*/ 151805 w 151804"/>
                <a:gd name="csY25" fmla="*/ 1388 h 223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1804" h="223362">
                  <a:moveTo>
                    <a:pt x="151805" y="1388"/>
                  </a:moveTo>
                  <a:cubicBezTo>
                    <a:pt x="147483" y="624"/>
                    <a:pt x="143963" y="3735"/>
                    <a:pt x="139828" y="3865"/>
                  </a:cubicBezTo>
                  <a:cubicBezTo>
                    <a:pt x="138747" y="3902"/>
                    <a:pt x="138226" y="4759"/>
                    <a:pt x="138021" y="5728"/>
                  </a:cubicBezTo>
                  <a:cubicBezTo>
                    <a:pt x="136158" y="14650"/>
                    <a:pt x="128130" y="18524"/>
                    <a:pt x="122617" y="24410"/>
                  </a:cubicBezTo>
                  <a:cubicBezTo>
                    <a:pt x="106356" y="41789"/>
                    <a:pt x="86630" y="55423"/>
                    <a:pt x="70387" y="72877"/>
                  </a:cubicBezTo>
                  <a:cubicBezTo>
                    <a:pt x="64297" y="79415"/>
                    <a:pt x="57200" y="85077"/>
                    <a:pt x="50289" y="90814"/>
                  </a:cubicBezTo>
                  <a:cubicBezTo>
                    <a:pt x="44217" y="95862"/>
                    <a:pt x="40603" y="102661"/>
                    <a:pt x="36338" y="108994"/>
                  </a:cubicBezTo>
                  <a:cubicBezTo>
                    <a:pt x="34680" y="111452"/>
                    <a:pt x="33209" y="114153"/>
                    <a:pt x="34848" y="117413"/>
                  </a:cubicBezTo>
                  <a:cubicBezTo>
                    <a:pt x="35537" y="118773"/>
                    <a:pt x="35425" y="120337"/>
                    <a:pt x="33786" y="121343"/>
                  </a:cubicBezTo>
                  <a:cubicBezTo>
                    <a:pt x="24734" y="126801"/>
                    <a:pt x="23709" y="136021"/>
                    <a:pt x="22834" y="145222"/>
                  </a:cubicBezTo>
                  <a:cubicBezTo>
                    <a:pt x="22591" y="147663"/>
                    <a:pt x="22405" y="149972"/>
                    <a:pt x="21474" y="152319"/>
                  </a:cubicBezTo>
                  <a:cubicBezTo>
                    <a:pt x="17879" y="161521"/>
                    <a:pt x="22144" y="174485"/>
                    <a:pt x="30620" y="179440"/>
                  </a:cubicBezTo>
                  <a:cubicBezTo>
                    <a:pt x="37213" y="183295"/>
                    <a:pt x="43956" y="187002"/>
                    <a:pt x="50997" y="189908"/>
                  </a:cubicBezTo>
                  <a:cubicBezTo>
                    <a:pt x="54015" y="191156"/>
                    <a:pt x="57945" y="190243"/>
                    <a:pt x="61465" y="190299"/>
                  </a:cubicBezTo>
                  <a:cubicBezTo>
                    <a:pt x="47495" y="198159"/>
                    <a:pt x="35593" y="208330"/>
                    <a:pt x="26652" y="221759"/>
                  </a:cubicBezTo>
                  <a:cubicBezTo>
                    <a:pt x="25665" y="223231"/>
                    <a:pt x="24547" y="223473"/>
                    <a:pt x="22834" y="223324"/>
                  </a:cubicBezTo>
                  <a:cubicBezTo>
                    <a:pt x="16892" y="222821"/>
                    <a:pt x="11024" y="221499"/>
                    <a:pt x="4412" y="222653"/>
                  </a:cubicBezTo>
                  <a:cubicBezTo>
                    <a:pt x="6666" y="217047"/>
                    <a:pt x="9758" y="212837"/>
                    <a:pt x="12757" y="208590"/>
                  </a:cubicBezTo>
                  <a:cubicBezTo>
                    <a:pt x="21753" y="195831"/>
                    <a:pt x="24007" y="182997"/>
                    <a:pt x="14135" y="169512"/>
                  </a:cubicBezTo>
                  <a:cubicBezTo>
                    <a:pt x="10708" y="164818"/>
                    <a:pt x="8063" y="159565"/>
                    <a:pt x="4859" y="154685"/>
                  </a:cubicBezTo>
                  <a:cubicBezTo>
                    <a:pt x="-766" y="146135"/>
                    <a:pt x="-1139" y="136803"/>
                    <a:pt x="1860" y="127602"/>
                  </a:cubicBezTo>
                  <a:cubicBezTo>
                    <a:pt x="5306" y="117059"/>
                    <a:pt x="8286" y="106405"/>
                    <a:pt x="11360" y="95769"/>
                  </a:cubicBezTo>
                  <a:cubicBezTo>
                    <a:pt x="15253" y="82283"/>
                    <a:pt x="23970" y="71629"/>
                    <a:pt x="33283" y="62017"/>
                  </a:cubicBezTo>
                  <a:cubicBezTo>
                    <a:pt x="52096" y="42590"/>
                    <a:pt x="71635" y="23423"/>
                    <a:pt x="96297" y="11576"/>
                  </a:cubicBezTo>
                  <a:cubicBezTo>
                    <a:pt x="111422" y="4312"/>
                    <a:pt x="127851" y="-717"/>
                    <a:pt x="145229" y="84"/>
                  </a:cubicBezTo>
                  <a:cubicBezTo>
                    <a:pt x="147465" y="214"/>
                    <a:pt x="149812" y="-28"/>
                    <a:pt x="151805" y="138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DEE71A3-6662-7358-AF16-FBAD2E60150B}"/>
                </a:ext>
              </a:extLst>
            </p:cNvPr>
            <p:cNvSpPr/>
            <p:nvPr/>
          </p:nvSpPr>
          <p:spPr>
            <a:xfrm>
              <a:off x="1546979" y="5227735"/>
              <a:ext cx="188472" cy="234314"/>
            </a:xfrm>
            <a:custGeom>
              <a:avLst/>
              <a:gdLst>
                <a:gd name="csX0" fmla="*/ 157683 w 188472"/>
                <a:gd name="csY0" fmla="*/ 436 h 234314"/>
                <a:gd name="csX1" fmla="*/ 166381 w 188472"/>
                <a:gd name="csY1" fmla="*/ 511 h 234314"/>
                <a:gd name="csX2" fmla="*/ 177520 w 188472"/>
                <a:gd name="csY2" fmla="*/ 7012 h 234314"/>
                <a:gd name="csX3" fmla="*/ 179476 w 188472"/>
                <a:gd name="csY3" fmla="*/ 49760 h 234314"/>
                <a:gd name="csX4" fmla="*/ 157720 w 188472"/>
                <a:gd name="csY4" fmla="*/ 72670 h 234314"/>
                <a:gd name="csX5" fmla="*/ 126241 w 188472"/>
                <a:gd name="csY5" fmla="*/ 110985 h 234314"/>
                <a:gd name="csX6" fmla="*/ 102641 w 188472"/>
                <a:gd name="csY6" fmla="*/ 141198 h 234314"/>
                <a:gd name="csX7" fmla="*/ 93178 w 188472"/>
                <a:gd name="csY7" fmla="*/ 155205 h 234314"/>
                <a:gd name="csX8" fmla="*/ 66412 w 188472"/>
                <a:gd name="csY8" fmla="*/ 191508 h 234314"/>
                <a:gd name="csX9" fmla="*/ 64829 w 188472"/>
                <a:gd name="csY9" fmla="*/ 195159 h 234314"/>
                <a:gd name="csX10" fmla="*/ 54230 w 188472"/>
                <a:gd name="csY10" fmla="*/ 211700 h 234314"/>
                <a:gd name="csX11" fmla="*/ 32102 w 188472"/>
                <a:gd name="csY11" fmla="*/ 232114 h 234314"/>
                <a:gd name="csX12" fmla="*/ 27 w 188472"/>
                <a:gd name="csY12" fmla="*/ 211774 h 234314"/>
                <a:gd name="csX13" fmla="*/ 14499 w 188472"/>
                <a:gd name="csY13" fmla="*/ 163215 h 234314"/>
                <a:gd name="csX14" fmla="*/ 15449 w 188472"/>
                <a:gd name="csY14" fmla="*/ 161799 h 234314"/>
                <a:gd name="csX15" fmla="*/ 33834 w 188472"/>
                <a:gd name="csY15" fmla="*/ 133393 h 234314"/>
                <a:gd name="csX16" fmla="*/ 61811 w 188472"/>
                <a:gd name="csY16" fmla="*/ 93085 h 234314"/>
                <a:gd name="csX17" fmla="*/ 120299 w 188472"/>
                <a:gd name="csY17" fmla="*/ 25266 h 234314"/>
                <a:gd name="csX18" fmla="*/ 143415 w 188472"/>
                <a:gd name="csY18" fmla="*/ 4050 h 234314"/>
                <a:gd name="csX19" fmla="*/ 157683 w 188472"/>
                <a:gd name="csY19" fmla="*/ 436 h 234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8472" h="234314">
                  <a:moveTo>
                    <a:pt x="157683" y="436"/>
                  </a:moveTo>
                  <a:cubicBezTo>
                    <a:pt x="160588" y="455"/>
                    <a:pt x="163475" y="492"/>
                    <a:pt x="166381" y="511"/>
                  </a:cubicBezTo>
                  <a:cubicBezTo>
                    <a:pt x="170293" y="2318"/>
                    <a:pt x="174204" y="4180"/>
                    <a:pt x="177520" y="7012"/>
                  </a:cubicBezTo>
                  <a:cubicBezTo>
                    <a:pt x="191322" y="18765"/>
                    <a:pt x="192198" y="36125"/>
                    <a:pt x="179476" y="49760"/>
                  </a:cubicBezTo>
                  <a:cubicBezTo>
                    <a:pt x="172286" y="57453"/>
                    <a:pt x="164556" y="64624"/>
                    <a:pt x="157720" y="72670"/>
                  </a:cubicBezTo>
                  <a:cubicBezTo>
                    <a:pt x="147028" y="85281"/>
                    <a:pt x="135927" y="97500"/>
                    <a:pt x="126241" y="110985"/>
                  </a:cubicBezTo>
                  <a:cubicBezTo>
                    <a:pt x="118790" y="121342"/>
                    <a:pt x="110166" y="130841"/>
                    <a:pt x="102641" y="141198"/>
                  </a:cubicBezTo>
                  <a:cubicBezTo>
                    <a:pt x="99307" y="145780"/>
                    <a:pt x="96326" y="150548"/>
                    <a:pt x="93178" y="155205"/>
                  </a:cubicBezTo>
                  <a:cubicBezTo>
                    <a:pt x="84741" y="167666"/>
                    <a:pt x="74626" y="178898"/>
                    <a:pt x="66412" y="191508"/>
                  </a:cubicBezTo>
                  <a:cubicBezTo>
                    <a:pt x="65611" y="192607"/>
                    <a:pt x="65034" y="193781"/>
                    <a:pt x="64829" y="195159"/>
                  </a:cubicBezTo>
                  <a:cubicBezTo>
                    <a:pt x="62742" y="201604"/>
                    <a:pt x="58235" y="206596"/>
                    <a:pt x="54230" y="211700"/>
                  </a:cubicBezTo>
                  <a:cubicBezTo>
                    <a:pt x="48027" y="219635"/>
                    <a:pt x="42086" y="227942"/>
                    <a:pt x="32102" y="232114"/>
                  </a:cubicBezTo>
                  <a:cubicBezTo>
                    <a:pt x="16828" y="238503"/>
                    <a:pt x="567" y="230755"/>
                    <a:pt x="27" y="211774"/>
                  </a:cubicBezTo>
                  <a:cubicBezTo>
                    <a:pt x="-458" y="194153"/>
                    <a:pt x="5745" y="178228"/>
                    <a:pt x="14499" y="163215"/>
                  </a:cubicBezTo>
                  <a:cubicBezTo>
                    <a:pt x="14760" y="162712"/>
                    <a:pt x="15095" y="162246"/>
                    <a:pt x="15449" y="161799"/>
                  </a:cubicBezTo>
                  <a:cubicBezTo>
                    <a:pt x="21894" y="152541"/>
                    <a:pt x="27594" y="142800"/>
                    <a:pt x="33834" y="133393"/>
                  </a:cubicBezTo>
                  <a:cubicBezTo>
                    <a:pt x="42886" y="119759"/>
                    <a:pt x="52461" y="106496"/>
                    <a:pt x="61811" y="93085"/>
                  </a:cubicBezTo>
                  <a:cubicBezTo>
                    <a:pt x="78985" y="68442"/>
                    <a:pt x="100052" y="47226"/>
                    <a:pt x="120299" y="25266"/>
                  </a:cubicBezTo>
                  <a:cubicBezTo>
                    <a:pt x="127396" y="17573"/>
                    <a:pt x="134083" y="9414"/>
                    <a:pt x="143415" y="4050"/>
                  </a:cubicBezTo>
                  <a:cubicBezTo>
                    <a:pt x="147959" y="1479"/>
                    <a:pt x="152244" y="-1035"/>
                    <a:pt x="157683" y="436"/>
                  </a:cubicBezTo>
                  <a:close/>
                </a:path>
              </a:pathLst>
            </a:custGeom>
            <a:solidFill>
              <a:srgbClr val="8C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2E4868A8-727A-593B-FCB6-30035BCEFC02}"/>
                </a:ext>
              </a:extLst>
            </p:cNvPr>
            <p:cNvSpPr/>
            <p:nvPr/>
          </p:nvSpPr>
          <p:spPr>
            <a:xfrm>
              <a:off x="2021892" y="4839489"/>
              <a:ext cx="136818" cy="168384"/>
            </a:xfrm>
            <a:custGeom>
              <a:avLst/>
              <a:gdLst>
                <a:gd name="csX0" fmla="*/ 0 w 136818"/>
                <a:gd name="csY0" fmla="*/ 161567 h 168384"/>
                <a:gd name="csX1" fmla="*/ 30585 w 136818"/>
                <a:gd name="csY1" fmla="*/ 142233 h 168384"/>
                <a:gd name="csX2" fmla="*/ 63349 w 136818"/>
                <a:gd name="csY2" fmla="*/ 115522 h 168384"/>
                <a:gd name="csX3" fmla="*/ 84099 w 136818"/>
                <a:gd name="csY3" fmla="*/ 83615 h 168384"/>
                <a:gd name="csX4" fmla="*/ 93022 w 136818"/>
                <a:gd name="csY4" fmla="*/ 68788 h 168384"/>
                <a:gd name="csX5" fmla="*/ 104272 w 136818"/>
                <a:gd name="csY5" fmla="*/ 44443 h 168384"/>
                <a:gd name="csX6" fmla="*/ 102149 w 136818"/>
                <a:gd name="csY6" fmla="*/ 36564 h 168384"/>
                <a:gd name="csX7" fmla="*/ 98591 w 136818"/>
                <a:gd name="csY7" fmla="*/ 32597 h 168384"/>
                <a:gd name="csX8" fmla="*/ 99746 w 136818"/>
                <a:gd name="csY8" fmla="*/ 32112 h 168384"/>
                <a:gd name="csX9" fmla="*/ 110568 w 136818"/>
                <a:gd name="csY9" fmla="*/ 28182 h 168384"/>
                <a:gd name="csX10" fmla="*/ 117776 w 136818"/>
                <a:gd name="csY10" fmla="*/ 13057 h 168384"/>
                <a:gd name="csX11" fmla="*/ 119173 w 136818"/>
                <a:gd name="csY11" fmla="*/ 10692 h 168384"/>
                <a:gd name="csX12" fmla="*/ 123215 w 136818"/>
                <a:gd name="csY12" fmla="*/ 0 h 168384"/>
                <a:gd name="csX13" fmla="*/ 136534 w 136818"/>
                <a:gd name="csY13" fmla="*/ 39693 h 168384"/>
                <a:gd name="csX14" fmla="*/ 83746 w 136818"/>
                <a:gd name="csY14" fmla="*/ 142699 h 168384"/>
                <a:gd name="csX15" fmla="*/ 55545 w 136818"/>
                <a:gd name="csY15" fmla="*/ 163263 h 168384"/>
                <a:gd name="csX16" fmla="*/ 24364 w 136818"/>
                <a:gd name="csY16" fmla="*/ 164734 h 168384"/>
                <a:gd name="csX17" fmla="*/ 0 w 136818"/>
                <a:gd name="csY17" fmla="*/ 161567 h 168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6818" h="168384">
                  <a:moveTo>
                    <a:pt x="0" y="161567"/>
                  </a:moveTo>
                  <a:cubicBezTo>
                    <a:pt x="9779" y="154471"/>
                    <a:pt x="19800" y="147840"/>
                    <a:pt x="30585" y="142233"/>
                  </a:cubicBezTo>
                  <a:cubicBezTo>
                    <a:pt x="43251" y="135639"/>
                    <a:pt x="54632" y="126847"/>
                    <a:pt x="63349" y="115522"/>
                  </a:cubicBezTo>
                  <a:cubicBezTo>
                    <a:pt x="71079" y="105501"/>
                    <a:pt x="78996" y="95387"/>
                    <a:pt x="84099" y="83615"/>
                  </a:cubicBezTo>
                  <a:cubicBezTo>
                    <a:pt x="86428" y="78251"/>
                    <a:pt x="90004" y="73650"/>
                    <a:pt x="93022" y="68788"/>
                  </a:cubicBezTo>
                  <a:cubicBezTo>
                    <a:pt x="97827" y="61058"/>
                    <a:pt x="99727" y="52173"/>
                    <a:pt x="104272" y="44443"/>
                  </a:cubicBezTo>
                  <a:cubicBezTo>
                    <a:pt x="106098" y="41314"/>
                    <a:pt x="104719" y="38576"/>
                    <a:pt x="102149" y="36564"/>
                  </a:cubicBezTo>
                  <a:cubicBezTo>
                    <a:pt x="100677" y="35428"/>
                    <a:pt x="99001" y="34646"/>
                    <a:pt x="98591" y="32597"/>
                  </a:cubicBezTo>
                  <a:cubicBezTo>
                    <a:pt x="99113" y="32373"/>
                    <a:pt x="99578" y="32001"/>
                    <a:pt x="99746" y="32112"/>
                  </a:cubicBezTo>
                  <a:cubicBezTo>
                    <a:pt x="105054" y="35391"/>
                    <a:pt x="108072" y="33528"/>
                    <a:pt x="110568" y="28182"/>
                  </a:cubicBezTo>
                  <a:cubicBezTo>
                    <a:pt x="112915" y="23134"/>
                    <a:pt x="114275" y="17565"/>
                    <a:pt x="117776" y="13057"/>
                  </a:cubicBezTo>
                  <a:cubicBezTo>
                    <a:pt x="118335" y="12331"/>
                    <a:pt x="118540" y="10878"/>
                    <a:pt x="119173" y="10692"/>
                  </a:cubicBezTo>
                  <a:cubicBezTo>
                    <a:pt x="125395" y="8885"/>
                    <a:pt x="123495" y="4154"/>
                    <a:pt x="123215" y="0"/>
                  </a:cubicBezTo>
                  <a:cubicBezTo>
                    <a:pt x="135733" y="10524"/>
                    <a:pt x="137688" y="24289"/>
                    <a:pt x="136534" y="39693"/>
                  </a:cubicBezTo>
                  <a:cubicBezTo>
                    <a:pt x="133367" y="81547"/>
                    <a:pt x="114591" y="115280"/>
                    <a:pt x="83746" y="142699"/>
                  </a:cubicBezTo>
                  <a:cubicBezTo>
                    <a:pt x="75084" y="150391"/>
                    <a:pt x="65119" y="156650"/>
                    <a:pt x="55545" y="163263"/>
                  </a:cubicBezTo>
                  <a:cubicBezTo>
                    <a:pt x="45579" y="170136"/>
                    <a:pt x="34627" y="169540"/>
                    <a:pt x="24364" y="164734"/>
                  </a:cubicBezTo>
                  <a:cubicBezTo>
                    <a:pt x="16261" y="160897"/>
                    <a:pt x="8587" y="158904"/>
                    <a:pt x="0" y="161567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30A7D97F-54B3-9FB8-E89E-5C925322A111}"/>
                </a:ext>
              </a:extLst>
            </p:cNvPr>
            <p:cNvSpPr/>
            <p:nvPr/>
          </p:nvSpPr>
          <p:spPr>
            <a:xfrm>
              <a:off x="1921893" y="5215242"/>
              <a:ext cx="152227" cy="170707"/>
            </a:xfrm>
            <a:custGeom>
              <a:avLst/>
              <a:gdLst>
                <a:gd name="csX0" fmla="*/ 131832 w 152227"/>
                <a:gd name="csY0" fmla="*/ 151045 h 170707"/>
                <a:gd name="csX1" fmla="*/ 118737 w 152227"/>
                <a:gd name="csY1" fmla="*/ 160377 h 170707"/>
                <a:gd name="csX2" fmla="*/ 93461 w 152227"/>
                <a:gd name="csY2" fmla="*/ 170231 h 170707"/>
                <a:gd name="csX3" fmla="*/ 84501 w 152227"/>
                <a:gd name="csY3" fmla="*/ 170678 h 170707"/>
                <a:gd name="csX4" fmla="*/ 81223 w 152227"/>
                <a:gd name="csY4" fmla="*/ 166952 h 170707"/>
                <a:gd name="csX5" fmla="*/ 68650 w 152227"/>
                <a:gd name="csY5" fmla="*/ 140186 h 170707"/>
                <a:gd name="csX6" fmla="*/ 49018 w 152227"/>
                <a:gd name="csY6" fmla="*/ 127036 h 170707"/>
                <a:gd name="csX7" fmla="*/ 28715 w 152227"/>
                <a:gd name="csY7" fmla="*/ 103044 h 170707"/>
                <a:gd name="csX8" fmla="*/ 15322 w 152227"/>
                <a:gd name="csY8" fmla="*/ 75198 h 170707"/>
                <a:gd name="csX9" fmla="*/ 3848 w 152227"/>
                <a:gd name="csY9" fmla="*/ 57335 h 170707"/>
                <a:gd name="csX10" fmla="*/ 421 w 152227"/>
                <a:gd name="csY10" fmla="*/ 47891 h 170707"/>
                <a:gd name="csX11" fmla="*/ 8113 w 152227"/>
                <a:gd name="csY11" fmla="*/ 34443 h 170707"/>
                <a:gd name="csX12" fmla="*/ 8318 w 152227"/>
                <a:gd name="csY12" fmla="*/ 19858 h 170707"/>
                <a:gd name="csX13" fmla="*/ 8356 w 152227"/>
                <a:gd name="csY13" fmla="*/ 19914 h 170707"/>
                <a:gd name="csX14" fmla="*/ 10554 w 152227"/>
                <a:gd name="csY14" fmla="*/ 14400 h 170707"/>
                <a:gd name="csX15" fmla="*/ 23909 w 152227"/>
                <a:gd name="csY15" fmla="*/ 2759 h 170707"/>
                <a:gd name="csX16" fmla="*/ 30130 w 152227"/>
                <a:gd name="csY16" fmla="*/ 505 h 170707"/>
                <a:gd name="csX17" fmla="*/ 55649 w 152227"/>
                <a:gd name="csY17" fmla="*/ 5012 h 170707"/>
                <a:gd name="csX18" fmla="*/ 80757 w 152227"/>
                <a:gd name="csY18" fmla="*/ 4565 h 170707"/>
                <a:gd name="csX19" fmla="*/ 84334 w 152227"/>
                <a:gd name="csY19" fmla="*/ 7955 h 170707"/>
                <a:gd name="csX20" fmla="*/ 87612 w 152227"/>
                <a:gd name="csY20" fmla="*/ 27700 h 170707"/>
                <a:gd name="csX21" fmla="*/ 88320 w 152227"/>
                <a:gd name="csY21" fmla="*/ 31518 h 170707"/>
                <a:gd name="csX22" fmla="*/ 102327 w 152227"/>
                <a:gd name="csY22" fmla="*/ 45544 h 170707"/>
                <a:gd name="csX23" fmla="*/ 120879 w 152227"/>
                <a:gd name="csY23" fmla="*/ 85200 h 170707"/>
                <a:gd name="csX24" fmla="*/ 135296 w 152227"/>
                <a:gd name="csY24" fmla="*/ 107869 h 170707"/>
                <a:gd name="csX25" fmla="*/ 145392 w 152227"/>
                <a:gd name="csY25" fmla="*/ 112637 h 170707"/>
                <a:gd name="csX26" fmla="*/ 152228 w 152227"/>
                <a:gd name="csY26" fmla="*/ 119343 h 170707"/>
                <a:gd name="csX27" fmla="*/ 131757 w 152227"/>
                <a:gd name="csY27" fmla="*/ 151064 h 170707"/>
                <a:gd name="csX28" fmla="*/ 133303 w 152227"/>
                <a:gd name="csY28" fmla="*/ 145532 h 170707"/>
                <a:gd name="csX29" fmla="*/ 132279 w 152227"/>
                <a:gd name="csY29" fmla="*/ 127855 h 170707"/>
                <a:gd name="csX30" fmla="*/ 118197 w 152227"/>
                <a:gd name="csY30" fmla="*/ 102169 h 170707"/>
                <a:gd name="csX31" fmla="*/ 89195 w 152227"/>
                <a:gd name="csY31" fmla="*/ 53237 h 170707"/>
                <a:gd name="csX32" fmla="*/ 54773 w 152227"/>
                <a:gd name="csY32" fmla="*/ 18442 h 170707"/>
                <a:gd name="csX33" fmla="*/ 39332 w 152227"/>
                <a:gd name="csY33" fmla="*/ 16561 h 170707"/>
                <a:gd name="csX34" fmla="*/ 25418 w 152227"/>
                <a:gd name="csY34" fmla="*/ 24310 h 170707"/>
                <a:gd name="csX35" fmla="*/ 22102 w 152227"/>
                <a:gd name="csY35" fmla="*/ 49288 h 170707"/>
                <a:gd name="csX36" fmla="*/ 30130 w 152227"/>
                <a:gd name="csY36" fmla="*/ 62234 h 170707"/>
                <a:gd name="csX37" fmla="*/ 49074 w 152227"/>
                <a:gd name="csY37" fmla="*/ 88702 h 170707"/>
                <a:gd name="csX38" fmla="*/ 66806 w 152227"/>
                <a:gd name="csY38" fmla="*/ 108949 h 170707"/>
                <a:gd name="csX39" fmla="*/ 86942 w 152227"/>
                <a:gd name="csY39" fmla="*/ 124353 h 170707"/>
                <a:gd name="csX40" fmla="*/ 87836 w 152227"/>
                <a:gd name="csY40" fmla="*/ 125695 h 170707"/>
                <a:gd name="csX41" fmla="*/ 76641 w 152227"/>
                <a:gd name="csY41" fmla="*/ 133555 h 170707"/>
                <a:gd name="csX42" fmla="*/ 83607 w 152227"/>
                <a:gd name="csY42" fmla="*/ 129029 h 170707"/>
                <a:gd name="csX43" fmla="*/ 88022 w 152227"/>
                <a:gd name="csY43" fmla="*/ 128339 h 170707"/>
                <a:gd name="csX44" fmla="*/ 107599 w 152227"/>
                <a:gd name="csY44" fmla="*/ 152219 h 170707"/>
                <a:gd name="csX45" fmla="*/ 124344 w 152227"/>
                <a:gd name="csY45" fmla="*/ 152312 h 170707"/>
                <a:gd name="csX46" fmla="*/ 131832 w 152227"/>
                <a:gd name="csY46" fmla="*/ 151045 h 17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2227" h="170707">
                  <a:moveTo>
                    <a:pt x="131832" y="151045"/>
                  </a:moveTo>
                  <a:cubicBezTo>
                    <a:pt x="128591" y="155721"/>
                    <a:pt x="123524" y="157993"/>
                    <a:pt x="118737" y="160377"/>
                  </a:cubicBezTo>
                  <a:cubicBezTo>
                    <a:pt x="110635" y="164419"/>
                    <a:pt x="102607" y="168778"/>
                    <a:pt x="93461" y="170231"/>
                  </a:cubicBezTo>
                  <a:cubicBezTo>
                    <a:pt x="90518" y="171143"/>
                    <a:pt x="87482" y="170417"/>
                    <a:pt x="84501" y="170678"/>
                  </a:cubicBezTo>
                  <a:cubicBezTo>
                    <a:pt x="81707" y="170901"/>
                    <a:pt x="80459" y="169504"/>
                    <a:pt x="81223" y="166952"/>
                  </a:cubicBezTo>
                  <a:cubicBezTo>
                    <a:pt x="85042" y="154212"/>
                    <a:pt x="77814" y="146817"/>
                    <a:pt x="68650" y="140186"/>
                  </a:cubicBezTo>
                  <a:cubicBezTo>
                    <a:pt x="62261" y="135548"/>
                    <a:pt x="55183" y="131879"/>
                    <a:pt x="49018" y="127036"/>
                  </a:cubicBezTo>
                  <a:cubicBezTo>
                    <a:pt x="40710" y="120516"/>
                    <a:pt x="34303" y="112097"/>
                    <a:pt x="28715" y="103044"/>
                  </a:cubicBezTo>
                  <a:cubicBezTo>
                    <a:pt x="23257" y="94215"/>
                    <a:pt x="18861" y="84902"/>
                    <a:pt x="15322" y="75198"/>
                  </a:cubicBezTo>
                  <a:cubicBezTo>
                    <a:pt x="12807" y="68324"/>
                    <a:pt x="8970" y="62457"/>
                    <a:pt x="3848" y="57335"/>
                  </a:cubicBezTo>
                  <a:cubicBezTo>
                    <a:pt x="1277" y="54746"/>
                    <a:pt x="-958" y="51952"/>
                    <a:pt x="421" y="47891"/>
                  </a:cubicBezTo>
                  <a:cubicBezTo>
                    <a:pt x="2935" y="43383"/>
                    <a:pt x="4742" y="38466"/>
                    <a:pt x="8113" y="34443"/>
                  </a:cubicBezTo>
                  <a:cubicBezTo>
                    <a:pt x="9697" y="29600"/>
                    <a:pt x="9343" y="24738"/>
                    <a:pt x="8318" y="19858"/>
                  </a:cubicBezTo>
                  <a:lnTo>
                    <a:pt x="8356" y="19914"/>
                  </a:lnTo>
                  <a:cubicBezTo>
                    <a:pt x="7108" y="17287"/>
                    <a:pt x="8374" y="15574"/>
                    <a:pt x="10554" y="14400"/>
                  </a:cubicBezTo>
                  <a:cubicBezTo>
                    <a:pt x="15881" y="11513"/>
                    <a:pt x="20444" y="7825"/>
                    <a:pt x="23909" y="2759"/>
                  </a:cubicBezTo>
                  <a:cubicBezTo>
                    <a:pt x="25287" y="747"/>
                    <a:pt x="27280" y="-855"/>
                    <a:pt x="30130" y="505"/>
                  </a:cubicBezTo>
                  <a:cubicBezTo>
                    <a:pt x="37860" y="6428"/>
                    <a:pt x="46838" y="5217"/>
                    <a:pt x="55649" y="5012"/>
                  </a:cubicBezTo>
                  <a:cubicBezTo>
                    <a:pt x="64012" y="4062"/>
                    <a:pt x="72394" y="4845"/>
                    <a:pt x="80757" y="4565"/>
                  </a:cubicBezTo>
                  <a:cubicBezTo>
                    <a:pt x="83160" y="4491"/>
                    <a:pt x="84371" y="5944"/>
                    <a:pt x="84334" y="7955"/>
                  </a:cubicBezTo>
                  <a:cubicBezTo>
                    <a:pt x="84222" y="14773"/>
                    <a:pt x="86345" y="21162"/>
                    <a:pt x="87612" y="27700"/>
                  </a:cubicBezTo>
                  <a:cubicBezTo>
                    <a:pt x="89251" y="28724"/>
                    <a:pt x="83943" y="30978"/>
                    <a:pt x="88320" y="31518"/>
                  </a:cubicBezTo>
                  <a:cubicBezTo>
                    <a:pt x="95491" y="33698"/>
                    <a:pt x="98714" y="39975"/>
                    <a:pt x="102327" y="45544"/>
                  </a:cubicBezTo>
                  <a:cubicBezTo>
                    <a:pt x="110299" y="57894"/>
                    <a:pt x="115533" y="71528"/>
                    <a:pt x="120879" y="85200"/>
                  </a:cubicBezTo>
                  <a:cubicBezTo>
                    <a:pt x="124120" y="93489"/>
                    <a:pt x="129038" y="101238"/>
                    <a:pt x="135296" y="107869"/>
                  </a:cubicBezTo>
                  <a:cubicBezTo>
                    <a:pt x="138053" y="110793"/>
                    <a:pt x="141965" y="111166"/>
                    <a:pt x="145392" y="112637"/>
                  </a:cubicBezTo>
                  <a:cubicBezTo>
                    <a:pt x="148577" y="113997"/>
                    <a:pt x="151688" y="115319"/>
                    <a:pt x="152228" y="119343"/>
                  </a:cubicBezTo>
                  <a:cubicBezTo>
                    <a:pt x="147143" y="131040"/>
                    <a:pt x="142337" y="142924"/>
                    <a:pt x="131757" y="151064"/>
                  </a:cubicBezTo>
                  <a:cubicBezTo>
                    <a:pt x="130398" y="148698"/>
                    <a:pt x="132316" y="147208"/>
                    <a:pt x="133303" y="145532"/>
                  </a:cubicBezTo>
                  <a:cubicBezTo>
                    <a:pt x="137159" y="138975"/>
                    <a:pt x="136600" y="134021"/>
                    <a:pt x="132279" y="127855"/>
                  </a:cubicBezTo>
                  <a:cubicBezTo>
                    <a:pt x="126635" y="119846"/>
                    <a:pt x="122686" y="110849"/>
                    <a:pt x="118197" y="102169"/>
                  </a:cubicBezTo>
                  <a:cubicBezTo>
                    <a:pt x="109480" y="85275"/>
                    <a:pt x="101638" y="67766"/>
                    <a:pt x="89195" y="53237"/>
                  </a:cubicBezTo>
                  <a:cubicBezTo>
                    <a:pt x="78597" y="40850"/>
                    <a:pt x="68352" y="27942"/>
                    <a:pt x="54773" y="18442"/>
                  </a:cubicBezTo>
                  <a:cubicBezTo>
                    <a:pt x="49949" y="15071"/>
                    <a:pt x="45683" y="13264"/>
                    <a:pt x="39332" y="16561"/>
                  </a:cubicBezTo>
                  <a:cubicBezTo>
                    <a:pt x="34601" y="19020"/>
                    <a:pt x="29720" y="20603"/>
                    <a:pt x="25418" y="24310"/>
                  </a:cubicBezTo>
                  <a:cubicBezTo>
                    <a:pt x="16104" y="32338"/>
                    <a:pt x="18265" y="41353"/>
                    <a:pt x="22102" y="49288"/>
                  </a:cubicBezTo>
                  <a:cubicBezTo>
                    <a:pt x="24300" y="53852"/>
                    <a:pt x="26982" y="58266"/>
                    <a:pt x="30130" y="62234"/>
                  </a:cubicBezTo>
                  <a:cubicBezTo>
                    <a:pt x="36892" y="70746"/>
                    <a:pt x="42517" y="80041"/>
                    <a:pt x="49074" y="88702"/>
                  </a:cubicBezTo>
                  <a:cubicBezTo>
                    <a:pt x="54550" y="95948"/>
                    <a:pt x="60976" y="102150"/>
                    <a:pt x="66806" y="108949"/>
                  </a:cubicBezTo>
                  <a:cubicBezTo>
                    <a:pt x="72357" y="115413"/>
                    <a:pt x="77833" y="122360"/>
                    <a:pt x="86942" y="124353"/>
                  </a:cubicBezTo>
                  <a:cubicBezTo>
                    <a:pt x="87463" y="124465"/>
                    <a:pt x="87724" y="125117"/>
                    <a:pt x="87836" y="125695"/>
                  </a:cubicBezTo>
                  <a:cubicBezTo>
                    <a:pt x="84408" y="128731"/>
                    <a:pt x="80646" y="131301"/>
                    <a:pt x="76641" y="133555"/>
                  </a:cubicBezTo>
                  <a:cubicBezTo>
                    <a:pt x="79156" y="132344"/>
                    <a:pt x="81577" y="131022"/>
                    <a:pt x="83607" y="129029"/>
                  </a:cubicBezTo>
                  <a:cubicBezTo>
                    <a:pt x="84799" y="127874"/>
                    <a:pt x="86308" y="126905"/>
                    <a:pt x="88022" y="128339"/>
                  </a:cubicBezTo>
                  <a:cubicBezTo>
                    <a:pt x="91989" y="138398"/>
                    <a:pt x="99626" y="145513"/>
                    <a:pt x="107599" y="152219"/>
                  </a:cubicBezTo>
                  <a:cubicBezTo>
                    <a:pt x="111845" y="155795"/>
                    <a:pt x="119389" y="155423"/>
                    <a:pt x="124344" y="152312"/>
                  </a:cubicBezTo>
                  <a:cubicBezTo>
                    <a:pt x="126635" y="150934"/>
                    <a:pt x="128833" y="148587"/>
                    <a:pt x="131832" y="151045"/>
                  </a:cubicBezTo>
                  <a:close/>
                </a:path>
              </a:pathLst>
            </a:custGeom>
            <a:solidFill>
              <a:srgbClr val="88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29F2F7E7-F127-A836-4594-9A0D2194C416}"/>
                </a:ext>
              </a:extLst>
            </p:cNvPr>
            <p:cNvSpPr/>
            <p:nvPr/>
          </p:nvSpPr>
          <p:spPr>
            <a:xfrm>
              <a:off x="1536984" y="5229512"/>
              <a:ext cx="114919" cy="158584"/>
            </a:xfrm>
            <a:custGeom>
              <a:avLst/>
              <a:gdLst>
                <a:gd name="csX0" fmla="*/ 0 w 114919"/>
                <a:gd name="csY0" fmla="*/ 107122 h 158584"/>
                <a:gd name="csX1" fmla="*/ 21756 w 114919"/>
                <a:gd name="csY1" fmla="*/ 74805 h 158584"/>
                <a:gd name="csX2" fmla="*/ 40494 w 114919"/>
                <a:gd name="csY2" fmla="*/ 53198 h 158584"/>
                <a:gd name="csX3" fmla="*/ 69142 w 114919"/>
                <a:gd name="csY3" fmla="*/ 21383 h 158584"/>
                <a:gd name="csX4" fmla="*/ 100677 w 114919"/>
                <a:gd name="csY4" fmla="*/ 0 h 158584"/>
                <a:gd name="csX5" fmla="*/ 109748 w 114919"/>
                <a:gd name="csY5" fmla="*/ 8214 h 158584"/>
                <a:gd name="csX6" fmla="*/ 114517 w 114919"/>
                <a:gd name="csY6" fmla="*/ 20303 h 158584"/>
                <a:gd name="csX7" fmla="*/ 111332 w 114919"/>
                <a:gd name="csY7" fmla="*/ 33323 h 158584"/>
                <a:gd name="csX8" fmla="*/ 103676 w 114919"/>
                <a:gd name="csY8" fmla="*/ 31516 h 158584"/>
                <a:gd name="csX9" fmla="*/ 96542 w 114919"/>
                <a:gd name="csY9" fmla="*/ 27884 h 158584"/>
                <a:gd name="csX10" fmla="*/ 111145 w 114919"/>
                <a:gd name="csY10" fmla="*/ 33584 h 158584"/>
                <a:gd name="csX11" fmla="*/ 110531 w 114919"/>
                <a:gd name="csY11" fmla="*/ 36937 h 158584"/>
                <a:gd name="csX12" fmla="*/ 97231 w 114919"/>
                <a:gd name="csY12" fmla="*/ 46678 h 158584"/>
                <a:gd name="csX13" fmla="*/ 76965 w 114919"/>
                <a:gd name="csY13" fmla="*/ 70558 h 158584"/>
                <a:gd name="csX14" fmla="*/ 72700 w 114919"/>
                <a:gd name="csY14" fmla="*/ 81249 h 158584"/>
                <a:gd name="csX15" fmla="*/ 67894 w 114919"/>
                <a:gd name="csY15" fmla="*/ 80765 h 158584"/>
                <a:gd name="csX16" fmla="*/ 45915 w 114919"/>
                <a:gd name="csY16" fmla="*/ 67354 h 158584"/>
                <a:gd name="csX17" fmla="*/ 70353 w 114919"/>
                <a:gd name="csY17" fmla="*/ 82311 h 158584"/>
                <a:gd name="csX18" fmla="*/ 69813 w 114919"/>
                <a:gd name="csY18" fmla="*/ 84379 h 158584"/>
                <a:gd name="csX19" fmla="*/ 52322 w 114919"/>
                <a:gd name="csY19" fmla="*/ 108798 h 158584"/>
                <a:gd name="csX20" fmla="*/ 35167 w 114919"/>
                <a:gd name="csY20" fmla="*/ 135900 h 158584"/>
                <a:gd name="csX21" fmla="*/ 22818 w 114919"/>
                <a:gd name="csY21" fmla="*/ 158420 h 158584"/>
                <a:gd name="csX22" fmla="*/ 11511 w 114919"/>
                <a:gd name="csY22" fmla="*/ 153074 h 158584"/>
                <a:gd name="csX23" fmla="*/ 13355 w 114919"/>
                <a:gd name="csY23" fmla="*/ 141823 h 158584"/>
                <a:gd name="csX24" fmla="*/ 31330 w 114919"/>
                <a:gd name="csY24" fmla="*/ 102428 h 158584"/>
                <a:gd name="csX25" fmla="*/ 25835 w 114919"/>
                <a:gd name="csY25" fmla="*/ 98982 h 158584"/>
                <a:gd name="csX26" fmla="*/ 6203 w 114919"/>
                <a:gd name="csY26" fmla="*/ 108388 h 158584"/>
                <a:gd name="csX27" fmla="*/ 0 w 114919"/>
                <a:gd name="csY27" fmla="*/ 107122 h 15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4919" h="158584">
                  <a:moveTo>
                    <a:pt x="0" y="107122"/>
                  </a:moveTo>
                  <a:cubicBezTo>
                    <a:pt x="5625" y="95257"/>
                    <a:pt x="14473" y="85552"/>
                    <a:pt x="21756" y="74805"/>
                  </a:cubicBezTo>
                  <a:cubicBezTo>
                    <a:pt x="27158" y="66832"/>
                    <a:pt x="33416" y="59605"/>
                    <a:pt x="40494" y="53198"/>
                  </a:cubicBezTo>
                  <a:cubicBezTo>
                    <a:pt x="51149" y="43530"/>
                    <a:pt x="60295" y="32652"/>
                    <a:pt x="69142" y="21383"/>
                  </a:cubicBezTo>
                  <a:cubicBezTo>
                    <a:pt x="77338" y="10971"/>
                    <a:pt x="87322" y="2924"/>
                    <a:pt x="100677" y="0"/>
                  </a:cubicBezTo>
                  <a:cubicBezTo>
                    <a:pt x="102726" y="3800"/>
                    <a:pt x="106470" y="5793"/>
                    <a:pt x="109748" y="8214"/>
                  </a:cubicBezTo>
                  <a:cubicBezTo>
                    <a:pt x="113958" y="11344"/>
                    <a:pt x="115802" y="14864"/>
                    <a:pt x="114517" y="20303"/>
                  </a:cubicBezTo>
                  <a:cubicBezTo>
                    <a:pt x="113492" y="24662"/>
                    <a:pt x="112691" y="29058"/>
                    <a:pt x="111332" y="33323"/>
                  </a:cubicBezTo>
                  <a:cubicBezTo>
                    <a:pt x="108277" y="34962"/>
                    <a:pt x="106097" y="32578"/>
                    <a:pt x="103676" y="31516"/>
                  </a:cubicBezTo>
                  <a:cubicBezTo>
                    <a:pt x="101236" y="30436"/>
                    <a:pt x="99057" y="28797"/>
                    <a:pt x="96542" y="27884"/>
                  </a:cubicBezTo>
                  <a:cubicBezTo>
                    <a:pt x="101571" y="29374"/>
                    <a:pt x="105148" y="34534"/>
                    <a:pt x="111145" y="33584"/>
                  </a:cubicBezTo>
                  <a:cubicBezTo>
                    <a:pt x="113846" y="35242"/>
                    <a:pt x="112244" y="36639"/>
                    <a:pt x="110531" y="36937"/>
                  </a:cubicBezTo>
                  <a:cubicBezTo>
                    <a:pt x="104421" y="38017"/>
                    <a:pt x="100845" y="42525"/>
                    <a:pt x="97231" y="46678"/>
                  </a:cubicBezTo>
                  <a:cubicBezTo>
                    <a:pt x="90395" y="54557"/>
                    <a:pt x="82479" y="61505"/>
                    <a:pt x="76965" y="70558"/>
                  </a:cubicBezTo>
                  <a:cubicBezTo>
                    <a:pt x="74898" y="73948"/>
                    <a:pt x="72923" y="77207"/>
                    <a:pt x="72700" y="81249"/>
                  </a:cubicBezTo>
                  <a:cubicBezTo>
                    <a:pt x="71005" y="82181"/>
                    <a:pt x="69217" y="81529"/>
                    <a:pt x="67894" y="80765"/>
                  </a:cubicBezTo>
                  <a:cubicBezTo>
                    <a:pt x="60444" y="76518"/>
                    <a:pt x="52378" y="73240"/>
                    <a:pt x="45915" y="67354"/>
                  </a:cubicBezTo>
                  <a:cubicBezTo>
                    <a:pt x="52956" y="74134"/>
                    <a:pt x="62194" y="77338"/>
                    <a:pt x="70353" y="82311"/>
                  </a:cubicBezTo>
                  <a:cubicBezTo>
                    <a:pt x="70539" y="83093"/>
                    <a:pt x="70446" y="83932"/>
                    <a:pt x="69813" y="84379"/>
                  </a:cubicBezTo>
                  <a:cubicBezTo>
                    <a:pt x="61207" y="90525"/>
                    <a:pt x="57184" y="99988"/>
                    <a:pt x="52322" y="108798"/>
                  </a:cubicBezTo>
                  <a:cubicBezTo>
                    <a:pt x="47144" y="118186"/>
                    <a:pt x="39973" y="126326"/>
                    <a:pt x="35167" y="135900"/>
                  </a:cubicBezTo>
                  <a:cubicBezTo>
                    <a:pt x="31311" y="143574"/>
                    <a:pt x="25221" y="149982"/>
                    <a:pt x="22818" y="158420"/>
                  </a:cubicBezTo>
                  <a:cubicBezTo>
                    <a:pt x="17751" y="159370"/>
                    <a:pt x="14715" y="156035"/>
                    <a:pt x="11511" y="153074"/>
                  </a:cubicBezTo>
                  <a:cubicBezTo>
                    <a:pt x="8978" y="148808"/>
                    <a:pt x="10580" y="145400"/>
                    <a:pt x="13355" y="141823"/>
                  </a:cubicBezTo>
                  <a:cubicBezTo>
                    <a:pt x="22445" y="130144"/>
                    <a:pt x="29076" y="117255"/>
                    <a:pt x="31330" y="102428"/>
                  </a:cubicBezTo>
                  <a:cubicBezTo>
                    <a:pt x="32112" y="97306"/>
                    <a:pt x="28238" y="98367"/>
                    <a:pt x="25835" y="98982"/>
                  </a:cubicBezTo>
                  <a:cubicBezTo>
                    <a:pt x="18738" y="100863"/>
                    <a:pt x="11940" y="103620"/>
                    <a:pt x="6203" y="108388"/>
                  </a:cubicBezTo>
                  <a:cubicBezTo>
                    <a:pt x="3502" y="110605"/>
                    <a:pt x="1155" y="112039"/>
                    <a:pt x="0" y="107122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5D482605-D170-09A6-E984-1A3ED0A0DF04}"/>
                </a:ext>
              </a:extLst>
            </p:cNvPr>
            <p:cNvSpPr/>
            <p:nvPr/>
          </p:nvSpPr>
          <p:spPr>
            <a:xfrm>
              <a:off x="1613297" y="5220548"/>
              <a:ext cx="140818" cy="210001"/>
            </a:xfrm>
            <a:custGeom>
              <a:avLst/>
              <a:gdLst>
                <a:gd name="csX0" fmla="*/ 104551 w 140818"/>
                <a:gd name="csY0" fmla="*/ 91480 h 210001"/>
                <a:gd name="csX1" fmla="*/ 100994 w 140818"/>
                <a:gd name="csY1" fmla="*/ 107611 h 210001"/>
                <a:gd name="csX2" fmla="*/ 98554 w 140818"/>
                <a:gd name="csY2" fmla="*/ 115602 h 210001"/>
                <a:gd name="csX3" fmla="*/ 81864 w 140818"/>
                <a:gd name="csY3" fmla="*/ 148440 h 210001"/>
                <a:gd name="csX4" fmla="*/ 73929 w 140818"/>
                <a:gd name="csY4" fmla="*/ 153619 h 210001"/>
                <a:gd name="csX5" fmla="*/ 65603 w 140818"/>
                <a:gd name="csY5" fmla="*/ 152147 h 210001"/>
                <a:gd name="csX6" fmla="*/ 53757 w 140818"/>
                <a:gd name="csY6" fmla="*/ 143858 h 210001"/>
                <a:gd name="csX7" fmla="*/ 66665 w 140818"/>
                <a:gd name="csY7" fmla="*/ 152818 h 210001"/>
                <a:gd name="csX8" fmla="*/ 71787 w 140818"/>
                <a:gd name="csY8" fmla="*/ 155910 h 210001"/>
                <a:gd name="csX9" fmla="*/ 67931 w 140818"/>
                <a:gd name="csY9" fmla="*/ 165130 h 210001"/>
                <a:gd name="csX10" fmla="*/ 31442 w 140818"/>
                <a:gd name="csY10" fmla="*/ 197708 h 210001"/>
                <a:gd name="csX11" fmla="*/ 14175 w 140818"/>
                <a:gd name="csY11" fmla="*/ 210001 h 210001"/>
                <a:gd name="csX12" fmla="*/ 0 w 140818"/>
                <a:gd name="csY12" fmla="*/ 199980 h 210001"/>
                <a:gd name="csX13" fmla="*/ 23749 w 140818"/>
                <a:gd name="csY13" fmla="*/ 171109 h 210001"/>
                <a:gd name="csX14" fmla="*/ 46455 w 140818"/>
                <a:gd name="csY14" fmla="*/ 139760 h 210001"/>
                <a:gd name="csX15" fmla="*/ 49938 w 140818"/>
                <a:gd name="csY15" fmla="*/ 134713 h 210001"/>
                <a:gd name="csX16" fmla="*/ 63889 w 140818"/>
                <a:gd name="csY16" fmla="*/ 117166 h 210001"/>
                <a:gd name="csX17" fmla="*/ 73277 w 140818"/>
                <a:gd name="csY17" fmla="*/ 105301 h 210001"/>
                <a:gd name="csX18" fmla="*/ 90079 w 140818"/>
                <a:gd name="csY18" fmla="*/ 83545 h 210001"/>
                <a:gd name="csX19" fmla="*/ 107904 w 140818"/>
                <a:gd name="csY19" fmla="*/ 64825 h 210001"/>
                <a:gd name="csX20" fmla="*/ 120496 w 140818"/>
                <a:gd name="csY20" fmla="*/ 50427 h 210001"/>
                <a:gd name="csX21" fmla="*/ 117478 w 140818"/>
                <a:gd name="csY21" fmla="*/ 17216 h 210001"/>
                <a:gd name="csX22" fmla="*/ 107643 w 140818"/>
                <a:gd name="csY22" fmla="*/ 6449 h 210001"/>
                <a:gd name="csX23" fmla="*/ 120161 w 140818"/>
                <a:gd name="csY23" fmla="*/ 843 h 210001"/>
                <a:gd name="csX24" fmla="*/ 127667 w 140818"/>
                <a:gd name="csY24" fmla="*/ 2519 h 210001"/>
                <a:gd name="csX25" fmla="*/ 138191 w 140818"/>
                <a:gd name="csY25" fmla="*/ 13416 h 210001"/>
                <a:gd name="csX26" fmla="*/ 139644 w 140818"/>
                <a:gd name="csY26" fmla="*/ 17942 h 210001"/>
                <a:gd name="csX27" fmla="*/ 133646 w 140818"/>
                <a:gd name="csY27" fmla="*/ 38040 h 210001"/>
                <a:gd name="csX28" fmla="*/ 140743 w 140818"/>
                <a:gd name="csY28" fmla="*/ 62050 h 210001"/>
                <a:gd name="csX29" fmla="*/ 134429 w 140818"/>
                <a:gd name="csY29" fmla="*/ 67135 h 210001"/>
                <a:gd name="csX30" fmla="*/ 123066 w 140818"/>
                <a:gd name="csY30" fmla="*/ 70488 h 210001"/>
                <a:gd name="csX31" fmla="*/ 110680 w 140818"/>
                <a:gd name="csY31" fmla="*/ 83843 h 210001"/>
                <a:gd name="csX32" fmla="*/ 105669 w 140818"/>
                <a:gd name="csY32" fmla="*/ 88034 h 210001"/>
                <a:gd name="csX33" fmla="*/ 100938 w 140818"/>
                <a:gd name="csY33" fmla="*/ 85110 h 210001"/>
                <a:gd name="csX34" fmla="*/ 104551 w 140818"/>
                <a:gd name="csY34" fmla="*/ 91480 h 210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40818" h="210001">
                  <a:moveTo>
                    <a:pt x="104551" y="91480"/>
                  </a:moveTo>
                  <a:cubicBezTo>
                    <a:pt x="105185" y="97254"/>
                    <a:pt x="104272" y="102712"/>
                    <a:pt x="100994" y="107611"/>
                  </a:cubicBezTo>
                  <a:cubicBezTo>
                    <a:pt x="99373" y="110032"/>
                    <a:pt x="99168" y="112845"/>
                    <a:pt x="98554" y="115602"/>
                  </a:cubicBezTo>
                  <a:cubicBezTo>
                    <a:pt x="95834" y="127970"/>
                    <a:pt x="88365" y="137972"/>
                    <a:pt x="81864" y="148440"/>
                  </a:cubicBezTo>
                  <a:cubicBezTo>
                    <a:pt x="80113" y="151272"/>
                    <a:pt x="76723" y="152091"/>
                    <a:pt x="73929" y="153619"/>
                  </a:cubicBezTo>
                  <a:cubicBezTo>
                    <a:pt x="70725" y="155649"/>
                    <a:pt x="68211" y="153078"/>
                    <a:pt x="65603" y="152147"/>
                  </a:cubicBezTo>
                  <a:cubicBezTo>
                    <a:pt x="60444" y="150284"/>
                    <a:pt x="56346" y="146745"/>
                    <a:pt x="53757" y="143858"/>
                  </a:cubicBezTo>
                  <a:cubicBezTo>
                    <a:pt x="56569" y="147192"/>
                    <a:pt x="61133" y="150620"/>
                    <a:pt x="66665" y="152818"/>
                  </a:cubicBezTo>
                  <a:cubicBezTo>
                    <a:pt x="68527" y="153563"/>
                    <a:pt x="70688" y="153861"/>
                    <a:pt x="71787" y="155910"/>
                  </a:cubicBezTo>
                  <a:cubicBezTo>
                    <a:pt x="72197" y="159710"/>
                    <a:pt x="70409" y="162150"/>
                    <a:pt x="67931" y="165130"/>
                  </a:cubicBezTo>
                  <a:cubicBezTo>
                    <a:pt x="57370" y="177852"/>
                    <a:pt x="43959" y="187258"/>
                    <a:pt x="31442" y="197708"/>
                  </a:cubicBezTo>
                  <a:cubicBezTo>
                    <a:pt x="26040" y="202234"/>
                    <a:pt x="19949" y="205941"/>
                    <a:pt x="14175" y="210001"/>
                  </a:cubicBezTo>
                  <a:cubicBezTo>
                    <a:pt x="7171" y="209871"/>
                    <a:pt x="2924" y="205866"/>
                    <a:pt x="0" y="199980"/>
                  </a:cubicBezTo>
                  <a:cubicBezTo>
                    <a:pt x="9332" y="191561"/>
                    <a:pt x="15497" y="180515"/>
                    <a:pt x="23749" y="171109"/>
                  </a:cubicBezTo>
                  <a:cubicBezTo>
                    <a:pt x="32150" y="161535"/>
                    <a:pt x="40383" y="151290"/>
                    <a:pt x="46455" y="139760"/>
                  </a:cubicBezTo>
                  <a:cubicBezTo>
                    <a:pt x="47423" y="137916"/>
                    <a:pt x="48224" y="135942"/>
                    <a:pt x="49938" y="134713"/>
                  </a:cubicBezTo>
                  <a:cubicBezTo>
                    <a:pt x="56271" y="130205"/>
                    <a:pt x="59661" y="123294"/>
                    <a:pt x="63889" y="117166"/>
                  </a:cubicBezTo>
                  <a:cubicBezTo>
                    <a:pt x="66795" y="112957"/>
                    <a:pt x="70111" y="109231"/>
                    <a:pt x="73277" y="105301"/>
                  </a:cubicBezTo>
                  <a:cubicBezTo>
                    <a:pt x="79014" y="98167"/>
                    <a:pt x="84584" y="90865"/>
                    <a:pt x="90079" y="83545"/>
                  </a:cubicBezTo>
                  <a:cubicBezTo>
                    <a:pt x="95331" y="76542"/>
                    <a:pt x="102074" y="71159"/>
                    <a:pt x="107904" y="64825"/>
                  </a:cubicBezTo>
                  <a:cubicBezTo>
                    <a:pt x="112226" y="60131"/>
                    <a:pt x="116659" y="55512"/>
                    <a:pt x="120496" y="50427"/>
                  </a:cubicBezTo>
                  <a:cubicBezTo>
                    <a:pt x="129176" y="38916"/>
                    <a:pt x="128040" y="27237"/>
                    <a:pt x="117478" y="17216"/>
                  </a:cubicBezTo>
                  <a:cubicBezTo>
                    <a:pt x="113939" y="13863"/>
                    <a:pt x="110605" y="10324"/>
                    <a:pt x="107643" y="6449"/>
                  </a:cubicBezTo>
                  <a:cubicBezTo>
                    <a:pt x="111816" y="4587"/>
                    <a:pt x="115988" y="2706"/>
                    <a:pt x="120161" y="843"/>
                  </a:cubicBezTo>
                  <a:cubicBezTo>
                    <a:pt x="123160" y="-778"/>
                    <a:pt x="125767" y="23"/>
                    <a:pt x="127667" y="2519"/>
                  </a:cubicBezTo>
                  <a:cubicBezTo>
                    <a:pt x="130759" y="6580"/>
                    <a:pt x="133963" y="10436"/>
                    <a:pt x="138191" y="13416"/>
                  </a:cubicBezTo>
                  <a:cubicBezTo>
                    <a:pt x="139607" y="14403"/>
                    <a:pt x="140296" y="16061"/>
                    <a:pt x="139644" y="17942"/>
                  </a:cubicBezTo>
                  <a:cubicBezTo>
                    <a:pt x="133367" y="23362"/>
                    <a:pt x="131281" y="30031"/>
                    <a:pt x="133646" y="38040"/>
                  </a:cubicBezTo>
                  <a:cubicBezTo>
                    <a:pt x="136031" y="46031"/>
                    <a:pt x="138378" y="54041"/>
                    <a:pt x="140743" y="62050"/>
                  </a:cubicBezTo>
                  <a:cubicBezTo>
                    <a:pt x="141004" y="66651"/>
                    <a:pt x="140948" y="69855"/>
                    <a:pt x="134429" y="67135"/>
                  </a:cubicBezTo>
                  <a:cubicBezTo>
                    <a:pt x="130796" y="65626"/>
                    <a:pt x="126252" y="67936"/>
                    <a:pt x="123066" y="70488"/>
                  </a:cubicBezTo>
                  <a:cubicBezTo>
                    <a:pt x="118317" y="74288"/>
                    <a:pt x="113269" y="78032"/>
                    <a:pt x="110680" y="83843"/>
                  </a:cubicBezTo>
                  <a:cubicBezTo>
                    <a:pt x="109655" y="86153"/>
                    <a:pt x="107699" y="87066"/>
                    <a:pt x="105669" y="88034"/>
                  </a:cubicBezTo>
                  <a:cubicBezTo>
                    <a:pt x="102894" y="88630"/>
                    <a:pt x="102205" y="86172"/>
                    <a:pt x="100938" y="85110"/>
                  </a:cubicBezTo>
                  <a:cubicBezTo>
                    <a:pt x="101795" y="87103"/>
                    <a:pt x="104924" y="88332"/>
                    <a:pt x="104551" y="91480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CC414EF8-3972-B695-753B-7695E45EB0DD}"/>
                </a:ext>
              </a:extLst>
            </p:cNvPr>
            <p:cNvSpPr/>
            <p:nvPr/>
          </p:nvSpPr>
          <p:spPr>
            <a:xfrm>
              <a:off x="1916972" y="5151058"/>
              <a:ext cx="108374" cy="70742"/>
            </a:xfrm>
            <a:custGeom>
              <a:avLst/>
              <a:gdLst>
                <a:gd name="csX0" fmla="*/ 108310 w 108374"/>
                <a:gd name="csY0" fmla="*/ 70743 h 70742"/>
                <a:gd name="csX1" fmla="*/ 59489 w 108374"/>
                <a:gd name="csY1" fmla="*/ 66887 h 70742"/>
                <a:gd name="csX2" fmla="*/ 22236 w 108374"/>
                <a:gd name="csY2" fmla="*/ 50291 h 70742"/>
                <a:gd name="csX3" fmla="*/ 2957 w 108374"/>
                <a:gd name="csY3" fmla="*/ 24716 h 70742"/>
                <a:gd name="csX4" fmla="*/ 256 w 108374"/>
                <a:gd name="csY4" fmla="*/ 13131 h 70742"/>
                <a:gd name="csX5" fmla="*/ 554 w 108374"/>
                <a:gd name="csY5" fmla="*/ 10337 h 70742"/>
                <a:gd name="csX6" fmla="*/ 11768 w 108374"/>
                <a:gd name="csY6" fmla="*/ 371 h 70742"/>
                <a:gd name="csX7" fmla="*/ 64369 w 108374"/>
                <a:gd name="csY7" fmla="*/ 16353 h 70742"/>
                <a:gd name="csX8" fmla="*/ 84039 w 108374"/>
                <a:gd name="csY8" fmla="*/ 26132 h 70742"/>
                <a:gd name="csX9" fmla="*/ 108310 w 108374"/>
                <a:gd name="csY9" fmla="*/ 70743 h 70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8374" h="70742">
                  <a:moveTo>
                    <a:pt x="108310" y="70743"/>
                  </a:moveTo>
                  <a:cubicBezTo>
                    <a:pt x="92384" y="63590"/>
                    <a:pt x="75806" y="64391"/>
                    <a:pt x="59489" y="66887"/>
                  </a:cubicBezTo>
                  <a:cubicBezTo>
                    <a:pt x="43042" y="69402"/>
                    <a:pt x="32089" y="60796"/>
                    <a:pt x="22236" y="50291"/>
                  </a:cubicBezTo>
                  <a:cubicBezTo>
                    <a:pt x="14971" y="42561"/>
                    <a:pt x="8564" y="33881"/>
                    <a:pt x="2957" y="24716"/>
                  </a:cubicBezTo>
                  <a:cubicBezTo>
                    <a:pt x="648" y="20935"/>
                    <a:pt x="-563" y="17396"/>
                    <a:pt x="256" y="13131"/>
                  </a:cubicBezTo>
                  <a:cubicBezTo>
                    <a:pt x="424" y="12218"/>
                    <a:pt x="499" y="11268"/>
                    <a:pt x="554" y="10337"/>
                  </a:cubicBezTo>
                  <a:cubicBezTo>
                    <a:pt x="1150" y="-411"/>
                    <a:pt x="1169" y="-597"/>
                    <a:pt x="11768" y="371"/>
                  </a:cubicBezTo>
                  <a:cubicBezTo>
                    <a:pt x="30376" y="2066"/>
                    <a:pt x="47512" y="8865"/>
                    <a:pt x="64369" y="16353"/>
                  </a:cubicBezTo>
                  <a:cubicBezTo>
                    <a:pt x="71056" y="19315"/>
                    <a:pt x="77464" y="22910"/>
                    <a:pt x="84039" y="26132"/>
                  </a:cubicBezTo>
                  <a:cubicBezTo>
                    <a:pt x="102535" y="35222"/>
                    <a:pt x="109111" y="50812"/>
                    <a:pt x="108310" y="70743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0B7A5425-FB05-CF90-016C-A551D976B4EC}"/>
                </a:ext>
              </a:extLst>
            </p:cNvPr>
            <p:cNvSpPr/>
            <p:nvPr/>
          </p:nvSpPr>
          <p:spPr>
            <a:xfrm>
              <a:off x="1517519" y="5383404"/>
              <a:ext cx="159649" cy="110090"/>
            </a:xfrm>
            <a:custGeom>
              <a:avLst/>
              <a:gdLst>
                <a:gd name="csX0" fmla="*/ 109953 w 159649"/>
                <a:gd name="csY0" fmla="*/ 50628 h 110090"/>
                <a:gd name="csX1" fmla="*/ 108985 w 159649"/>
                <a:gd name="csY1" fmla="*/ 57501 h 110090"/>
                <a:gd name="csX2" fmla="*/ 89259 w 159649"/>
                <a:gd name="csY2" fmla="*/ 76370 h 110090"/>
                <a:gd name="csX3" fmla="*/ 86633 w 159649"/>
                <a:gd name="csY3" fmla="*/ 88273 h 110090"/>
                <a:gd name="csX4" fmla="*/ 97343 w 159649"/>
                <a:gd name="csY4" fmla="*/ 93339 h 110090"/>
                <a:gd name="csX5" fmla="*/ 113064 w 159649"/>
                <a:gd name="csY5" fmla="*/ 89129 h 110090"/>
                <a:gd name="csX6" fmla="*/ 138955 w 159649"/>
                <a:gd name="csY6" fmla="*/ 75178 h 110090"/>
                <a:gd name="csX7" fmla="*/ 157023 w 159649"/>
                <a:gd name="csY7" fmla="*/ 61972 h 110090"/>
                <a:gd name="csX8" fmla="*/ 159649 w 159649"/>
                <a:gd name="csY8" fmla="*/ 65120 h 110090"/>
                <a:gd name="csX9" fmla="*/ 111350 w 159649"/>
                <a:gd name="csY9" fmla="*/ 95891 h 110090"/>
                <a:gd name="csX10" fmla="*/ 99802 w 159649"/>
                <a:gd name="csY10" fmla="*/ 100063 h 110090"/>
                <a:gd name="csX11" fmla="*/ 59289 w 159649"/>
                <a:gd name="csY11" fmla="*/ 109433 h 110090"/>
                <a:gd name="csX12" fmla="*/ 21700 w 159649"/>
                <a:gd name="csY12" fmla="*/ 108259 h 110090"/>
                <a:gd name="csX13" fmla="*/ 3558 w 159649"/>
                <a:gd name="csY13" fmla="*/ 93935 h 110090"/>
                <a:gd name="csX14" fmla="*/ 279 w 159649"/>
                <a:gd name="csY14" fmla="*/ 84957 h 110090"/>
                <a:gd name="csX15" fmla="*/ 559 w 159649"/>
                <a:gd name="csY15" fmla="*/ 82312 h 110090"/>
                <a:gd name="csX16" fmla="*/ 3595 w 159649"/>
                <a:gd name="csY16" fmla="*/ 82685 h 110090"/>
                <a:gd name="csX17" fmla="*/ 11679 w 159649"/>
                <a:gd name="csY17" fmla="*/ 86466 h 110090"/>
                <a:gd name="csX18" fmla="*/ 12368 w 159649"/>
                <a:gd name="csY18" fmla="*/ 51951 h 110090"/>
                <a:gd name="csX19" fmla="*/ 14622 w 159649"/>
                <a:gd name="csY19" fmla="*/ 19391 h 110090"/>
                <a:gd name="csX20" fmla="*/ 21644 w 159649"/>
                <a:gd name="csY20" fmla="*/ 3521 h 110090"/>
                <a:gd name="csX21" fmla="*/ 28927 w 159649"/>
                <a:gd name="csY21" fmla="*/ 1 h 110090"/>
                <a:gd name="csX22" fmla="*/ 39302 w 159649"/>
                <a:gd name="csY22" fmla="*/ 6390 h 110090"/>
                <a:gd name="csX23" fmla="*/ 26189 w 159649"/>
                <a:gd name="csY23" fmla="*/ 49473 h 110090"/>
                <a:gd name="csX24" fmla="*/ 27214 w 159649"/>
                <a:gd name="csY24" fmla="*/ 70168 h 110090"/>
                <a:gd name="csX25" fmla="*/ 47628 w 159649"/>
                <a:gd name="csY25" fmla="*/ 85628 h 110090"/>
                <a:gd name="csX26" fmla="*/ 75177 w 159649"/>
                <a:gd name="csY26" fmla="*/ 72347 h 110090"/>
                <a:gd name="csX27" fmla="*/ 86875 w 159649"/>
                <a:gd name="csY27" fmla="*/ 59420 h 110090"/>
                <a:gd name="csX28" fmla="*/ 95071 w 159649"/>
                <a:gd name="csY28" fmla="*/ 51783 h 110090"/>
                <a:gd name="csX29" fmla="*/ 100472 w 159649"/>
                <a:gd name="csY29" fmla="*/ 46158 h 110090"/>
                <a:gd name="csX30" fmla="*/ 109953 w 159649"/>
                <a:gd name="csY30" fmla="*/ 50628 h 1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9649" h="110090">
                  <a:moveTo>
                    <a:pt x="109953" y="50628"/>
                  </a:moveTo>
                  <a:cubicBezTo>
                    <a:pt x="112207" y="53273"/>
                    <a:pt x="112952" y="54931"/>
                    <a:pt x="108985" y="57501"/>
                  </a:cubicBezTo>
                  <a:cubicBezTo>
                    <a:pt x="101310" y="62475"/>
                    <a:pt x="94530" y="68677"/>
                    <a:pt x="89259" y="76370"/>
                  </a:cubicBezTo>
                  <a:cubicBezTo>
                    <a:pt x="86726" y="80077"/>
                    <a:pt x="84453" y="83802"/>
                    <a:pt x="86633" y="88273"/>
                  </a:cubicBezTo>
                  <a:cubicBezTo>
                    <a:pt x="88756" y="92594"/>
                    <a:pt x="93431" y="92370"/>
                    <a:pt x="97343" y="93339"/>
                  </a:cubicBezTo>
                  <a:cubicBezTo>
                    <a:pt x="103359" y="94829"/>
                    <a:pt x="107848" y="90638"/>
                    <a:pt x="113064" y="89129"/>
                  </a:cubicBezTo>
                  <a:cubicBezTo>
                    <a:pt x="122750" y="86298"/>
                    <a:pt x="130871" y="80766"/>
                    <a:pt x="138955" y="75178"/>
                  </a:cubicBezTo>
                  <a:cubicBezTo>
                    <a:pt x="145083" y="70931"/>
                    <a:pt x="150727" y="65939"/>
                    <a:pt x="157023" y="61972"/>
                  </a:cubicBezTo>
                  <a:cubicBezTo>
                    <a:pt x="161102" y="59401"/>
                    <a:pt x="158923" y="63890"/>
                    <a:pt x="159649" y="65120"/>
                  </a:cubicBezTo>
                  <a:cubicBezTo>
                    <a:pt x="146555" y="80096"/>
                    <a:pt x="130349" y="90173"/>
                    <a:pt x="111350" y="95891"/>
                  </a:cubicBezTo>
                  <a:cubicBezTo>
                    <a:pt x="107215" y="96487"/>
                    <a:pt x="103285" y="97623"/>
                    <a:pt x="99802" y="100063"/>
                  </a:cubicBezTo>
                  <a:cubicBezTo>
                    <a:pt x="86707" y="104906"/>
                    <a:pt x="73296" y="108483"/>
                    <a:pt x="59289" y="109433"/>
                  </a:cubicBezTo>
                  <a:cubicBezTo>
                    <a:pt x="46734" y="110010"/>
                    <a:pt x="34143" y="110997"/>
                    <a:pt x="21700" y="108259"/>
                  </a:cubicBezTo>
                  <a:cubicBezTo>
                    <a:pt x="13616" y="106061"/>
                    <a:pt x="7060" y="101926"/>
                    <a:pt x="3558" y="93935"/>
                  </a:cubicBezTo>
                  <a:cubicBezTo>
                    <a:pt x="2086" y="91085"/>
                    <a:pt x="1248" y="87993"/>
                    <a:pt x="279" y="84957"/>
                  </a:cubicBezTo>
                  <a:cubicBezTo>
                    <a:pt x="0" y="84100"/>
                    <a:pt x="-279" y="83057"/>
                    <a:pt x="559" y="82312"/>
                  </a:cubicBezTo>
                  <a:cubicBezTo>
                    <a:pt x="1639" y="81381"/>
                    <a:pt x="2682" y="82033"/>
                    <a:pt x="3595" y="82685"/>
                  </a:cubicBezTo>
                  <a:cubicBezTo>
                    <a:pt x="5867" y="84305"/>
                    <a:pt x="8158" y="85870"/>
                    <a:pt x="11679" y="86466"/>
                  </a:cubicBezTo>
                  <a:cubicBezTo>
                    <a:pt x="10897" y="74675"/>
                    <a:pt x="11567" y="63294"/>
                    <a:pt x="12368" y="51951"/>
                  </a:cubicBezTo>
                  <a:cubicBezTo>
                    <a:pt x="13150" y="41110"/>
                    <a:pt x="12964" y="30195"/>
                    <a:pt x="14622" y="19391"/>
                  </a:cubicBezTo>
                  <a:cubicBezTo>
                    <a:pt x="15535" y="13431"/>
                    <a:pt x="18683" y="8513"/>
                    <a:pt x="21644" y="3521"/>
                  </a:cubicBezTo>
                  <a:cubicBezTo>
                    <a:pt x="23172" y="951"/>
                    <a:pt x="25910" y="-36"/>
                    <a:pt x="28927" y="1"/>
                  </a:cubicBezTo>
                  <a:cubicBezTo>
                    <a:pt x="32802" y="1435"/>
                    <a:pt x="36918" y="2534"/>
                    <a:pt x="39302" y="6390"/>
                  </a:cubicBezTo>
                  <a:cubicBezTo>
                    <a:pt x="30380" y="19354"/>
                    <a:pt x="28070" y="34404"/>
                    <a:pt x="26189" y="49473"/>
                  </a:cubicBezTo>
                  <a:cubicBezTo>
                    <a:pt x="25332" y="56347"/>
                    <a:pt x="25649" y="63406"/>
                    <a:pt x="27214" y="70168"/>
                  </a:cubicBezTo>
                  <a:cubicBezTo>
                    <a:pt x="29281" y="79183"/>
                    <a:pt x="38632" y="85032"/>
                    <a:pt x="47628" y="85628"/>
                  </a:cubicBezTo>
                  <a:cubicBezTo>
                    <a:pt x="59661" y="86410"/>
                    <a:pt x="67224" y="79202"/>
                    <a:pt x="75177" y="72347"/>
                  </a:cubicBezTo>
                  <a:cubicBezTo>
                    <a:pt x="79592" y="68547"/>
                    <a:pt x="83783" y="64449"/>
                    <a:pt x="86875" y="59420"/>
                  </a:cubicBezTo>
                  <a:cubicBezTo>
                    <a:pt x="88905" y="56123"/>
                    <a:pt x="91941" y="53869"/>
                    <a:pt x="95071" y="51783"/>
                  </a:cubicBezTo>
                  <a:cubicBezTo>
                    <a:pt x="97324" y="50293"/>
                    <a:pt x="99168" y="48505"/>
                    <a:pt x="100472" y="46158"/>
                  </a:cubicBezTo>
                  <a:cubicBezTo>
                    <a:pt x="104738" y="45375"/>
                    <a:pt x="107662" y="47331"/>
                    <a:pt x="109953" y="50628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4B63ADED-D3B0-EEB8-8917-0DDF4844627E}"/>
                </a:ext>
              </a:extLst>
            </p:cNvPr>
            <p:cNvSpPr/>
            <p:nvPr/>
          </p:nvSpPr>
          <p:spPr>
            <a:xfrm>
              <a:off x="1914186" y="5263114"/>
              <a:ext cx="101149" cy="123515"/>
            </a:xfrm>
            <a:custGeom>
              <a:avLst/>
              <a:gdLst>
                <a:gd name="csX0" fmla="*/ 8146 w 101149"/>
                <a:gd name="csY0" fmla="*/ 0 h 123515"/>
                <a:gd name="csX1" fmla="*/ 16677 w 101149"/>
                <a:gd name="csY1" fmla="*/ 12778 h 123515"/>
                <a:gd name="csX2" fmla="*/ 30219 w 101149"/>
                <a:gd name="csY2" fmla="*/ 40904 h 123515"/>
                <a:gd name="csX3" fmla="*/ 58904 w 101149"/>
                <a:gd name="csY3" fmla="*/ 79107 h 123515"/>
                <a:gd name="csX4" fmla="*/ 85857 w 101149"/>
                <a:gd name="csY4" fmla="*/ 98777 h 123515"/>
                <a:gd name="csX5" fmla="*/ 90420 w 101149"/>
                <a:gd name="csY5" fmla="*/ 118186 h 123515"/>
                <a:gd name="csX6" fmla="*/ 93270 w 101149"/>
                <a:gd name="csY6" fmla="*/ 122228 h 123515"/>
                <a:gd name="csX7" fmla="*/ 101149 w 101149"/>
                <a:gd name="csY7" fmla="*/ 122358 h 123515"/>
                <a:gd name="csX8" fmla="*/ 84479 w 101149"/>
                <a:gd name="csY8" fmla="*/ 122657 h 123515"/>
                <a:gd name="csX9" fmla="*/ 19173 w 101149"/>
                <a:gd name="csY9" fmla="*/ 83596 h 123515"/>
                <a:gd name="csX10" fmla="*/ 416 w 101149"/>
                <a:gd name="csY10" fmla="*/ 23824 h 123515"/>
                <a:gd name="csX11" fmla="*/ 8146 w 101149"/>
                <a:gd name="csY11" fmla="*/ 0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1149" h="123515">
                  <a:moveTo>
                    <a:pt x="8146" y="0"/>
                  </a:moveTo>
                  <a:cubicBezTo>
                    <a:pt x="8594" y="5867"/>
                    <a:pt x="13362" y="8810"/>
                    <a:pt x="16677" y="12778"/>
                  </a:cubicBezTo>
                  <a:cubicBezTo>
                    <a:pt x="23551" y="20992"/>
                    <a:pt x="25711" y="31535"/>
                    <a:pt x="30219" y="40904"/>
                  </a:cubicBezTo>
                  <a:cubicBezTo>
                    <a:pt x="37279" y="55582"/>
                    <a:pt x="45884" y="69422"/>
                    <a:pt x="58904" y="79107"/>
                  </a:cubicBezTo>
                  <a:cubicBezTo>
                    <a:pt x="67808" y="85720"/>
                    <a:pt x="77978" y="90693"/>
                    <a:pt x="85857" y="98777"/>
                  </a:cubicBezTo>
                  <a:cubicBezTo>
                    <a:pt x="91221" y="104291"/>
                    <a:pt x="93028" y="110866"/>
                    <a:pt x="90420" y="118186"/>
                  </a:cubicBezTo>
                  <a:cubicBezTo>
                    <a:pt x="89266" y="121446"/>
                    <a:pt x="90253" y="122265"/>
                    <a:pt x="93270" y="122228"/>
                  </a:cubicBezTo>
                  <a:cubicBezTo>
                    <a:pt x="95897" y="122191"/>
                    <a:pt x="98523" y="122303"/>
                    <a:pt x="101149" y="122358"/>
                  </a:cubicBezTo>
                  <a:cubicBezTo>
                    <a:pt x="95636" y="124109"/>
                    <a:pt x="89992" y="123588"/>
                    <a:pt x="84479" y="122657"/>
                  </a:cubicBezTo>
                  <a:cubicBezTo>
                    <a:pt x="57656" y="118130"/>
                    <a:pt x="37092" y="103434"/>
                    <a:pt x="19173" y="83596"/>
                  </a:cubicBezTo>
                  <a:cubicBezTo>
                    <a:pt x="3527" y="66274"/>
                    <a:pt x="-1595" y="46306"/>
                    <a:pt x="416" y="23824"/>
                  </a:cubicBezTo>
                  <a:cubicBezTo>
                    <a:pt x="1199" y="15348"/>
                    <a:pt x="3229" y="7190"/>
                    <a:pt x="8146" y="0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CB8682B3-71CB-4EFB-C002-508A17D7DCC0}"/>
                </a:ext>
              </a:extLst>
            </p:cNvPr>
            <p:cNvSpPr/>
            <p:nvPr/>
          </p:nvSpPr>
          <p:spPr>
            <a:xfrm>
              <a:off x="1507969" y="5326535"/>
              <a:ext cx="62752" cy="150767"/>
            </a:xfrm>
            <a:custGeom>
              <a:avLst/>
              <a:gdLst>
                <a:gd name="csX0" fmla="*/ 39073 w 62752"/>
                <a:gd name="csY0" fmla="*/ 57708 h 150767"/>
                <a:gd name="csX1" fmla="*/ 27078 w 62752"/>
                <a:gd name="csY1" fmla="*/ 71641 h 150767"/>
                <a:gd name="csX2" fmla="*/ 24731 w 62752"/>
                <a:gd name="csY2" fmla="*/ 83078 h 150767"/>
                <a:gd name="csX3" fmla="*/ 23352 w 62752"/>
                <a:gd name="csY3" fmla="*/ 111185 h 150767"/>
                <a:gd name="csX4" fmla="*/ 22254 w 62752"/>
                <a:gd name="csY4" fmla="*/ 137878 h 150767"/>
                <a:gd name="csX5" fmla="*/ 22011 w 62752"/>
                <a:gd name="csY5" fmla="*/ 145719 h 150767"/>
                <a:gd name="csX6" fmla="*/ 10929 w 62752"/>
                <a:gd name="csY6" fmla="*/ 139722 h 150767"/>
                <a:gd name="csX7" fmla="*/ 13108 w 62752"/>
                <a:gd name="csY7" fmla="*/ 150767 h 150767"/>
                <a:gd name="csX8" fmla="*/ 870 w 62752"/>
                <a:gd name="csY8" fmla="*/ 118040 h 150767"/>
                <a:gd name="csX9" fmla="*/ 28978 w 62752"/>
                <a:gd name="csY9" fmla="*/ 10117 h 150767"/>
                <a:gd name="csX10" fmla="*/ 33281 w 62752"/>
                <a:gd name="csY10" fmla="*/ 11533 h 150767"/>
                <a:gd name="csX11" fmla="*/ 53528 w 62752"/>
                <a:gd name="csY11" fmla="*/ 525 h 150767"/>
                <a:gd name="csX12" fmla="*/ 60196 w 62752"/>
                <a:gd name="csY12" fmla="*/ 245 h 150767"/>
                <a:gd name="csX13" fmla="*/ 62673 w 62752"/>
                <a:gd name="csY13" fmla="*/ 3859 h 150767"/>
                <a:gd name="csX14" fmla="*/ 46356 w 62752"/>
                <a:gd name="csY14" fmla="*/ 42807 h 150767"/>
                <a:gd name="csX15" fmla="*/ 41458 w 62752"/>
                <a:gd name="csY15" fmla="*/ 55548 h 150767"/>
                <a:gd name="csX16" fmla="*/ 30729 w 62752"/>
                <a:gd name="csY16" fmla="*/ 49289 h 150767"/>
                <a:gd name="csX17" fmla="*/ 37583 w 62752"/>
                <a:gd name="csY17" fmla="*/ 54691 h 150767"/>
                <a:gd name="csX18" fmla="*/ 39073 w 62752"/>
                <a:gd name="csY18" fmla="*/ 57708 h 150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752" h="150767">
                  <a:moveTo>
                    <a:pt x="39073" y="57708"/>
                  </a:moveTo>
                  <a:cubicBezTo>
                    <a:pt x="30598" y="58435"/>
                    <a:pt x="29965" y="66239"/>
                    <a:pt x="27078" y="71641"/>
                  </a:cubicBezTo>
                  <a:cubicBezTo>
                    <a:pt x="25308" y="74957"/>
                    <a:pt x="24619" y="79260"/>
                    <a:pt x="24731" y="83078"/>
                  </a:cubicBezTo>
                  <a:cubicBezTo>
                    <a:pt x="25029" y="92503"/>
                    <a:pt x="23371" y="101779"/>
                    <a:pt x="23352" y="111185"/>
                  </a:cubicBezTo>
                  <a:cubicBezTo>
                    <a:pt x="23334" y="120089"/>
                    <a:pt x="22850" y="128993"/>
                    <a:pt x="22254" y="137878"/>
                  </a:cubicBezTo>
                  <a:cubicBezTo>
                    <a:pt x="22067" y="140690"/>
                    <a:pt x="25290" y="145663"/>
                    <a:pt x="22011" y="145719"/>
                  </a:cubicBezTo>
                  <a:cubicBezTo>
                    <a:pt x="18621" y="145775"/>
                    <a:pt x="13536" y="143931"/>
                    <a:pt x="10929" y="139722"/>
                  </a:cubicBezTo>
                  <a:cubicBezTo>
                    <a:pt x="11655" y="143410"/>
                    <a:pt x="12381" y="147079"/>
                    <a:pt x="13108" y="150767"/>
                  </a:cubicBezTo>
                  <a:cubicBezTo>
                    <a:pt x="6235" y="140914"/>
                    <a:pt x="2211" y="130185"/>
                    <a:pt x="870" y="118040"/>
                  </a:cubicBezTo>
                  <a:cubicBezTo>
                    <a:pt x="-3526" y="78365"/>
                    <a:pt x="9178" y="43366"/>
                    <a:pt x="28978" y="10117"/>
                  </a:cubicBezTo>
                  <a:cubicBezTo>
                    <a:pt x="30021" y="11868"/>
                    <a:pt x="31548" y="13694"/>
                    <a:pt x="33281" y="11533"/>
                  </a:cubicBezTo>
                  <a:cubicBezTo>
                    <a:pt x="38533" y="4976"/>
                    <a:pt x="46524" y="3673"/>
                    <a:pt x="53528" y="525"/>
                  </a:cubicBezTo>
                  <a:cubicBezTo>
                    <a:pt x="55428" y="-314"/>
                    <a:pt x="57979" y="59"/>
                    <a:pt x="60196" y="245"/>
                  </a:cubicBezTo>
                  <a:cubicBezTo>
                    <a:pt x="62189" y="413"/>
                    <a:pt x="63027" y="1810"/>
                    <a:pt x="62673" y="3859"/>
                  </a:cubicBezTo>
                  <a:cubicBezTo>
                    <a:pt x="60233" y="18090"/>
                    <a:pt x="53714" y="30700"/>
                    <a:pt x="46356" y="42807"/>
                  </a:cubicBezTo>
                  <a:cubicBezTo>
                    <a:pt x="43860" y="46924"/>
                    <a:pt x="38105" y="49308"/>
                    <a:pt x="41458" y="55548"/>
                  </a:cubicBezTo>
                  <a:cubicBezTo>
                    <a:pt x="36168" y="55827"/>
                    <a:pt x="34249" y="50574"/>
                    <a:pt x="30729" y="49289"/>
                  </a:cubicBezTo>
                  <a:cubicBezTo>
                    <a:pt x="32349" y="51133"/>
                    <a:pt x="35329" y="52474"/>
                    <a:pt x="37583" y="54691"/>
                  </a:cubicBezTo>
                  <a:cubicBezTo>
                    <a:pt x="38477" y="55473"/>
                    <a:pt x="40023" y="56013"/>
                    <a:pt x="39073" y="5770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137CD4A9-4BCE-7C6F-4935-E21C4D27E601}"/>
                </a:ext>
              </a:extLst>
            </p:cNvPr>
            <p:cNvSpPr/>
            <p:nvPr/>
          </p:nvSpPr>
          <p:spPr>
            <a:xfrm>
              <a:off x="1977542" y="5217879"/>
              <a:ext cx="97882" cy="116743"/>
            </a:xfrm>
            <a:custGeom>
              <a:avLst/>
              <a:gdLst>
                <a:gd name="csX0" fmla="*/ 30715 w 97882"/>
                <a:gd name="csY0" fmla="*/ 27056 h 116743"/>
                <a:gd name="csX1" fmla="*/ 27176 w 97882"/>
                <a:gd name="csY1" fmla="*/ 4723 h 116743"/>
                <a:gd name="csX2" fmla="*/ 22929 w 97882"/>
                <a:gd name="csY2" fmla="*/ 2543 h 116743"/>
                <a:gd name="csX3" fmla="*/ 0 w 97882"/>
                <a:gd name="csY3" fmla="*/ 2394 h 116743"/>
                <a:gd name="csX4" fmla="*/ 68285 w 97882"/>
                <a:gd name="csY4" fmla="*/ 24951 h 116743"/>
                <a:gd name="csX5" fmla="*/ 91569 w 97882"/>
                <a:gd name="csY5" fmla="*/ 79397 h 116743"/>
                <a:gd name="csX6" fmla="*/ 97678 w 97882"/>
                <a:gd name="csY6" fmla="*/ 108007 h 116743"/>
                <a:gd name="csX7" fmla="*/ 96561 w 97882"/>
                <a:gd name="csY7" fmla="*/ 116743 h 116743"/>
                <a:gd name="csX8" fmla="*/ 88551 w 97882"/>
                <a:gd name="csY8" fmla="*/ 111099 h 116743"/>
                <a:gd name="csX9" fmla="*/ 69478 w 97882"/>
                <a:gd name="csY9" fmla="*/ 93609 h 116743"/>
                <a:gd name="csX10" fmla="*/ 57109 w 97882"/>
                <a:gd name="csY10" fmla="*/ 65129 h 116743"/>
                <a:gd name="csX11" fmla="*/ 37216 w 97882"/>
                <a:gd name="csY11" fmla="*/ 32793 h 116743"/>
                <a:gd name="csX12" fmla="*/ 31945 w 97882"/>
                <a:gd name="csY12" fmla="*/ 29664 h 116743"/>
                <a:gd name="csX13" fmla="*/ 30715 w 97882"/>
                <a:gd name="csY13" fmla="*/ 27056 h 116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882" h="116743">
                  <a:moveTo>
                    <a:pt x="30715" y="27056"/>
                  </a:moveTo>
                  <a:cubicBezTo>
                    <a:pt x="29784" y="19587"/>
                    <a:pt x="26096" y="12602"/>
                    <a:pt x="27176" y="4723"/>
                  </a:cubicBezTo>
                  <a:cubicBezTo>
                    <a:pt x="27530" y="2078"/>
                    <a:pt x="24680" y="2562"/>
                    <a:pt x="22929" y="2543"/>
                  </a:cubicBezTo>
                  <a:cubicBezTo>
                    <a:pt x="15292" y="2450"/>
                    <a:pt x="7656" y="2432"/>
                    <a:pt x="0" y="2394"/>
                  </a:cubicBezTo>
                  <a:cubicBezTo>
                    <a:pt x="25370" y="-4740"/>
                    <a:pt x="51000" y="4443"/>
                    <a:pt x="68285" y="24951"/>
                  </a:cubicBezTo>
                  <a:cubicBezTo>
                    <a:pt x="81771" y="40951"/>
                    <a:pt x="86092" y="60342"/>
                    <a:pt x="91569" y="79397"/>
                  </a:cubicBezTo>
                  <a:cubicBezTo>
                    <a:pt x="94270" y="88747"/>
                    <a:pt x="97753" y="98024"/>
                    <a:pt x="97678" y="108007"/>
                  </a:cubicBezTo>
                  <a:cubicBezTo>
                    <a:pt x="97660" y="110950"/>
                    <a:pt x="98610" y="114042"/>
                    <a:pt x="96561" y="116743"/>
                  </a:cubicBezTo>
                  <a:cubicBezTo>
                    <a:pt x="94400" y="114154"/>
                    <a:pt x="92072" y="111695"/>
                    <a:pt x="88551" y="111099"/>
                  </a:cubicBezTo>
                  <a:cubicBezTo>
                    <a:pt x="78381" y="109404"/>
                    <a:pt x="74190" y="101283"/>
                    <a:pt x="69478" y="93609"/>
                  </a:cubicBezTo>
                  <a:cubicBezTo>
                    <a:pt x="63983" y="84687"/>
                    <a:pt x="61189" y="74628"/>
                    <a:pt x="57109" y="65129"/>
                  </a:cubicBezTo>
                  <a:cubicBezTo>
                    <a:pt x="52136" y="53543"/>
                    <a:pt x="46008" y="42218"/>
                    <a:pt x="37216" y="32793"/>
                  </a:cubicBezTo>
                  <a:cubicBezTo>
                    <a:pt x="35875" y="31359"/>
                    <a:pt x="33733" y="30688"/>
                    <a:pt x="31945" y="29664"/>
                  </a:cubicBezTo>
                  <a:cubicBezTo>
                    <a:pt x="31051" y="29030"/>
                    <a:pt x="33547" y="26739"/>
                    <a:pt x="30715" y="27056"/>
                  </a:cubicBezTo>
                  <a:close/>
                </a:path>
              </a:pathLst>
            </a:custGeom>
            <a:solidFill>
              <a:srgbClr val="7AB0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0BCEF4AD-3EB6-AB62-D3E3-B8AE1F97E3B6}"/>
                </a:ext>
              </a:extLst>
            </p:cNvPr>
            <p:cNvSpPr/>
            <p:nvPr/>
          </p:nvSpPr>
          <p:spPr>
            <a:xfrm>
              <a:off x="1559577" y="5227079"/>
              <a:ext cx="145065" cy="162808"/>
            </a:xfrm>
            <a:custGeom>
              <a:avLst/>
              <a:gdLst>
                <a:gd name="csX0" fmla="*/ 57 w 145065"/>
                <a:gd name="csY0" fmla="*/ 160648 h 162808"/>
                <a:gd name="csX1" fmla="*/ 3540 w 145065"/>
                <a:gd name="csY1" fmla="*/ 150496 h 162808"/>
                <a:gd name="csX2" fmla="*/ 11996 w 145065"/>
                <a:gd name="csY2" fmla="*/ 136601 h 162808"/>
                <a:gd name="csX3" fmla="*/ 39526 w 145065"/>
                <a:gd name="csY3" fmla="*/ 91580 h 162808"/>
                <a:gd name="csX4" fmla="*/ 47573 w 145065"/>
                <a:gd name="csY4" fmla="*/ 84968 h 162808"/>
                <a:gd name="csX5" fmla="*/ 49827 w 145065"/>
                <a:gd name="csY5" fmla="*/ 83590 h 162808"/>
                <a:gd name="csX6" fmla="*/ 51075 w 145065"/>
                <a:gd name="csY6" fmla="*/ 75357 h 162808"/>
                <a:gd name="csX7" fmla="*/ 79965 w 145065"/>
                <a:gd name="csY7" fmla="*/ 41680 h 162808"/>
                <a:gd name="csX8" fmla="*/ 86931 w 145065"/>
                <a:gd name="csY8" fmla="*/ 38476 h 162808"/>
                <a:gd name="csX9" fmla="*/ 88347 w 145065"/>
                <a:gd name="csY9" fmla="*/ 36203 h 162808"/>
                <a:gd name="csX10" fmla="*/ 88272 w 145065"/>
                <a:gd name="csY10" fmla="*/ 36147 h 162808"/>
                <a:gd name="csX11" fmla="*/ 90247 w 145065"/>
                <a:gd name="csY11" fmla="*/ 24245 h 162808"/>
                <a:gd name="csX12" fmla="*/ 81641 w 145065"/>
                <a:gd name="csY12" fmla="*/ 8468 h 162808"/>
                <a:gd name="csX13" fmla="*/ 78065 w 145065"/>
                <a:gd name="csY13" fmla="*/ 2433 h 162808"/>
                <a:gd name="csX14" fmla="*/ 85646 w 145065"/>
                <a:gd name="csY14" fmla="*/ 1092 h 162808"/>
                <a:gd name="csX15" fmla="*/ 113344 w 145065"/>
                <a:gd name="csY15" fmla="*/ 1111 h 162808"/>
                <a:gd name="csX16" fmla="*/ 135696 w 145065"/>
                <a:gd name="csY16" fmla="*/ 105 h 162808"/>
                <a:gd name="csX17" fmla="*/ 145065 w 145065"/>
                <a:gd name="csY17" fmla="*/ 1111 h 162808"/>
                <a:gd name="csX18" fmla="*/ 123775 w 145065"/>
                <a:gd name="csY18" fmla="*/ 11393 h 162808"/>
                <a:gd name="csX19" fmla="*/ 108333 w 145065"/>
                <a:gd name="csY19" fmla="*/ 27374 h 162808"/>
                <a:gd name="csX20" fmla="*/ 89465 w 145065"/>
                <a:gd name="csY20" fmla="*/ 47901 h 162808"/>
                <a:gd name="csX21" fmla="*/ 50945 w 145065"/>
                <a:gd name="csY21" fmla="*/ 93816 h 162808"/>
                <a:gd name="csX22" fmla="*/ 6110 w 145065"/>
                <a:gd name="csY22" fmla="*/ 160909 h 162808"/>
                <a:gd name="csX23" fmla="*/ 3558 w 145065"/>
                <a:gd name="csY23" fmla="*/ 162809 h 162808"/>
                <a:gd name="csX24" fmla="*/ 57 w 145065"/>
                <a:gd name="csY24" fmla="*/ 160648 h 1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065" h="162808">
                  <a:moveTo>
                    <a:pt x="57" y="160648"/>
                  </a:moveTo>
                  <a:cubicBezTo>
                    <a:pt x="-279" y="156736"/>
                    <a:pt x="876" y="153700"/>
                    <a:pt x="3540" y="150496"/>
                  </a:cubicBezTo>
                  <a:cubicBezTo>
                    <a:pt x="6986" y="146380"/>
                    <a:pt x="9165" y="141239"/>
                    <a:pt x="11996" y="136601"/>
                  </a:cubicBezTo>
                  <a:cubicBezTo>
                    <a:pt x="21179" y="121606"/>
                    <a:pt x="30567" y="106724"/>
                    <a:pt x="39526" y="91580"/>
                  </a:cubicBezTo>
                  <a:cubicBezTo>
                    <a:pt x="41557" y="88153"/>
                    <a:pt x="45450" y="87818"/>
                    <a:pt x="47573" y="84968"/>
                  </a:cubicBezTo>
                  <a:cubicBezTo>
                    <a:pt x="47946" y="83888"/>
                    <a:pt x="49473" y="84688"/>
                    <a:pt x="49827" y="83590"/>
                  </a:cubicBezTo>
                  <a:cubicBezTo>
                    <a:pt x="48281" y="80535"/>
                    <a:pt x="49361" y="78076"/>
                    <a:pt x="51075" y="75357"/>
                  </a:cubicBezTo>
                  <a:cubicBezTo>
                    <a:pt x="59084" y="62709"/>
                    <a:pt x="69590" y="52260"/>
                    <a:pt x="79965" y="41680"/>
                  </a:cubicBezTo>
                  <a:cubicBezTo>
                    <a:pt x="81884" y="39724"/>
                    <a:pt x="84100" y="38494"/>
                    <a:pt x="86931" y="38476"/>
                  </a:cubicBezTo>
                  <a:cubicBezTo>
                    <a:pt x="88384" y="38457"/>
                    <a:pt x="89818" y="38159"/>
                    <a:pt x="88347" y="36203"/>
                  </a:cubicBezTo>
                  <a:lnTo>
                    <a:pt x="88272" y="36147"/>
                  </a:lnTo>
                  <a:cubicBezTo>
                    <a:pt x="87062" y="31901"/>
                    <a:pt x="88980" y="27765"/>
                    <a:pt x="90247" y="24245"/>
                  </a:cubicBezTo>
                  <a:cubicBezTo>
                    <a:pt x="93525" y="15118"/>
                    <a:pt x="87062" y="11896"/>
                    <a:pt x="81641" y="8468"/>
                  </a:cubicBezTo>
                  <a:cubicBezTo>
                    <a:pt x="78922" y="6755"/>
                    <a:pt x="77804" y="5339"/>
                    <a:pt x="78065" y="2433"/>
                  </a:cubicBezTo>
                  <a:cubicBezTo>
                    <a:pt x="80505" y="1446"/>
                    <a:pt x="82964" y="608"/>
                    <a:pt x="85646" y="1092"/>
                  </a:cubicBezTo>
                  <a:cubicBezTo>
                    <a:pt x="94885" y="384"/>
                    <a:pt x="104105" y="366"/>
                    <a:pt x="113344" y="1111"/>
                  </a:cubicBezTo>
                  <a:cubicBezTo>
                    <a:pt x="120850" y="2117"/>
                    <a:pt x="128227" y="142"/>
                    <a:pt x="135696" y="105"/>
                  </a:cubicBezTo>
                  <a:cubicBezTo>
                    <a:pt x="138862" y="86"/>
                    <a:pt x="142066" y="-454"/>
                    <a:pt x="145065" y="1111"/>
                  </a:cubicBezTo>
                  <a:cubicBezTo>
                    <a:pt x="136068" y="626"/>
                    <a:pt x="130685" y="7556"/>
                    <a:pt x="123775" y="11393"/>
                  </a:cubicBezTo>
                  <a:cubicBezTo>
                    <a:pt x="116995" y="15174"/>
                    <a:pt x="113996" y="22438"/>
                    <a:pt x="108333" y="27374"/>
                  </a:cubicBezTo>
                  <a:cubicBezTo>
                    <a:pt x="101367" y="33447"/>
                    <a:pt x="95965" y="41270"/>
                    <a:pt x="89465" y="47901"/>
                  </a:cubicBezTo>
                  <a:cubicBezTo>
                    <a:pt x="75401" y="62206"/>
                    <a:pt x="62642" y="77555"/>
                    <a:pt x="50945" y="93816"/>
                  </a:cubicBezTo>
                  <a:cubicBezTo>
                    <a:pt x="35224" y="115665"/>
                    <a:pt x="19689" y="137625"/>
                    <a:pt x="6110" y="160909"/>
                  </a:cubicBezTo>
                  <a:cubicBezTo>
                    <a:pt x="5496" y="161970"/>
                    <a:pt x="4825" y="162716"/>
                    <a:pt x="3558" y="162809"/>
                  </a:cubicBezTo>
                  <a:cubicBezTo>
                    <a:pt x="1994" y="162734"/>
                    <a:pt x="150" y="163125"/>
                    <a:pt x="57" y="160648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E36A671D-5C69-38F1-B913-AFF8063DFC04}"/>
                </a:ext>
              </a:extLst>
            </p:cNvPr>
            <p:cNvSpPr/>
            <p:nvPr/>
          </p:nvSpPr>
          <p:spPr>
            <a:xfrm>
              <a:off x="1910207" y="5134176"/>
              <a:ext cx="113808" cy="41318"/>
            </a:xfrm>
            <a:custGeom>
              <a:avLst/>
              <a:gdLst>
                <a:gd name="csX0" fmla="*/ 113809 w 113808"/>
                <a:gd name="csY0" fmla="*/ 3488 h 41318"/>
                <a:gd name="csX1" fmla="*/ 102987 w 113808"/>
                <a:gd name="csY1" fmla="*/ 25784 h 41318"/>
                <a:gd name="csX2" fmla="*/ 96039 w 113808"/>
                <a:gd name="csY2" fmla="*/ 32899 h 41318"/>
                <a:gd name="csX3" fmla="*/ 93487 w 113808"/>
                <a:gd name="csY3" fmla="*/ 41319 h 41318"/>
                <a:gd name="csX4" fmla="*/ 33025 w 113808"/>
                <a:gd name="csY4" fmla="*/ 16787 h 41318"/>
                <a:gd name="csX5" fmla="*/ 11884 w 113808"/>
                <a:gd name="csY5" fmla="*/ 13956 h 41318"/>
                <a:gd name="csX6" fmla="*/ 4694 w 113808"/>
                <a:gd name="csY6" fmla="*/ 9542 h 41318"/>
                <a:gd name="csX7" fmla="*/ 0 w 113808"/>
                <a:gd name="csY7" fmla="*/ 154 h 41318"/>
                <a:gd name="csX8" fmla="*/ 53440 w 113808"/>
                <a:gd name="csY8" fmla="*/ 2352 h 41318"/>
                <a:gd name="csX9" fmla="*/ 93972 w 113808"/>
                <a:gd name="csY9" fmla="*/ 8871 h 41318"/>
                <a:gd name="csX10" fmla="*/ 113809 w 113808"/>
                <a:gd name="csY10" fmla="*/ 3488 h 41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808" h="41318">
                  <a:moveTo>
                    <a:pt x="113809" y="3488"/>
                  </a:moveTo>
                  <a:cubicBezTo>
                    <a:pt x="110978" y="11293"/>
                    <a:pt x="107960" y="18985"/>
                    <a:pt x="102987" y="25784"/>
                  </a:cubicBezTo>
                  <a:cubicBezTo>
                    <a:pt x="100975" y="28522"/>
                    <a:pt x="98926" y="31242"/>
                    <a:pt x="96039" y="32899"/>
                  </a:cubicBezTo>
                  <a:cubicBezTo>
                    <a:pt x="92314" y="35041"/>
                    <a:pt x="91848" y="37761"/>
                    <a:pt x="93487" y="41319"/>
                  </a:cubicBezTo>
                  <a:cubicBezTo>
                    <a:pt x="74134" y="31167"/>
                    <a:pt x="54408" y="21984"/>
                    <a:pt x="33025" y="16787"/>
                  </a:cubicBezTo>
                  <a:cubicBezTo>
                    <a:pt x="26040" y="15092"/>
                    <a:pt x="19055" y="13639"/>
                    <a:pt x="11884" y="13956"/>
                  </a:cubicBezTo>
                  <a:cubicBezTo>
                    <a:pt x="8233" y="14124"/>
                    <a:pt x="5905" y="13379"/>
                    <a:pt x="4694" y="9542"/>
                  </a:cubicBezTo>
                  <a:cubicBezTo>
                    <a:pt x="3763" y="6580"/>
                    <a:pt x="1937" y="3916"/>
                    <a:pt x="0" y="154"/>
                  </a:cubicBezTo>
                  <a:cubicBezTo>
                    <a:pt x="18403" y="1197"/>
                    <a:pt x="36154" y="-1970"/>
                    <a:pt x="53440" y="2352"/>
                  </a:cubicBezTo>
                  <a:cubicBezTo>
                    <a:pt x="66814" y="5686"/>
                    <a:pt x="80504" y="6431"/>
                    <a:pt x="93972" y="8871"/>
                  </a:cubicBezTo>
                  <a:cubicBezTo>
                    <a:pt x="101087" y="10156"/>
                    <a:pt x="107401" y="6096"/>
                    <a:pt x="113809" y="3488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C7E0FB56-60ED-FD95-4293-199BE6E375C6}"/>
                </a:ext>
              </a:extLst>
            </p:cNvPr>
            <p:cNvSpPr/>
            <p:nvPr/>
          </p:nvSpPr>
          <p:spPr>
            <a:xfrm>
              <a:off x="1810321" y="5090529"/>
              <a:ext cx="65650" cy="41636"/>
            </a:xfrm>
            <a:custGeom>
              <a:avLst/>
              <a:gdLst>
                <a:gd name="csX0" fmla="*/ 22697 w 65650"/>
                <a:gd name="csY0" fmla="*/ 34766 h 41636"/>
                <a:gd name="csX1" fmla="*/ 1369 w 65650"/>
                <a:gd name="csY1" fmla="*/ 36015 h 41636"/>
                <a:gd name="csX2" fmla="*/ 289 w 65650"/>
                <a:gd name="csY2" fmla="*/ 27893 h 41636"/>
                <a:gd name="csX3" fmla="*/ 9267 w 65650"/>
                <a:gd name="csY3" fmla="*/ 6417 h 41636"/>
                <a:gd name="csX4" fmla="*/ 19959 w 65650"/>
                <a:gd name="csY4" fmla="*/ 1090 h 41636"/>
                <a:gd name="csX5" fmla="*/ 35661 w 65650"/>
                <a:gd name="csY5" fmla="*/ 9 h 41636"/>
                <a:gd name="csX6" fmla="*/ 64495 w 65650"/>
                <a:gd name="csY6" fmla="*/ 24727 h 41636"/>
                <a:gd name="csX7" fmla="*/ 65650 w 65650"/>
                <a:gd name="csY7" fmla="*/ 35847 h 41636"/>
                <a:gd name="csX8" fmla="*/ 57287 w 65650"/>
                <a:gd name="csY8" fmla="*/ 40615 h 41636"/>
                <a:gd name="csX9" fmla="*/ 22771 w 65650"/>
                <a:gd name="csY9" fmla="*/ 34804 h 41636"/>
                <a:gd name="csX10" fmla="*/ 22697 w 65650"/>
                <a:gd name="csY10" fmla="*/ 34766 h 4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650" h="41636">
                  <a:moveTo>
                    <a:pt x="22697" y="34766"/>
                  </a:moveTo>
                  <a:cubicBezTo>
                    <a:pt x="15582" y="35176"/>
                    <a:pt x="8466" y="35605"/>
                    <a:pt x="1369" y="36015"/>
                  </a:cubicBezTo>
                  <a:cubicBezTo>
                    <a:pt x="-642" y="33518"/>
                    <a:pt x="103" y="30669"/>
                    <a:pt x="289" y="27893"/>
                  </a:cubicBezTo>
                  <a:cubicBezTo>
                    <a:pt x="811" y="19698"/>
                    <a:pt x="4573" y="12768"/>
                    <a:pt x="9267" y="6417"/>
                  </a:cubicBezTo>
                  <a:cubicBezTo>
                    <a:pt x="11689" y="3120"/>
                    <a:pt x="15377" y="1145"/>
                    <a:pt x="19959" y="1090"/>
                  </a:cubicBezTo>
                  <a:cubicBezTo>
                    <a:pt x="25193" y="1034"/>
                    <a:pt x="30408" y="158"/>
                    <a:pt x="35661" y="9"/>
                  </a:cubicBezTo>
                  <a:cubicBezTo>
                    <a:pt x="48663" y="-382"/>
                    <a:pt x="62782" y="11800"/>
                    <a:pt x="64495" y="24727"/>
                  </a:cubicBezTo>
                  <a:cubicBezTo>
                    <a:pt x="64979" y="28415"/>
                    <a:pt x="65278" y="32140"/>
                    <a:pt x="65650" y="35847"/>
                  </a:cubicBezTo>
                  <a:cubicBezTo>
                    <a:pt x="64421" y="41938"/>
                    <a:pt x="63117" y="42646"/>
                    <a:pt x="57287" y="40615"/>
                  </a:cubicBezTo>
                  <a:cubicBezTo>
                    <a:pt x="46111" y="36722"/>
                    <a:pt x="34767" y="33798"/>
                    <a:pt x="22771" y="34804"/>
                  </a:cubicBezTo>
                  <a:lnTo>
                    <a:pt x="22697" y="34766"/>
                  </a:lnTo>
                  <a:close/>
                </a:path>
              </a:pathLst>
            </a:custGeom>
            <a:solidFill>
              <a:srgbClr val="81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4ACCF43-1749-90BC-C345-D37EE6C0E391}"/>
                </a:ext>
              </a:extLst>
            </p:cNvPr>
            <p:cNvSpPr/>
            <p:nvPr/>
          </p:nvSpPr>
          <p:spPr>
            <a:xfrm>
              <a:off x="1612430" y="5226979"/>
              <a:ext cx="129139" cy="193541"/>
            </a:xfrm>
            <a:custGeom>
              <a:avLst/>
              <a:gdLst>
                <a:gd name="csX0" fmla="*/ 108511 w 129139"/>
                <a:gd name="csY0" fmla="*/ 0 h 193541"/>
                <a:gd name="csX1" fmla="*/ 123226 w 129139"/>
                <a:gd name="csY1" fmla="*/ 15311 h 193541"/>
                <a:gd name="csX2" fmla="*/ 127957 w 129139"/>
                <a:gd name="csY2" fmla="*/ 23507 h 193541"/>
                <a:gd name="csX3" fmla="*/ 124120 w 129139"/>
                <a:gd name="csY3" fmla="*/ 42525 h 193541"/>
                <a:gd name="csX4" fmla="*/ 99961 w 129139"/>
                <a:gd name="csY4" fmla="*/ 68770 h 193541"/>
                <a:gd name="csX5" fmla="*/ 87630 w 129139"/>
                <a:gd name="csY5" fmla="*/ 83261 h 193541"/>
                <a:gd name="csX6" fmla="*/ 69991 w 129139"/>
                <a:gd name="csY6" fmla="*/ 105557 h 193541"/>
                <a:gd name="csX7" fmla="*/ 57790 w 129139"/>
                <a:gd name="csY7" fmla="*/ 122880 h 193541"/>
                <a:gd name="csX8" fmla="*/ 27727 w 129139"/>
                <a:gd name="csY8" fmla="*/ 163505 h 193541"/>
                <a:gd name="csX9" fmla="*/ 6027 w 129139"/>
                <a:gd name="csY9" fmla="*/ 190401 h 193541"/>
                <a:gd name="csX10" fmla="*/ 1482 w 129139"/>
                <a:gd name="csY10" fmla="*/ 193438 h 193541"/>
                <a:gd name="csX11" fmla="*/ 308 w 129139"/>
                <a:gd name="csY11" fmla="*/ 192469 h 193541"/>
                <a:gd name="csX12" fmla="*/ 550 w 129139"/>
                <a:gd name="csY12" fmla="*/ 189377 h 193541"/>
                <a:gd name="csX13" fmla="*/ 33445 w 129139"/>
                <a:gd name="csY13" fmla="*/ 144785 h 193541"/>
                <a:gd name="csX14" fmla="*/ 55685 w 129139"/>
                <a:gd name="csY14" fmla="*/ 115988 h 193541"/>
                <a:gd name="csX15" fmla="*/ 65725 w 129139"/>
                <a:gd name="csY15" fmla="*/ 103210 h 193541"/>
                <a:gd name="csX16" fmla="*/ 91914 w 129139"/>
                <a:gd name="csY16" fmla="*/ 71843 h 193541"/>
                <a:gd name="csX17" fmla="*/ 116315 w 129139"/>
                <a:gd name="csY17" fmla="*/ 45430 h 193541"/>
                <a:gd name="csX18" fmla="*/ 107095 w 129139"/>
                <a:gd name="csY18" fmla="*/ 5979 h 193541"/>
                <a:gd name="csX19" fmla="*/ 100948 w 129139"/>
                <a:gd name="csY19" fmla="*/ 1267 h 193541"/>
                <a:gd name="csX20" fmla="*/ 108511 w 129139"/>
                <a:gd name="csY20" fmla="*/ 0 h 193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9139" h="193541">
                  <a:moveTo>
                    <a:pt x="108511" y="0"/>
                  </a:moveTo>
                  <a:cubicBezTo>
                    <a:pt x="114527" y="4042"/>
                    <a:pt x="119538" y="9053"/>
                    <a:pt x="123226" y="15311"/>
                  </a:cubicBezTo>
                  <a:cubicBezTo>
                    <a:pt x="124828" y="18031"/>
                    <a:pt x="126765" y="20620"/>
                    <a:pt x="127957" y="23507"/>
                  </a:cubicBezTo>
                  <a:cubicBezTo>
                    <a:pt x="130881" y="30585"/>
                    <a:pt x="127920" y="37142"/>
                    <a:pt x="124120" y="42525"/>
                  </a:cubicBezTo>
                  <a:cubicBezTo>
                    <a:pt x="117247" y="52248"/>
                    <a:pt x="108976" y="60853"/>
                    <a:pt x="99961" y="68770"/>
                  </a:cubicBezTo>
                  <a:cubicBezTo>
                    <a:pt x="95248" y="72905"/>
                    <a:pt x="91858" y="78530"/>
                    <a:pt x="87630" y="83261"/>
                  </a:cubicBezTo>
                  <a:cubicBezTo>
                    <a:pt x="81316" y="90339"/>
                    <a:pt x="76920" y="98814"/>
                    <a:pt x="69991" y="105557"/>
                  </a:cubicBezTo>
                  <a:cubicBezTo>
                    <a:pt x="65017" y="110381"/>
                    <a:pt x="62317" y="117478"/>
                    <a:pt x="57790" y="122880"/>
                  </a:cubicBezTo>
                  <a:cubicBezTo>
                    <a:pt x="46931" y="135844"/>
                    <a:pt x="38605" y="150745"/>
                    <a:pt x="27727" y="163505"/>
                  </a:cubicBezTo>
                  <a:cubicBezTo>
                    <a:pt x="20220" y="172296"/>
                    <a:pt x="13384" y="181535"/>
                    <a:pt x="6027" y="190401"/>
                  </a:cubicBezTo>
                  <a:cubicBezTo>
                    <a:pt x="4909" y="191743"/>
                    <a:pt x="3009" y="192450"/>
                    <a:pt x="1482" y="193438"/>
                  </a:cubicBezTo>
                  <a:cubicBezTo>
                    <a:pt x="569" y="193754"/>
                    <a:pt x="252" y="193326"/>
                    <a:pt x="308" y="192469"/>
                  </a:cubicBezTo>
                  <a:cubicBezTo>
                    <a:pt x="85" y="191426"/>
                    <a:pt x="-362" y="190569"/>
                    <a:pt x="550" y="189377"/>
                  </a:cubicBezTo>
                  <a:cubicBezTo>
                    <a:pt x="11950" y="174830"/>
                    <a:pt x="23238" y="160245"/>
                    <a:pt x="33445" y="144785"/>
                  </a:cubicBezTo>
                  <a:cubicBezTo>
                    <a:pt x="40095" y="134708"/>
                    <a:pt x="47583" y="125078"/>
                    <a:pt x="55685" y="115988"/>
                  </a:cubicBezTo>
                  <a:cubicBezTo>
                    <a:pt x="59280" y="111946"/>
                    <a:pt x="62838" y="107774"/>
                    <a:pt x="65725" y="103210"/>
                  </a:cubicBezTo>
                  <a:cubicBezTo>
                    <a:pt x="73083" y="91569"/>
                    <a:pt x="83588" y="82628"/>
                    <a:pt x="91914" y="71843"/>
                  </a:cubicBezTo>
                  <a:cubicBezTo>
                    <a:pt x="99290" y="62306"/>
                    <a:pt x="109032" y="55023"/>
                    <a:pt x="116315" y="45430"/>
                  </a:cubicBezTo>
                  <a:cubicBezTo>
                    <a:pt x="126169" y="32448"/>
                    <a:pt x="121717" y="13840"/>
                    <a:pt x="107095" y="5979"/>
                  </a:cubicBezTo>
                  <a:cubicBezTo>
                    <a:pt x="104841" y="4768"/>
                    <a:pt x="102345" y="3707"/>
                    <a:pt x="100948" y="1267"/>
                  </a:cubicBezTo>
                  <a:cubicBezTo>
                    <a:pt x="103444" y="857"/>
                    <a:pt x="105977" y="428"/>
                    <a:pt x="108511" y="0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FBA820D-EDFB-974E-9FFD-5EAB53A8C83F}"/>
                </a:ext>
              </a:extLst>
            </p:cNvPr>
            <p:cNvSpPr/>
            <p:nvPr/>
          </p:nvSpPr>
          <p:spPr>
            <a:xfrm>
              <a:off x="1733439" y="5182014"/>
              <a:ext cx="55991" cy="56457"/>
            </a:xfrm>
            <a:custGeom>
              <a:avLst/>
              <a:gdLst>
                <a:gd name="csX0" fmla="*/ 19483 w 55991"/>
                <a:gd name="csY0" fmla="*/ 56457 h 56457"/>
                <a:gd name="csX1" fmla="*/ 4768 w 55991"/>
                <a:gd name="csY1" fmla="*/ 40308 h 56457"/>
                <a:gd name="csX2" fmla="*/ 0 w 55991"/>
                <a:gd name="csY2" fmla="*/ 39339 h 56457"/>
                <a:gd name="csX3" fmla="*/ 55992 w 55991"/>
                <a:gd name="csY3" fmla="*/ 0 h 56457"/>
                <a:gd name="csX4" fmla="*/ 51167 w 55991"/>
                <a:gd name="csY4" fmla="*/ 29188 h 56457"/>
                <a:gd name="csX5" fmla="*/ 48671 w 55991"/>
                <a:gd name="csY5" fmla="*/ 32094 h 56457"/>
                <a:gd name="csX6" fmla="*/ 20955 w 55991"/>
                <a:gd name="csY6" fmla="*/ 55731 h 56457"/>
                <a:gd name="csX7" fmla="*/ 19483 w 55991"/>
                <a:gd name="csY7" fmla="*/ 56457 h 56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991" h="56457">
                  <a:moveTo>
                    <a:pt x="19483" y="56457"/>
                  </a:moveTo>
                  <a:cubicBezTo>
                    <a:pt x="15237" y="50478"/>
                    <a:pt x="8922" y="46418"/>
                    <a:pt x="4768" y="40308"/>
                  </a:cubicBezTo>
                  <a:cubicBezTo>
                    <a:pt x="3781" y="38855"/>
                    <a:pt x="1621" y="39637"/>
                    <a:pt x="0" y="39339"/>
                  </a:cubicBezTo>
                  <a:cubicBezTo>
                    <a:pt x="18664" y="26226"/>
                    <a:pt x="37328" y="13113"/>
                    <a:pt x="55992" y="0"/>
                  </a:cubicBezTo>
                  <a:cubicBezTo>
                    <a:pt x="53086" y="9649"/>
                    <a:pt x="52360" y="19446"/>
                    <a:pt x="51167" y="29188"/>
                  </a:cubicBezTo>
                  <a:cubicBezTo>
                    <a:pt x="51000" y="30585"/>
                    <a:pt x="49789" y="31423"/>
                    <a:pt x="48671" y="32094"/>
                  </a:cubicBezTo>
                  <a:cubicBezTo>
                    <a:pt x="38147" y="38464"/>
                    <a:pt x="28946" y="46380"/>
                    <a:pt x="20955" y="55731"/>
                  </a:cubicBezTo>
                  <a:cubicBezTo>
                    <a:pt x="20620" y="56122"/>
                    <a:pt x="19986" y="56234"/>
                    <a:pt x="19483" y="56457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1D3F66A8-AB21-FB14-F496-574EF1E5E142}"/>
                </a:ext>
              </a:extLst>
            </p:cNvPr>
            <p:cNvSpPr/>
            <p:nvPr/>
          </p:nvSpPr>
          <p:spPr>
            <a:xfrm>
              <a:off x="1914602" y="5175849"/>
              <a:ext cx="37439" cy="59288"/>
            </a:xfrm>
            <a:custGeom>
              <a:avLst/>
              <a:gdLst>
                <a:gd name="csX0" fmla="*/ 37440 w 37439"/>
                <a:gd name="csY0" fmla="*/ 39898 h 59288"/>
                <a:gd name="csX1" fmla="*/ 15665 w 37439"/>
                <a:gd name="csY1" fmla="*/ 59289 h 59288"/>
                <a:gd name="csX2" fmla="*/ 10916 w 37439"/>
                <a:gd name="csY2" fmla="*/ 37365 h 59288"/>
                <a:gd name="csX3" fmla="*/ 4545 w 37439"/>
                <a:gd name="csY3" fmla="*/ 23712 h 59288"/>
                <a:gd name="csX4" fmla="*/ 2124 w 37439"/>
                <a:gd name="csY4" fmla="*/ 0 h 59288"/>
                <a:gd name="csX5" fmla="*/ 37440 w 37439"/>
                <a:gd name="csY5" fmla="*/ 39898 h 59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7439" h="59288">
                  <a:moveTo>
                    <a:pt x="37440" y="39898"/>
                  </a:moveTo>
                  <a:cubicBezTo>
                    <a:pt x="29691" y="45803"/>
                    <a:pt x="22259" y="52080"/>
                    <a:pt x="15665" y="59289"/>
                  </a:cubicBezTo>
                  <a:cubicBezTo>
                    <a:pt x="14101" y="51968"/>
                    <a:pt x="12760" y="44611"/>
                    <a:pt x="10916" y="37365"/>
                  </a:cubicBezTo>
                  <a:cubicBezTo>
                    <a:pt x="9668" y="32466"/>
                    <a:pt x="7898" y="27679"/>
                    <a:pt x="4545" y="23712"/>
                  </a:cubicBezTo>
                  <a:cubicBezTo>
                    <a:pt x="-1341" y="16764"/>
                    <a:pt x="-782" y="9015"/>
                    <a:pt x="2124" y="0"/>
                  </a:cubicBezTo>
                  <a:cubicBezTo>
                    <a:pt x="12741" y="14845"/>
                    <a:pt x="22539" y="29710"/>
                    <a:pt x="37440" y="39898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E8E678F5-AFC4-48EA-DA88-26EAF205F74E}"/>
                </a:ext>
              </a:extLst>
            </p:cNvPr>
            <p:cNvSpPr/>
            <p:nvPr/>
          </p:nvSpPr>
          <p:spPr>
            <a:xfrm>
              <a:off x="1833055" y="5123768"/>
              <a:ext cx="44145" cy="10483"/>
            </a:xfrm>
            <a:custGeom>
              <a:avLst/>
              <a:gdLst>
                <a:gd name="csX0" fmla="*/ 0 w 44145"/>
                <a:gd name="csY0" fmla="*/ 1546 h 10483"/>
                <a:gd name="csX1" fmla="*/ 28741 w 44145"/>
                <a:gd name="csY1" fmla="*/ 4191 h 10483"/>
                <a:gd name="csX2" fmla="*/ 34515 w 44145"/>
                <a:gd name="csY2" fmla="*/ 6296 h 10483"/>
                <a:gd name="csX3" fmla="*/ 42879 w 44145"/>
                <a:gd name="csY3" fmla="*/ 2608 h 10483"/>
                <a:gd name="csX4" fmla="*/ 44145 w 44145"/>
                <a:gd name="csY4" fmla="*/ 6166 h 10483"/>
                <a:gd name="csX5" fmla="*/ 35950 w 44145"/>
                <a:gd name="csY5" fmla="*/ 9463 h 10483"/>
                <a:gd name="csX6" fmla="*/ 8829 w 44145"/>
                <a:gd name="csY6" fmla="*/ 2813 h 10483"/>
                <a:gd name="csX7" fmla="*/ 3371 w 44145"/>
                <a:gd name="csY7" fmla="*/ 3781 h 10483"/>
                <a:gd name="csX8" fmla="*/ 0 w 44145"/>
                <a:gd name="csY8" fmla="*/ 1546 h 10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145" h="10483">
                  <a:moveTo>
                    <a:pt x="0" y="1546"/>
                  </a:moveTo>
                  <a:cubicBezTo>
                    <a:pt x="10021" y="-2347"/>
                    <a:pt x="19279" y="2086"/>
                    <a:pt x="28741" y="4191"/>
                  </a:cubicBezTo>
                  <a:cubicBezTo>
                    <a:pt x="30734" y="4638"/>
                    <a:pt x="32690" y="5383"/>
                    <a:pt x="34515" y="6296"/>
                  </a:cubicBezTo>
                  <a:cubicBezTo>
                    <a:pt x="38892" y="8494"/>
                    <a:pt x="41593" y="7246"/>
                    <a:pt x="42879" y="2608"/>
                  </a:cubicBezTo>
                  <a:cubicBezTo>
                    <a:pt x="43233" y="3819"/>
                    <a:pt x="42674" y="5346"/>
                    <a:pt x="44145" y="6166"/>
                  </a:cubicBezTo>
                  <a:cubicBezTo>
                    <a:pt x="42674" y="10394"/>
                    <a:pt x="40141" y="11567"/>
                    <a:pt x="35950" y="9463"/>
                  </a:cubicBezTo>
                  <a:cubicBezTo>
                    <a:pt x="27456" y="5160"/>
                    <a:pt x="18105" y="4079"/>
                    <a:pt x="8829" y="2813"/>
                  </a:cubicBezTo>
                  <a:cubicBezTo>
                    <a:pt x="6948" y="2552"/>
                    <a:pt x="5085" y="2869"/>
                    <a:pt x="3371" y="3781"/>
                  </a:cubicBezTo>
                  <a:cubicBezTo>
                    <a:pt x="3409" y="1304"/>
                    <a:pt x="1453" y="1826"/>
                    <a:pt x="0" y="1546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E1CA1518-1D3C-2840-9F9C-76C4FF244FE4}"/>
                </a:ext>
              </a:extLst>
            </p:cNvPr>
            <p:cNvSpPr/>
            <p:nvPr/>
          </p:nvSpPr>
          <p:spPr>
            <a:xfrm>
              <a:off x="1539238" y="5491626"/>
              <a:ext cx="37588" cy="2832"/>
            </a:xfrm>
            <a:custGeom>
              <a:avLst/>
              <a:gdLst>
                <a:gd name="csX0" fmla="*/ 0 w 37588"/>
                <a:gd name="csY0" fmla="*/ 0 h 2832"/>
                <a:gd name="csX1" fmla="*/ 37589 w 37588"/>
                <a:gd name="csY1" fmla="*/ 1173 h 2832"/>
                <a:gd name="csX2" fmla="*/ 0 w 37588"/>
                <a:gd name="csY2" fmla="*/ 0 h 2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588" h="2832">
                  <a:moveTo>
                    <a:pt x="0" y="0"/>
                  </a:moveTo>
                  <a:cubicBezTo>
                    <a:pt x="12499" y="1192"/>
                    <a:pt x="25053" y="1024"/>
                    <a:pt x="37589" y="1173"/>
                  </a:cubicBezTo>
                  <a:cubicBezTo>
                    <a:pt x="25034" y="2142"/>
                    <a:pt x="12405" y="4917"/>
                    <a:pt x="0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EADBF90E-5924-AB6B-1378-D137C0BEC601}"/>
                </a:ext>
              </a:extLst>
            </p:cNvPr>
            <p:cNvSpPr/>
            <p:nvPr/>
          </p:nvSpPr>
          <p:spPr>
            <a:xfrm>
              <a:off x="1645242" y="5227032"/>
              <a:ext cx="27697" cy="1139"/>
            </a:xfrm>
            <a:custGeom>
              <a:avLst/>
              <a:gdLst>
                <a:gd name="csX0" fmla="*/ 27698 w 27697"/>
                <a:gd name="csY0" fmla="*/ 1139 h 1139"/>
                <a:gd name="csX1" fmla="*/ 0 w 27697"/>
                <a:gd name="csY1" fmla="*/ 1120 h 1139"/>
                <a:gd name="csX2" fmla="*/ 27698 w 27697"/>
                <a:gd name="csY2" fmla="*/ 1139 h 1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697" h="1139">
                  <a:moveTo>
                    <a:pt x="27698" y="1139"/>
                  </a:moveTo>
                  <a:cubicBezTo>
                    <a:pt x="18459" y="1139"/>
                    <a:pt x="9239" y="1139"/>
                    <a:pt x="0" y="1120"/>
                  </a:cubicBezTo>
                  <a:cubicBezTo>
                    <a:pt x="9239" y="-891"/>
                    <a:pt x="18478" y="245"/>
                    <a:pt x="27698" y="1139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AE4BCBE9-A7FC-2526-27D9-91E36B97DC98}"/>
                </a:ext>
              </a:extLst>
            </p:cNvPr>
            <p:cNvSpPr/>
            <p:nvPr/>
          </p:nvSpPr>
          <p:spPr>
            <a:xfrm>
              <a:off x="1617339" y="5479125"/>
              <a:ext cx="11548" cy="4323"/>
            </a:xfrm>
            <a:custGeom>
              <a:avLst/>
              <a:gdLst>
                <a:gd name="csX0" fmla="*/ 0 w 11548"/>
                <a:gd name="csY0" fmla="*/ 4324 h 4323"/>
                <a:gd name="csX1" fmla="*/ 11549 w 11548"/>
                <a:gd name="csY1" fmla="*/ 151 h 4323"/>
                <a:gd name="csX2" fmla="*/ 0 w 11548"/>
                <a:gd name="csY2" fmla="*/ 4324 h 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548" h="4323">
                  <a:moveTo>
                    <a:pt x="0" y="4324"/>
                  </a:moveTo>
                  <a:cubicBezTo>
                    <a:pt x="2757" y="-54"/>
                    <a:pt x="7041" y="-277"/>
                    <a:pt x="11549" y="151"/>
                  </a:cubicBezTo>
                  <a:cubicBezTo>
                    <a:pt x="7916" y="2107"/>
                    <a:pt x="4042" y="3411"/>
                    <a:pt x="0" y="4324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1DBE98B7-02B3-C899-E7AD-F1EDD8545752}"/>
                </a:ext>
              </a:extLst>
            </p:cNvPr>
            <p:cNvSpPr/>
            <p:nvPr/>
          </p:nvSpPr>
          <p:spPr>
            <a:xfrm>
              <a:off x="1930025" y="5235100"/>
              <a:ext cx="1773" cy="14584"/>
            </a:xfrm>
            <a:custGeom>
              <a:avLst/>
              <a:gdLst>
                <a:gd name="csX0" fmla="*/ 205 w 1773"/>
                <a:gd name="csY0" fmla="*/ 0 h 14584"/>
                <a:gd name="csX1" fmla="*/ 0 w 1773"/>
                <a:gd name="csY1" fmla="*/ 14585 h 14584"/>
                <a:gd name="csX2" fmla="*/ 205 w 1773"/>
                <a:gd name="csY2" fmla="*/ 0 h 1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3" h="14584">
                  <a:moveTo>
                    <a:pt x="205" y="0"/>
                  </a:moveTo>
                  <a:cubicBezTo>
                    <a:pt x="2086" y="4880"/>
                    <a:pt x="2570" y="9760"/>
                    <a:pt x="0" y="14585"/>
                  </a:cubicBezTo>
                  <a:cubicBezTo>
                    <a:pt x="689" y="9723"/>
                    <a:pt x="447" y="4862"/>
                    <a:pt x="205" y="0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62946AC2-B99F-5C38-C2AF-808DED66F253}"/>
                </a:ext>
              </a:extLst>
            </p:cNvPr>
            <p:cNvSpPr/>
            <p:nvPr/>
          </p:nvSpPr>
          <p:spPr>
            <a:xfrm>
              <a:off x="1775573" y="5007725"/>
              <a:ext cx="76516" cy="79566"/>
            </a:xfrm>
            <a:custGeom>
              <a:avLst/>
              <a:gdLst>
                <a:gd name="csX0" fmla="*/ 0 w 76516"/>
                <a:gd name="csY0" fmla="*/ 2347 h 79566"/>
                <a:gd name="csX1" fmla="*/ 1285 w 76516"/>
                <a:gd name="csY1" fmla="*/ 0 h 79566"/>
                <a:gd name="csX2" fmla="*/ 24047 w 76516"/>
                <a:gd name="csY2" fmla="*/ 12238 h 79566"/>
                <a:gd name="csX3" fmla="*/ 30846 w 76516"/>
                <a:gd name="csY3" fmla="*/ 16168 h 79566"/>
                <a:gd name="csX4" fmla="*/ 40941 w 76516"/>
                <a:gd name="csY4" fmla="*/ 18049 h 79566"/>
                <a:gd name="csX5" fmla="*/ 42562 w 76516"/>
                <a:gd name="csY5" fmla="*/ 17565 h 79566"/>
                <a:gd name="csX6" fmla="*/ 67242 w 76516"/>
                <a:gd name="csY6" fmla="*/ 29188 h 79566"/>
                <a:gd name="csX7" fmla="*/ 75736 w 76516"/>
                <a:gd name="csY7" fmla="*/ 45728 h 79566"/>
                <a:gd name="csX8" fmla="*/ 73966 w 76516"/>
                <a:gd name="csY8" fmla="*/ 49919 h 79566"/>
                <a:gd name="csX9" fmla="*/ 47517 w 76516"/>
                <a:gd name="csY9" fmla="*/ 59587 h 79566"/>
                <a:gd name="csX10" fmla="*/ 34813 w 76516"/>
                <a:gd name="csY10" fmla="*/ 75829 h 79566"/>
                <a:gd name="csX11" fmla="*/ 29784 w 76516"/>
                <a:gd name="csY11" fmla="*/ 77878 h 79566"/>
                <a:gd name="csX12" fmla="*/ 10524 w 76516"/>
                <a:gd name="csY12" fmla="*/ 64150 h 79566"/>
                <a:gd name="csX13" fmla="*/ 1714 w 76516"/>
                <a:gd name="csY13" fmla="*/ 39582 h 79566"/>
                <a:gd name="csX14" fmla="*/ 4116 w 76516"/>
                <a:gd name="csY14" fmla="*/ 24010 h 79566"/>
                <a:gd name="csX15" fmla="*/ 0 w 76516"/>
                <a:gd name="csY15" fmla="*/ 2347 h 79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6516" h="79566">
                  <a:moveTo>
                    <a:pt x="0" y="2347"/>
                  </a:moveTo>
                  <a:cubicBezTo>
                    <a:pt x="149" y="1416"/>
                    <a:pt x="242" y="447"/>
                    <a:pt x="1285" y="0"/>
                  </a:cubicBezTo>
                  <a:cubicBezTo>
                    <a:pt x="8270" y="5197"/>
                    <a:pt x="16205" y="8643"/>
                    <a:pt x="24047" y="12238"/>
                  </a:cubicBezTo>
                  <a:cubicBezTo>
                    <a:pt x="26450" y="13337"/>
                    <a:pt x="28741" y="14529"/>
                    <a:pt x="30846" y="16168"/>
                  </a:cubicBezTo>
                  <a:cubicBezTo>
                    <a:pt x="33826" y="18496"/>
                    <a:pt x="37235" y="19204"/>
                    <a:pt x="40941" y="18049"/>
                  </a:cubicBezTo>
                  <a:cubicBezTo>
                    <a:pt x="41482" y="17882"/>
                    <a:pt x="42003" y="17677"/>
                    <a:pt x="42562" y="17565"/>
                  </a:cubicBezTo>
                  <a:cubicBezTo>
                    <a:pt x="56551" y="14641"/>
                    <a:pt x="60518" y="16503"/>
                    <a:pt x="67242" y="29188"/>
                  </a:cubicBezTo>
                  <a:cubicBezTo>
                    <a:pt x="70148" y="34664"/>
                    <a:pt x="72830" y="40252"/>
                    <a:pt x="75736" y="45728"/>
                  </a:cubicBezTo>
                  <a:cubicBezTo>
                    <a:pt x="76984" y="48075"/>
                    <a:pt x="76965" y="48951"/>
                    <a:pt x="73966" y="49919"/>
                  </a:cubicBezTo>
                  <a:cubicBezTo>
                    <a:pt x="65044" y="52807"/>
                    <a:pt x="56253" y="56159"/>
                    <a:pt x="47517" y="59587"/>
                  </a:cubicBezTo>
                  <a:cubicBezTo>
                    <a:pt x="40178" y="62455"/>
                    <a:pt x="35111" y="67428"/>
                    <a:pt x="34813" y="75829"/>
                  </a:cubicBezTo>
                  <a:cubicBezTo>
                    <a:pt x="34646" y="80691"/>
                    <a:pt x="32690" y="80169"/>
                    <a:pt x="29784" y="77878"/>
                  </a:cubicBezTo>
                  <a:cubicBezTo>
                    <a:pt x="23600" y="72979"/>
                    <a:pt x="17025" y="68565"/>
                    <a:pt x="10524" y="64150"/>
                  </a:cubicBezTo>
                  <a:cubicBezTo>
                    <a:pt x="1211" y="57798"/>
                    <a:pt x="-75" y="49491"/>
                    <a:pt x="1714" y="39582"/>
                  </a:cubicBezTo>
                  <a:cubicBezTo>
                    <a:pt x="2645" y="34422"/>
                    <a:pt x="3446" y="29225"/>
                    <a:pt x="4116" y="24010"/>
                  </a:cubicBezTo>
                  <a:cubicBezTo>
                    <a:pt x="5122" y="16373"/>
                    <a:pt x="4191" y="9034"/>
                    <a:pt x="0" y="2347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AD8EA468-FCBD-6DC2-0CE7-BA5DCDA60D78}"/>
                </a:ext>
              </a:extLst>
            </p:cNvPr>
            <p:cNvSpPr/>
            <p:nvPr/>
          </p:nvSpPr>
          <p:spPr>
            <a:xfrm>
              <a:off x="1862504" y="5075674"/>
              <a:ext cx="4638" cy="13969"/>
            </a:xfrm>
            <a:custGeom>
              <a:avLst/>
              <a:gdLst>
                <a:gd name="csX0" fmla="*/ 1173 w 4638"/>
                <a:gd name="csY0" fmla="*/ 0 h 13969"/>
                <a:gd name="csX1" fmla="*/ 4638 w 4638"/>
                <a:gd name="csY1" fmla="*/ 13970 h 13969"/>
                <a:gd name="csX2" fmla="*/ 0 w 4638"/>
                <a:gd name="csY2" fmla="*/ 4582 h 13969"/>
                <a:gd name="csX3" fmla="*/ 1173 w 4638"/>
                <a:gd name="csY3" fmla="*/ 0 h 13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8" h="13969">
                  <a:moveTo>
                    <a:pt x="1173" y="0"/>
                  </a:moveTo>
                  <a:cubicBezTo>
                    <a:pt x="2813" y="4135"/>
                    <a:pt x="4005" y="8382"/>
                    <a:pt x="4638" y="13970"/>
                  </a:cubicBezTo>
                  <a:cubicBezTo>
                    <a:pt x="559" y="11027"/>
                    <a:pt x="559" y="7674"/>
                    <a:pt x="0" y="4582"/>
                  </a:cubicBezTo>
                  <a:cubicBezTo>
                    <a:pt x="1937" y="3465"/>
                    <a:pt x="820" y="1546"/>
                    <a:pt x="1173" y="0"/>
                  </a:cubicBezTo>
                  <a:close/>
                </a:path>
              </a:pathLst>
            </a:custGeom>
            <a:solidFill>
              <a:srgbClr val="516F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5405570-45E2-5DCD-E86A-BA5ABCCE606F}"/>
                </a:ext>
              </a:extLst>
            </p:cNvPr>
            <p:cNvSpPr/>
            <p:nvPr/>
          </p:nvSpPr>
          <p:spPr>
            <a:xfrm>
              <a:off x="1759704" y="4831993"/>
              <a:ext cx="112433" cy="181201"/>
            </a:xfrm>
            <a:custGeom>
              <a:avLst/>
              <a:gdLst>
                <a:gd name="csX0" fmla="*/ 14510 w 112433"/>
                <a:gd name="csY0" fmla="*/ 106944 h 181201"/>
                <a:gd name="csX1" fmla="*/ 5979 w 112433"/>
                <a:gd name="csY1" fmla="*/ 98953 h 181201"/>
                <a:gd name="csX2" fmla="*/ 18 w 112433"/>
                <a:gd name="csY2" fmla="*/ 70007 h 181201"/>
                <a:gd name="csX3" fmla="*/ 8400 w 112433"/>
                <a:gd name="csY3" fmla="*/ 58011 h 181201"/>
                <a:gd name="csX4" fmla="*/ 12591 w 112433"/>
                <a:gd name="csY4" fmla="*/ 55385 h 181201"/>
                <a:gd name="csX5" fmla="*/ 7841 w 112433"/>
                <a:gd name="csY5" fmla="*/ 55199 h 181201"/>
                <a:gd name="csX6" fmla="*/ 1490 w 112433"/>
                <a:gd name="csY6" fmla="*/ 49126 h 181201"/>
                <a:gd name="csX7" fmla="*/ 9983 w 112433"/>
                <a:gd name="csY7" fmla="*/ 18411 h 181201"/>
                <a:gd name="csX8" fmla="*/ 20917 w 112433"/>
                <a:gd name="csY8" fmla="*/ 3659 h 181201"/>
                <a:gd name="csX9" fmla="*/ 41071 w 112433"/>
                <a:gd name="csY9" fmla="*/ 2169 h 181201"/>
                <a:gd name="csX10" fmla="*/ 66124 w 112433"/>
                <a:gd name="csY10" fmla="*/ 18877 h 181201"/>
                <a:gd name="csX11" fmla="*/ 74897 w 112433"/>
                <a:gd name="csY11" fmla="*/ 27445 h 181201"/>
                <a:gd name="csX12" fmla="*/ 73798 w 112433"/>
                <a:gd name="csY12" fmla="*/ 35156 h 181201"/>
                <a:gd name="csX13" fmla="*/ 72141 w 112433"/>
                <a:gd name="csY13" fmla="*/ 38155 h 181201"/>
                <a:gd name="csX14" fmla="*/ 75456 w 112433"/>
                <a:gd name="csY14" fmla="*/ 37801 h 181201"/>
                <a:gd name="csX15" fmla="*/ 82609 w 112433"/>
                <a:gd name="csY15" fmla="*/ 39180 h 181201"/>
                <a:gd name="csX16" fmla="*/ 98255 w 112433"/>
                <a:gd name="csY16" fmla="*/ 79730 h 181201"/>
                <a:gd name="csX17" fmla="*/ 97100 w 112433"/>
                <a:gd name="csY17" fmla="*/ 85486 h 181201"/>
                <a:gd name="csX18" fmla="*/ 102930 w 112433"/>
                <a:gd name="csY18" fmla="*/ 90310 h 181201"/>
                <a:gd name="csX19" fmla="*/ 111629 w 112433"/>
                <a:gd name="csY19" fmla="*/ 121137 h 181201"/>
                <a:gd name="csX20" fmla="*/ 107308 w 112433"/>
                <a:gd name="csY20" fmla="*/ 131661 h 181201"/>
                <a:gd name="csX21" fmla="*/ 100528 w 112433"/>
                <a:gd name="csY21" fmla="*/ 134548 h 181201"/>
                <a:gd name="csX22" fmla="*/ 96728 w 112433"/>
                <a:gd name="csY22" fmla="*/ 118175 h 181201"/>
                <a:gd name="csX23" fmla="*/ 66515 w 112433"/>
                <a:gd name="csY23" fmla="*/ 40055 h 181201"/>
                <a:gd name="csX24" fmla="*/ 39432 w 112433"/>
                <a:gd name="csY24" fmla="*/ 16921 h 181201"/>
                <a:gd name="csX25" fmla="*/ 31255 w 112433"/>
                <a:gd name="csY25" fmla="*/ 18877 h 181201"/>
                <a:gd name="csX26" fmla="*/ 29392 w 112433"/>
                <a:gd name="csY26" fmla="*/ 21801 h 181201"/>
                <a:gd name="csX27" fmla="*/ 26431 w 112433"/>
                <a:gd name="csY27" fmla="*/ 38435 h 181201"/>
                <a:gd name="csX28" fmla="*/ 35856 w 112433"/>
                <a:gd name="csY28" fmla="*/ 58924 h 181201"/>
                <a:gd name="csX29" fmla="*/ 60611 w 112433"/>
                <a:gd name="csY29" fmla="*/ 127079 h 181201"/>
                <a:gd name="csX30" fmla="*/ 72215 w 112433"/>
                <a:gd name="csY30" fmla="*/ 154348 h 181201"/>
                <a:gd name="csX31" fmla="*/ 84341 w 112433"/>
                <a:gd name="csY31" fmla="*/ 162879 h 181201"/>
                <a:gd name="csX32" fmla="*/ 87917 w 112433"/>
                <a:gd name="csY32" fmla="*/ 165394 h 181201"/>
                <a:gd name="csX33" fmla="*/ 87079 w 112433"/>
                <a:gd name="csY33" fmla="*/ 176942 h 181201"/>
                <a:gd name="csX34" fmla="*/ 82702 w 112433"/>
                <a:gd name="csY34" fmla="*/ 181152 h 181201"/>
                <a:gd name="csX35" fmla="*/ 68173 w 112433"/>
                <a:gd name="csY35" fmla="*/ 178246 h 181201"/>
                <a:gd name="csX36" fmla="*/ 48801 w 112433"/>
                <a:gd name="csY36" fmla="*/ 164146 h 181201"/>
                <a:gd name="csX37" fmla="*/ 46287 w 112433"/>
                <a:gd name="csY37" fmla="*/ 156583 h 181201"/>
                <a:gd name="csX38" fmla="*/ 49248 w 112433"/>
                <a:gd name="csY38" fmla="*/ 152728 h 181201"/>
                <a:gd name="csX39" fmla="*/ 43958 w 112433"/>
                <a:gd name="csY39" fmla="*/ 154404 h 181201"/>
                <a:gd name="csX40" fmla="*/ 39469 w 112433"/>
                <a:gd name="csY40" fmla="*/ 152616 h 181201"/>
                <a:gd name="csX41" fmla="*/ 21178 w 112433"/>
                <a:gd name="csY41" fmla="*/ 128085 h 181201"/>
                <a:gd name="csX42" fmla="*/ 14193 w 112433"/>
                <a:gd name="csY42" fmla="*/ 116071 h 181201"/>
                <a:gd name="csX43" fmla="*/ 15869 w 112433"/>
                <a:gd name="csY43" fmla="*/ 109365 h 181201"/>
                <a:gd name="csX44" fmla="*/ 21588 w 112433"/>
                <a:gd name="csY44" fmla="*/ 103814 h 181201"/>
                <a:gd name="csX45" fmla="*/ 14510 w 112433"/>
                <a:gd name="csY45" fmla="*/ 106944 h 18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12433" h="181201">
                  <a:moveTo>
                    <a:pt x="14510" y="106944"/>
                  </a:moveTo>
                  <a:cubicBezTo>
                    <a:pt x="8326" y="107931"/>
                    <a:pt x="7376" y="102380"/>
                    <a:pt x="5979" y="98953"/>
                  </a:cubicBezTo>
                  <a:cubicBezTo>
                    <a:pt x="2216" y="89770"/>
                    <a:pt x="298" y="79991"/>
                    <a:pt x="18" y="70007"/>
                  </a:cubicBezTo>
                  <a:cubicBezTo>
                    <a:pt x="-187" y="62426"/>
                    <a:pt x="1266" y="60712"/>
                    <a:pt x="8400" y="58011"/>
                  </a:cubicBezTo>
                  <a:cubicBezTo>
                    <a:pt x="9928" y="57434"/>
                    <a:pt x="13187" y="57788"/>
                    <a:pt x="12591" y="55385"/>
                  </a:cubicBezTo>
                  <a:cubicBezTo>
                    <a:pt x="11902" y="52610"/>
                    <a:pt x="9369" y="54826"/>
                    <a:pt x="7841" y="55199"/>
                  </a:cubicBezTo>
                  <a:cubicBezTo>
                    <a:pt x="2831" y="56372"/>
                    <a:pt x="-280" y="53876"/>
                    <a:pt x="1490" y="49126"/>
                  </a:cubicBezTo>
                  <a:cubicBezTo>
                    <a:pt x="5215" y="39124"/>
                    <a:pt x="5178" y="28171"/>
                    <a:pt x="9983" y="18411"/>
                  </a:cubicBezTo>
                  <a:cubicBezTo>
                    <a:pt x="12796" y="12730"/>
                    <a:pt x="16465" y="7682"/>
                    <a:pt x="20917" y="3659"/>
                  </a:cubicBezTo>
                  <a:cubicBezTo>
                    <a:pt x="26729" y="-1575"/>
                    <a:pt x="34217" y="-365"/>
                    <a:pt x="41071" y="2169"/>
                  </a:cubicBezTo>
                  <a:cubicBezTo>
                    <a:pt x="50720" y="5726"/>
                    <a:pt x="58301" y="12525"/>
                    <a:pt x="66124" y="18877"/>
                  </a:cubicBezTo>
                  <a:cubicBezTo>
                    <a:pt x="69309" y="21466"/>
                    <a:pt x="72439" y="23980"/>
                    <a:pt x="74897" y="27445"/>
                  </a:cubicBezTo>
                  <a:cubicBezTo>
                    <a:pt x="77282" y="30779"/>
                    <a:pt x="77691" y="32996"/>
                    <a:pt x="73798" y="35156"/>
                  </a:cubicBezTo>
                  <a:cubicBezTo>
                    <a:pt x="72793" y="35715"/>
                    <a:pt x="71135" y="36591"/>
                    <a:pt x="72141" y="38155"/>
                  </a:cubicBezTo>
                  <a:cubicBezTo>
                    <a:pt x="73165" y="39739"/>
                    <a:pt x="74450" y="38714"/>
                    <a:pt x="75456" y="37801"/>
                  </a:cubicBezTo>
                  <a:cubicBezTo>
                    <a:pt x="78474" y="35026"/>
                    <a:pt x="81454" y="37094"/>
                    <a:pt x="82609" y="39180"/>
                  </a:cubicBezTo>
                  <a:cubicBezTo>
                    <a:pt x="89650" y="51958"/>
                    <a:pt x="96430" y="64922"/>
                    <a:pt x="98255" y="79730"/>
                  </a:cubicBezTo>
                  <a:cubicBezTo>
                    <a:pt x="99149" y="81909"/>
                    <a:pt x="94679" y="83008"/>
                    <a:pt x="97100" y="85486"/>
                  </a:cubicBezTo>
                  <a:cubicBezTo>
                    <a:pt x="100434" y="85430"/>
                    <a:pt x="102055" y="86994"/>
                    <a:pt x="102930" y="90310"/>
                  </a:cubicBezTo>
                  <a:cubicBezTo>
                    <a:pt x="105631" y="100648"/>
                    <a:pt x="108407" y="110967"/>
                    <a:pt x="111629" y="121137"/>
                  </a:cubicBezTo>
                  <a:cubicBezTo>
                    <a:pt x="113268" y="126278"/>
                    <a:pt x="112672" y="129761"/>
                    <a:pt x="107308" y="131661"/>
                  </a:cubicBezTo>
                  <a:cubicBezTo>
                    <a:pt x="105762" y="134325"/>
                    <a:pt x="103638" y="135591"/>
                    <a:pt x="100528" y="134548"/>
                  </a:cubicBezTo>
                  <a:cubicBezTo>
                    <a:pt x="98069" y="129370"/>
                    <a:pt x="97976" y="123652"/>
                    <a:pt x="96728" y="118175"/>
                  </a:cubicBezTo>
                  <a:cubicBezTo>
                    <a:pt x="90395" y="90682"/>
                    <a:pt x="80783" y="64456"/>
                    <a:pt x="66515" y="40055"/>
                  </a:cubicBezTo>
                  <a:cubicBezTo>
                    <a:pt x="60182" y="29233"/>
                    <a:pt x="52434" y="20032"/>
                    <a:pt x="39432" y="16921"/>
                  </a:cubicBezTo>
                  <a:cubicBezTo>
                    <a:pt x="36247" y="16157"/>
                    <a:pt x="33490" y="16139"/>
                    <a:pt x="31255" y="18877"/>
                  </a:cubicBezTo>
                  <a:cubicBezTo>
                    <a:pt x="29243" y="18970"/>
                    <a:pt x="29597" y="20553"/>
                    <a:pt x="29392" y="21801"/>
                  </a:cubicBezTo>
                  <a:cubicBezTo>
                    <a:pt x="24121" y="26588"/>
                    <a:pt x="24419" y="32418"/>
                    <a:pt x="26431" y="38435"/>
                  </a:cubicBezTo>
                  <a:cubicBezTo>
                    <a:pt x="28815" y="45587"/>
                    <a:pt x="32317" y="52274"/>
                    <a:pt x="35856" y="58924"/>
                  </a:cubicBezTo>
                  <a:cubicBezTo>
                    <a:pt x="47293" y="80494"/>
                    <a:pt x="55302" y="103274"/>
                    <a:pt x="60611" y="127079"/>
                  </a:cubicBezTo>
                  <a:cubicBezTo>
                    <a:pt x="62790" y="136839"/>
                    <a:pt x="65752" y="146302"/>
                    <a:pt x="72215" y="154348"/>
                  </a:cubicBezTo>
                  <a:cubicBezTo>
                    <a:pt x="75512" y="158446"/>
                    <a:pt x="78958" y="161873"/>
                    <a:pt x="84341" y="162879"/>
                  </a:cubicBezTo>
                  <a:cubicBezTo>
                    <a:pt x="85813" y="163159"/>
                    <a:pt x="87210" y="163867"/>
                    <a:pt x="87917" y="165394"/>
                  </a:cubicBezTo>
                  <a:cubicBezTo>
                    <a:pt x="88811" y="169343"/>
                    <a:pt x="89501" y="173254"/>
                    <a:pt x="87079" y="176942"/>
                  </a:cubicBezTo>
                  <a:cubicBezTo>
                    <a:pt x="86967" y="179774"/>
                    <a:pt x="84583" y="181525"/>
                    <a:pt x="82702" y="181152"/>
                  </a:cubicBezTo>
                  <a:cubicBezTo>
                    <a:pt x="77896" y="180183"/>
                    <a:pt x="72867" y="181133"/>
                    <a:pt x="68173" y="178246"/>
                  </a:cubicBezTo>
                  <a:cubicBezTo>
                    <a:pt x="61281" y="174055"/>
                    <a:pt x="55134" y="169007"/>
                    <a:pt x="48801" y="164146"/>
                  </a:cubicBezTo>
                  <a:cubicBezTo>
                    <a:pt x="46063" y="162041"/>
                    <a:pt x="46380" y="159340"/>
                    <a:pt x="46287" y="156583"/>
                  </a:cubicBezTo>
                  <a:cubicBezTo>
                    <a:pt x="45914" y="154237"/>
                    <a:pt x="47963" y="153696"/>
                    <a:pt x="49248" y="152728"/>
                  </a:cubicBezTo>
                  <a:cubicBezTo>
                    <a:pt x="47404" y="152914"/>
                    <a:pt x="46343" y="155578"/>
                    <a:pt x="43958" y="154404"/>
                  </a:cubicBezTo>
                  <a:cubicBezTo>
                    <a:pt x="42133" y="154628"/>
                    <a:pt x="40587" y="154088"/>
                    <a:pt x="39469" y="152616"/>
                  </a:cubicBezTo>
                  <a:cubicBezTo>
                    <a:pt x="33304" y="144495"/>
                    <a:pt x="24996" y="138069"/>
                    <a:pt x="21178" y="128085"/>
                  </a:cubicBezTo>
                  <a:cubicBezTo>
                    <a:pt x="19539" y="123801"/>
                    <a:pt x="16819" y="119889"/>
                    <a:pt x="14193" y="116071"/>
                  </a:cubicBezTo>
                  <a:cubicBezTo>
                    <a:pt x="11995" y="112885"/>
                    <a:pt x="13038" y="111023"/>
                    <a:pt x="15869" y="109365"/>
                  </a:cubicBezTo>
                  <a:cubicBezTo>
                    <a:pt x="16559" y="106068"/>
                    <a:pt x="19818" y="105528"/>
                    <a:pt x="21588" y="103814"/>
                  </a:cubicBezTo>
                  <a:cubicBezTo>
                    <a:pt x="19315" y="104541"/>
                    <a:pt x="17527" y="107186"/>
                    <a:pt x="14510" y="106944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B483B7F7-41A2-524D-F087-6D5D16248A7F}"/>
                </a:ext>
              </a:extLst>
            </p:cNvPr>
            <p:cNvSpPr/>
            <p:nvPr/>
          </p:nvSpPr>
          <p:spPr>
            <a:xfrm>
              <a:off x="1790214" y="4846599"/>
              <a:ext cx="76264" cy="156502"/>
            </a:xfrm>
            <a:custGeom>
              <a:avLst/>
              <a:gdLst>
                <a:gd name="csX0" fmla="*/ 0 w 76264"/>
                <a:gd name="csY0" fmla="*/ 4159 h 156502"/>
                <a:gd name="csX1" fmla="*/ 7078 w 76264"/>
                <a:gd name="csY1" fmla="*/ 284 h 156502"/>
                <a:gd name="csX2" fmla="*/ 37645 w 76264"/>
                <a:gd name="csY2" fmla="*/ 25356 h 156502"/>
                <a:gd name="csX3" fmla="*/ 69831 w 76264"/>
                <a:gd name="csY3" fmla="*/ 113981 h 156502"/>
                <a:gd name="csX4" fmla="*/ 70055 w 76264"/>
                <a:gd name="csY4" fmla="*/ 119607 h 156502"/>
                <a:gd name="csX5" fmla="*/ 68937 w 76264"/>
                <a:gd name="csY5" fmla="*/ 120668 h 156502"/>
                <a:gd name="csX6" fmla="*/ 70185 w 76264"/>
                <a:gd name="csY6" fmla="*/ 122866 h 156502"/>
                <a:gd name="csX7" fmla="*/ 76258 w 76264"/>
                <a:gd name="csY7" fmla="*/ 128920 h 156502"/>
                <a:gd name="csX8" fmla="*/ 68881 w 76264"/>
                <a:gd name="csY8" fmla="*/ 152837 h 156502"/>
                <a:gd name="csX9" fmla="*/ 59978 w 76264"/>
                <a:gd name="csY9" fmla="*/ 151123 h 156502"/>
                <a:gd name="csX10" fmla="*/ 57538 w 76264"/>
                <a:gd name="csY10" fmla="*/ 137563 h 156502"/>
                <a:gd name="csX11" fmla="*/ 19670 w 76264"/>
                <a:gd name="csY11" fmla="*/ 27759 h 156502"/>
                <a:gd name="csX12" fmla="*/ 2757 w 76264"/>
                <a:gd name="csY12" fmla="*/ 7530 h 156502"/>
                <a:gd name="csX13" fmla="*/ 0 w 76264"/>
                <a:gd name="csY13" fmla="*/ 4159 h 156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4" h="156502">
                  <a:moveTo>
                    <a:pt x="0" y="4159"/>
                  </a:moveTo>
                  <a:cubicBezTo>
                    <a:pt x="913" y="191"/>
                    <a:pt x="3129" y="-498"/>
                    <a:pt x="7078" y="284"/>
                  </a:cubicBezTo>
                  <a:cubicBezTo>
                    <a:pt x="21868" y="3171"/>
                    <a:pt x="30641" y="13118"/>
                    <a:pt x="37645" y="25356"/>
                  </a:cubicBezTo>
                  <a:cubicBezTo>
                    <a:pt x="53514" y="53035"/>
                    <a:pt x="63964" y="82670"/>
                    <a:pt x="69831" y="113981"/>
                  </a:cubicBezTo>
                  <a:cubicBezTo>
                    <a:pt x="70167" y="115807"/>
                    <a:pt x="69999" y="117725"/>
                    <a:pt x="70055" y="119607"/>
                  </a:cubicBezTo>
                  <a:cubicBezTo>
                    <a:pt x="70241" y="120557"/>
                    <a:pt x="70055" y="121115"/>
                    <a:pt x="68937" y="120668"/>
                  </a:cubicBezTo>
                  <a:cubicBezTo>
                    <a:pt x="67280" y="122587"/>
                    <a:pt x="68863" y="123071"/>
                    <a:pt x="70185" y="122866"/>
                  </a:cubicBezTo>
                  <a:cubicBezTo>
                    <a:pt x="75121" y="122084"/>
                    <a:pt x="76220" y="125530"/>
                    <a:pt x="76258" y="128920"/>
                  </a:cubicBezTo>
                  <a:cubicBezTo>
                    <a:pt x="76369" y="137600"/>
                    <a:pt x="75159" y="146056"/>
                    <a:pt x="68881" y="152837"/>
                  </a:cubicBezTo>
                  <a:cubicBezTo>
                    <a:pt x="64001" y="158108"/>
                    <a:pt x="62679" y="157828"/>
                    <a:pt x="59978" y="151123"/>
                  </a:cubicBezTo>
                  <a:cubicBezTo>
                    <a:pt x="56998" y="147006"/>
                    <a:pt x="58115" y="142052"/>
                    <a:pt x="57538" y="137563"/>
                  </a:cubicBezTo>
                  <a:cubicBezTo>
                    <a:pt x="52564" y="98298"/>
                    <a:pt x="40587" y="61492"/>
                    <a:pt x="19670" y="27759"/>
                  </a:cubicBezTo>
                  <a:cubicBezTo>
                    <a:pt x="14994" y="20233"/>
                    <a:pt x="9444" y="13398"/>
                    <a:pt x="2757" y="7530"/>
                  </a:cubicBezTo>
                  <a:cubicBezTo>
                    <a:pt x="1695" y="6562"/>
                    <a:pt x="298" y="5816"/>
                    <a:pt x="0" y="4159"/>
                  </a:cubicBezTo>
                  <a:close/>
                </a:path>
              </a:pathLst>
            </a:custGeom>
            <a:solidFill>
              <a:srgbClr val="9AC6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6A915214-997B-E563-8043-00575F9DE04D}"/>
                </a:ext>
              </a:extLst>
            </p:cNvPr>
            <p:cNvSpPr/>
            <p:nvPr/>
          </p:nvSpPr>
          <p:spPr>
            <a:xfrm>
              <a:off x="1788750" y="4850758"/>
              <a:ext cx="61478" cy="158335"/>
            </a:xfrm>
            <a:custGeom>
              <a:avLst/>
              <a:gdLst>
                <a:gd name="csX0" fmla="*/ 1464 w 61478"/>
                <a:gd name="csY0" fmla="*/ 0 h 158335"/>
                <a:gd name="csX1" fmla="*/ 25175 w 61478"/>
                <a:gd name="csY1" fmla="*/ 27381 h 158335"/>
                <a:gd name="csX2" fmla="*/ 61050 w 61478"/>
                <a:gd name="csY2" fmla="*/ 137371 h 158335"/>
                <a:gd name="csX3" fmla="*/ 61479 w 61478"/>
                <a:gd name="csY3" fmla="*/ 146946 h 158335"/>
                <a:gd name="csX4" fmla="*/ 61293 w 61478"/>
                <a:gd name="csY4" fmla="*/ 155234 h 158335"/>
                <a:gd name="csX5" fmla="*/ 58014 w 61478"/>
                <a:gd name="csY5" fmla="*/ 158140 h 158335"/>
                <a:gd name="csX6" fmla="*/ 57958 w 61478"/>
                <a:gd name="csY6" fmla="*/ 145828 h 158335"/>
                <a:gd name="csX7" fmla="*/ 55611 w 61478"/>
                <a:gd name="csY7" fmla="*/ 131579 h 158335"/>
                <a:gd name="csX8" fmla="*/ 41008 w 61478"/>
                <a:gd name="csY8" fmla="*/ 70353 h 158335"/>
                <a:gd name="csX9" fmla="*/ 12975 w 61478"/>
                <a:gd name="csY9" fmla="*/ 15926 h 158335"/>
                <a:gd name="csX10" fmla="*/ 551 w 61478"/>
                <a:gd name="csY10" fmla="*/ 2179 h 158335"/>
                <a:gd name="csX11" fmla="*/ 1464 w 61478"/>
                <a:gd name="csY11" fmla="*/ 0 h 158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1478" h="158335">
                  <a:moveTo>
                    <a:pt x="1464" y="0"/>
                  </a:moveTo>
                  <a:cubicBezTo>
                    <a:pt x="12379" y="6519"/>
                    <a:pt x="18898" y="16913"/>
                    <a:pt x="25175" y="27381"/>
                  </a:cubicBezTo>
                  <a:cubicBezTo>
                    <a:pt x="45478" y="61300"/>
                    <a:pt x="56599" y="98256"/>
                    <a:pt x="61050" y="137371"/>
                  </a:cubicBezTo>
                  <a:cubicBezTo>
                    <a:pt x="61404" y="140538"/>
                    <a:pt x="61348" y="143760"/>
                    <a:pt x="61479" y="146946"/>
                  </a:cubicBezTo>
                  <a:cubicBezTo>
                    <a:pt x="61404" y="149702"/>
                    <a:pt x="61311" y="152478"/>
                    <a:pt x="61293" y="155234"/>
                  </a:cubicBezTo>
                  <a:cubicBezTo>
                    <a:pt x="61293" y="157488"/>
                    <a:pt x="60622" y="158867"/>
                    <a:pt x="58014" y="158140"/>
                  </a:cubicBezTo>
                  <a:cubicBezTo>
                    <a:pt x="57996" y="154042"/>
                    <a:pt x="57977" y="149926"/>
                    <a:pt x="57958" y="145828"/>
                  </a:cubicBezTo>
                  <a:cubicBezTo>
                    <a:pt x="55332" y="141395"/>
                    <a:pt x="55928" y="136291"/>
                    <a:pt x="55611" y="131579"/>
                  </a:cubicBezTo>
                  <a:cubicBezTo>
                    <a:pt x="54233" y="110288"/>
                    <a:pt x="48142" y="90190"/>
                    <a:pt x="41008" y="70353"/>
                  </a:cubicBezTo>
                  <a:cubicBezTo>
                    <a:pt x="34042" y="51018"/>
                    <a:pt x="25809" y="32299"/>
                    <a:pt x="12975" y="15926"/>
                  </a:cubicBezTo>
                  <a:cubicBezTo>
                    <a:pt x="9138" y="11046"/>
                    <a:pt x="3922" y="7451"/>
                    <a:pt x="551" y="2179"/>
                  </a:cubicBezTo>
                  <a:cubicBezTo>
                    <a:pt x="-287" y="987"/>
                    <a:pt x="-306" y="112"/>
                    <a:pt x="1464" y="0"/>
                  </a:cubicBezTo>
                  <a:close/>
                </a:path>
              </a:pathLst>
            </a:custGeom>
            <a:solidFill>
              <a:srgbClr val="45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8B30486C-FA92-4E64-F03A-E780EA0501BA}"/>
                </a:ext>
              </a:extLst>
            </p:cNvPr>
            <p:cNvSpPr/>
            <p:nvPr/>
          </p:nvSpPr>
          <p:spPr>
            <a:xfrm>
              <a:off x="1853595" y="4908575"/>
              <a:ext cx="9839" cy="10673"/>
            </a:xfrm>
            <a:custGeom>
              <a:avLst/>
              <a:gdLst>
                <a:gd name="csX0" fmla="*/ 3227 w 9839"/>
                <a:gd name="csY0" fmla="*/ 8904 h 10673"/>
                <a:gd name="csX1" fmla="*/ 768 w 9839"/>
                <a:gd name="csY1" fmla="*/ 10543 h 10673"/>
                <a:gd name="csX2" fmla="*/ 731 w 9839"/>
                <a:gd name="csY2" fmla="*/ 7767 h 10673"/>
                <a:gd name="csX3" fmla="*/ 4382 w 9839"/>
                <a:gd name="csY3" fmla="*/ 3129 h 10673"/>
                <a:gd name="csX4" fmla="*/ 9839 w 9839"/>
                <a:gd name="csY4" fmla="*/ 0 h 10673"/>
                <a:gd name="csX5" fmla="*/ 3227 w 9839"/>
                <a:gd name="csY5" fmla="*/ 8904 h 10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839" h="10673">
                  <a:moveTo>
                    <a:pt x="3227" y="8904"/>
                  </a:moveTo>
                  <a:cubicBezTo>
                    <a:pt x="2221" y="9220"/>
                    <a:pt x="2072" y="11195"/>
                    <a:pt x="768" y="10543"/>
                  </a:cubicBezTo>
                  <a:cubicBezTo>
                    <a:pt x="-480" y="9928"/>
                    <a:pt x="5" y="8587"/>
                    <a:pt x="731" y="7767"/>
                  </a:cubicBezTo>
                  <a:cubicBezTo>
                    <a:pt x="2035" y="6277"/>
                    <a:pt x="2370" y="4042"/>
                    <a:pt x="4382" y="3129"/>
                  </a:cubicBezTo>
                  <a:cubicBezTo>
                    <a:pt x="5946" y="2235"/>
                    <a:pt x="7511" y="1322"/>
                    <a:pt x="9839" y="0"/>
                  </a:cubicBezTo>
                  <a:cubicBezTo>
                    <a:pt x="8685" y="4452"/>
                    <a:pt x="4736" y="5793"/>
                    <a:pt x="3227" y="8904"/>
                  </a:cubicBezTo>
                  <a:close/>
                </a:path>
              </a:pathLst>
            </a:custGeom>
            <a:solidFill>
              <a:srgbClr val="5E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038096FA-0675-4EC7-48F5-42065D2C166A}"/>
                </a:ext>
              </a:extLst>
            </p:cNvPr>
            <p:cNvSpPr/>
            <p:nvPr/>
          </p:nvSpPr>
          <p:spPr>
            <a:xfrm>
              <a:off x="1773964" y="4933386"/>
              <a:ext cx="11648" cy="7990"/>
            </a:xfrm>
            <a:custGeom>
              <a:avLst/>
              <a:gdLst>
                <a:gd name="csX0" fmla="*/ 249 w 11648"/>
                <a:gd name="csY0" fmla="*/ 5551 h 7990"/>
                <a:gd name="csX1" fmla="*/ 11648 w 11648"/>
                <a:gd name="csY1" fmla="*/ 0 h 7990"/>
                <a:gd name="csX2" fmla="*/ 1590 w 11648"/>
                <a:gd name="csY2" fmla="*/ 7991 h 7990"/>
                <a:gd name="csX3" fmla="*/ 249 w 11648"/>
                <a:gd name="csY3" fmla="*/ 5551 h 7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48" h="7990">
                  <a:moveTo>
                    <a:pt x="249" y="5551"/>
                  </a:moveTo>
                  <a:cubicBezTo>
                    <a:pt x="3415" y="3073"/>
                    <a:pt x="6619" y="671"/>
                    <a:pt x="11648" y="0"/>
                  </a:cubicBezTo>
                  <a:cubicBezTo>
                    <a:pt x="8575" y="3967"/>
                    <a:pt x="4701" y="5495"/>
                    <a:pt x="1590" y="7991"/>
                  </a:cubicBezTo>
                  <a:cubicBezTo>
                    <a:pt x="-273" y="7954"/>
                    <a:pt x="-161" y="6836"/>
                    <a:pt x="249" y="5551"/>
                  </a:cubicBezTo>
                  <a:close/>
                </a:path>
              </a:pathLst>
            </a:custGeom>
            <a:solidFill>
              <a:srgbClr val="5B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C3DFC271-5657-3329-E4CA-143E63EE3A05}"/>
                </a:ext>
              </a:extLst>
            </p:cNvPr>
            <p:cNvSpPr/>
            <p:nvPr/>
          </p:nvSpPr>
          <p:spPr>
            <a:xfrm>
              <a:off x="1803625" y="4982299"/>
              <a:ext cx="8437" cy="6298"/>
            </a:xfrm>
            <a:custGeom>
              <a:avLst/>
              <a:gdLst>
                <a:gd name="csX0" fmla="*/ 0 w 8437"/>
                <a:gd name="csY0" fmla="*/ 4098 h 6298"/>
                <a:gd name="csX1" fmla="*/ 8438 w 8437"/>
                <a:gd name="csY1" fmla="*/ 0 h 6298"/>
                <a:gd name="csX2" fmla="*/ 2347 w 8437"/>
                <a:gd name="csY2" fmla="*/ 6277 h 6298"/>
                <a:gd name="csX3" fmla="*/ 0 w 8437"/>
                <a:gd name="csY3" fmla="*/ 4098 h 6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37" h="6298">
                  <a:moveTo>
                    <a:pt x="0" y="4098"/>
                  </a:moveTo>
                  <a:cubicBezTo>
                    <a:pt x="2608" y="2496"/>
                    <a:pt x="5048" y="559"/>
                    <a:pt x="8438" y="0"/>
                  </a:cubicBezTo>
                  <a:cubicBezTo>
                    <a:pt x="7358" y="3297"/>
                    <a:pt x="3967" y="3930"/>
                    <a:pt x="2347" y="6277"/>
                  </a:cubicBezTo>
                  <a:cubicBezTo>
                    <a:pt x="726" y="6445"/>
                    <a:pt x="37" y="5625"/>
                    <a:pt x="0" y="4098"/>
                  </a:cubicBezTo>
                  <a:close/>
                </a:path>
              </a:pathLst>
            </a:custGeom>
            <a:solidFill>
              <a:srgbClr val="59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4CC88F6E-FE75-0032-0816-3755E4F91E72}"/>
                </a:ext>
              </a:extLst>
            </p:cNvPr>
            <p:cNvSpPr/>
            <p:nvPr/>
          </p:nvSpPr>
          <p:spPr>
            <a:xfrm>
              <a:off x="1859188" y="4963635"/>
              <a:ext cx="9592" cy="4611"/>
            </a:xfrm>
            <a:custGeom>
              <a:avLst/>
              <a:gdLst>
                <a:gd name="csX0" fmla="*/ 0 w 9592"/>
                <a:gd name="csY0" fmla="*/ 3614 h 4611"/>
                <a:gd name="csX1" fmla="*/ 1118 w 9592"/>
                <a:gd name="csY1" fmla="*/ 2552 h 4611"/>
                <a:gd name="csX2" fmla="*/ 7842 w 9592"/>
                <a:gd name="csY2" fmla="*/ 0 h 4611"/>
                <a:gd name="csX3" fmla="*/ 9593 w 9592"/>
                <a:gd name="csY3" fmla="*/ 1062 h 4611"/>
                <a:gd name="csX4" fmla="*/ 0 w 9592"/>
                <a:gd name="csY4" fmla="*/ 3614 h 4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92" h="4611">
                  <a:moveTo>
                    <a:pt x="0" y="3614"/>
                  </a:moveTo>
                  <a:cubicBezTo>
                    <a:pt x="373" y="3260"/>
                    <a:pt x="745" y="2906"/>
                    <a:pt x="1118" y="2552"/>
                  </a:cubicBezTo>
                  <a:cubicBezTo>
                    <a:pt x="3725" y="2664"/>
                    <a:pt x="5774" y="1341"/>
                    <a:pt x="7842" y="0"/>
                  </a:cubicBezTo>
                  <a:cubicBezTo>
                    <a:pt x="8419" y="354"/>
                    <a:pt x="9015" y="708"/>
                    <a:pt x="9593" y="1062"/>
                  </a:cubicBezTo>
                  <a:cubicBezTo>
                    <a:pt x="6706" y="3129"/>
                    <a:pt x="4117" y="6221"/>
                    <a:pt x="0" y="3614"/>
                  </a:cubicBezTo>
                  <a:close/>
                </a:path>
              </a:pathLst>
            </a:custGeom>
            <a:solidFill>
              <a:srgbClr val="5672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6856267A-4324-A9ED-8AB2-AD29CFC3C7F4}"/>
                </a:ext>
              </a:extLst>
            </p:cNvPr>
            <p:cNvSpPr/>
            <p:nvPr/>
          </p:nvSpPr>
          <p:spPr>
            <a:xfrm>
              <a:off x="1661430" y="5017946"/>
              <a:ext cx="95479" cy="63612"/>
            </a:xfrm>
            <a:custGeom>
              <a:avLst/>
              <a:gdLst>
                <a:gd name="csX0" fmla="*/ 85811 w 95479"/>
                <a:gd name="csY0" fmla="*/ 54562 h 63612"/>
                <a:gd name="csX1" fmla="*/ 84880 w 95479"/>
                <a:gd name="csY1" fmla="*/ 61081 h 63612"/>
                <a:gd name="csX2" fmla="*/ 60479 w 95479"/>
                <a:gd name="csY2" fmla="*/ 62999 h 63612"/>
                <a:gd name="csX3" fmla="*/ 37755 w 95479"/>
                <a:gd name="csY3" fmla="*/ 57113 h 63612"/>
                <a:gd name="csX4" fmla="*/ 1861 w 95479"/>
                <a:gd name="csY4" fmla="*/ 27236 h 63612"/>
                <a:gd name="csX5" fmla="*/ 18532 w 95479"/>
                <a:gd name="csY5" fmla="*/ 41 h 63612"/>
                <a:gd name="csX6" fmla="*/ 56120 w 95479"/>
                <a:gd name="csY6" fmla="*/ 15036 h 63612"/>
                <a:gd name="csX7" fmla="*/ 58784 w 95479"/>
                <a:gd name="csY7" fmla="*/ 17066 h 63612"/>
                <a:gd name="csX8" fmla="*/ 59771 w 95479"/>
                <a:gd name="csY8" fmla="*/ 17048 h 63612"/>
                <a:gd name="csX9" fmla="*/ 86854 w 95479"/>
                <a:gd name="csY9" fmla="*/ 31055 h 63612"/>
                <a:gd name="csX10" fmla="*/ 95125 w 95479"/>
                <a:gd name="csY10" fmla="*/ 42920 h 63612"/>
                <a:gd name="csX11" fmla="*/ 88661 w 95479"/>
                <a:gd name="csY11" fmla="*/ 50967 h 63612"/>
                <a:gd name="csX12" fmla="*/ 85849 w 95479"/>
                <a:gd name="csY12" fmla="*/ 50985 h 63612"/>
                <a:gd name="csX13" fmla="*/ 69830 w 95479"/>
                <a:gd name="csY13" fmla="*/ 46198 h 63612"/>
                <a:gd name="csX14" fmla="*/ 68135 w 95479"/>
                <a:gd name="csY14" fmla="*/ 39437 h 63612"/>
                <a:gd name="csX15" fmla="*/ 30080 w 95479"/>
                <a:gd name="csY15" fmla="*/ 17457 h 63612"/>
                <a:gd name="csX16" fmla="*/ 26169 w 95479"/>
                <a:gd name="csY16" fmla="*/ 20456 h 63612"/>
                <a:gd name="csX17" fmla="*/ 20674 w 95479"/>
                <a:gd name="csY17" fmla="*/ 18649 h 63612"/>
                <a:gd name="csX18" fmla="*/ 21475 w 95479"/>
                <a:gd name="csY18" fmla="*/ 21965 h 63612"/>
                <a:gd name="csX19" fmla="*/ 21885 w 95479"/>
                <a:gd name="csY19" fmla="*/ 28391 h 63612"/>
                <a:gd name="csX20" fmla="*/ 51836 w 95479"/>
                <a:gd name="csY20" fmla="*/ 46012 h 63612"/>
                <a:gd name="csX21" fmla="*/ 58933 w 95479"/>
                <a:gd name="csY21" fmla="*/ 43702 h 63612"/>
                <a:gd name="csX22" fmla="*/ 63236 w 95479"/>
                <a:gd name="csY22" fmla="*/ 44280 h 63612"/>
                <a:gd name="csX23" fmla="*/ 85811 w 95479"/>
                <a:gd name="csY23" fmla="*/ 54562 h 6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5479" h="63612">
                  <a:moveTo>
                    <a:pt x="85811" y="54562"/>
                  </a:moveTo>
                  <a:cubicBezTo>
                    <a:pt x="89350" y="57281"/>
                    <a:pt x="88661" y="59442"/>
                    <a:pt x="84880" y="61081"/>
                  </a:cubicBezTo>
                  <a:cubicBezTo>
                    <a:pt x="76982" y="64508"/>
                    <a:pt x="68693" y="63689"/>
                    <a:pt x="60479" y="62999"/>
                  </a:cubicBezTo>
                  <a:cubicBezTo>
                    <a:pt x="52600" y="62329"/>
                    <a:pt x="44721" y="60392"/>
                    <a:pt x="37755" y="57113"/>
                  </a:cubicBezTo>
                  <a:cubicBezTo>
                    <a:pt x="23375" y="50333"/>
                    <a:pt x="9479" y="42324"/>
                    <a:pt x="1861" y="27236"/>
                  </a:cubicBezTo>
                  <a:cubicBezTo>
                    <a:pt x="-4155" y="15315"/>
                    <a:pt x="5214" y="600"/>
                    <a:pt x="18532" y="41"/>
                  </a:cubicBezTo>
                  <a:cubicBezTo>
                    <a:pt x="33433" y="-573"/>
                    <a:pt x="45317" y="5704"/>
                    <a:pt x="56120" y="15036"/>
                  </a:cubicBezTo>
                  <a:cubicBezTo>
                    <a:pt x="56959" y="15762"/>
                    <a:pt x="57890" y="16377"/>
                    <a:pt x="58784" y="17066"/>
                  </a:cubicBezTo>
                  <a:cubicBezTo>
                    <a:pt x="59101" y="16563"/>
                    <a:pt x="59436" y="16526"/>
                    <a:pt x="59771" y="17048"/>
                  </a:cubicBezTo>
                  <a:cubicBezTo>
                    <a:pt x="69550" y="20270"/>
                    <a:pt x="78491" y="25150"/>
                    <a:pt x="86854" y="31055"/>
                  </a:cubicBezTo>
                  <a:cubicBezTo>
                    <a:pt x="90971" y="33961"/>
                    <a:pt x="94324" y="37407"/>
                    <a:pt x="95125" y="42920"/>
                  </a:cubicBezTo>
                  <a:cubicBezTo>
                    <a:pt x="96112" y="49663"/>
                    <a:pt x="95367" y="50911"/>
                    <a:pt x="88661" y="50967"/>
                  </a:cubicBezTo>
                  <a:cubicBezTo>
                    <a:pt x="87730" y="50967"/>
                    <a:pt x="86799" y="50985"/>
                    <a:pt x="85849" y="50985"/>
                  </a:cubicBezTo>
                  <a:cubicBezTo>
                    <a:pt x="79441" y="52941"/>
                    <a:pt x="74728" y="49234"/>
                    <a:pt x="69830" y="46198"/>
                  </a:cubicBezTo>
                  <a:cubicBezTo>
                    <a:pt x="70724" y="43591"/>
                    <a:pt x="71096" y="41095"/>
                    <a:pt x="68135" y="39437"/>
                  </a:cubicBezTo>
                  <a:cubicBezTo>
                    <a:pt x="55357" y="32266"/>
                    <a:pt x="44032" y="22617"/>
                    <a:pt x="30080" y="17457"/>
                  </a:cubicBezTo>
                  <a:cubicBezTo>
                    <a:pt x="26951" y="16302"/>
                    <a:pt x="25033" y="16265"/>
                    <a:pt x="26169" y="20456"/>
                  </a:cubicBezTo>
                  <a:cubicBezTo>
                    <a:pt x="23580" y="22207"/>
                    <a:pt x="22350" y="19860"/>
                    <a:pt x="20674" y="18649"/>
                  </a:cubicBezTo>
                  <a:cubicBezTo>
                    <a:pt x="20879" y="19767"/>
                    <a:pt x="22332" y="20605"/>
                    <a:pt x="21475" y="21965"/>
                  </a:cubicBezTo>
                  <a:cubicBezTo>
                    <a:pt x="19240" y="24256"/>
                    <a:pt x="20134" y="26380"/>
                    <a:pt x="21885" y="28391"/>
                  </a:cubicBezTo>
                  <a:cubicBezTo>
                    <a:pt x="29913" y="37593"/>
                    <a:pt x="40101" y="43106"/>
                    <a:pt x="51836" y="46012"/>
                  </a:cubicBezTo>
                  <a:cubicBezTo>
                    <a:pt x="54668" y="46701"/>
                    <a:pt x="56959" y="45695"/>
                    <a:pt x="58933" y="43702"/>
                  </a:cubicBezTo>
                  <a:cubicBezTo>
                    <a:pt x="60460" y="43162"/>
                    <a:pt x="61895" y="43646"/>
                    <a:pt x="63236" y="44280"/>
                  </a:cubicBezTo>
                  <a:cubicBezTo>
                    <a:pt x="70705" y="47819"/>
                    <a:pt x="78677" y="50277"/>
                    <a:pt x="85811" y="54562"/>
                  </a:cubicBezTo>
                  <a:close/>
                </a:path>
              </a:pathLst>
            </a:custGeom>
            <a:solidFill>
              <a:srgbClr val="98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274B1F3-6796-F76C-93BD-2DB2B08189A1}"/>
                </a:ext>
              </a:extLst>
            </p:cNvPr>
            <p:cNvSpPr/>
            <p:nvPr/>
          </p:nvSpPr>
          <p:spPr>
            <a:xfrm>
              <a:off x="1678528" y="5034257"/>
              <a:ext cx="81566" cy="39357"/>
            </a:xfrm>
            <a:custGeom>
              <a:avLst/>
              <a:gdLst>
                <a:gd name="csX0" fmla="*/ 68714 w 81566"/>
                <a:gd name="csY0" fmla="*/ 38251 h 39357"/>
                <a:gd name="csX1" fmla="*/ 45319 w 81566"/>
                <a:gd name="csY1" fmla="*/ 29142 h 39357"/>
                <a:gd name="csX2" fmla="*/ 41612 w 81566"/>
                <a:gd name="csY2" fmla="*/ 28043 h 39357"/>
                <a:gd name="csX3" fmla="*/ 40532 w 81566"/>
                <a:gd name="csY3" fmla="*/ 28267 h 39357"/>
                <a:gd name="csX4" fmla="*/ 5029 w 81566"/>
                <a:gd name="csY4" fmla="*/ 6809 h 39357"/>
                <a:gd name="csX5" fmla="*/ 4452 w 81566"/>
                <a:gd name="csY5" fmla="*/ 5244 h 39357"/>
                <a:gd name="csX6" fmla="*/ 0 w 81566"/>
                <a:gd name="csY6" fmla="*/ 141 h 39357"/>
                <a:gd name="csX7" fmla="*/ 8773 w 81566"/>
                <a:gd name="csY7" fmla="*/ 4555 h 39357"/>
                <a:gd name="csX8" fmla="*/ 26599 w 81566"/>
                <a:gd name="csY8" fmla="*/ 15079 h 39357"/>
                <a:gd name="csX9" fmla="*/ 49715 w 81566"/>
                <a:gd name="csY9" fmla="*/ 26758 h 39357"/>
                <a:gd name="csX10" fmla="*/ 52769 w 81566"/>
                <a:gd name="csY10" fmla="*/ 29086 h 39357"/>
                <a:gd name="csX11" fmla="*/ 68751 w 81566"/>
                <a:gd name="csY11" fmla="*/ 34674 h 39357"/>
                <a:gd name="csX12" fmla="*/ 81566 w 81566"/>
                <a:gd name="csY12" fmla="*/ 38102 h 39357"/>
                <a:gd name="csX13" fmla="*/ 68714 w 81566"/>
                <a:gd name="csY13" fmla="*/ 38251 h 39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1566" h="39357">
                  <a:moveTo>
                    <a:pt x="68714" y="38251"/>
                  </a:moveTo>
                  <a:cubicBezTo>
                    <a:pt x="60313" y="36761"/>
                    <a:pt x="53198" y="31955"/>
                    <a:pt x="45319" y="29142"/>
                  </a:cubicBezTo>
                  <a:cubicBezTo>
                    <a:pt x="44108" y="28714"/>
                    <a:pt x="43046" y="27745"/>
                    <a:pt x="41612" y="28043"/>
                  </a:cubicBezTo>
                  <a:cubicBezTo>
                    <a:pt x="41258" y="28211"/>
                    <a:pt x="40848" y="28397"/>
                    <a:pt x="40532" y="28267"/>
                  </a:cubicBezTo>
                  <a:cubicBezTo>
                    <a:pt x="27530" y="23051"/>
                    <a:pt x="15516" y="16197"/>
                    <a:pt x="5029" y="6809"/>
                  </a:cubicBezTo>
                  <a:cubicBezTo>
                    <a:pt x="4619" y="6436"/>
                    <a:pt x="4526" y="5822"/>
                    <a:pt x="4452" y="5244"/>
                  </a:cubicBezTo>
                  <a:cubicBezTo>
                    <a:pt x="3763" y="2972"/>
                    <a:pt x="466" y="3084"/>
                    <a:pt x="0" y="141"/>
                  </a:cubicBezTo>
                  <a:cubicBezTo>
                    <a:pt x="4266" y="-865"/>
                    <a:pt x="5588" y="3829"/>
                    <a:pt x="8773" y="4555"/>
                  </a:cubicBezTo>
                  <a:cubicBezTo>
                    <a:pt x="15460" y="6790"/>
                    <a:pt x="20489" y="11801"/>
                    <a:pt x="26599" y="15079"/>
                  </a:cubicBezTo>
                  <a:cubicBezTo>
                    <a:pt x="34217" y="19158"/>
                    <a:pt x="41817" y="23238"/>
                    <a:pt x="49715" y="26758"/>
                  </a:cubicBezTo>
                  <a:cubicBezTo>
                    <a:pt x="50925" y="27298"/>
                    <a:pt x="52155" y="27783"/>
                    <a:pt x="52769" y="29086"/>
                  </a:cubicBezTo>
                  <a:cubicBezTo>
                    <a:pt x="57780" y="31825"/>
                    <a:pt x="63089" y="33780"/>
                    <a:pt x="68751" y="34674"/>
                  </a:cubicBezTo>
                  <a:cubicBezTo>
                    <a:pt x="72439" y="36910"/>
                    <a:pt x="77152" y="35550"/>
                    <a:pt x="81566" y="38102"/>
                  </a:cubicBezTo>
                  <a:cubicBezTo>
                    <a:pt x="76798" y="40952"/>
                    <a:pt x="72719" y="38027"/>
                    <a:pt x="68714" y="38251"/>
                  </a:cubicBezTo>
                  <a:close/>
                </a:path>
              </a:pathLst>
            </a:custGeom>
            <a:solidFill>
              <a:srgbClr val="4A5F2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1195D7C3-B104-A0AD-6537-0D9B1D3D67CD}"/>
                </a:ext>
              </a:extLst>
            </p:cNvPr>
            <p:cNvSpPr/>
            <p:nvPr/>
          </p:nvSpPr>
          <p:spPr>
            <a:xfrm>
              <a:off x="1720215" y="5015287"/>
              <a:ext cx="7785" cy="19725"/>
            </a:xfrm>
            <a:custGeom>
              <a:avLst/>
              <a:gdLst>
                <a:gd name="csX0" fmla="*/ 969 w 7785"/>
                <a:gd name="csY0" fmla="*/ 19707 h 19725"/>
                <a:gd name="csX1" fmla="*/ 484 w 7785"/>
                <a:gd name="csY1" fmla="*/ 19726 h 19725"/>
                <a:gd name="csX2" fmla="*/ 0 w 7785"/>
                <a:gd name="csY2" fmla="*/ 19726 h 19725"/>
                <a:gd name="csX3" fmla="*/ 7786 w 7785"/>
                <a:gd name="csY3" fmla="*/ 0 h 19725"/>
                <a:gd name="csX4" fmla="*/ 969 w 7785"/>
                <a:gd name="csY4" fmla="*/ 19707 h 1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85" h="19725">
                  <a:moveTo>
                    <a:pt x="969" y="19707"/>
                  </a:moveTo>
                  <a:lnTo>
                    <a:pt x="484" y="19726"/>
                  </a:lnTo>
                  <a:cubicBezTo>
                    <a:pt x="484" y="19726"/>
                    <a:pt x="0" y="19726"/>
                    <a:pt x="0" y="19726"/>
                  </a:cubicBezTo>
                  <a:cubicBezTo>
                    <a:pt x="540" y="12349"/>
                    <a:pt x="4955" y="6501"/>
                    <a:pt x="7786" y="0"/>
                  </a:cubicBezTo>
                  <a:cubicBezTo>
                    <a:pt x="7022" y="7097"/>
                    <a:pt x="4005" y="13411"/>
                    <a:pt x="969" y="19707"/>
                  </a:cubicBezTo>
                  <a:close/>
                </a:path>
              </a:pathLst>
            </a:custGeom>
            <a:solidFill>
              <a:srgbClr val="58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6A287E45-AB3D-E5C1-C315-C0C46E4F058B}"/>
                </a:ext>
              </a:extLst>
            </p:cNvPr>
            <p:cNvSpPr/>
            <p:nvPr/>
          </p:nvSpPr>
          <p:spPr>
            <a:xfrm>
              <a:off x="1685486" y="5082362"/>
              <a:ext cx="3845" cy="12312"/>
            </a:xfrm>
            <a:custGeom>
              <a:avLst/>
              <a:gdLst>
                <a:gd name="csX0" fmla="*/ 3846 w 3845"/>
                <a:gd name="csY0" fmla="*/ 0 h 12312"/>
                <a:gd name="csX1" fmla="*/ 381 w 3845"/>
                <a:gd name="csY1" fmla="*/ 12312 h 12312"/>
                <a:gd name="csX2" fmla="*/ 3846 w 3845"/>
                <a:gd name="csY2" fmla="*/ 0 h 1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45" h="12312">
                  <a:moveTo>
                    <a:pt x="3846" y="0"/>
                  </a:moveTo>
                  <a:cubicBezTo>
                    <a:pt x="3082" y="4340"/>
                    <a:pt x="3026" y="7805"/>
                    <a:pt x="381" y="12312"/>
                  </a:cubicBezTo>
                  <a:cubicBezTo>
                    <a:pt x="-680" y="6966"/>
                    <a:pt x="475" y="3744"/>
                    <a:pt x="3846" y="0"/>
                  </a:cubicBezTo>
                  <a:close/>
                </a:path>
              </a:pathLst>
            </a:custGeom>
            <a:solidFill>
              <a:srgbClr val="5274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4563C059-7E2A-E2EC-65FC-C2CEC8343D3B}"/>
                </a:ext>
              </a:extLst>
            </p:cNvPr>
            <p:cNvSpPr/>
            <p:nvPr/>
          </p:nvSpPr>
          <p:spPr>
            <a:xfrm>
              <a:off x="2024976" y="5143364"/>
              <a:ext cx="317636" cy="110940"/>
            </a:xfrm>
            <a:custGeom>
              <a:avLst/>
              <a:gdLst>
                <a:gd name="csX0" fmla="*/ 51063 w 317636"/>
                <a:gd name="csY0" fmla="*/ 37 h 110940"/>
                <a:gd name="csX1" fmla="*/ 123279 w 317636"/>
                <a:gd name="csY1" fmla="*/ 6575 h 110940"/>
                <a:gd name="csX2" fmla="*/ 162358 w 317636"/>
                <a:gd name="csY2" fmla="*/ 16316 h 110940"/>
                <a:gd name="csX3" fmla="*/ 209036 w 317636"/>
                <a:gd name="csY3" fmla="*/ 30212 h 110940"/>
                <a:gd name="csX4" fmla="*/ 249288 w 317636"/>
                <a:gd name="csY4" fmla="*/ 48634 h 110940"/>
                <a:gd name="csX5" fmla="*/ 273093 w 317636"/>
                <a:gd name="csY5" fmla="*/ 64559 h 110940"/>
                <a:gd name="csX6" fmla="*/ 301704 w 317636"/>
                <a:gd name="csY6" fmla="*/ 77263 h 110940"/>
                <a:gd name="csX7" fmla="*/ 313644 w 317636"/>
                <a:gd name="csY7" fmla="*/ 81901 h 110940"/>
                <a:gd name="csX8" fmla="*/ 315283 w 317636"/>
                <a:gd name="csY8" fmla="*/ 83354 h 110940"/>
                <a:gd name="csX9" fmla="*/ 314314 w 317636"/>
                <a:gd name="csY9" fmla="*/ 109040 h 110940"/>
                <a:gd name="csX10" fmla="*/ 308763 w 317636"/>
                <a:gd name="csY10" fmla="*/ 110940 h 110940"/>
                <a:gd name="csX11" fmla="*/ 271361 w 317636"/>
                <a:gd name="csY11" fmla="*/ 107587 h 110940"/>
                <a:gd name="csX12" fmla="*/ 223602 w 317636"/>
                <a:gd name="csY12" fmla="*/ 98367 h 110940"/>
                <a:gd name="csX13" fmla="*/ 196482 w 317636"/>
                <a:gd name="csY13" fmla="*/ 92406 h 110940"/>
                <a:gd name="csX14" fmla="*/ 178675 w 317636"/>
                <a:gd name="csY14" fmla="*/ 85906 h 110940"/>
                <a:gd name="csX15" fmla="*/ 157366 w 317636"/>
                <a:gd name="csY15" fmla="*/ 81621 h 110940"/>
                <a:gd name="csX16" fmla="*/ 149077 w 317636"/>
                <a:gd name="csY16" fmla="*/ 77859 h 110940"/>
                <a:gd name="csX17" fmla="*/ 136597 w 317636"/>
                <a:gd name="csY17" fmla="*/ 73854 h 110940"/>
                <a:gd name="csX18" fmla="*/ 114413 w 317636"/>
                <a:gd name="csY18" fmla="*/ 68210 h 110940"/>
                <a:gd name="csX19" fmla="*/ 104541 w 317636"/>
                <a:gd name="csY19" fmla="*/ 67186 h 110940"/>
                <a:gd name="csX20" fmla="*/ 81164 w 317636"/>
                <a:gd name="csY20" fmla="*/ 63330 h 110940"/>
                <a:gd name="csX21" fmla="*/ 23906 w 317636"/>
                <a:gd name="csY21" fmla="*/ 51912 h 110940"/>
                <a:gd name="csX22" fmla="*/ 7160 w 317636"/>
                <a:gd name="csY22" fmla="*/ 45355 h 110940"/>
                <a:gd name="csX23" fmla="*/ 809 w 317636"/>
                <a:gd name="csY23" fmla="*/ 28889 h 110940"/>
                <a:gd name="csX24" fmla="*/ 29531 w 317636"/>
                <a:gd name="csY24" fmla="*/ 3334 h 110940"/>
                <a:gd name="csX25" fmla="*/ 51063 w 317636"/>
                <a:gd name="csY25" fmla="*/ 37 h 11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17636" h="110940">
                  <a:moveTo>
                    <a:pt x="51063" y="37"/>
                  </a:moveTo>
                  <a:cubicBezTo>
                    <a:pt x="77513" y="558"/>
                    <a:pt x="100517" y="1769"/>
                    <a:pt x="123279" y="6575"/>
                  </a:cubicBezTo>
                  <a:cubicBezTo>
                    <a:pt x="136448" y="9369"/>
                    <a:pt x="149319" y="13262"/>
                    <a:pt x="162358" y="16316"/>
                  </a:cubicBezTo>
                  <a:cubicBezTo>
                    <a:pt x="178246" y="20042"/>
                    <a:pt x="193278" y="26207"/>
                    <a:pt x="209036" y="30212"/>
                  </a:cubicBezTo>
                  <a:cubicBezTo>
                    <a:pt x="223435" y="33863"/>
                    <a:pt x="236809" y="40457"/>
                    <a:pt x="249288" y="48634"/>
                  </a:cubicBezTo>
                  <a:cubicBezTo>
                    <a:pt x="257279" y="53868"/>
                    <a:pt x="265307" y="59027"/>
                    <a:pt x="273093" y="64559"/>
                  </a:cubicBezTo>
                  <a:cubicBezTo>
                    <a:pt x="281792" y="70762"/>
                    <a:pt x="291720" y="74152"/>
                    <a:pt x="301704" y="77263"/>
                  </a:cubicBezTo>
                  <a:cubicBezTo>
                    <a:pt x="305820" y="78548"/>
                    <a:pt x="309341" y="81174"/>
                    <a:pt x="313644" y="81901"/>
                  </a:cubicBezTo>
                  <a:cubicBezTo>
                    <a:pt x="314258" y="82013"/>
                    <a:pt x="314836" y="82776"/>
                    <a:pt x="315283" y="83354"/>
                  </a:cubicBezTo>
                  <a:cubicBezTo>
                    <a:pt x="318915" y="88085"/>
                    <a:pt x="318151" y="104197"/>
                    <a:pt x="314314" y="109040"/>
                  </a:cubicBezTo>
                  <a:cubicBezTo>
                    <a:pt x="312731" y="111052"/>
                    <a:pt x="310812" y="110940"/>
                    <a:pt x="308763" y="110940"/>
                  </a:cubicBezTo>
                  <a:cubicBezTo>
                    <a:pt x="296190" y="110940"/>
                    <a:pt x="283692" y="110269"/>
                    <a:pt x="271361" y="107587"/>
                  </a:cubicBezTo>
                  <a:cubicBezTo>
                    <a:pt x="255510" y="104122"/>
                    <a:pt x="239044" y="103470"/>
                    <a:pt x="223602" y="98367"/>
                  </a:cubicBezTo>
                  <a:cubicBezTo>
                    <a:pt x="214643" y="95386"/>
                    <a:pt x="205497" y="94437"/>
                    <a:pt x="196482" y="92406"/>
                  </a:cubicBezTo>
                  <a:cubicBezTo>
                    <a:pt x="190521" y="91065"/>
                    <a:pt x="184468" y="88476"/>
                    <a:pt x="178675" y="85906"/>
                  </a:cubicBezTo>
                  <a:cubicBezTo>
                    <a:pt x="171895" y="82888"/>
                    <a:pt x="164630" y="82106"/>
                    <a:pt x="157366" y="81621"/>
                  </a:cubicBezTo>
                  <a:cubicBezTo>
                    <a:pt x="154013" y="81398"/>
                    <a:pt x="151480" y="80634"/>
                    <a:pt x="149077" y="77859"/>
                  </a:cubicBezTo>
                  <a:cubicBezTo>
                    <a:pt x="145966" y="74264"/>
                    <a:pt x="140769" y="75233"/>
                    <a:pt x="136597" y="73854"/>
                  </a:cubicBezTo>
                  <a:cubicBezTo>
                    <a:pt x="129351" y="71470"/>
                    <a:pt x="121435" y="71712"/>
                    <a:pt x="114413" y="68210"/>
                  </a:cubicBezTo>
                  <a:cubicBezTo>
                    <a:pt x="111358" y="66683"/>
                    <a:pt x="107800" y="67484"/>
                    <a:pt x="104541" y="67186"/>
                  </a:cubicBezTo>
                  <a:cubicBezTo>
                    <a:pt x="96624" y="66441"/>
                    <a:pt x="88727" y="65360"/>
                    <a:pt x="81164" y="63330"/>
                  </a:cubicBezTo>
                  <a:cubicBezTo>
                    <a:pt x="62295" y="58264"/>
                    <a:pt x="42663" y="57239"/>
                    <a:pt x="23906" y="51912"/>
                  </a:cubicBezTo>
                  <a:cubicBezTo>
                    <a:pt x="18150" y="50273"/>
                    <a:pt x="12562" y="47926"/>
                    <a:pt x="7160" y="45355"/>
                  </a:cubicBezTo>
                  <a:cubicBezTo>
                    <a:pt x="1479" y="42636"/>
                    <a:pt x="-1557" y="34850"/>
                    <a:pt x="809" y="28889"/>
                  </a:cubicBezTo>
                  <a:cubicBezTo>
                    <a:pt x="6061" y="15646"/>
                    <a:pt x="14350" y="6128"/>
                    <a:pt x="29531" y="3334"/>
                  </a:cubicBezTo>
                  <a:cubicBezTo>
                    <a:pt x="37801" y="1732"/>
                    <a:pt x="45904" y="-299"/>
                    <a:pt x="51063" y="37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D34BBC02-598B-53D1-20F0-1DFCA42619AA}"/>
                </a:ext>
              </a:extLst>
            </p:cNvPr>
            <p:cNvSpPr/>
            <p:nvPr/>
          </p:nvSpPr>
          <p:spPr>
            <a:xfrm>
              <a:off x="2095393" y="5121417"/>
              <a:ext cx="4417" cy="19375"/>
            </a:xfrm>
            <a:custGeom>
              <a:avLst/>
              <a:gdLst>
                <a:gd name="csX0" fmla="*/ 0 w 4417"/>
                <a:gd name="csY0" fmla="*/ 15408 h 19375"/>
                <a:gd name="csX1" fmla="*/ 1565 w 4417"/>
                <a:gd name="csY1" fmla="*/ 2929 h 19375"/>
                <a:gd name="csX2" fmla="*/ 2142 w 4417"/>
                <a:gd name="csY2" fmla="*/ 79 h 19375"/>
                <a:gd name="csX3" fmla="*/ 4415 w 4417"/>
                <a:gd name="csY3" fmla="*/ 2500 h 19375"/>
                <a:gd name="csX4" fmla="*/ 3520 w 4417"/>
                <a:gd name="csY4" fmla="*/ 14235 h 19375"/>
                <a:gd name="csX5" fmla="*/ 1099 w 4417"/>
                <a:gd name="csY5" fmla="*/ 19376 h 19375"/>
                <a:gd name="csX6" fmla="*/ 0 w 4417"/>
                <a:gd name="csY6" fmla="*/ 15408 h 19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17" h="19375">
                  <a:moveTo>
                    <a:pt x="0" y="15408"/>
                  </a:moveTo>
                  <a:cubicBezTo>
                    <a:pt x="1267" y="11348"/>
                    <a:pt x="2570" y="7269"/>
                    <a:pt x="1565" y="2929"/>
                  </a:cubicBezTo>
                  <a:cubicBezTo>
                    <a:pt x="1304" y="1830"/>
                    <a:pt x="764" y="451"/>
                    <a:pt x="2142" y="79"/>
                  </a:cubicBezTo>
                  <a:cubicBezTo>
                    <a:pt x="3837" y="-368"/>
                    <a:pt x="4470" y="1178"/>
                    <a:pt x="4415" y="2500"/>
                  </a:cubicBezTo>
                  <a:cubicBezTo>
                    <a:pt x="4228" y="6412"/>
                    <a:pt x="3837" y="10323"/>
                    <a:pt x="3520" y="14235"/>
                  </a:cubicBezTo>
                  <a:cubicBezTo>
                    <a:pt x="3204" y="16154"/>
                    <a:pt x="2999" y="18146"/>
                    <a:pt x="1099" y="19376"/>
                  </a:cubicBezTo>
                  <a:cubicBezTo>
                    <a:pt x="-559" y="18333"/>
                    <a:pt x="317" y="16712"/>
                    <a:pt x="0" y="15408"/>
                  </a:cubicBezTo>
                  <a:close/>
                </a:path>
              </a:pathLst>
            </a:custGeom>
            <a:solidFill>
              <a:srgbClr val="53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8A5113FD-EFF3-184D-E7DB-C4194A1EE58E}"/>
                </a:ext>
              </a:extLst>
            </p:cNvPr>
            <p:cNvSpPr/>
            <p:nvPr/>
          </p:nvSpPr>
          <p:spPr>
            <a:xfrm>
              <a:off x="2236620" y="5241141"/>
              <a:ext cx="5259" cy="10692"/>
            </a:xfrm>
            <a:custGeom>
              <a:avLst/>
              <a:gdLst>
                <a:gd name="csX0" fmla="*/ 5234 w 5259"/>
                <a:gd name="csY0" fmla="*/ 9214 h 10692"/>
                <a:gd name="csX1" fmla="*/ 3949 w 5259"/>
                <a:gd name="csY1" fmla="*/ 10574 h 10692"/>
                <a:gd name="csX2" fmla="*/ 75 w 5259"/>
                <a:gd name="csY2" fmla="*/ 1856 h 10692"/>
                <a:gd name="csX3" fmla="*/ 1528 w 5259"/>
                <a:gd name="csY3" fmla="*/ 68 h 10692"/>
                <a:gd name="csX4" fmla="*/ 5234 w 5259"/>
                <a:gd name="csY4" fmla="*/ 9214 h 10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59" h="10692">
                  <a:moveTo>
                    <a:pt x="5234" y="9214"/>
                  </a:moveTo>
                  <a:cubicBezTo>
                    <a:pt x="5421" y="9866"/>
                    <a:pt x="4527" y="11077"/>
                    <a:pt x="3949" y="10574"/>
                  </a:cubicBezTo>
                  <a:cubicBezTo>
                    <a:pt x="1379" y="8357"/>
                    <a:pt x="1081" y="4893"/>
                    <a:pt x="75" y="1856"/>
                  </a:cubicBezTo>
                  <a:cubicBezTo>
                    <a:pt x="-242" y="925"/>
                    <a:pt x="485" y="-304"/>
                    <a:pt x="1528" y="68"/>
                  </a:cubicBezTo>
                  <a:cubicBezTo>
                    <a:pt x="5793" y="1596"/>
                    <a:pt x="3875" y="5843"/>
                    <a:pt x="5234" y="9214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CA18C83A-A641-08C9-CA15-1D0FAA47A3C0}"/>
                </a:ext>
              </a:extLst>
            </p:cNvPr>
            <p:cNvSpPr/>
            <p:nvPr/>
          </p:nvSpPr>
          <p:spPr>
            <a:xfrm>
              <a:off x="2168689" y="5229236"/>
              <a:ext cx="2526" cy="14711"/>
            </a:xfrm>
            <a:custGeom>
              <a:avLst/>
              <a:gdLst>
                <a:gd name="csX0" fmla="*/ 2272 w 2526"/>
                <a:gd name="csY0" fmla="*/ 14711 h 14711"/>
                <a:gd name="csX1" fmla="*/ 205 w 2526"/>
                <a:gd name="csY1" fmla="*/ 9160 h 14711"/>
                <a:gd name="csX2" fmla="*/ 0 w 2526"/>
                <a:gd name="csY2" fmla="*/ 2399 h 14711"/>
                <a:gd name="csX3" fmla="*/ 1211 w 2526"/>
                <a:gd name="csY3" fmla="*/ 71 h 14711"/>
                <a:gd name="csX4" fmla="*/ 2515 w 2526"/>
                <a:gd name="csY4" fmla="*/ 1822 h 14711"/>
                <a:gd name="csX5" fmla="*/ 2272 w 2526"/>
                <a:gd name="csY5" fmla="*/ 14711 h 14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26" h="14711">
                  <a:moveTo>
                    <a:pt x="2272" y="14711"/>
                  </a:moveTo>
                  <a:cubicBezTo>
                    <a:pt x="-1248" y="13947"/>
                    <a:pt x="484" y="11098"/>
                    <a:pt x="205" y="9160"/>
                  </a:cubicBezTo>
                  <a:cubicBezTo>
                    <a:pt x="-112" y="6944"/>
                    <a:pt x="56" y="4653"/>
                    <a:pt x="0" y="2399"/>
                  </a:cubicBezTo>
                  <a:cubicBezTo>
                    <a:pt x="168" y="1505"/>
                    <a:pt x="130" y="350"/>
                    <a:pt x="1211" y="71"/>
                  </a:cubicBezTo>
                  <a:cubicBezTo>
                    <a:pt x="2738" y="-320"/>
                    <a:pt x="2515" y="1002"/>
                    <a:pt x="2515" y="1822"/>
                  </a:cubicBezTo>
                  <a:cubicBezTo>
                    <a:pt x="2459" y="6124"/>
                    <a:pt x="2347" y="10408"/>
                    <a:pt x="2272" y="14711"/>
                  </a:cubicBezTo>
                  <a:close/>
                </a:path>
              </a:pathLst>
            </a:custGeom>
            <a:solidFill>
              <a:srgbClr val="5F873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9DEBA717-4B79-B0AB-83EA-E684780E4499}"/>
                </a:ext>
              </a:extLst>
            </p:cNvPr>
            <p:cNvSpPr/>
            <p:nvPr/>
          </p:nvSpPr>
          <p:spPr>
            <a:xfrm>
              <a:off x="2094630" y="5208031"/>
              <a:ext cx="4283" cy="13304"/>
            </a:xfrm>
            <a:custGeom>
              <a:avLst/>
              <a:gdLst>
                <a:gd name="csX0" fmla="*/ 4283 w 4283"/>
                <a:gd name="csY0" fmla="*/ 5518 h 13304"/>
                <a:gd name="csX1" fmla="*/ 4283 w 4283"/>
                <a:gd name="csY1" fmla="*/ 13304 h 13304"/>
                <a:gd name="csX2" fmla="*/ 1918 w 4283"/>
                <a:gd name="csY2" fmla="*/ 8815 h 13304"/>
                <a:gd name="csX3" fmla="*/ 688 w 4283"/>
                <a:gd name="csY3" fmla="*/ 2929 h 13304"/>
                <a:gd name="csX4" fmla="*/ 819 w 4283"/>
                <a:gd name="csY4" fmla="*/ 154 h 13304"/>
                <a:gd name="csX5" fmla="*/ 3091 w 4283"/>
                <a:gd name="csY5" fmla="*/ 1849 h 13304"/>
                <a:gd name="csX6" fmla="*/ 4283 w 4283"/>
                <a:gd name="csY6" fmla="*/ 5518 h 13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283" h="13304">
                  <a:moveTo>
                    <a:pt x="4283" y="5518"/>
                  </a:moveTo>
                  <a:cubicBezTo>
                    <a:pt x="4283" y="7735"/>
                    <a:pt x="4283" y="9970"/>
                    <a:pt x="4283" y="13304"/>
                  </a:cubicBezTo>
                  <a:cubicBezTo>
                    <a:pt x="3147" y="11144"/>
                    <a:pt x="2532" y="9970"/>
                    <a:pt x="1918" y="8815"/>
                  </a:cubicBezTo>
                  <a:cubicBezTo>
                    <a:pt x="1936" y="6766"/>
                    <a:pt x="1601" y="4810"/>
                    <a:pt x="688" y="2929"/>
                  </a:cubicBezTo>
                  <a:cubicBezTo>
                    <a:pt x="241" y="2016"/>
                    <a:pt x="-671" y="806"/>
                    <a:pt x="819" y="154"/>
                  </a:cubicBezTo>
                  <a:cubicBezTo>
                    <a:pt x="2160" y="-424"/>
                    <a:pt x="2719" y="731"/>
                    <a:pt x="3091" y="1849"/>
                  </a:cubicBezTo>
                  <a:cubicBezTo>
                    <a:pt x="3482" y="3078"/>
                    <a:pt x="3874" y="4308"/>
                    <a:pt x="4283" y="5518"/>
                  </a:cubicBezTo>
                  <a:close/>
                </a:path>
              </a:pathLst>
            </a:custGeom>
            <a:solidFill>
              <a:srgbClr val="5273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E6900A72-7488-CF7A-D49D-D9D0D3787551}"/>
                </a:ext>
              </a:extLst>
            </p:cNvPr>
            <p:cNvSpPr/>
            <p:nvPr/>
          </p:nvSpPr>
          <p:spPr>
            <a:xfrm>
              <a:off x="2243446" y="5154914"/>
              <a:ext cx="4508" cy="13577"/>
            </a:xfrm>
            <a:custGeom>
              <a:avLst/>
              <a:gdLst>
                <a:gd name="csX0" fmla="*/ 1109 w 4508"/>
                <a:gd name="csY0" fmla="*/ 13577 h 13577"/>
                <a:gd name="csX1" fmla="*/ 848 w 4508"/>
                <a:gd name="csY1" fmla="*/ 7915 h 13577"/>
                <a:gd name="csX2" fmla="*/ 1500 w 4508"/>
                <a:gd name="csY2" fmla="*/ 2606 h 13577"/>
                <a:gd name="csX3" fmla="*/ 2077 w 4508"/>
                <a:gd name="csY3" fmla="*/ 36 h 13577"/>
                <a:gd name="csX4" fmla="*/ 4499 w 4508"/>
                <a:gd name="csY4" fmla="*/ 2364 h 13577"/>
                <a:gd name="csX5" fmla="*/ 1165 w 4508"/>
                <a:gd name="csY5" fmla="*/ 13522 h 13577"/>
                <a:gd name="csX6" fmla="*/ 1109 w 4508"/>
                <a:gd name="csY6" fmla="*/ 13577 h 13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08" h="13577">
                  <a:moveTo>
                    <a:pt x="1109" y="13577"/>
                  </a:moveTo>
                  <a:cubicBezTo>
                    <a:pt x="-1033" y="11771"/>
                    <a:pt x="531" y="9852"/>
                    <a:pt x="848" y="7915"/>
                  </a:cubicBezTo>
                  <a:cubicBezTo>
                    <a:pt x="1146" y="6145"/>
                    <a:pt x="2860" y="4413"/>
                    <a:pt x="1500" y="2606"/>
                  </a:cubicBezTo>
                  <a:cubicBezTo>
                    <a:pt x="494" y="1265"/>
                    <a:pt x="-139" y="353"/>
                    <a:pt x="2077" y="36"/>
                  </a:cubicBezTo>
                  <a:cubicBezTo>
                    <a:pt x="3716" y="-206"/>
                    <a:pt x="4443" y="800"/>
                    <a:pt x="4499" y="2364"/>
                  </a:cubicBezTo>
                  <a:cubicBezTo>
                    <a:pt x="4666" y="6462"/>
                    <a:pt x="2711" y="9927"/>
                    <a:pt x="1165" y="13522"/>
                  </a:cubicBezTo>
                  <a:cubicBezTo>
                    <a:pt x="1146" y="13522"/>
                    <a:pt x="1109" y="13577"/>
                    <a:pt x="1109" y="13577"/>
                  </a:cubicBezTo>
                  <a:close/>
                </a:path>
              </a:pathLst>
            </a:custGeom>
            <a:solidFill>
              <a:srgbClr val="54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15BAB6D9-0A44-C2AA-630B-9135A1F23BFC}"/>
                </a:ext>
              </a:extLst>
            </p:cNvPr>
            <p:cNvSpPr/>
            <p:nvPr/>
          </p:nvSpPr>
          <p:spPr>
            <a:xfrm>
              <a:off x="2169896" y="5132542"/>
              <a:ext cx="2855" cy="13187"/>
            </a:xfrm>
            <a:custGeom>
              <a:avLst/>
              <a:gdLst>
                <a:gd name="csX0" fmla="*/ 96 w 2855"/>
                <a:gd name="csY0" fmla="*/ 13188 h 13187"/>
                <a:gd name="csX1" fmla="*/ 1698 w 2855"/>
                <a:gd name="csY1" fmla="*/ 0 h 13187"/>
                <a:gd name="csX2" fmla="*/ 78 w 2855"/>
                <a:gd name="csY2" fmla="*/ 13150 h 13187"/>
                <a:gd name="csX3" fmla="*/ 96 w 2855"/>
                <a:gd name="csY3" fmla="*/ 13188 h 1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5" h="13187">
                  <a:moveTo>
                    <a:pt x="96" y="13188"/>
                  </a:moveTo>
                  <a:cubicBezTo>
                    <a:pt x="-314" y="8717"/>
                    <a:pt x="655" y="4433"/>
                    <a:pt x="1698" y="0"/>
                  </a:cubicBezTo>
                  <a:cubicBezTo>
                    <a:pt x="3766" y="2868"/>
                    <a:pt x="2965" y="8773"/>
                    <a:pt x="78" y="13150"/>
                  </a:cubicBezTo>
                  <a:cubicBezTo>
                    <a:pt x="78" y="13150"/>
                    <a:pt x="96" y="13188"/>
                    <a:pt x="96" y="13188"/>
                  </a:cubicBezTo>
                  <a:close/>
                </a:path>
              </a:pathLst>
            </a:custGeom>
            <a:solidFill>
              <a:srgbClr val="4763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65282432-B3AF-D549-9A8B-FDF7979C404E}"/>
                </a:ext>
              </a:extLst>
            </p:cNvPr>
            <p:cNvSpPr/>
            <p:nvPr/>
          </p:nvSpPr>
          <p:spPr>
            <a:xfrm>
              <a:off x="2004465" y="4840612"/>
              <a:ext cx="112301" cy="139911"/>
            </a:xfrm>
            <a:custGeom>
              <a:avLst/>
              <a:gdLst>
                <a:gd name="csX0" fmla="*/ 5263 w 112301"/>
                <a:gd name="csY0" fmla="*/ 135746 h 139911"/>
                <a:gd name="csX1" fmla="*/ 346 w 112301"/>
                <a:gd name="csY1" fmla="*/ 122502 h 139911"/>
                <a:gd name="csX2" fmla="*/ 14204 w 112301"/>
                <a:gd name="csY2" fmla="*/ 85882 h 139911"/>
                <a:gd name="csX3" fmla="*/ 57194 w 112301"/>
                <a:gd name="csY3" fmla="*/ 29891 h 139911"/>
                <a:gd name="csX4" fmla="*/ 88003 w 112301"/>
                <a:gd name="csY4" fmla="*/ 4596 h 139911"/>
                <a:gd name="csX5" fmla="*/ 102215 w 112301"/>
                <a:gd name="csY5" fmla="*/ 32 h 139911"/>
                <a:gd name="csX6" fmla="*/ 112031 w 112301"/>
                <a:gd name="csY6" fmla="*/ 12922 h 139911"/>
                <a:gd name="csX7" fmla="*/ 106518 w 112301"/>
                <a:gd name="csY7" fmla="*/ 25755 h 139911"/>
                <a:gd name="csX8" fmla="*/ 85339 w 112301"/>
                <a:gd name="csY8" fmla="*/ 50417 h 139911"/>
                <a:gd name="csX9" fmla="*/ 48310 w 112301"/>
                <a:gd name="csY9" fmla="*/ 99070 h 139911"/>
                <a:gd name="csX10" fmla="*/ 24710 w 112301"/>
                <a:gd name="csY10" fmla="*/ 132374 h 139911"/>
                <a:gd name="csX11" fmla="*/ 16085 w 112301"/>
                <a:gd name="csY11" fmla="*/ 138633 h 139911"/>
                <a:gd name="csX12" fmla="*/ 8299 w 112301"/>
                <a:gd name="csY12" fmla="*/ 136603 h 139911"/>
                <a:gd name="csX13" fmla="*/ 9790 w 112301"/>
                <a:gd name="csY13" fmla="*/ 129934 h 139911"/>
                <a:gd name="csX14" fmla="*/ 19345 w 112301"/>
                <a:gd name="csY14" fmla="*/ 112779 h 139911"/>
                <a:gd name="csX15" fmla="*/ 21971 w 112301"/>
                <a:gd name="csY15" fmla="*/ 117715 h 139911"/>
                <a:gd name="csX16" fmla="*/ 35979 w 112301"/>
                <a:gd name="csY16" fmla="*/ 98437 h 139911"/>
                <a:gd name="csX17" fmla="*/ 63975 w 112301"/>
                <a:gd name="csY17" fmla="*/ 59190 h 139911"/>
                <a:gd name="csX18" fmla="*/ 91486 w 112301"/>
                <a:gd name="csY18" fmla="*/ 27152 h 139911"/>
                <a:gd name="csX19" fmla="*/ 91952 w 112301"/>
                <a:gd name="csY19" fmla="*/ 18379 h 139911"/>
                <a:gd name="csX20" fmla="*/ 100818 w 112301"/>
                <a:gd name="csY20" fmla="*/ 10649 h 139911"/>
                <a:gd name="csX21" fmla="*/ 83290 w 112301"/>
                <a:gd name="csY21" fmla="*/ 23762 h 139911"/>
                <a:gd name="csX22" fmla="*/ 39611 w 112301"/>
                <a:gd name="csY22" fmla="*/ 77444 h 139911"/>
                <a:gd name="csX23" fmla="*/ 8542 w 112301"/>
                <a:gd name="csY23" fmla="*/ 132300 h 139911"/>
                <a:gd name="csX24" fmla="*/ 5263 w 112301"/>
                <a:gd name="csY24" fmla="*/ 135746 h 13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2301" h="139911">
                  <a:moveTo>
                    <a:pt x="5263" y="135746"/>
                  </a:moveTo>
                  <a:cubicBezTo>
                    <a:pt x="-1051" y="133101"/>
                    <a:pt x="-138" y="127271"/>
                    <a:pt x="346" y="122502"/>
                  </a:cubicBezTo>
                  <a:cubicBezTo>
                    <a:pt x="1668" y="109147"/>
                    <a:pt x="7648" y="97263"/>
                    <a:pt x="14204" y="85882"/>
                  </a:cubicBezTo>
                  <a:cubicBezTo>
                    <a:pt x="26051" y="65374"/>
                    <a:pt x="39350" y="45816"/>
                    <a:pt x="57194" y="29891"/>
                  </a:cubicBezTo>
                  <a:cubicBezTo>
                    <a:pt x="67104" y="21043"/>
                    <a:pt x="76771" y="11860"/>
                    <a:pt x="88003" y="4596"/>
                  </a:cubicBezTo>
                  <a:cubicBezTo>
                    <a:pt x="92343" y="1783"/>
                    <a:pt x="96888" y="-285"/>
                    <a:pt x="102215" y="32"/>
                  </a:cubicBezTo>
                  <a:cubicBezTo>
                    <a:pt x="109033" y="442"/>
                    <a:pt x="113466" y="6235"/>
                    <a:pt x="112031" y="12922"/>
                  </a:cubicBezTo>
                  <a:cubicBezTo>
                    <a:pt x="111026" y="17560"/>
                    <a:pt x="109014" y="21732"/>
                    <a:pt x="106518" y="25755"/>
                  </a:cubicBezTo>
                  <a:cubicBezTo>
                    <a:pt x="100725" y="35106"/>
                    <a:pt x="92269" y="42110"/>
                    <a:pt x="85339" y="50417"/>
                  </a:cubicBezTo>
                  <a:cubicBezTo>
                    <a:pt x="72282" y="66064"/>
                    <a:pt x="58051" y="80946"/>
                    <a:pt x="48310" y="99070"/>
                  </a:cubicBezTo>
                  <a:cubicBezTo>
                    <a:pt x="41790" y="111196"/>
                    <a:pt x="34470" y="122614"/>
                    <a:pt x="24710" y="132374"/>
                  </a:cubicBezTo>
                  <a:cubicBezTo>
                    <a:pt x="22139" y="134945"/>
                    <a:pt x="19122" y="136752"/>
                    <a:pt x="16085" y="138633"/>
                  </a:cubicBezTo>
                  <a:cubicBezTo>
                    <a:pt x="12677" y="140738"/>
                    <a:pt x="10088" y="140365"/>
                    <a:pt x="8299" y="136603"/>
                  </a:cubicBezTo>
                  <a:cubicBezTo>
                    <a:pt x="6772" y="133939"/>
                    <a:pt x="8914" y="131983"/>
                    <a:pt x="9790" y="129934"/>
                  </a:cubicBezTo>
                  <a:cubicBezTo>
                    <a:pt x="12360" y="123899"/>
                    <a:pt x="14651" y="117659"/>
                    <a:pt x="19345" y="112779"/>
                  </a:cubicBezTo>
                  <a:cubicBezTo>
                    <a:pt x="21450" y="113673"/>
                    <a:pt x="20314" y="116281"/>
                    <a:pt x="21971" y="117715"/>
                  </a:cubicBezTo>
                  <a:cubicBezTo>
                    <a:pt x="28193" y="112388"/>
                    <a:pt x="32645" y="105720"/>
                    <a:pt x="35979" y="98437"/>
                  </a:cubicBezTo>
                  <a:cubicBezTo>
                    <a:pt x="42815" y="83517"/>
                    <a:pt x="53357" y="71447"/>
                    <a:pt x="63975" y="59190"/>
                  </a:cubicBezTo>
                  <a:cubicBezTo>
                    <a:pt x="73195" y="48573"/>
                    <a:pt x="81707" y="37341"/>
                    <a:pt x="91486" y="27152"/>
                  </a:cubicBezTo>
                  <a:cubicBezTo>
                    <a:pt x="93777" y="24768"/>
                    <a:pt x="96888" y="21546"/>
                    <a:pt x="91952" y="18379"/>
                  </a:cubicBezTo>
                  <a:cubicBezTo>
                    <a:pt x="93051" y="13965"/>
                    <a:pt x="97242" y="13164"/>
                    <a:pt x="100818" y="10649"/>
                  </a:cubicBezTo>
                  <a:cubicBezTo>
                    <a:pt x="93759" y="14077"/>
                    <a:pt x="88487" y="18938"/>
                    <a:pt x="83290" y="23762"/>
                  </a:cubicBezTo>
                  <a:cubicBezTo>
                    <a:pt x="66228" y="39595"/>
                    <a:pt x="52445" y="58147"/>
                    <a:pt x="39611" y="77444"/>
                  </a:cubicBezTo>
                  <a:cubicBezTo>
                    <a:pt x="27951" y="94991"/>
                    <a:pt x="17129" y="113021"/>
                    <a:pt x="8542" y="132300"/>
                  </a:cubicBezTo>
                  <a:cubicBezTo>
                    <a:pt x="7871" y="133771"/>
                    <a:pt x="7368" y="135578"/>
                    <a:pt x="5263" y="135746"/>
                  </a:cubicBezTo>
                  <a:close/>
                </a:path>
              </a:pathLst>
            </a:custGeom>
            <a:solidFill>
              <a:srgbClr val="9A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A8B0570C-4344-748B-8127-60DC256D3A81}"/>
                </a:ext>
              </a:extLst>
            </p:cNvPr>
            <p:cNvSpPr/>
            <p:nvPr/>
          </p:nvSpPr>
          <p:spPr>
            <a:xfrm>
              <a:off x="2008414" y="4848746"/>
              <a:ext cx="101396" cy="134465"/>
            </a:xfrm>
            <a:custGeom>
              <a:avLst/>
              <a:gdLst>
                <a:gd name="csX0" fmla="*/ 1315 w 101396"/>
                <a:gd name="csY0" fmla="*/ 127611 h 134465"/>
                <a:gd name="csX1" fmla="*/ 29404 w 101396"/>
                <a:gd name="csY1" fmla="*/ 76276 h 134465"/>
                <a:gd name="csX2" fmla="*/ 85601 w 101396"/>
                <a:gd name="csY2" fmla="*/ 8475 h 134465"/>
                <a:gd name="csX3" fmla="*/ 101396 w 101396"/>
                <a:gd name="csY3" fmla="*/ 0 h 134465"/>
                <a:gd name="csX4" fmla="*/ 88115 w 101396"/>
                <a:gd name="csY4" fmla="*/ 9984 h 134465"/>
                <a:gd name="csX5" fmla="*/ 79510 w 101396"/>
                <a:gd name="csY5" fmla="*/ 18627 h 134465"/>
                <a:gd name="csX6" fmla="*/ 30987 w 101396"/>
                <a:gd name="csY6" fmla="*/ 80579 h 134465"/>
                <a:gd name="csX7" fmla="*/ 15676 w 101396"/>
                <a:gd name="csY7" fmla="*/ 104738 h 134465"/>
                <a:gd name="csX8" fmla="*/ 4333 w 101396"/>
                <a:gd name="csY8" fmla="*/ 128431 h 134465"/>
                <a:gd name="csX9" fmla="*/ 458 w 101396"/>
                <a:gd name="csY9" fmla="*/ 134466 h 134465"/>
                <a:gd name="csX10" fmla="*/ 1315 w 101396"/>
                <a:gd name="csY10" fmla="*/ 127611 h 13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396" h="134465">
                  <a:moveTo>
                    <a:pt x="1315" y="127611"/>
                  </a:moveTo>
                  <a:cubicBezTo>
                    <a:pt x="9921" y="110102"/>
                    <a:pt x="18675" y="92649"/>
                    <a:pt x="29404" y="76276"/>
                  </a:cubicBezTo>
                  <a:cubicBezTo>
                    <a:pt x="45591" y="51577"/>
                    <a:pt x="62522" y="27456"/>
                    <a:pt x="85601" y="8475"/>
                  </a:cubicBezTo>
                  <a:cubicBezTo>
                    <a:pt x="89848" y="4992"/>
                    <a:pt x="94132" y="1378"/>
                    <a:pt x="101396" y="0"/>
                  </a:cubicBezTo>
                  <a:cubicBezTo>
                    <a:pt x="97205" y="5327"/>
                    <a:pt x="91356" y="6016"/>
                    <a:pt x="88115" y="9984"/>
                  </a:cubicBezTo>
                  <a:cubicBezTo>
                    <a:pt x="86607" y="14212"/>
                    <a:pt x="82378" y="15740"/>
                    <a:pt x="79510" y="18627"/>
                  </a:cubicBezTo>
                  <a:cubicBezTo>
                    <a:pt x="60902" y="37402"/>
                    <a:pt x="45106" y="58283"/>
                    <a:pt x="30987" y="80579"/>
                  </a:cubicBezTo>
                  <a:cubicBezTo>
                    <a:pt x="25884" y="88644"/>
                    <a:pt x="22047" y="97492"/>
                    <a:pt x="15676" y="104738"/>
                  </a:cubicBezTo>
                  <a:cubicBezTo>
                    <a:pt x="11224" y="112319"/>
                    <a:pt x="7406" y="120198"/>
                    <a:pt x="4333" y="128431"/>
                  </a:cubicBezTo>
                  <a:cubicBezTo>
                    <a:pt x="3066" y="130405"/>
                    <a:pt x="1799" y="132380"/>
                    <a:pt x="458" y="134466"/>
                  </a:cubicBezTo>
                  <a:cubicBezTo>
                    <a:pt x="-753" y="131858"/>
                    <a:pt x="756" y="129809"/>
                    <a:pt x="1315" y="127611"/>
                  </a:cubicBezTo>
                  <a:close/>
                </a:path>
              </a:pathLst>
            </a:custGeom>
            <a:solidFill>
              <a:srgbClr val="52682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3B1A0469-6BEB-F9AA-39F4-234D57F8F600}"/>
                </a:ext>
              </a:extLst>
            </p:cNvPr>
            <p:cNvSpPr/>
            <p:nvPr/>
          </p:nvSpPr>
          <p:spPr>
            <a:xfrm>
              <a:off x="2077389" y="4914495"/>
              <a:ext cx="12471" cy="8422"/>
            </a:xfrm>
            <a:custGeom>
              <a:avLst/>
              <a:gdLst>
                <a:gd name="csX0" fmla="*/ 12471 w 12471"/>
                <a:gd name="csY0" fmla="*/ 8422 h 8422"/>
                <a:gd name="csX1" fmla="*/ 1556 w 12471"/>
                <a:gd name="csY1" fmla="*/ 3244 h 8422"/>
                <a:gd name="csX2" fmla="*/ 234 w 12471"/>
                <a:gd name="csY2" fmla="*/ 618 h 8422"/>
                <a:gd name="csX3" fmla="*/ 2692 w 12471"/>
                <a:gd name="csY3" fmla="*/ 469 h 8422"/>
                <a:gd name="csX4" fmla="*/ 12471 w 12471"/>
                <a:gd name="csY4" fmla="*/ 8422 h 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71" h="8422">
                  <a:moveTo>
                    <a:pt x="12471" y="8422"/>
                  </a:moveTo>
                  <a:cubicBezTo>
                    <a:pt x="8839" y="6709"/>
                    <a:pt x="5188" y="4976"/>
                    <a:pt x="1556" y="3244"/>
                  </a:cubicBezTo>
                  <a:cubicBezTo>
                    <a:pt x="439" y="2723"/>
                    <a:pt x="-437" y="1866"/>
                    <a:pt x="234" y="618"/>
                  </a:cubicBezTo>
                  <a:cubicBezTo>
                    <a:pt x="792" y="-463"/>
                    <a:pt x="1817" y="133"/>
                    <a:pt x="2692" y="469"/>
                  </a:cubicBezTo>
                  <a:cubicBezTo>
                    <a:pt x="6679" y="2015"/>
                    <a:pt x="10404" y="3896"/>
                    <a:pt x="12471" y="8422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8BA4A3BC-3025-8307-6675-8A27A8351A07}"/>
                </a:ext>
              </a:extLst>
            </p:cNvPr>
            <p:cNvSpPr/>
            <p:nvPr/>
          </p:nvSpPr>
          <p:spPr>
            <a:xfrm>
              <a:off x="2054058" y="4957165"/>
              <a:ext cx="13897" cy="5104"/>
            </a:xfrm>
            <a:custGeom>
              <a:avLst/>
              <a:gdLst>
                <a:gd name="csX0" fmla="*/ 10787 w 13897"/>
                <a:gd name="csY0" fmla="*/ 4533 h 5104"/>
                <a:gd name="csX1" fmla="*/ 2069 w 13897"/>
                <a:gd name="csY1" fmla="*/ 3192 h 5104"/>
                <a:gd name="csX2" fmla="*/ 20 w 13897"/>
                <a:gd name="csY2" fmla="*/ 1106 h 5104"/>
                <a:gd name="csX3" fmla="*/ 2274 w 13897"/>
                <a:gd name="csY3" fmla="*/ 7 h 5104"/>
                <a:gd name="csX4" fmla="*/ 13897 w 13897"/>
                <a:gd name="csY4" fmla="*/ 3378 h 5104"/>
                <a:gd name="csX5" fmla="*/ 10787 w 13897"/>
                <a:gd name="csY5" fmla="*/ 4533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897" h="5104">
                  <a:moveTo>
                    <a:pt x="10787" y="4533"/>
                  </a:moveTo>
                  <a:cubicBezTo>
                    <a:pt x="7974" y="3415"/>
                    <a:pt x="5106" y="2987"/>
                    <a:pt x="2069" y="3192"/>
                  </a:cubicBezTo>
                  <a:cubicBezTo>
                    <a:pt x="952" y="3266"/>
                    <a:pt x="-166" y="2447"/>
                    <a:pt x="20" y="1106"/>
                  </a:cubicBezTo>
                  <a:cubicBezTo>
                    <a:pt x="169" y="-68"/>
                    <a:pt x="1417" y="-12"/>
                    <a:pt x="2274" y="7"/>
                  </a:cubicBezTo>
                  <a:cubicBezTo>
                    <a:pt x="6428" y="100"/>
                    <a:pt x="10321" y="1199"/>
                    <a:pt x="13897" y="3378"/>
                  </a:cubicBezTo>
                  <a:cubicBezTo>
                    <a:pt x="13823" y="6358"/>
                    <a:pt x="11979" y="4589"/>
                    <a:pt x="10787" y="4533"/>
                  </a:cubicBezTo>
                  <a:close/>
                </a:path>
              </a:pathLst>
            </a:custGeom>
            <a:solidFill>
              <a:srgbClr val="4864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6A3FF826-E191-BA3D-D790-BE98E0D0E082}"/>
                </a:ext>
              </a:extLst>
            </p:cNvPr>
            <p:cNvSpPr/>
            <p:nvPr/>
          </p:nvSpPr>
          <p:spPr>
            <a:xfrm>
              <a:off x="2064845" y="4960525"/>
              <a:ext cx="6095" cy="4070"/>
            </a:xfrm>
            <a:custGeom>
              <a:avLst/>
              <a:gdLst>
                <a:gd name="csX0" fmla="*/ 0 w 6095"/>
                <a:gd name="csY0" fmla="*/ 1173 h 4070"/>
                <a:gd name="csX1" fmla="*/ 3092 w 6095"/>
                <a:gd name="csY1" fmla="*/ 0 h 4070"/>
                <a:gd name="csX2" fmla="*/ 5756 w 6095"/>
                <a:gd name="csY2" fmla="*/ 3204 h 4070"/>
                <a:gd name="csX3" fmla="*/ 0 w 6095"/>
                <a:gd name="csY3" fmla="*/ 1173 h 4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5" h="4070">
                  <a:moveTo>
                    <a:pt x="0" y="1173"/>
                  </a:moveTo>
                  <a:cubicBezTo>
                    <a:pt x="1099" y="969"/>
                    <a:pt x="2515" y="1602"/>
                    <a:pt x="3092" y="0"/>
                  </a:cubicBezTo>
                  <a:cubicBezTo>
                    <a:pt x="4675" y="577"/>
                    <a:pt x="6966" y="1956"/>
                    <a:pt x="5756" y="3204"/>
                  </a:cubicBezTo>
                  <a:cubicBezTo>
                    <a:pt x="3297" y="5756"/>
                    <a:pt x="1956" y="1937"/>
                    <a:pt x="0" y="1173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8FD203C1-1D34-1335-BB85-1245936ED951}"/>
                </a:ext>
              </a:extLst>
            </p:cNvPr>
            <p:cNvSpPr/>
            <p:nvPr/>
          </p:nvSpPr>
          <p:spPr>
            <a:xfrm>
              <a:off x="1610597" y="5419422"/>
              <a:ext cx="30715" cy="17844"/>
            </a:xfrm>
            <a:custGeom>
              <a:avLst/>
              <a:gdLst>
                <a:gd name="csX0" fmla="*/ 2142 w 30715"/>
                <a:gd name="csY0" fmla="*/ 26 h 17844"/>
                <a:gd name="csX1" fmla="*/ 3316 w 30715"/>
                <a:gd name="csY1" fmla="*/ 994 h 17844"/>
                <a:gd name="csX2" fmla="*/ 16876 w 30715"/>
                <a:gd name="csY2" fmla="*/ 11127 h 17844"/>
                <a:gd name="csX3" fmla="*/ 30715 w 30715"/>
                <a:gd name="csY3" fmla="*/ 17554 h 17844"/>
                <a:gd name="csX4" fmla="*/ 16857 w 30715"/>
                <a:gd name="csY4" fmla="*/ 14610 h 17844"/>
                <a:gd name="csX5" fmla="*/ 7842 w 30715"/>
                <a:gd name="csY5" fmla="*/ 9972 h 17844"/>
                <a:gd name="csX6" fmla="*/ 0 w 30715"/>
                <a:gd name="csY6" fmla="*/ 1907 h 17844"/>
                <a:gd name="csX7" fmla="*/ 2142 w 30715"/>
                <a:gd name="csY7" fmla="*/ 26 h 17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715" h="17844">
                  <a:moveTo>
                    <a:pt x="2142" y="26"/>
                  </a:moveTo>
                  <a:cubicBezTo>
                    <a:pt x="2533" y="343"/>
                    <a:pt x="2924" y="678"/>
                    <a:pt x="3316" y="994"/>
                  </a:cubicBezTo>
                  <a:cubicBezTo>
                    <a:pt x="6668" y="5931"/>
                    <a:pt x="11437" y="8985"/>
                    <a:pt x="16876" y="11127"/>
                  </a:cubicBezTo>
                  <a:cubicBezTo>
                    <a:pt x="20862" y="14350"/>
                    <a:pt x="26245" y="14536"/>
                    <a:pt x="30715" y="17554"/>
                  </a:cubicBezTo>
                  <a:cubicBezTo>
                    <a:pt x="25407" y="18820"/>
                    <a:pt x="21365" y="15598"/>
                    <a:pt x="16857" y="14610"/>
                  </a:cubicBezTo>
                  <a:cubicBezTo>
                    <a:pt x="13858" y="13064"/>
                    <a:pt x="10841" y="11519"/>
                    <a:pt x="7842" y="9972"/>
                  </a:cubicBezTo>
                  <a:cubicBezTo>
                    <a:pt x="3334" y="9134"/>
                    <a:pt x="1695" y="5502"/>
                    <a:pt x="0" y="1907"/>
                  </a:cubicBezTo>
                  <a:cubicBezTo>
                    <a:pt x="19" y="510"/>
                    <a:pt x="726" y="-142"/>
                    <a:pt x="2142" y="26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1D8BF20E-B140-5B12-3726-EDAA630FC37F}"/>
                </a:ext>
              </a:extLst>
            </p:cNvPr>
            <p:cNvSpPr/>
            <p:nvPr/>
          </p:nvSpPr>
          <p:spPr>
            <a:xfrm>
              <a:off x="1712646" y="5300275"/>
              <a:ext cx="28859" cy="18986"/>
            </a:xfrm>
            <a:custGeom>
              <a:avLst/>
              <a:gdLst>
                <a:gd name="csX0" fmla="*/ 5203 w 28859"/>
                <a:gd name="csY0" fmla="*/ 11753 h 18986"/>
                <a:gd name="csX1" fmla="*/ 435 w 28859"/>
                <a:gd name="csY1" fmla="*/ 0 h 18986"/>
                <a:gd name="csX2" fmla="*/ 6302 w 28859"/>
                <a:gd name="csY2" fmla="*/ 8270 h 18986"/>
                <a:gd name="csX3" fmla="*/ 28859 w 28859"/>
                <a:gd name="csY3" fmla="*/ 18925 h 18986"/>
                <a:gd name="csX4" fmla="*/ 5203 w 28859"/>
                <a:gd name="csY4" fmla="*/ 11753 h 1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859" h="18986">
                  <a:moveTo>
                    <a:pt x="5203" y="11753"/>
                  </a:moveTo>
                  <a:cubicBezTo>
                    <a:pt x="3173" y="8363"/>
                    <a:pt x="-1428" y="6128"/>
                    <a:pt x="435" y="0"/>
                  </a:cubicBezTo>
                  <a:cubicBezTo>
                    <a:pt x="2223" y="3539"/>
                    <a:pt x="3210" y="6761"/>
                    <a:pt x="6302" y="8270"/>
                  </a:cubicBezTo>
                  <a:cubicBezTo>
                    <a:pt x="12039" y="14901"/>
                    <a:pt x="20663" y="15628"/>
                    <a:pt x="28859" y="18925"/>
                  </a:cubicBezTo>
                  <a:cubicBezTo>
                    <a:pt x="19490" y="19484"/>
                    <a:pt x="12188" y="16168"/>
                    <a:pt x="5203" y="11753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30787B7A-0A40-7178-DD22-C3A2655DE4DE}"/>
                </a:ext>
              </a:extLst>
            </p:cNvPr>
            <p:cNvSpPr/>
            <p:nvPr/>
          </p:nvSpPr>
          <p:spPr>
            <a:xfrm>
              <a:off x="1664204" y="5359116"/>
              <a:ext cx="24438" cy="17322"/>
            </a:xfrm>
            <a:custGeom>
              <a:avLst/>
              <a:gdLst>
                <a:gd name="csX0" fmla="*/ 20881 w 24438"/>
                <a:gd name="csY0" fmla="*/ 17323 h 17322"/>
                <a:gd name="csX1" fmla="*/ 0 w 24438"/>
                <a:gd name="csY1" fmla="*/ 0 h 17322"/>
                <a:gd name="csX2" fmla="*/ 23023 w 24438"/>
                <a:gd name="csY2" fmla="*/ 15050 h 17322"/>
                <a:gd name="csX3" fmla="*/ 24438 w 24438"/>
                <a:gd name="csY3" fmla="*/ 16987 h 17322"/>
                <a:gd name="csX4" fmla="*/ 20881 w 24438"/>
                <a:gd name="csY4" fmla="*/ 17323 h 17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38" h="17322">
                  <a:moveTo>
                    <a:pt x="20881" y="17323"/>
                  </a:moveTo>
                  <a:cubicBezTo>
                    <a:pt x="11586" y="14324"/>
                    <a:pt x="3073" y="10394"/>
                    <a:pt x="0" y="0"/>
                  </a:cubicBezTo>
                  <a:cubicBezTo>
                    <a:pt x="5104" y="8959"/>
                    <a:pt x="13672" y="12592"/>
                    <a:pt x="23023" y="15050"/>
                  </a:cubicBezTo>
                  <a:cubicBezTo>
                    <a:pt x="23488" y="15702"/>
                    <a:pt x="23973" y="16335"/>
                    <a:pt x="24438" y="16987"/>
                  </a:cubicBezTo>
                  <a:cubicBezTo>
                    <a:pt x="23246" y="17099"/>
                    <a:pt x="22073" y="17211"/>
                    <a:pt x="20881" y="17323"/>
                  </a:cubicBezTo>
                  <a:close/>
                </a:path>
              </a:pathLst>
            </a:custGeom>
            <a:solidFill>
              <a:srgbClr val="57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B3EFB3B4-AB3F-0096-C6EF-A5D91E605DCB}"/>
                </a:ext>
              </a:extLst>
            </p:cNvPr>
            <p:cNvSpPr/>
            <p:nvPr/>
          </p:nvSpPr>
          <p:spPr>
            <a:xfrm>
              <a:off x="1824530" y="5137454"/>
              <a:ext cx="60381" cy="122910"/>
            </a:xfrm>
            <a:custGeom>
              <a:avLst/>
              <a:gdLst>
                <a:gd name="csX0" fmla="*/ 34546 w 60381"/>
                <a:gd name="csY0" fmla="*/ 6264 h 122910"/>
                <a:gd name="csX1" fmla="*/ 41587 w 60381"/>
                <a:gd name="csY1" fmla="*/ 24 h 122910"/>
                <a:gd name="csX2" fmla="*/ 60065 w 60381"/>
                <a:gd name="csY2" fmla="*/ 19247 h 122910"/>
                <a:gd name="csX3" fmla="*/ 60307 w 60381"/>
                <a:gd name="csY3" fmla="*/ 33887 h 122910"/>
                <a:gd name="csX4" fmla="*/ 37806 w 60381"/>
                <a:gd name="csY4" fmla="*/ 106662 h 122910"/>
                <a:gd name="csX5" fmla="*/ 26630 w 60381"/>
                <a:gd name="csY5" fmla="*/ 119067 h 122910"/>
                <a:gd name="csX6" fmla="*/ 2546 w 60381"/>
                <a:gd name="csY6" fmla="*/ 111020 h 122910"/>
                <a:gd name="csX7" fmla="*/ 3533 w 60381"/>
                <a:gd name="csY7" fmla="*/ 80025 h 122910"/>
                <a:gd name="csX8" fmla="*/ 18844 w 60381"/>
                <a:gd name="csY8" fmla="*/ 28541 h 122910"/>
                <a:gd name="csX9" fmla="*/ 25978 w 60381"/>
                <a:gd name="csY9" fmla="*/ 10846 h 122910"/>
                <a:gd name="csX10" fmla="*/ 31194 w 60381"/>
                <a:gd name="csY10" fmla="*/ 7158 h 122910"/>
                <a:gd name="csX11" fmla="*/ 40395 w 60381"/>
                <a:gd name="csY11" fmla="*/ 14367 h 122910"/>
                <a:gd name="csX12" fmla="*/ 43338 w 60381"/>
                <a:gd name="csY12" fmla="*/ 39792 h 122910"/>
                <a:gd name="csX13" fmla="*/ 18751 w 60381"/>
                <a:gd name="csY13" fmla="*/ 100701 h 122910"/>
                <a:gd name="csX14" fmla="*/ 43375 w 60381"/>
                <a:gd name="csY14" fmla="*/ 40165 h 122910"/>
                <a:gd name="csX15" fmla="*/ 42202 w 60381"/>
                <a:gd name="csY15" fmla="*/ 18315 h 122910"/>
                <a:gd name="csX16" fmla="*/ 34546 w 60381"/>
                <a:gd name="csY16" fmla="*/ 6264 h 12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381" h="122910">
                  <a:moveTo>
                    <a:pt x="34546" y="6264"/>
                  </a:moveTo>
                  <a:cubicBezTo>
                    <a:pt x="33950" y="2222"/>
                    <a:pt x="36763" y="-274"/>
                    <a:pt x="41587" y="24"/>
                  </a:cubicBezTo>
                  <a:cubicBezTo>
                    <a:pt x="52018" y="657"/>
                    <a:pt x="61369" y="9151"/>
                    <a:pt x="60065" y="19247"/>
                  </a:cubicBezTo>
                  <a:cubicBezTo>
                    <a:pt x="59394" y="24481"/>
                    <a:pt x="60698" y="29212"/>
                    <a:pt x="60307" y="33887"/>
                  </a:cubicBezTo>
                  <a:cubicBezTo>
                    <a:pt x="58202" y="59704"/>
                    <a:pt x="54887" y="85278"/>
                    <a:pt x="37806" y="106662"/>
                  </a:cubicBezTo>
                  <a:cubicBezTo>
                    <a:pt x="34286" y="111058"/>
                    <a:pt x="31287" y="115826"/>
                    <a:pt x="26630" y="119067"/>
                  </a:cubicBezTo>
                  <a:cubicBezTo>
                    <a:pt x="16050" y="126462"/>
                    <a:pt x="7333" y="122867"/>
                    <a:pt x="2546" y="111020"/>
                  </a:cubicBezTo>
                  <a:cubicBezTo>
                    <a:pt x="-1850" y="100142"/>
                    <a:pt x="87" y="90550"/>
                    <a:pt x="3533" y="80025"/>
                  </a:cubicBezTo>
                  <a:cubicBezTo>
                    <a:pt x="9121" y="63038"/>
                    <a:pt x="15026" y="46088"/>
                    <a:pt x="18844" y="28541"/>
                  </a:cubicBezTo>
                  <a:cubicBezTo>
                    <a:pt x="20204" y="22283"/>
                    <a:pt x="23426" y="16676"/>
                    <a:pt x="25978" y="10846"/>
                  </a:cubicBezTo>
                  <a:cubicBezTo>
                    <a:pt x="26984" y="8555"/>
                    <a:pt x="28753" y="7382"/>
                    <a:pt x="31194" y="7158"/>
                  </a:cubicBezTo>
                  <a:cubicBezTo>
                    <a:pt x="36074" y="7233"/>
                    <a:pt x="38477" y="10567"/>
                    <a:pt x="40395" y="14367"/>
                  </a:cubicBezTo>
                  <a:cubicBezTo>
                    <a:pt x="44474" y="22469"/>
                    <a:pt x="44567" y="31317"/>
                    <a:pt x="43338" y="39792"/>
                  </a:cubicBezTo>
                  <a:cubicBezTo>
                    <a:pt x="40134" y="62014"/>
                    <a:pt x="32162" y="82503"/>
                    <a:pt x="18751" y="100701"/>
                  </a:cubicBezTo>
                  <a:cubicBezTo>
                    <a:pt x="32144" y="82633"/>
                    <a:pt x="40078" y="62274"/>
                    <a:pt x="43375" y="40165"/>
                  </a:cubicBezTo>
                  <a:cubicBezTo>
                    <a:pt x="44437" y="32975"/>
                    <a:pt x="44046" y="25561"/>
                    <a:pt x="42202" y="18315"/>
                  </a:cubicBezTo>
                  <a:cubicBezTo>
                    <a:pt x="40935" y="13417"/>
                    <a:pt x="36968" y="10380"/>
                    <a:pt x="34546" y="6264"/>
                  </a:cubicBezTo>
                  <a:close/>
                </a:path>
              </a:pathLst>
            </a:custGeom>
            <a:solidFill>
              <a:srgbClr val="96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35AF6B1B-E028-1B4F-150A-C4605D737BAF}"/>
                </a:ext>
              </a:extLst>
            </p:cNvPr>
            <p:cNvSpPr/>
            <p:nvPr/>
          </p:nvSpPr>
          <p:spPr>
            <a:xfrm>
              <a:off x="1839207" y="5143567"/>
              <a:ext cx="30062" cy="99430"/>
            </a:xfrm>
            <a:custGeom>
              <a:avLst/>
              <a:gdLst>
                <a:gd name="csX0" fmla="*/ 19869 w 30062"/>
                <a:gd name="csY0" fmla="*/ 151 h 99430"/>
                <a:gd name="csX1" fmla="*/ 30058 w 30062"/>
                <a:gd name="csY1" fmla="*/ 23323 h 99430"/>
                <a:gd name="csX2" fmla="*/ 7557 w 30062"/>
                <a:gd name="csY2" fmla="*/ 91924 h 99430"/>
                <a:gd name="csX3" fmla="*/ 3292 w 30062"/>
                <a:gd name="csY3" fmla="*/ 97885 h 99430"/>
                <a:gd name="csX4" fmla="*/ 628 w 30062"/>
                <a:gd name="csY4" fmla="*/ 99133 h 99430"/>
                <a:gd name="csX5" fmla="*/ 1112 w 30062"/>
                <a:gd name="csY5" fmla="*/ 96358 h 99430"/>
                <a:gd name="csX6" fmla="*/ 21378 w 30062"/>
                <a:gd name="csY6" fmla="*/ 58825 h 99430"/>
                <a:gd name="csX7" fmla="*/ 26817 w 30062"/>
                <a:gd name="csY7" fmla="*/ 14140 h 99430"/>
                <a:gd name="csX8" fmla="*/ 16554 w 30062"/>
                <a:gd name="csY8" fmla="*/ 1120 h 99430"/>
                <a:gd name="csX9" fmla="*/ 19869 w 30062"/>
                <a:gd name="csY9" fmla="*/ 151 h 9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0062" h="99430">
                  <a:moveTo>
                    <a:pt x="19869" y="151"/>
                  </a:moveTo>
                  <a:cubicBezTo>
                    <a:pt x="28233" y="5683"/>
                    <a:pt x="29984" y="14363"/>
                    <a:pt x="30058" y="23323"/>
                  </a:cubicBezTo>
                  <a:cubicBezTo>
                    <a:pt x="30300" y="48655"/>
                    <a:pt x="21155" y="71044"/>
                    <a:pt x="7557" y="91924"/>
                  </a:cubicBezTo>
                  <a:cubicBezTo>
                    <a:pt x="6216" y="93973"/>
                    <a:pt x="4707" y="95911"/>
                    <a:pt x="3292" y="97885"/>
                  </a:cubicBezTo>
                  <a:cubicBezTo>
                    <a:pt x="2621" y="98816"/>
                    <a:pt x="1820" y="99990"/>
                    <a:pt x="628" y="99133"/>
                  </a:cubicBezTo>
                  <a:cubicBezTo>
                    <a:pt x="-713" y="98183"/>
                    <a:pt x="404" y="97196"/>
                    <a:pt x="1112" y="96358"/>
                  </a:cubicBezTo>
                  <a:cubicBezTo>
                    <a:pt x="10314" y="85163"/>
                    <a:pt x="16740" y="72441"/>
                    <a:pt x="21378" y="58825"/>
                  </a:cubicBezTo>
                  <a:cubicBezTo>
                    <a:pt x="26296" y="44352"/>
                    <a:pt x="30002" y="29656"/>
                    <a:pt x="26817" y="14140"/>
                  </a:cubicBezTo>
                  <a:cubicBezTo>
                    <a:pt x="25550" y="8011"/>
                    <a:pt x="22328" y="3616"/>
                    <a:pt x="16554" y="1120"/>
                  </a:cubicBezTo>
                  <a:cubicBezTo>
                    <a:pt x="17336" y="-240"/>
                    <a:pt x="18603" y="-72"/>
                    <a:pt x="19869" y="151"/>
                  </a:cubicBezTo>
                  <a:close/>
                </a:path>
              </a:pathLst>
            </a:custGeom>
            <a:solidFill>
              <a:srgbClr val="5B75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A133D5BE-E3AA-A585-01F6-C1424596503C}"/>
                </a:ext>
              </a:extLst>
            </p:cNvPr>
            <p:cNvSpPr/>
            <p:nvPr/>
          </p:nvSpPr>
          <p:spPr>
            <a:xfrm>
              <a:off x="1807531" y="5213581"/>
              <a:ext cx="14347" cy="4411"/>
            </a:xfrm>
            <a:custGeom>
              <a:avLst/>
              <a:gdLst>
                <a:gd name="csX0" fmla="*/ 14348 w 14347"/>
                <a:gd name="csY0" fmla="*/ 434 h 4411"/>
                <a:gd name="csX1" fmla="*/ 2315 w 14347"/>
                <a:gd name="csY1" fmla="*/ 4196 h 4411"/>
                <a:gd name="csX2" fmla="*/ 43 w 14347"/>
                <a:gd name="csY2" fmla="*/ 3451 h 4411"/>
                <a:gd name="csX3" fmla="*/ 1644 w 14347"/>
                <a:gd name="csY3" fmla="*/ 1477 h 4411"/>
                <a:gd name="csX4" fmla="*/ 14348 w 14347"/>
                <a:gd name="csY4" fmla="*/ 434 h 4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47" h="4411">
                  <a:moveTo>
                    <a:pt x="14348" y="434"/>
                  </a:moveTo>
                  <a:cubicBezTo>
                    <a:pt x="9691" y="1905"/>
                    <a:pt x="6022" y="3079"/>
                    <a:pt x="2315" y="4196"/>
                  </a:cubicBezTo>
                  <a:cubicBezTo>
                    <a:pt x="1440" y="4457"/>
                    <a:pt x="322" y="4718"/>
                    <a:pt x="43" y="3451"/>
                  </a:cubicBezTo>
                  <a:cubicBezTo>
                    <a:pt x="-218" y="2315"/>
                    <a:pt x="769" y="1682"/>
                    <a:pt x="1644" y="1477"/>
                  </a:cubicBezTo>
                  <a:cubicBezTo>
                    <a:pt x="5444" y="564"/>
                    <a:pt x="9226" y="-665"/>
                    <a:pt x="14348" y="434"/>
                  </a:cubicBezTo>
                  <a:close/>
                </a:path>
              </a:pathLst>
            </a:custGeom>
            <a:solidFill>
              <a:srgbClr val="5A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CDDE61CF-E52B-0930-4A30-4924729855C7}"/>
                </a:ext>
              </a:extLst>
            </p:cNvPr>
            <p:cNvSpPr/>
            <p:nvPr/>
          </p:nvSpPr>
          <p:spPr>
            <a:xfrm>
              <a:off x="1881447" y="5211966"/>
              <a:ext cx="9592" cy="6742"/>
            </a:xfrm>
            <a:custGeom>
              <a:avLst/>
              <a:gdLst>
                <a:gd name="csX0" fmla="*/ 0 w 9592"/>
                <a:gd name="csY0" fmla="*/ 6743 h 6742"/>
                <a:gd name="csX1" fmla="*/ 9593 w 9592"/>
                <a:gd name="csY1" fmla="*/ 0 h 6742"/>
                <a:gd name="csX2" fmla="*/ 0 w 9592"/>
                <a:gd name="csY2" fmla="*/ 6743 h 6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92" h="6742">
                  <a:moveTo>
                    <a:pt x="0" y="6743"/>
                  </a:moveTo>
                  <a:cubicBezTo>
                    <a:pt x="2161" y="3036"/>
                    <a:pt x="5681" y="1248"/>
                    <a:pt x="9593" y="0"/>
                  </a:cubicBezTo>
                  <a:cubicBezTo>
                    <a:pt x="7283" y="3446"/>
                    <a:pt x="3930" y="5476"/>
                    <a:pt x="0" y="6743"/>
                  </a:cubicBezTo>
                  <a:close/>
                </a:path>
              </a:pathLst>
            </a:custGeom>
            <a:solidFill>
              <a:srgbClr val="5E83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8046549A-C78B-4F29-F484-31D8A66A6B85}"/>
                </a:ext>
              </a:extLst>
            </p:cNvPr>
            <p:cNvSpPr/>
            <p:nvPr/>
          </p:nvSpPr>
          <p:spPr>
            <a:xfrm>
              <a:off x="1920470" y="5057998"/>
              <a:ext cx="69328" cy="39354"/>
            </a:xfrm>
            <a:custGeom>
              <a:avLst/>
              <a:gdLst>
                <a:gd name="csX0" fmla="*/ 69328 w 69328"/>
                <a:gd name="csY0" fmla="*/ 0 h 39354"/>
                <a:gd name="csX1" fmla="*/ 0 w 69328"/>
                <a:gd name="csY1" fmla="*/ 39265 h 39354"/>
                <a:gd name="csX2" fmla="*/ 69328 w 69328"/>
                <a:gd name="csY2" fmla="*/ 0 h 3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328" h="39354">
                  <a:moveTo>
                    <a:pt x="69328" y="0"/>
                  </a:moveTo>
                  <a:cubicBezTo>
                    <a:pt x="65696" y="12890"/>
                    <a:pt x="15553" y="41146"/>
                    <a:pt x="0" y="39265"/>
                  </a:cubicBezTo>
                  <a:cubicBezTo>
                    <a:pt x="26375" y="31162"/>
                    <a:pt x="49323" y="19204"/>
                    <a:pt x="69328" y="0"/>
                  </a:cubicBezTo>
                  <a:close/>
                </a:path>
              </a:pathLst>
            </a:custGeom>
            <a:solidFill>
              <a:srgbClr val="40532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A9C530D5-B510-E5D6-BAF5-9E61E357AC35}"/>
                </a:ext>
              </a:extLst>
            </p:cNvPr>
            <p:cNvSpPr/>
            <p:nvPr/>
          </p:nvSpPr>
          <p:spPr>
            <a:xfrm>
              <a:off x="1957202" y="5095530"/>
              <a:ext cx="6109" cy="11883"/>
            </a:xfrm>
            <a:custGeom>
              <a:avLst/>
              <a:gdLst>
                <a:gd name="csX0" fmla="*/ 0 w 6109"/>
                <a:gd name="csY0" fmla="*/ 0 h 11883"/>
                <a:gd name="csX1" fmla="*/ 6110 w 6109"/>
                <a:gd name="csY1" fmla="*/ 11884 h 11883"/>
                <a:gd name="csX2" fmla="*/ 0 w 6109"/>
                <a:gd name="csY2" fmla="*/ 0 h 11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09" h="11883">
                  <a:moveTo>
                    <a:pt x="0" y="0"/>
                  </a:moveTo>
                  <a:cubicBezTo>
                    <a:pt x="3912" y="2570"/>
                    <a:pt x="4955" y="6557"/>
                    <a:pt x="6110" y="11884"/>
                  </a:cubicBezTo>
                  <a:cubicBezTo>
                    <a:pt x="2459" y="7842"/>
                    <a:pt x="745" y="4191"/>
                    <a:pt x="0" y="0"/>
                  </a:cubicBezTo>
                  <a:close/>
                </a:path>
              </a:pathLst>
            </a:custGeom>
            <a:solidFill>
              <a:srgbClr val="6083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8A9CE74A-616C-FD0F-66CD-C9EC3694748C}"/>
                </a:ext>
              </a:extLst>
            </p:cNvPr>
            <p:cNvSpPr/>
            <p:nvPr/>
          </p:nvSpPr>
          <p:spPr>
            <a:xfrm>
              <a:off x="1937763" y="5055651"/>
              <a:ext cx="3622" cy="11213"/>
            </a:xfrm>
            <a:custGeom>
              <a:avLst/>
              <a:gdLst>
                <a:gd name="csX0" fmla="*/ 3494 w 3622"/>
                <a:gd name="csY0" fmla="*/ 11213 h 11213"/>
                <a:gd name="csX1" fmla="*/ 235 w 3622"/>
                <a:gd name="csY1" fmla="*/ 0 h 11213"/>
                <a:gd name="csX2" fmla="*/ 3494 w 3622"/>
                <a:gd name="csY2" fmla="*/ 11213 h 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22" h="11213">
                  <a:moveTo>
                    <a:pt x="3494" y="11213"/>
                  </a:moveTo>
                  <a:cubicBezTo>
                    <a:pt x="1483" y="8177"/>
                    <a:pt x="-734" y="5234"/>
                    <a:pt x="235" y="0"/>
                  </a:cubicBezTo>
                  <a:cubicBezTo>
                    <a:pt x="2861" y="4172"/>
                    <a:pt x="4034" y="7451"/>
                    <a:pt x="3494" y="11213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DF76105-D425-B37C-C49B-B98E0BDA8E3C}"/>
                </a:ext>
              </a:extLst>
            </p:cNvPr>
            <p:cNvSpPr/>
            <p:nvPr/>
          </p:nvSpPr>
          <p:spPr>
            <a:xfrm>
              <a:off x="2055681" y="4842293"/>
              <a:ext cx="10617" cy="4497"/>
            </a:xfrm>
            <a:custGeom>
              <a:avLst/>
              <a:gdLst>
                <a:gd name="csX0" fmla="*/ 0 w 10617"/>
                <a:gd name="csY0" fmla="*/ 64 h 4497"/>
                <a:gd name="csX1" fmla="*/ 10617 w 10617"/>
                <a:gd name="csY1" fmla="*/ 4498 h 4497"/>
                <a:gd name="csX2" fmla="*/ 0 w 10617"/>
                <a:gd name="csY2" fmla="*/ 64 h 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7" h="4497">
                  <a:moveTo>
                    <a:pt x="0" y="64"/>
                  </a:moveTo>
                  <a:cubicBezTo>
                    <a:pt x="4489" y="-439"/>
                    <a:pt x="7525" y="2095"/>
                    <a:pt x="10617" y="4498"/>
                  </a:cubicBezTo>
                  <a:cubicBezTo>
                    <a:pt x="6445" y="4479"/>
                    <a:pt x="2962" y="2840"/>
                    <a:pt x="0" y="64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994CD127-502B-DD3D-5206-F63CCF9C57DA}"/>
                </a:ext>
              </a:extLst>
            </p:cNvPr>
            <p:cNvSpPr/>
            <p:nvPr/>
          </p:nvSpPr>
          <p:spPr>
            <a:xfrm>
              <a:off x="2014539" y="4877072"/>
              <a:ext cx="9178" cy="4224"/>
            </a:xfrm>
            <a:custGeom>
              <a:avLst/>
              <a:gdLst>
                <a:gd name="csX0" fmla="*/ 9178 w 9178"/>
                <a:gd name="csY0" fmla="*/ 3581 h 4224"/>
                <a:gd name="csX1" fmla="*/ 7875 w 9178"/>
                <a:gd name="csY1" fmla="*/ 4214 h 4224"/>
                <a:gd name="csX2" fmla="*/ 14 w 9178"/>
                <a:gd name="csY2" fmla="*/ 1216 h 4224"/>
                <a:gd name="csX3" fmla="*/ 796 w 9178"/>
                <a:gd name="csY3" fmla="*/ 42 h 4224"/>
                <a:gd name="csX4" fmla="*/ 9178 w 9178"/>
                <a:gd name="csY4" fmla="*/ 3581 h 4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78" h="4224">
                  <a:moveTo>
                    <a:pt x="9178" y="3581"/>
                  </a:moveTo>
                  <a:cubicBezTo>
                    <a:pt x="8489" y="3935"/>
                    <a:pt x="8117" y="4289"/>
                    <a:pt x="7875" y="4214"/>
                  </a:cubicBezTo>
                  <a:cubicBezTo>
                    <a:pt x="5174" y="3413"/>
                    <a:pt x="1895" y="4084"/>
                    <a:pt x="14" y="1216"/>
                  </a:cubicBezTo>
                  <a:cubicBezTo>
                    <a:pt x="-98" y="1048"/>
                    <a:pt x="480" y="79"/>
                    <a:pt x="796" y="42"/>
                  </a:cubicBezTo>
                  <a:cubicBezTo>
                    <a:pt x="4168" y="-293"/>
                    <a:pt x="6645" y="1420"/>
                    <a:pt x="9178" y="3581"/>
                  </a:cubicBezTo>
                  <a:close/>
                </a:path>
              </a:pathLst>
            </a:custGeom>
            <a:solidFill>
              <a:srgbClr val="5578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1C49FE62-0978-DB2E-0386-03E091CD9343}"/>
                </a:ext>
              </a:extLst>
            </p:cNvPr>
            <p:cNvSpPr/>
            <p:nvPr/>
          </p:nvSpPr>
          <p:spPr>
            <a:xfrm>
              <a:off x="1981360" y="4928131"/>
              <a:ext cx="9052" cy="3564"/>
            </a:xfrm>
            <a:custGeom>
              <a:avLst/>
              <a:gdLst>
                <a:gd name="csX0" fmla="*/ 0 w 9052"/>
                <a:gd name="csY0" fmla="*/ 169 h 3564"/>
                <a:gd name="csX1" fmla="*/ 9053 w 9052"/>
                <a:gd name="csY1" fmla="*/ 3261 h 3564"/>
                <a:gd name="csX2" fmla="*/ 0 w 9052"/>
                <a:gd name="csY2" fmla="*/ 169 h 3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52" h="3564">
                  <a:moveTo>
                    <a:pt x="0" y="169"/>
                  </a:moveTo>
                  <a:cubicBezTo>
                    <a:pt x="4750" y="-613"/>
                    <a:pt x="6836" y="1473"/>
                    <a:pt x="9053" y="3261"/>
                  </a:cubicBezTo>
                  <a:cubicBezTo>
                    <a:pt x="5905" y="4230"/>
                    <a:pt x="3558" y="2795"/>
                    <a:pt x="0" y="169"/>
                  </a:cubicBezTo>
                  <a:close/>
                </a:path>
              </a:pathLst>
            </a:custGeom>
            <a:solidFill>
              <a:srgbClr val="5579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4EC0EA22-9F1F-9001-39E8-8843FF972DDC}"/>
                </a:ext>
              </a:extLst>
            </p:cNvPr>
            <p:cNvSpPr/>
            <p:nvPr/>
          </p:nvSpPr>
          <p:spPr>
            <a:xfrm>
              <a:off x="1558582" y="5242281"/>
              <a:ext cx="163965" cy="205329"/>
            </a:xfrm>
            <a:custGeom>
              <a:avLst/>
              <a:gdLst>
                <a:gd name="csX0" fmla="*/ 12339 w 163965"/>
                <a:gd name="csY0" fmla="*/ 205330 h 205329"/>
                <a:gd name="csX1" fmla="*/ 325 w 163965"/>
                <a:gd name="csY1" fmla="*/ 187541 h 205329"/>
                <a:gd name="csX2" fmla="*/ 23553 w 163965"/>
                <a:gd name="csY2" fmla="*/ 135443 h 205329"/>
                <a:gd name="csX3" fmla="*/ 55348 w 163965"/>
                <a:gd name="csY3" fmla="*/ 89062 h 205329"/>
                <a:gd name="csX4" fmla="*/ 87666 w 163965"/>
                <a:gd name="csY4" fmla="*/ 50189 h 205329"/>
                <a:gd name="csX5" fmla="*/ 114376 w 163965"/>
                <a:gd name="csY5" fmla="*/ 22696 h 205329"/>
                <a:gd name="csX6" fmla="*/ 138796 w 163965"/>
                <a:gd name="csY6" fmla="*/ 3044 h 205329"/>
                <a:gd name="csX7" fmla="*/ 153865 w 163965"/>
                <a:gd name="csY7" fmla="*/ 791 h 205329"/>
                <a:gd name="csX8" fmla="*/ 162489 w 163965"/>
                <a:gd name="csY8" fmla="*/ 21299 h 205329"/>
                <a:gd name="csX9" fmla="*/ 148742 w 163965"/>
                <a:gd name="csY9" fmla="*/ 38137 h 205329"/>
                <a:gd name="csX10" fmla="*/ 112551 w 163965"/>
                <a:gd name="csY10" fmla="*/ 74534 h 205329"/>
                <a:gd name="csX11" fmla="*/ 86008 w 163965"/>
                <a:gd name="csY11" fmla="*/ 108676 h 205329"/>
                <a:gd name="csX12" fmla="*/ 73453 w 163965"/>
                <a:gd name="csY12" fmla="*/ 126558 h 205329"/>
                <a:gd name="csX13" fmla="*/ 32624 w 163965"/>
                <a:gd name="csY13" fmla="*/ 191229 h 205329"/>
                <a:gd name="csX14" fmla="*/ 12339 w 163965"/>
                <a:gd name="csY14" fmla="*/ 205330 h 20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3965" h="205329">
                  <a:moveTo>
                    <a:pt x="12339" y="205330"/>
                  </a:moveTo>
                  <a:cubicBezTo>
                    <a:pt x="3827" y="205218"/>
                    <a:pt x="-1389" y="197078"/>
                    <a:pt x="325" y="187541"/>
                  </a:cubicBezTo>
                  <a:cubicBezTo>
                    <a:pt x="3808" y="168226"/>
                    <a:pt x="13122" y="151611"/>
                    <a:pt x="23553" y="135443"/>
                  </a:cubicBezTo>
                  <a:cubicBezTo>
                    <a:pt x="33741" y="119703"/>
                    <a:pt x="43856" y="103871"/>
                    <a:pt x="55348" y="89062"/>
                  </a:cubicBezTo>
                  <a:cubicBezTo>
                    <a:pt x="65667" y="75763"/>
                    <a:pt x="76992" y="63246"/>
                    <a:pt x="87666" y="50189"/>
                  </a:cubicBezTo>
                  <a:cubicBezTo>
                    <a:pt x="95787" y="40242"/>
                    <a:pt x="104988" y="31320"/>
                    <a:pt x="114376" y="22696"/>
                  </a:cubicBezTo>
                  <a:cubicBezTo>
                    <a:pt x="122050" y="15655"/>
                    <a:pt x="128812" y="7217"/>
                    <a:pt x="138796" y="3044"/>
                  </a:cubicBezTo>
                  <a:cubicBezTo>
                    <a:pt x="143546" y="1051"/>
                    <a:pt x="148277" y="-1240"/>
                    <a:pt x="153865" y="791"/>
                  </a:cubicBezTo>
                  <a:cubicBezTo>
                    <a:pt x="162154" y="3808"/>
                    <a:pt x="166419" y="13308"/>
                    <a:pt x="162489" y="21299"/>
                  </a:cubicBezTo>
                  <a:cubicBezTo>
                    <a:pt x="159229" y="27948"/>
                    <a:pt x="153976" y="33052"/>
                    <a:pt x="148742" y="38137"/>
                  </a:cubicBezTo>
                  <a:cubicBezTo>
                    <a:pt x="136467" y="50058"/>
                    <a:pt x="124360" y="62147"/>
                    <a:pt x="112551" y="74534"/>
                  </a:cubicBezTo>
                  <a:cubicBezTo>
                    <a:pt x="102511" y="85058"/>
                    <a:pt x="95656" y="97891"/>
                    <a:pt x="86008" y="108676"/>
                  </a:cubicBezTo>
                  <a:cubicBezTo>
                    <a:pt x="81183" y="114078"/>
                    <a:pt x="77775" y="120690"/>
                    <a:pt x="73453" y="126558"/>
                  </a:cubicBezTo>
                  <a:cubicBezTo>
                    <a:pt x="58235" y="147103"/>
                    <a:pt x="45402" y="169138"/>
                    <a:pt x="32624" y="191229"/>
                  </a:cubicBezTo>
                  <a:cubicBezTo>
                    <a:pt x="28433" y="198550"/>
                    <a:pt x="22193" y="205181"/>
                    <a:pt x="12339" y="205330"/>
                  </a:cubicBezTo>
                  <a:close/>
                </a:path>
              </a:pathLst>
            </a:custGeom>
            <a:solidFill>
              <a:srgbClr val="9E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8B5A1195-D3C0-96F9-8881-421901FEB70B}"/>
                </a:ext>
              </a:extLst>
            </p:cNvPr>
            <p:cNvSpPr/>
            <p:nvPr/>
          </p:nvSpPr>
          <p:spPr>
            <a:xfrm>
              <a:off x="1542214" y="5389310"/>
              <a:ext cx="76268" cy="81506"/>
            </a:xfrm>
            <a:custGeom>
              <a:avLst/>
              <a:gdLst>
                <a:gd name="csX0" fmla="*/ 68383 w 76268"/>
                <a:gd name="csY0" fmla="*/ 32019 h 81506"/>
                <a:gd name="csX1" fmla="*/ 76225 w 76268"/>
                <a:gd name="csY1" fmla="*/ 40084 h 81506"/>
                <a:gd name="csX2" fmla="*/ 73449 w 76268"/>
                <a:gd name="csY2" fmla="*/ 45579 h 81506"/>
                <a:gd name="csX3" fmla="*/ 61379 w 76268"/>
                <a:gd name="csY3" fmla="*/ 56997 h 81506"/>
                <a:gd name="csX4" fmla="*/ 35618 w 76268"/>
                <a:gd name="csY4" fmla="*/ 79088 h 81506"/>
                <a:gd name="csX5" fmla="*/ 4 w 76268"/>
                <a:gd name="csY5" fmla="*/ 54278 h 81506"/>
                <a:gd name="csX6" fmla="*/ 3022 w 76268"/>
                <a:gd name="csY6" fmla="*/ 25649 h 81506"/>
                <a:gd name="csX7" fmla="*/ 14049 w 76268"/>
                <a:gd name="csY7" fmla="*/ 540 h 81506"/>
                <a:gd name="csX8" fmla="*/ 20754 w 76268"/>
                <a:gd name="csY8" fmla="*/ 1564 h 81506"/>
                <a:gd name="csX9" fmla="*/ 6933 w 76268"/>
                <a:gd name="csY9" fmla="*/ 38687 h 81506"/>
                <a:gd name="csX10" fmla="*/ 8461 w 76268"/>
                <a:gd name="csY10" fmla="*/ 60089 h 81506"/>
                <a:gd name="csX11" fmla="*/ 35525 w 76268"/>
                <a:gd name="csY11" fmla="*/ 69663 h 81506"/>
                <a:gd name="csX12" fmla="*/ 58250 w 76268"/>
                <a:gd name="csY12" fmla="*/ 48559 h 81506"/>
                <a:gd name="csX13" fmla="*/ 68383 w 76268"/>
                <a:gd name="csY13" fmla="*/ 32019 h 81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8" h="81506">
                  <a:moveTo>
                    <a:pt x="68383" y="32019"/>
                  </a:moveTo>
                  <a:cubicBezTo>
                    <a:pt x="70990" y="34701"/>
                    <a:pt x="73617" y="37383"/>
                    <a:pt x="76225" y="40084"/>
                  </a:cubicBezTo>
                  <a:cubicBezTo>
                    <a:pt x="76448" y="42506"/>
                    <a:pt x="75871" y="44238"/>
                    <a:pt x="73449" y="45579"/>
                  </a:cubicBezTo>
                  <a:cubicBezTo>
                    <a:pt x="68495" y="48317"/>
                    <a:pt x="64825" y="52378"/>
                    <a:pt x="61379" y="56997"/>
                  </a:cubicBezTo>
                  <a:cubicBezTo>
                    <a:pt x="54487" y="66199"/>
                    <a:pt x="46143" y="74953"/>
                    <a:pt x="35618" y="79088"/>
                  </a:cubicBezTo>
                  <a:cubicBezTo>
                    <a:pt x="17048" y="86409"/>
                    <a:pt x="-312" y="76816"/>
                    <a:pt x="4" y="54278"/>
                  </a:cubicBezTo>
                  <a:cubicBezTo>
                    <a:pt x="135" y="44499"/>
                    <a:pt x="936" y="34943"/>
                    <a:pt x="3022" y="25649"/>
                  </a:cubicBezTo>
                  <a:cubicBezTo>
                    <a:pt x="5015" y="16764"/>
                    <a:pt x="6244" y="7059"/>
                    <a:pt x="14049" y="540"/>
                  </a:cubicBezTo>
                  <a:cubicBezTo>
                    <a:pt x="16545" y="-801"/>
                    <a:pt x="18612" y="670"/>
                    <a:pt x="20754" y="1564"/>
                  </a:cubicBezTo>
                  <a:cubicBezTo>
                    <a:pt x="13769" y="13057"/>
                    <a:pt x="9411" y="25555"/>
                    <a:pt x="6933" y="38687"/>
                  </a:cubicBezTo>
                  <a:cubicBezTo>
                    <a:pt x="5574" y="45840"/>
                    <a:pt x="5704" y="52806"/>
                    <a:pt x="8461" y="60089"/>
                  </a:cubicBezTo>
                  <a:cubicBezTo>
                    <a:pt x="12391" y="70520"/>
                    <a:pt x="26566" y="73333"/>
                    <a:pt x="35525" y="69663"/>
                  </a:cubicBezTo>
                  <a:cubicBezTo>
                    <a:pt x="45882" y="65416"/>
                    <a:pt x="52010" y="56867"/>
                    <a:pt x="58250" y="48559"/>
                  </a:cubicBezTo>
                  <a:cubicBezTo>
                    <a:pt x="62106" y="43418"/>
                    <a:pt x="67191" y="38836"/>
                    <a:pt x="68383" y="32019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B53197D4-8EC4-710D-6B71-D84B00F87508}"/>
                </a:ext>
              </a:extLst>
            </p:cNvPr>
            <p:cNvSpPr/>
            <p:nvPr/>
          </p:nvSpPr>
          <p:spPr>
            <a:xfrm>
              <a:off x="1535028" y="5371652"/>
              <a:ext cx="28126" cy="19355"/>
            </a:xfrm>
            <a:custGeom>
              <a:avLst/>
              <a:gdLst>
                <a:gd name="csX0" fmla="*/ 27977 w 28126"/>
                <a:gd name="csY0" fmla="*/ 19204 h 19355"/>
                <a:gd name="csX1" fmla="*/ 21272 w 28126"/>
                <a:gd name="csY1" fmla="*/ 18180 h 19355"/>
                <a:gd name="csX2" fmla="*/ 12033 w 28126"/>
                <a:gd name="csY2" fmla="*/ 12610 h 19355"/>
                <a:gd name="csX3" fmla="*/ 0 w 28126"/>
                <a:gd name="csY3" fmla="*/ 0 h 19355"/>
                <a:gd name="csX4" fmla="*/ 14454 w 28126"/>
                <a:gd name="csY4" fmla="*/ 10412 h 19355"/>
                <a:gd name="csX5" fmla="*/ 24606 w 28126"/>
                <a:gd name="csY5" fmla="*/ 16075 h 19355"/>
                <a:gd name="csX6" fmla="*/ 28126 w 28126"/>
                <a:gd name="csY6" fmla="*/ 18235 h 19355"/>
                <a:gd name="csX7" fmla="*/ 27977 w 28126"/>
                <a:gd name="csY7" fmla="*/ 19204 h 1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126" h="19355">
                  <a:moveTo>
                    <a:pt x="27977" y="19204"/>
                  </a:moveTo>
                  <a:cubicBezTo>
                    <a:pt x="25593" y="19781"/>
                    <a:pt x="23507" y="18552"/>
                    <a:pt x="21272" y="18180"/>
                  </a:cubicBezTo>
                  <a:cubicBezTo>
                    <a:pt x="18198" y="16317"/>
                    <a:pt x="15106" y="14454"/>
                    <a:pt x="12033" y="12610"/>
                  </a:cubicBezTo>
                  <a:cubicBezTo>
                    <a:pt x="8792" y="8177"/>
                    <a:pt x="2515" y="6668"/>
                    <a:pt x="0" y="0"/>
                  </a:cubicBezTo>
                  <a:cubicBezTo>
                    <a:pt x="5793" y="3260"/>
                    <a:pt x="9164" y="8233"/>
                    <a:pt x="14454" y="10412"/>
                  </a:cubicBezTo>
                  <a:cubicBezTo>
                    <a:pt x="17453" y="13001"/>
                    <a:pt x="20731" y="15088"/>
                    <a:pt x="24606" y="16075"/>
                  </a:cubicBezTo>
                  <a:cubicBezTo>
                    <a:pt x="25779" y="16801"/>
                    <a:pt x="26953" y="17509"/>
                    <a:pt x="28126" y="18235"/>
                  </a:cubicBezTo>
                  <a:cubicBezTo>
                    <a:pt x="28033" y="18552"/>
                    <a:pt x="27977" y="18869"/>
                    <a:pt x="27977" y="19204"/>
                  </a:cubicBezTo>
                  <a:close/>
                </a:path>
              </a:pathLst>
            </a:custGeom>
            <a:solidFill>
              <a:srgbClr val="587C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B0AEACA2-2B0D-AE12-C861-7D0BAD400F1C}"/>
                </a:ext>
              </a:extLst>
            </p:cNvPr>
            <p:cNvSpPr/>
            <p:nvPr/>
          </p:nvSpPr>
          <p:spPr>
            <a:xfrm>
              <a:off x="1939419" y="5227407"/>
              <a:ext cx="120029" cy="144068"/>
            </a:xfrm>
            <a:custGeom>
              <a:avLst/>
              <a:gdLst>
                <a:gd name="csX0" fmla="*/ 70068 w 120029"/>
                <a:gd name="csY0" fmla="*/ 113753 h 144068"/>
                <a:gd name="csX1" fmla="*/ 47231 w 120029"/>
                <a:gd name="csY1" fmla="*/ 96411 h 144068"/>
                <a:gd name="csX2" fmla="*/ 36707 w 120029"/>
                <a:gd name="csY2" fmla="*/ 86371 h 144068"/>
                <a:gd name="csX3" fmla="*/ 3887 w 120029"/>
                <a:gd name="csY3" fmla="*/ 39190 h 144068"/>
                <a:gd name="csX4" fmla="*/ 14169 w 120029"/>
                <a:gd name="csY4" fmla="*/ 5290 h 144068"/>
                <a:gd name="csX5" fmla="*/ 27096 w 120029"/>
                <a:gd name="csY5" fmla="*/ 447 h 144068"/>
                <a:gd name="csX6" fmla="*/ 31753 w 120029"/>
                <a:gd name="csY6" fmla="*/ 1546 h 144068"/>
                <a:gd name="csX7" fmla="*/ 57476 w 120029"/>
                <a:gd name="csY7" fmla="*/ 23097 h 144068"/>
                <a:gd name="csX8" fmla="*/ 75749 w 120029"/>
                <a:gd name="csY8" fmla="*/ 43679 h 144068"/>
                <a:gd name="csX9" fmla="*/ 96070 w 120029"/>
                <a:gd name="csY9" fmla="*/ 77933 h 144068"/>
                <a:gd name="csX10" fmla="*/ 112332 w 120029"/>
                <a:gd name="csY10" fmla="*/ 110083 h 144068"/>
                <a:gd name="csX11" fmla="*/ 115144 w 120029"/>
                <a:gd name="csY11" fmla="*/ 114293 h 144068"/>
                <a:gd name="csX12" fmla="*/ 115945 w 120029"/>
                <a:gd name="csY12" fmla="*/ 135415 h 144068"/>
                <a:gd name="csX13" fmla="*/ 114231 w 120029"/>
                <a:gd name="csY13" fmla="*/ 138954 h 144068"/>
                <a:gd name="csX14" fmla="*/ 114325 w 120029"/>
                <a:gd name="csY14" fmla="*/ 138917 h 144068"/>
                <a:gd name="csX15" fmla="*/ 109556 w 120029"/>
                <a:gd name="csY15" fmla="*/ 140016 h 144068"/>
                <a:gd name="csX16" fmla="*/ 93575 w 120029"/>
                <a:gd name="csY16" fmla="*/ 143499 h 144068"/>
                <a:gd name="csX17" fmla="*/ 84671 w 120029"/>
                <a:gd name="csY17" fmla="*/ 137315 h 144068"/>
                <a:gd name="csX18" fmla="*/ 69956 w 120029"/>
                <a:gd name="csY18" fmla="*/ 115969 h 144068"/>
                <a:gd name="csX19" fmla="*/ 70068 w 120029"/>
                <a:gd name="csY19" fmla="*/ 113753 h 144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029" h="144068">
                  <a:moveTo>
                    <a:pt x="70068" y="113753"/>
                  </a:moveTo>
                  <a:cubicBezTo>
                    <a:pt x="59618" y="111722"/>
                    <a:pt x="53490" y="103899"/>
                    <a:pt x="47231" y="96411"/>
                  </a:cubicBezTo>
                  <a:cubicBezTo>
                    <a:pt x="44065" y="92611"/>
                    <a:pt x="39464" y="90264"/>
                    <a:pt x="36707" y="86371"/>
                  </a:cubicBezTo>
                  <a:cubicBezTo>
                    <a:pt x="25643" y="70725"/>
                    <a:pt x="13796" y="55637"/>
                    <a:pt x="3887" y="39190"/>
                  </a:cubicBezTo>
                  <a:cubicBezTo>
                    <a:pt x="-3899" y="26245"/>
                    <a:pt x="255" y="11343"/>
                    <a:pt x="14169" y="5290"/>
                  </a:cubicBezTo>
                  <a:cubicBezTo>
                    <a:pt x="18341" y="3483"/>
                    <a:pt x="23222" y="3464"/>
                    <a:pt x="27096" y="447"/>
                  </a:cubicBezTo>
                  <a:cubicBezTo>
                    <a:pt x="28679" y="-801"/>
                    <a:pt x="30262" y="894"/>
                    <a:pt x="31753" y="1546"/>
                  </a:cubicBezTo>
                  <a:cubicBezTo>
                    <a:pt x="42370" y="6258"/>
                    <a:pt x="50118" y="14640"/>
                    <a:pt x="57476" y="23097"/>
                  </a:cubicBezTo>
                  <a:cubicBezTo>
                    <a:pt x="63492" y="30007"/>
                    <a:pt x="70366" y="36135"/>
                    <a:pt x="75749" y="43679"/>
                  </a:cubicBezTo>
                  <a:cubicBezTo>
                    <a:pt x="83497" y="54557"/>
                    <a:pt x="89905" y="66162"/>
                    <a:pt x="96070" y="77933"/>
                  </a:cubicBezTo>
                  <a:cubicBezTo>
                    <a:pt x="101640" y="88569"/>
                    <a:pt x="106893" y="99373"/>
                    <a:pt x="112332" y="110083"/>
                  </a:cubicBezTo>
                  <a:cubicBezTo>
                    <a:pt x="113095" y="111573"/>
                    <a:pt x="114101" y="112970"/>
                    <a:pt x="115144" y="114293"/>
                  </a:cubicBezTo>
                  <a:cubicBezTo>
                    <a:pt x="121421" y="122209"/>
                    <a:pt x="121608" y="127276"/>
                    <a:pt x="115945" y="135415"/>
                  </a:cubicBezTo>
                  <a:cubicBezTo>
                    <a:pt x="115200" y="136477"/>
                    <a:pt x="114790" y="137762"/>
                    <a:pt x="114231" y="138954"/>
                  </a:cubicBezTo>
                  <a:cubicBezTo>
                    <a:pt x="114231" y="138954"/>
                    <a:pt x="114306" y="138917"/>
                    <a:pt x="114325" y="138917"/>
                  </a:cubicBezTo>
                  <a:cubicBezTo>
                    <a:pt x="112574" y="138582"/>
                    <a:pt x="110692" y="138824"/>
                    <a:pt x="109556" y="140016"/>
                  </a:cubicBezTo>
                  <a:cubicBezTo>
                    <a:pt x="104955" y="144915"/>
                    <a:pt x="99572" y="144356"/>
                    <a:pt x="93575" y="143499"/>
                  </a:cubicBezTo>
                  <a:cubicBezTo>
                    <a:pt x="89216" y="142866"/>
                    <a:pt x="86664" y="139811"/>
                    <a:pt x="84671" y="137315"/>
                  </a:cubicBezTo>
                  <a:cubicBezTo>
                    <a:pt x="79288" y="130591"/>
                    <a:pt x="70384" y="126102"/>
                    <a:pt x="69956" y="115969"/>
                  </a:cubicBezTo>
                  <a:cubicBezTo>
                    <a:pt x="69341" y="115168"/>
                    <a:pt x="69360" y="114442"/>
                    <a:pt x="70068" y="113753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2D2B6E31-71A7-9FE9-E75C-B43885C5309F}"/>
                </a:ext>
              </a:extLst>
            </p:cNvPr>
            <p:cNvSpPr/>
            <p:nvPr/>
          </p:nvSpPr>
          <p:spPr>
            <a:xfrm>
              <a:off x="1995163" y="5341160"/>
              <a:ext cx="14323" cy="9304"/>
            </a:xfrm>
            <a:custGeom>
              <a:avLst/>
              <a:gdLst>
                <a:gd name="csX0" fmla="*/ 14324 w 14323"/>
                <a:gd name="csY0" fmla="*/ 0 h 9304"/>
                <a:gd name="csX1" fmla="*/ 14194 w 14323"/>
                <a:gd name="csY1" fmla="*/ 2179 h 9304"/>
                <a:gd name="csX2" fmla="*/ 0 w 14323"/>
                <a:gd name="csY2" fmla="*/ 9239 h 9304"/>
                <a:gd name="csX3" fmla="*/ 14324 w 14323"/>
                <a:gd name="csY3" fmla="*/ 0 h 9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323" h="9304">
                  <a:moveTo>
                    <a:pt x="14324" y="0"/>
                  </a:moveTo>
                  <a:cubicBezTo>
                    <a:pt x="14287" y="726"/>
                    <a:pt x="14249" y="1453"/>
                    <a:pt x="14194" y="2179"/>
                  </a:cubicBezTo>
                  <a:cubicBezTo>
                    <a:pt x="9313" y="4210"/>
                    <a:pt x="6352" y="9984"/>
                    <a:pt x="0" y="9239"/>
                  </a:cubicBezTo>
                  <a:cubicBezTo>
                    <a:pt x="4266" y="5364"/>
                    <a:pt x="8829" y="1993"/>
                    <a:pt x="14324" y="0"/>
                  </a:cubicBezTo>
                  <a:close/>
                </a:path>
              </a:pathLst>
            </a:custGeom>
            <a:solidFill>
              <a:srgbClr val="4E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B51DD7D-CE74-2735-4963-E933C384AB8F}"/>
                </a:ext>
              </a:extLst>
            </p:cNvPr>
            <p:cNvSpPr/>
            <p:nvPr/>
          </p:nvSpPr>
          <p:spPr>
            <a:xfrm>
              <a:off x="1949658" y="5289766"/>
              <a:ext cx="6848" cy="8459"/>
            </a:xfrm>
            <a:custGeom>
              <a:avLst/>
              <a:gdLst>
                <a:gd name="csX0" fmla="*/ 0 w 6848"/>
                <a:gd name="csY0" fmla="*/ 8460 h 8459"/>
                <a:gd name="csX1" fmla="*/ 4117 w 6848"/>
                <a:gd name="csY1" fmla="*/ 1344 h 8459"/>
                <a:gd name="csX2" fmla="*/ 6147 w 6848"/>
                <a:gd name="csY2" fmla="*/ 227 h 8459"/>
                <a:gd name="csX3" fmla="*/ 6557 w 6848"/>
                <a:gd name="csY3" fmla="*/ 2760 h 8459"/>
                <a:gd name="csX4" fmla="*/ 0 w 6848"/>
                <a:gd name="csY4" fmla="*/ 8460 h 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48" h="8459">
                  <a:moveTo>
                    <a:pt x="0" y="8460"/>
                  </a:moveTo>
                  <a:cubicBezTo>
                    <a:pt x="1378" y="6094"/>
                    <a:pt x="2775" y="3729"/>
                    <a:pt x="4117" y="1344"/>
                  </a:cubicBezTo>
                  <a:cubicBezTo>
                    <a:pt x="4582" y="506"/>
                    <a:pt x="5066" y="-444"/>
                    <a:pt x="6147" y="227"/>
                  </a:cubicBezTo>
                  <a:cubicBezTo>
                    <a:pt x="7041" y="786"/>
                    <a:pt x="6966" y="1903"/>
                    <a:pt x="6557" y="2760"/>
                  </a:cubicBezTo>
                  <a:cubicBezTo>
                    <a:pt x="5271" y="5479"/>
                    <a:pt x="3353" y="7659"/>
                    <a:pt x="0" y="8460"/>
                  </a:cubicBezTo>
                  <a:close/>
                </a:path>
              </a:pathLst>
            </a:custGeom>
            <a:solidFill>
              <a:srgbClr val="4E6D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C649A51D-BADD-40D9-4EE8-FDBF2802CAC5}"/>
                </a:ext>
              </a:extLst>
            </p:cNvPr>
            <p:cNvSpPr/>
            <p:nvPr/>
          </p:nvSpPr>
          <p:spPr>
            <a:xfrm>
              <a:off x="2005743" y="5242256"/>
              <a:ext cx="7737" cy="6237"/>
            </a:xfrm>
            <a:custGeom>
              <a:avLst/>
              <a:gdLst>
                <a:gd name="csX0" fmla="*/ 2515 w 7737"/>
                <a:gd name="csY0" fmla="*/ 2679 h 6237"/>
                <a:gd name="csX1" fmla="*/ 7693 w 7737"/>
                <a:gd name="csY1" fmla="*/ 71 h 6237"/>
                <a:gd name="csX2" fmla="*/ 3781 w 7737"/>
                <a:gd name="csY2" fmla="*/ 5268 h 6237"/>
                <a:gd name="csX3" fmla="*/ 0 w 7737"/>
                <a:gd name="csY3" fmla="*/ 5938 h 6237"/>
                <a:gd name="csX4" fmla="*/ 2515 w 7737"/>
                <a:gd name="csY4" fmla="*/ 2679 h 6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37" h="6237">
                  <a:moveTo>
                    <a:pt x="2515" y="2679"/>
                  </a:moveTo>
                  <a:cubicBezTo>
                    <a:pt x="4601" y="2623"/>
                    <a:pt x="5066" y="-506"/>
                    <a:pt x="7693" y="71"/>
                  </a:cubicBezTo>
                  <a:cubicBezTo>
                    <a:pt x="8158" y="3182"/>
                    <a:pt x="4880" y="3442"/>
                    <a:pt x="3781" y="5268"/>
                  </a:cubicBezTo>
                  <a:cubicBezTo>
                    <a:pt x="2552" y="5510"/>
                    <a:pt x="1527" y="6814"/>
                    <a:pt x="0" y="5938"/>
                  </a:cubicBezTo>
                  <a:cubicBezTo>
                    <a:pt x="112" y="4299"/>
                    <a:pt x="1453" y="3591"/>
                    <a:pt x="2515" y="2679"/>
                  </a:cubicBezTo>
                  <a:close/>
                </a:path>
              </a:pathLst>
            </a:custGeom>
            <a:solidFill>
              <a:srgbClr val="4D6D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2EAAA803-3103-52CD-CCCD-5104A370BB5C}"/>
                </a:ext>
              </a:extLst>
            </p:cNvPr>
            <p:cNvSpPr/>
            <p:nvPr/>
          </p:nvSpPr>
          <p:spPr>
            <a:xfrm>
              <a:off x="1580906" y="5295301"/>
              <a:ext cx="28579" cy="16745"/>
            </a:xfrm>
            <a:custGeom>
              <a:avLst/>
              <a:gdLst>
                <a:gd name="csX0" fmla="*/ 28517 w 28579"/>
                <a:gd name="csY0" fmla="*/ 15367 h 16745"/>
                <a:gd name="csX1" fmla="*/ 26264 w 28579"/>
                <a:gd name="csY1" fmla="*/ 16745 h 16745"/>
                <a:gd name="csX2" fmla="*/ 0 w 28579"/>
                <a:gd name="csY2" fmla="*/ 0 h 16745"/>
                <a:gd name="csX3" fmla="*/ 28517 w 28579"/>
                <a:gd name="csY3" fmla="*/ 15367 h 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79" h="16745">
                  <a:moveTo>
                    <a:pt x="28517" y="15367"/>
                  </a:moveTo>
                  <a:cubicBezTo>
                    <a:pt x="28964" y="17788"/>
                    <a:pt x="26878" y="16056"/>
                    <a:pt x="26264" y="16745"/>
                  </a:cubicBezTo>
                  <a:cubicBezTo>
                    <a:pt x="16410" y="12945"/>
                    <a:pt x="6761" y="8810"/>
                    <a:pt x="0" y="0"/>
                  </a:cubicBezTo>
                  <a:cubicBezTo>
                    <a:pt x="9500" y="5141"/>
                    <a:pt x="18254" y="11660"/>
                    <a:pt x="28517" y="15367"/>
                  </a:cubicBezTo>
                  <a:close/>
                </a:path>
              </a:pathLst>
            </a:custGeom>
            <a:solidFill>
              <a:srgbClr val="5C82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834F9089-18E8-B0F7-1FE7-5FB1FD048625}"/>
                </a:ext>
              </a:extLst>
            </p:cNvPr>
            <p:cNvSpPr/>
            <p:nvPr/>
          </p:nvSpPr>
          <p:spPr>
            <a:xfrm>
              <a:off x="1630583" y="5254658"/>
              <a:ext cx="17360" cy="9855"/>
            </a:xfrm>
            <a:custGeom>
              <a:avLst/>
              <a:gdLst>
                <a:gd name="csX0" fmla="*/ 17360 w 17360"/>
                <a:gd name="csY0" fmla="*/ 8605 h 9855"/>
                <a:gd name="csX1" fmla="*/ 14436 w 17360"/>
                <a:gd name="csY1" fmla="*/ 9704 h 9855"/>
                <a:gd name="csX2" fmla="*/ 0 w 17360"/>
                <a:gd name="csY2" fmla="*/ 0 h 9855"/>
                <a:gd name="csX3" fmla="*/ 17267 w 17360"/>
                <a:gd name="csY3" fmla="*/ 8550 h 9855"/>
                <a:gd name="csX4" fmla="*/ 17360 w 17360"/>
                <a:gd name="csY4" fmla="*/ 8605 h 9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60" h="9855">
                  <a:moveTo>
                    <a:pt x="17360" y="8605"/>
                  </a:moveTo>
                  <a:cubicBezTo>
                    <a:pt x="16689" y="9779"/>
                    <a:pt x="15516" y="10077"/>
                    <a:pt x="14436" y="9704"/>
                  </a:cubicBezTo>
                  <a:cubicBezTo>
                    <a:pt x="8829" y="7786"/>
                    <a:pt x="4116" y="4396"/>
                    <a:pt x="0" y="0"/>
                  </a:cubicBezTo>
                  <a:cubicBezTo>
                    <a:pt x="5756" y="2850"/>
                    <a:pt x="11511" y="5700"/>
                    <a:pt x="17267" y="8550"/>
                  </a:cubicBezTo>
                  <a:cubicBezTo>
                    <a:pt x="17286" y="8568"/>
                    <a:pt x="17360" y="8605"/>
                    <a:pt x="17360" y="8605"/>
                  </a:cubicBezTo>
                  <a:close/>
                </a:path>
              </a:pathLst>
            </a:custGeom>
            <a:solidFill>
              <a:srgbClr val="60893C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DE9DB96E-5EEE-42EB-E782-5299B6344557}"/>
                </a:ext>
              </a:extLst>
            </p:cNvPr>
            <p:cNvSpPr/>
            <p:nvPr/>
          </p:nvSpPr>
          <p:spPr>
            <a:xfrm>
              <a:off x="2043816" y="5295488"/>
              <a:ext cx="5303" cy="7655"/>
            </a:xfrm>
            <a:custGeom>
              <a:avLst/>
              <a:gdLst>
                <a:gd name="csX0" fmla="*/ 0 w 5303"/>
                <a:gd name="csY0" fmla="*/ 7656 h 7655"/>
                <a:gd name="csX1" fmla="*/ 4657 w 5303"/>
                <a:gd name="csY1" fmla="*/ 0 h 7655"/>
                <a:gd name="csX2" fmla="*/ 0 w 5303"/>
                <a:gd name="csY2" fmla="*/ 7656 h 7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03" h="7655">
                  <a:moveTo>
                    <a:pt x="0" y="7656"/>
                  </a:moveTo>
                  <a:cubicBezTo>
                    <a:pt x="1546" y="5104"/>
                    <a:pt x="3111" y="2552"/>
                    <a:pt x="4657" y="0"/>
                  </a:cubicBezTo>
                  <a:cubicBezTo>
                    <a:pt x="6799" y="4713"/>
                    <a:pt x="3204" y="6072"/>
                    <a:pt x="0" y="7656"/>
                  </a:cubicBezTo>
                  <a:close/>
                </a:path>
              </a:pathLst>
            </a:custGeom>
            <a:solidFill>
              <a:srgbClr val="4D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CEFAE578-FDEC-18B8-4957-66F61FB9C9BE}"/>
                </a:ext>
              </a:extLst>
            </p:cNvPr>
            <p:cNvSpPr/>
            <p:nvPr/>
          </p:nvSpPr>
          <p:spPr>
            <a:xfrm>
              <a:off x="1783022" y="4852956"/>
              <a:ext cx="63955" cy="143648"/>
            </a:xfrm>
            <a:custGeom>
              <a:avLst/>
              <a:gdLst>
                <a:gd name="csX0" fmla="*/ 6279 w 63955"/>
                <a:gd name="csY0" fmla="*/ 0 h 143648"/>
                <a:gd name="csX1" fmla="*/ 26508 w 63955"/>
                <a:gd name="csY1" fmla="*/ 22259 h 143648"/>
                <a:gd name="csX2" fmla="*/ 62122 w 63955"/>
                <a:gd name="csY2" fmla="*/ 120775 h 143648"/>
                <a:gd name="csX3" fmla="*/ 63705 w 63955"/>
                <a:gd name="csY3" fmla="*/ 143649 h 143648"/>
                <a:gd name="csX4" fmla="*/ 39956 w 63955"/>
                <a:gd name="csY4" fmla="*/ 120328 h 143648"/>
                <a:gd name="csX5" fmla="*/ 32170 w 63955"/>
                <a:gd name="csY5" fmla="*/ 91047 h 143648"/>
                <a:gd name="csX6" fmla="*/ 11681 w 63955"/>
                <a:gd name="csY6" fmla="*/ 39433 h 143648"/>
                <a:gd name="csX7" fmla="*/ 1194 w 63955"/>
                <a:gd name="csY7" fmla="*/ 16373 h 143648"/>
                <a:gd name="csX8" fmla="*/ 6279 w 63955"/>
                <a:gd name="csY8" fmla="*/ 0 h 143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955" h="143648">
                  <a:moveTo>
                    <a:pt x="6279" y="0"/>
                  </a:moveTo>
                  <a:cubicBezTo>
                    <a:pt x="15369" y="5271"/>
                    <a:pt x="21218" y="13728"/>
                    <a:pt x="26508" y="22259"/>
                  </a:cubicBezTo>
                  <a:cubicBezTo>
                    <a:pt x="45284" y="52546"/>
                    <a:pt x="56366" y="85776"/>
                    <a:pt x="62122" y="120775"/>
                  </a:cubicBezTo>
                  <a:cubicBezTo>
                    <a:pt x="63351" y="128226"/>
                    <a:pt x="64469" y="135937"/>
                    <a:pt x="63705" y="143649"/>
                  </a:cubicBezTo>
                  <a:cubicBezTo>
                    <a:pt x="49400" y="142382"/>
                    <a:pt x="44818" y="131150"/>
                    <a:pt x="39956" y="120328"/>
                  </a:cubicBezTo>
                  <a:cubicBezTo>
                    <a:pt x="35765" y="111015"/>
                    <a:pt x="35356" y="100677"/>
                    <a:pt x="32170" y="91047"/>
                  </a:cubicBezTo>
                  <a:cubicBezTo>
                    <a:pt x="26322" y="73445"/>
                    <a:pt x="20789" y="55750"/>
                    <a:pt x="11681" y="39433"/>
                  </a:cubicBezTo>
                  <a:cubicBezTo>
                    <a:pt x="7565" y="32056"/>
                    <a:pt x="3709" y="24494"/>
                    <a:pt x="1194" y="16373"/>
                  </a:cubicBezTo>
                  <a:cubicBezTo>
                    <a:pt x="-1376" y="8103"/>
                    <a:pt x="151" y="3390"/>
                    <a:pt x="6279" y="0"/>
                  </a:cubicBezTo>
                  <a:close/>
                </a:path>
              </a:pathLst>
            </a:custGeom>
            <a:solidFill>
              <a:srgbClr val="9F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34E2E339-B309-5CD0-23B4-C62AAF5CEAA2}"/>
                </a:ext>
              </a:extLst>
            </p:cNvPr>
            <p:cNvSpPr/>
            <p:nvPr/>
          </p:nvSpPr>
          <p:spPr>
            <a:xfrm>
              <a:off x="1684742" y="5032650"/>
              <a:ext cx="49805" cy="30693"/>
            </a:xfrm>
            <a:custGeom>
              <a:avLst/>
              <a:gdLst>
                <a:gd name="csX0" fmla="*/ 46555 w 49805"/>
                <a:gd name="csY0" fmla="*/ 30694 h 30693"/>
                <a:gd name="csX1" fmla="*/ 2559 w 49805"/>
                <a:gd name="csY1" fmla="*/ 6162 h 30693"/>
                <a:gd name="csX2" fmla="*/ 454 w 49805"/>
                <a:gd name="csY2" fmla="*/ 1021 h 30693"/>
                <a:gd name="csX3" fmla="*/ 6750 w 49805"/>
                <a:gd name="csY3" fmla="*/ 1319 h 30693"/>
                <a:gd name="csX4" fmla="*/ 26625 w 49805"/>
                <a:gd name="csY4" fmla="*/ 11713 h 30693"/>
                <a:gd name="csX5" fmla="*/ 47803 w 49805"/>
                <a:gd name="csY5" fmla="*/ 25534 h 30693"/>
                <a:gd name="csX6" fmla="*/ 46555 w 49805"/>
                <a:gd name="csY6" fmla="*/ 30694 h 30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805" h="30693">
                  <a:moveTo>
                    <a:pt x="46555" y="30694"/>
                  </a:moveTo>
                  <a:cubicBezTo>
                    <a:pt x="30704" y="24659"/>
                    <a:pt x="15877" y="16761"/>
                    <a:pt x="2559" y="6162"/>
                  </a:cubicBezTo>
                  <a:cubicBezTo>
                    <a:pt x="2745" y="4020"/>
                    <a:pt x="-1334" y="3219"/>
                    <a:pt x="454" y="1021"/>
                  </a:cubicBezTo>
                  <a:cubicBezTo>
                    <a:pt x="2187" y="-1139"/>
                    <a:pt x="4664" y="705"/>
                    <a:pt x="6750" y="1319"/>
                  </a:cubicBezTo>
                  <a:cubicBezTo>
                    <a:pt x="14070" y="3443"/>
                    <a:pt x="20515" y="7429"/>
                    <a:pt x="26625" y="11713"/>
                  </a:cubicBezTo>
                  <a:cubicBezTo>
                    <a:pt x="33535" y="16575"/>
                    <a:pt x="41508" y="19760"/>
                    <a:pt x="47803" y="25534"/>
                  </a:cubicBezTo>
                  <a:cubicBezTo>
                    <a:pt x="50392" y="27918"/>
                    <a:pt x="50951" y="29911"/>
                    <a:pt x="46555" y="30694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5A352C6B-16D1-B28D-5F02-CAFFCE67ED55}"/>
                </a:ext>
              </a:extLst>
            </p:cNvPr>
            <p:cNvSpPr/>
            <p:nvPr/>
          </p:nvSpPr>
          <p:spPr>
            <a:xfrm>
              <a:off x="1679505" y="5039517"/>
              <a:ext cx="40634" cy="26684"/>
            </a:xfrm>
            <a:custGeom>
              <a:avLst/>
              <a:gdLst>
                <a:gd name="csX0" fmla="*/ 3493 w 40634"/>
                <a:gd name="csY0" fmla="*/ 3 h 26684"/>
                <a:gd name="csX1" fmla="*/ 40635 w 40634"/>
                <a:gd name="csY1" fmla="*/ 22802 h 26684"/>
                <a:gd name="csX2" fmla="*/ 32812 w 40634"/>
                <a:gd name="csY2" fmla="*/ 25671 h 26684"/>
                <a:gd name="csX3" fmla="*/ 6381 w 40634"/>
                <a:gd name="csY3" fmla="*/ 11533 h 26684"/>
                <a:gd name="csX4" fmla="*/ 606 w 40634"/>
                <a:gd name="csY4" fmla="*/ 4716 h 26684"/>
                <a:gd name="csX5" fmla="*/ 3493 w 40634"/>
                <a:gd name="csY5" fmla="*/ 3 h 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0634" h="26684">
                  <a:moveTo>
                    <a:pt x="3493" y="3"/>
                  </a:moveTo>
                  <a:cubicBezTo>
                    <a:pt x="14837" y="9298"/>
                    <a:pt x="27727" y="16060"/>
                    <a:pt x="40635" y="22802"/>
                  </a:cubicBezTo>
                  <a:cubicBezTo>
                    <a:pt x="39909" y="28707"/>
                    <a:pt x="35177" y="26286"/>
                    <a:pt x="32812" y="25671"/>
                  </a:cubicBezTo>
                  <a:cubicBezTo>
                    <a:pt x="22940" y="23119"/>
                    <a:pt x="13813" y="18779"/>
                    <a:pt x="6381" y="11533"/>
                  </a:cubicBezTo>
                  <a:cubicBezTo>
                    <a:pt x="4257" y="9466"/>
                    <a:pt x="1798" y="7622"/>
                    <a:pt x="606" y="4716"/>
                  </a:cubicBezTo>
                  <a:cubicBezTo>
                    <a:pt x="-604" y="1754"/>
                    <a:pt x="-176" y="-90"/>
                    <a:pt x="3493" y="3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F85E7FB8-6681-6385-2715-EE71CE791E58}"/>
                </a:ext>
              </a:extLst>
            </p:cNvPr>
            <p:cNvSpPr/>
            <p:nvPr/>
          </p:nvSpPr>
          <p:spPr>
            <a:xfrm>
              <a:off x="2039386" y="5151487"/>
              <a:ext cx="284050" cy="86928"/>
            </a:xfrm>
            <a:custGeom>
              <a:avLst/>
              <a:gdLst>
                <a:gd name="csX0" fmla="*/ 25441 w 284050"/>
                <a:gd name="csY0" fmla="*/ 16762 h 86928"/>
                <a:gd name="csX1" fmla="*/ 4840 w 284050"/>
                <a:gd name="csY1" fmla="*/ 15719 h 86928"/>
                <a:gd name="csX2" fmla="*/ 220 w 284050"/>
                <a:gd name="csY2" fmla="*/ 14825 h 86928"/>
                <a:gd name="csX3" fmla="*/ 2437 w 284050"/>
                <a:gd name="csY3" fmla="*/ 9405 h 86928"/>
                <a:gd name="csX4" fmla="*/ 22740 w 284050"/>
                <a:gd name="csY4" fmla="*/ 1190 h 86928"/>
                <a:gd name="csX5" fmla="*/ 48799 w 284050"/>
                <a:gd name="csY5" fmla="*/ 54 h 86928"/>
                <a:gd name="csX6" fmla="*/ 79533 w 284050"/>
                <a:gd name="csY6" fmla="*/ 2401 h 86928"/>
                <a:gd name="csX7" fmla="*/ 106150 w 284050"/>
                <a:gd name="csY7" fmla="*/ 5922 h 86928"/>
                <a:gd name="csX8" fmla="*/ 141522 w 284050"/>
                <a:gd name="csY8" fmla="*/ 14751 h 86928"/>
                <a:gd name="csX9" fmla="*/ 206566 w 284050"/>
                <a:gd name="csY9" fmla="*/ 34234 h 86928"/>
                <a:gd name="csX10" fmla="*/ 243689 w 284050"/>
                <a:gd name="csY10" fmla="*/ 51799 h 86928"/>
                <a:gd name="csX11" fmla="*/ 278447 w 284050"/>
                <a:gd name="csY11" fmla="*/ 75474 h 86928"/>
                <a:gd name="csX12" fmla="*/ 283215 w 284050"/>
                <a:gd name="csY12" fmla="*/ 81564 h 86928"/>
                <a:gd name="csX13" fmla="*/ 279881 w 284050"/>
                <a:gd name="csY13" fmla="*/ 86929 h 86928"/>
                <a:gd name="csX14" fmla="*/ 276416 w 284050"/>
                <a:gd name="csY14" fmla="*/ 85215 h 86928"/>
                <a:gd name="csX15" fmla="*/ 228211 w 284050"/>
                <a:gd name="csY15" fmla="*/ 58840 h 86928"/>
                <a:gd name="csX16" fmla="*/ 146514 w 284050"/>
                <a:gd name="csY16" fmla="*/ 35016 h 86928"/>
                <a:gd name="csX17" fmla="*/ 65376 w 284050"/>
                <a:gd name="csY17" fmla="*/ 21680 h 86928"/>
                <a:gd name="csX18" fmla="*/ 31196 w 284050"/>
                <a:gd name="csY18" fmla="*/ 18327 h 86928"/>
                <a:gd name="csX19" fmla="*/ 25441 w 284050"/>
                <a:gd name="csY19" fmla="*/ 16762 h 8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4050" h="86928">
                  <a:moveTo>
                    <a:pt x="25441" y="16762"/>
                  </a:moveTo>
                  <a:cubicBezTo>
                    <a:pt x="18661" y="14490"/>
                    <a:pt x="11694" y="16371"/>
                    <a:pt x="4840" y="15719"/>
                  </a:cubicBezTo>
                  <a:cubicBezTo>
                    <a:pt x="3238" y="15570"/>
                    <a:pt x="947" y="16613"/>
                    <a:pt x="220" y="14825"/>
                  </a:cubicBezTo>
                  <a:cubicBezTo>
                    <a:pt x="-618" y="12795"/>
                    <a:pt x="1114" y="10895"/>
                    <a:pt x="2437" y="9405"/>
                  </a:cubicBezTo>
                  <a:cubicBezTo>
                    <a:pt x="7838" y="3370"/>
                    <a:pt x="15308" y="1935"/>
                    <a:pt x="22740" y="1190"/>
                  </a:cubicBezTo>
                  <a:cubicBezTo>
                    <a:pt x="31383" y="315"/>
                    <a:pt x="40137" y="-169"/>
                    <a:pt x="48799" y="54"/>
                  </a:cubicBezTo>
                  <a:cubicBezTo>
                    <a:pt x="59062" y="334"/>
                    <a:pt x="69307" y="1414"/>
                    <a:pt x="79533" y="2401"/>
                  </a:cubicBezTo>
                  <a:cubicBezTo>
                    <a:pt x="88436" y="3258"/>
                    <a:pt x="97377" y="4432"/>
                    <a:pt x="106150" y="5922"/>
                  </a:cubicBezTo>
                  <a:cubicBezTo>
                    <a:pt x="118090" y="7933"/>
                    <a:pt x="129843" y="11398"/>
                    <a:pt x="141522" y="14751"/>
                  </a:cubicBezTo>
                  <a:cubicBezTo>
                    <a:pt x="163278" y="21009"/>
                    <a:pt x="185034" y="27268"/>
                    <a:pt x="206566" y="34234"/>
                  </a:cubicBezTo>
                  <a:cubicBezTo>
                    <a:pt x="219605" y="38462"/>
                    <a:pt x="232010" y="44646"/>
                    <a:pt x="243689" y="51799"/>
                  </a:cubicBezTo>
                  <a:cubicBezTo>
                    <a:pt x="255629" y="59119"/>
                    <a:pt x="267327" y="66868"/>
                    <a:pt x="278447" y="75474"/>
                  </a:cubicBezTo>
                  <a:cubicBezTo>
                    <a:pt x="280663" y="77187"/>
                    <a:pt x="282042" y="79199"/>
                    <a:pt x="283215" y="81564"/>
                  </a:cubicBezTo>
                  <a:cubicBezTo>
                    <a:pt x="285041" y="85197"/>
                    <a:pt x="283848" y="86910"/>
                    <a:pt x="279881" y="86929"/>
                  </a:cubicBezTo>
                  <a:cubicBezTo>
                    <a:pt x="278465" y="86910"/>
                    <a:pt x="277385" y="86109"/>
                    <a:pt x="276416" y="85215"/>
                  </a:cubicBezTo>
                  <a:cubicBezTo>
                    <a:pt x="262614" y="72288"/>
                    <a:pt x="245366" y="65639"/>
                    <a:pt x="228211" y="58840"/>
                  </a:cubicBezTo>
                  <a:cubicBezTo>
                    <a:pt x="201742" y="48335"/>
                    <a:pt x="174212" y="41275"/>
                    <a:pt x="146514" y="35016"/>
                  </a:cubicBezTo>
                  <a:cubicBezTo>
                    <a:pt x="119748" y="28981"/>
                    <a:pt x="92683" y="24604"/>
                    <a:pt x="65376" y="21680"/>
                  </a:cubicBezTo>
                  <a:cubicBezTo>
                    <a:pt x="53995" y="20450"/>
                    <a:pt x="42559" y="19780"/>
                    <a:pt x="31196" y="18327"/>
                  </a:cubicBezTo>
                  <a:cubicBezTo>
                    <a:pt x="29296" y="18085"/>
                    <a:pt x="27005" y="18644"/>
                    <a:pt x="25441" y="16762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F9BDBE5D-5BD1-B92D-4273-37164DF9D91B}"/>
                </a:ext>
              </a:extLst>
            </p:cNvPr>
            <p:cNvSpPr/>
            <p:nvPr/>
          </p:nvSpPr>
          <p:spPr>
            <a:xfrm>
              <a:off x="2041370" y="5170294"/>
              <a:ext cx="272178" cy="70945"/>
            </a:xfrm>
            <a:custGeom>
              <a:avLst/>
              <a:gdLst>
                <a:gd name="csX0" fmla="*/ 272178 w 272178"/>
                <a:gd name="csY0" fmla="*/ 67879 h 70945"/>
                <a:gd name="csX1" fmla="*/ 258171 w 272178"/>
                <a:gd name="csY1" fmla="*/ 69555 h 70945"/>
                <a:gd name="csX2" fmla="*/ 203353 w 272178"/>
                <a:gd name="csY2" fmla="*/ 52922 h 70945"/>
                <a:gd name="csX3" fmla="*/ 139706 w 272178"/>
                <a:gd name="csY3" fmla="*/ 32600 h 70945"/>
                <a:gd name="csX4" fmla="*/ 68477 w 272178"/>
                <a:gd name="csY4" fmla="*/ 17680 h 70945"/>
                <a:gd name="csX5" fmla="*/ 32397 w 272178"/>
                <a:gd name="csY5" fmla="*/ 13694 h 70945"/>
                <a:gd name="csX6" fmla="*/ 3638 w 272178"/>
                <a:gd name="csY6" fmla="*/ 7398 h 70945"/>
                <a:gd name="csX7" fmla="*/ 99 w 272178"/>
                <a:gd name="csY7" fmla="*/ 2928 h 70945"/>
                <a:gd name="csX8" fmla="*/ 4998 w 272178"/>
                <a:gd name="csY8" fmla="*/ 1531 h 70945"/>
                <a:gd name="csX9" fmla="*/ 28132 w 272178"/>
                <a:gd name="csY9" fmla="*/ 1400 h 70945"/>
                <a:gd name="csX10" fmla="*/ 35676 w 272178"/>
                <a:gd name="csY10" fmla="*/ 451 h 70945"/>
                <a:gd name="csX11" fmla="*/ 46945 w 272178"/>
                <a:gd name="csY11" fmla="*/ 1084 h 70945"/>
                <a:gd name="csX12" fmla="*/ 130448 w 272178"/>
                <a:gd name="csY12" fmla="*/ 13396 h 70945"/>
                <a:gd name="csX13" fmla="*/ 228424 w 272178"/>
                <a:gd name="csY13" fmla="*/ 40516 h 70945"/>
                <a:gd name="csX14" fmla="*/ 263703 w 272178"/>
                <a:gd name="csY14" fmla="*/ 57970 h 70945"/>
                <a:gd name="csX15" fmla="*/ 272178 w 272178"/>
                <a:gd name="csY15" fmla="*/ 67879 h 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72178" h="70945">
                  <a:moveTo>
                    <a:pt x="272178" y="67879"/>
                  </a:moveTo>
                  <a:cubicBezTo>
                    <a:pt x="268025" y="72517"/>
                    <a:pt x="262716" y="70859"/>
                    <a:pt x="258171" y="69555"/>
                  </a:cubicBezTo>
                  <a:cubicBezTo>
                    <a:pt x="239805" y="64303"/>
                    <a:pt x="221514" y="58789"/>
                    <a:pt x="203353" y="52922"/>
                  </a:cubicBezTo>
                  <a:cubicBezTo>
                    <a:pt x="182156" y="46086"/>
                    <a:pt x="161406" y="37797"/>
                    <a:pt x="139706" y="32600"/>
                  </a:cubicBezTo>
                  <a:cubicBezTo>
                    <a:pt x="116106" y="26956"/>
                    <a:pt x="92562" y="20828"/>
                    <a:pt x="68477" y="17680"/>
                  </a:cubicBezTo>
                  <a:cubicBezTo>
                    <a:pt x="56519" y="16116"/>
                    <a:pt x="44523" y="14402"/>
                    <a:pt x="32397" y="13694"/>
                  </a:cubicBezTo>
                  <a:cubicBezTo>
                    <a:pt x="22637" y="13117"/>
                    <a:pt x="12486" y="12875"/>
                    <a:pt x="3638" y="7398"/>
                  </a:cubicBezTo>
                  <a:cubicBezTo>
                    <a:pt x="1868" y="6299"/>
                    <a:pt x="-516" y="5312"/>
                    <a:pt x="99" y="2928"/>
                  </a:cubicBezTo>
                  <a:cubicBezTo>
                    <a:pt x="713" y="525"/>
                    <a:pt x="3284" y="1568"/>
                    <a:pt x="4998" y="1531"/>
                  </a:cubicBezTo>
                  <a:cubicBezTo>
                    <a:pt x="12709" y="1400"/>
                    <a:pt x="20420" y="1419"/>
                    <a:pt x="28132" y="1400"/>
                  </a:cubicBezTo>
                  <a:cubicBezTo>
                    <a:pt x="30442" y="-630"/>
                    <a:pt x="33068" y="22"/>
                    <a:pt x="35676" y="451"/>
                  </a:cubicBezTo>
                  <a:cubicBezTo>
                    <a:pt x="39382" y="1475"/>
                    <a:pt x="43182" y="953"/>
                    <a:pt x="46945" y="1084"/>
                  </a:cubicBezTo>
                  <a:cubicBezTo>
                    <a:pt x="74903" y="4399"/>
                    <a:pt x="102862" y="7696"/>
                    <a:pt x="130448" y="13396"/>
                  </a:cubicBezTo>
                  <a:cubicBezTo>
                    <a:pt x="163715" y="20251"/>
                    <a:pt x="196685" y="28186"/>
                    <a:pt x="228424" y="40516"/>
                  </a:cubicBezTo>
                  <a:cubicBezTo>
                    <a:pt x="240681" y="45285"/>
                    <a:pt x="252788" y="50482"/>
                    <a:pt x="263703" y="57970"/>
                  </a:cubicBezTo>
                  <a:cubicBezTo>
                    <a:pt x="267336" y="60428"/>
                    <a:pt x="271359" y="62868"/>
                    <a:pt x="272178" y="67879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26469523-849B-78B9-7B28-B2E3F274FBCB}"/>
                </a:ext>
              </a:extLst>
            </p:cNvPr>
            <p:cNvSpPr/>
            <p:nvPr/>
          </p:nvSpPr>
          <p:spPr>
            <a:xfrm>
              <a:off x="2033925" y="5168113"/>
              <a:ext cx="285341" cy="72641"/>
            </a:xfrm>
            <a:custGeom>
              <a:avLst/>
              <a:gdLst>
                <a:gd name="csX0" fmla="*/ 279623 w 285341"/>
                <a:gd name="csY0" fmla="*/ 70060 h 72641"/>
                <a:gd name="csX1" fmla="*/ 252596 w 285341"/>
                <a:gd name="csY1" fmla="*/ 51247 h 72641"/>
                <a:gd name="csX2" fmla="*/ 182970 w 285341"/>
                <a:gd name="csY2" fmla="*/ 27349 h 72641"/>
                <a:gd name="csX3" fmla="*/ 123979 w 285341"/>
                <a:gd name="csY3" fmla="*/ 14236 h 72641"/>
                <a:gd name="csX4" fmla="*/ 72905 w 285341"/>
                <a:gd name="csY4" fmla="*/ 7084 h 72641"/>
                <a:gd name="csX5" fmla="*/ 54818 w 285341"/>
                <a:gd name="csY5" fmla="*/ 4718 h 72641"/>
                <a:gd name="csX6" fmla="*/ 43344 w 285341"/>
                <a:gd name="csY6" fmla="*/ 3693 h 72641"/>
                <a:gd name="csX7" fmla="*/ 35577 w 285341"/>
                <a:gd name="csY7" fmla="*/ 3563 h 72641"/>
                <a:gd name="csX8" fmla="*/ 8084 w 285341"/>
                <a:gd name="csY8" fmla="*/ 2483 h 72641"/>
                <a:gd name="csX9" fmla="*/ 0 w 285341"/>
                <a:gd name="csY9" fmla="*/ 844 h 72641"/>
                <a:gd name="csX10" fmla="*/ 30883 w 285341"/>
                <a:gd name="csY10" fmla="*/ 136 h 72641"/>
                <a:gd name="csX11" fmla="*/ 223054 w 285341"/>
                <a:gd name="csY11" fmla="*/ 36663 h 72641"/>
                <a:gd name="csX12" fmla="*/ 270310 w 285341"/>
                <a:gd name="csY12" fmla="*/ 57748 h 72641"/>
                <a:gd name="csX13" fmla="*/ 285342 w 285341"/>
                <a:gd name="csY13" fmla="*/ 70321 h 72641"/>
                <a:gd name="csX14" fmla="*/ 279623 w 285341"/>
                <a:gd name="csY14" fmla="*/ 70060 h 72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5341" h="72641">
                  <a:moveTo>
                    <a:pt x="279623" y="70060"/>
                  </a:moveTo>
                  <a:cubicBezTo>
                    <a:pt x="272545" y="61026"/>
                    <a:pt x="262655" y="55941"/>
                    <a:pt x="252596" y="51247"/>
                  </a:cubicBezTo>
                  <a:cubicBezTo>
                    <a:pt x="230244" y="40816"/>
                    <a:pt x="206905" y="33310"/>
                    <a:pt x="182970" y="27349"/>
                  </a:cubicBezTo>
                  <a:cubicBezTo>
                    <a:pt x="163412" y="22469"/>
                    <a:pt x="143816" y="17589"/>
                    <a:pt x="123979" y="14236"/>
                  </a:cubicBezTo>
                  <a:cubicBezTo>
                    <a:pt x="107047" y="11368"/>
                    <a:pt x="90079" y="8369"/>
                    <a:pt x="72905" y="7084"/>
                  </a:cubicBezTo>
                  <a:cubicBezTo>
                    <a:pt x="66851" y="6636"/>
                    <a:pt x="60835" y="5519"/>
                    <a:pt x="54818" y="4718"/>
                  </a:cubicBezTo>
                  <a:cubicBezTo>
                    <a:pt x="51093" y="3302"/>
                    <a:pt x="47070" y="5128"/>
                    <a:pt x="43344" y="3693"/>
                  </a:cubicBezTo>
                  <a:cubicBezTo>
                    <a:pt x="40755" y="3656"/>
                    <a:pt x="38166" y="3619"/>
                    <a:pt x="35577" y="3563"/>
                  </a:cubicBezTo>
                  <a:cubicBezTo>
                    <a:pt x="26487" y="1533"/>
                    <a:pt x="17248" y="3023"/>
                    <a:pt x="8084" y="2483"/>
                  </a:cubicBezTo>
                  <a:cubicBezTo>
                    <a:pt x="5774" y="2352"/>
                    <a:pt x="3297" y="3191"/>
                    <a:pt x="0" y="844"/>
                  </a:cubicBezTo>
                  <a:cubicBezTo>
                    <a:pt x="11008" y="-740"/>
                    <a:pt x="20974" y="452"/>
                    <a:pt x="30883" y="136"/>
                  </a:cubicBezTo>
                  <a:cubicBezTo>
                    <a:pt x="96542" y="3898"/>
                    <a:pt x="160711" y="15521"/>
                    <a:pt x="223054" y="36663"/>
                  </a:cubicBezTo>
                  <a:cubicBezTo>
                    <a:pt x="239427" y="42213"/>
                    <a:pt x="255483" y="48658"/>
                    <a:pt x="270310" y="57748"/>
                  </a:cubicBezTo>
                  <a:cubicBezTo>
                    <a:pt x="275935" y="61194"/>
                    <a:pt x="281039" y="65273"/>
                    <a:pt x="285342" y="70321"/>
                  </a:cubicBezTo>
                  <a:cubicBezTo>
                    <a:pt x="283218" y="75499"/>
                    <a:pt x="281523" y="70451"/>
                    <a:pt x="279623" y="70060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312FB6EE-DCD3-065F-1132-67BD37BEC880}"/>
                </a:ext>
              </a:extLst>
            </p:cNvPr>
            <p:cNvSpPr/>
            <p:nvPr/>
          </p:nvSpPr>
          <p:spPr>
            <a:xfrm>
              <a:off x="2024090" y="4858700"/>
              <a:ext cx="76852" cy="102398"/>
            </a:xfrm>
            <a:custGeom>
              <a:avLst/>
              <a:gdLst>
                <a:gd name="csX0" fmla="*/ 0 w 76852"/>
                <a:gd name="csY0" fmla="*/ 94821 h 102398"/>
                <a:gd name="csX1" fmla="*/ 33044 w 76852"/>
                <a:gd name="csY1" fmla="*/ 42462 h 102398"/>
                <a:gd name="csX2" fmla="*/ 70092 w 76852"/>
                <a:gd name="csY2" fmla="*/ 1595 h 102398"/>
                <a:gd name="csX3" fmla="*/ 72420 w 76852"/>
                <a:gd name="csY3" fmla="*/ 49 h 102398"/>
                <a:gd name="csX4" fmla="*/ 75866 w 76852"/>
                <a:gd name="csY4" fmla="*/ 5413 h 102398"/>
                <a:gd name="csX5" fmla="*/ 73277 w 76852"/>
                <a:gd name="csY5" fmla="*/ 9735 h 102398"/>
                <a:gd name="csX6" fmla="*/ 52676 w 76852"/>
                <a:gd name="csY6" fmla="*/ 32776 h 102398"/>
                <a:gd name="csX7" fmla="*/ 13448 w 76852"/>
                <a:gd name="csY7" fmla="*/ 88451 h 102398"/>
                <a:gd name="csX8" fmla="*/ 3390 w 76852"/>
                <a:gd name="csY8" fmla="*/ 101173 h 102398"/>
                <a:gd name="csX9" fmla="*/ 1043 w 76852"/>
                <a:gd name="csY9" fmla="*/ 102309 h 102398"/>
                <a:gd name="csX10" fmla="*/ 74 w 76852"/>
                <a:gd name="csY10" fmla="*/ 99925 h 102398"/>
                <a:gd name="csX11" fmla="*/ 0 w 76852"/>
                <a:gd name="csY11" fmla="*/ 94821 h 102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852" h="102398">
                  <a:moveTo>
                    <a:pt x="0" y="94821"/>
                  </a:moveTo>
                  <a:cubicBezTo>
                    <a:pt x="9295" y="76288"/>
                    <a:pt x="20601" y="58984"/>
                    <a:pt x="33044" y="42462"/>
                  </a:cubicBezTo>
                  <a:cubicBezTo>
                    <a:pt x="44145" y="27747"/>
                    <a:pt x="55638" y="13311"/>
                    <a:pt x="70092" y="1595"/>
                  </a:cubicBezTo>
                  <a:cubicBezTo>
                    <a:pt x="70819" y="1017"/>
                    <a:pt x="71638" y="552"/>
                    <a:pt x="72420" y="49"/>
                  </a:cubicBezTo>
                  <a:cubicBezTo>
                    <a:pt x="76928" y="-342"/>
                    <a:pt x="77841" y="1632"/>
                    <a:pt x="75866" y="5413"/>
                  </a:cubicBezTo>
                  <a:cubicBezTo>
                    <a:pt x="75084" y="6903"/>
                    <a:pt x="74451" y="8617"/>
                    <a:pt x="73277" y="9735"/>
                  </a:cubicBezTo>
                  <a:cubicBezTo>
                    <a:pt x="65827" y="16906"/>
                    <a:pt x="59121" y="24729"/>
                    <a:pt x="52676" y="32776"/>
                  </a:cubicBezTo>
                  <a:cubicBezTo>
                    <a:pt x="38464" y="50508"/>
                    <a:pt x="22352" y="66937"/>
                    <a:pt x="13448" y="88451"/>
                  </a:cubicBezTo>
                  <a:cubicBezTo>
                    <a:pt x="11325" y="93573"/>
                    <a:pt x="6352" y="96609"/>
                    <a:pt x="3390" y="101173"/>
                  </a:cubicBezTo>
                  <a:cubicBezTo>
                    <a:pt x="2924" y="101899"/>
                    <a:pt x="2105" y="102663"/>
                    <a:pt x="1043" y="102309"/>
                  </a:cubicBezTo>
                  <a:cubicBezTo>
                    <a:pt x="-112" y="101918"/>
                    <a:pt x="112" y="100819"/>
                    <a:pt x="74" y="99925"/>
                  </a:cubicBezTo>
                  <a:cubicBezTo>
                    <a:pt x="0" y="98211"/>
                    <a:pt x="19" y="96516"/>
                    <a:pt x="0" y="94821"/>
                  </a:cubicBezTo>
                  <a:close/>
                </a:path>
              </a:pathLst>
            </a:custGeom>
            <a:solidFill>
              <a:srgbClr val="9DC8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34C540BD-D0A8-5BB0-37B1-E521286376DE}"/>
                </a:ext>
              </a:extLst>
            </p:cNvPr>
            <p:cNvSpPr/>
            <p:nvPr/>
          </p:nvSpPr>
          <p:spPr>
            <a:xfrm>
              <a:off x="1574704" y="5263096"/>
              <a:ext cx="133552" cy="167828"/>
            </a:xfrm>
            <a:custGeom>
              <a:avLst/>
              <a:gdLst>
                <a:gd name="csX0" fmla="*/ 128299 w 133552"/>
                <a:gd name="csY0" fmla="*/ 149 h 167828"/>
                <a:gd name="csX1" fmla="*/ 133552 w 133552"/>
                <a:gd name="csY1" fmla="*/ 466 h 167828"/>
                <a:gd name="csX2" fmla="*/ 128765 w 133552"/>
                <a:gd name="csY2" fmla="*/ 8270 h 167828"/>
                <a:gd name="csX3" fmla="*/ 87265 w 133552"/>
                <a:gd name="csY3" fmla="*/ 47032 h 167828"/>
                <a:gd name="csX4" fmla="*/ 77635 w 133552"/>
                <a:gd name="csY4" fmla="*/ 60089 h 167828"/>
                <a:gd name="csX5" fmla="*/ 31031 w 133552"/>
                <a:gd name="csY5" fmla="*/ 126754 h 167828"/>
                <a:gd name="csX6" fmla="*/ 15962 w 133552"/>
                <a:gd name="csY6" fmla="*/ 153092 h 167828"/>
                <a:gd name="csX7" fmla="*/ 7990 w 133552"/>
                <a:gd name="csY7" fmla="*/ 164585 h 167828"/>
                <a:gd name="csX8" fmla="*/ 3277 w 133552"/>
                <a:gd name="csY8" fmla="*/ 167658 h 167828"/>
                <a:gd name="csX9" fmla="*/ 781 w 133552"/>
                <a:gd name="csY9" fmla="*/ 162368 h 167828"/>
                <a:gd name="csX10" fmla="*/ 763 w 133552"/>
                <a:gd name="csY10" fmla="*/ 159556 h 167828"/>
                <a:gd name="csX11" fmla="*/ 1433 w 133552"/>
                <a:gd name="csY11" fmla="*/ 153875 h 167828"/>
                <a:gd name="csX12" fmla="*/ 32856 w 133552"/>
                <a:gd name="csY12" fmla="*/ 101646 h 167828"/>
                <a:gd name="csX13" fmla="*/ 39469 w 133552"/>
                <a:gd name="csY13" fmla="*/ 92630 h 167828"/>
                <a:gd name="csX14" fmla="*/ 71581 w 133552"/>
                <a:gd name="csY14" fmla="*/ 53589 h 167828"/>
                <a:gd name="csX15" fmla="*/ 99912 w 133552"/>
                <a:gd name="csY15" fmla="*/ 23134 h 167828"/>
                <a:gd name="csX16" fmla="*/ 122842 w 133552"/>
                <a:gd name="csY16" fmla="*/ 2366 h 167828"/>
                <a:gd name="csX17" fmla="*/ 128299 w 133552"/>
                <a:gd name="csY17" fmla="*/ 149 h 16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3552" h="167828">
                  <a:moveTo>
                    <a:pt x="128299" y="149"/>
                  </a:moveTo>
                  <a:cubicBezTo>
                    <a:pt x="129938" y="242"/>
                    <a:pt x="131596" y="354"/>
                    <a:pt x="133552" y="466"/>
                  </a:cubicBezTo>
                  <a:cubicBezTo>
                    <a:pt x="132621" y="3763"/>
                    <a:pt x="131019" y="6407"/>
                    <a:pt x="128765" y="8270"/>
                  </a:cubicBezTo>
                  <a:cubicBezTo>
                    <a:pt x="114199" y="20415"/>
                    <a:pt x="101179" y="34180"/>
                    <a:pt x="87265" y="47032"/>
                  </a:cubicBezTo>
                  <a:cubicBezTo>
                    <a:pt x="83372" y="50627"/>
                    <a:pt x="80745" y="55656"/>
                    <a:pt x="77635" y="60089"/>
                  </a:cubicBezTo>
                  <a:cubicBezTo>
                    <a:pt x="62044" y="82274"/>
                    <a:pt x="46286" y="104346"/>
                    <a:pt x="31031" y="126754"/>
                  </a:cubicBezTo>
                  <a:cubicBezTo>
                    <a:pt x="25350" y="135099"/>
                    <a:pt x="20693" y="144152"/>
                    <a:pt x="15962" y="153092"/>
                  </a:cubicBezTo>
                  <a:cubicBezTo>
                    <a:pt x="13745" y="157302"/>
                    <a:pt x="11138" y="161065"/>
                    <a:pt x="7990" y="164585"/>
                  </a:cubicBezTo>
                  <a:cubicBezTo>
                    <a:pt x="6593" y="166150"/>
                    <a:pt x="5531" y="168478"/>
                    <a:pt x="3277" y="167658"/>
                  </a:cubicBezTo>
                  <a:cubicBezTo>
                    <a:pt x="1284" y="166932"/>
                    <a:pt x="856" y="164510"/>
                    <a:pt x="781" y="162368"/>
                  </a:cubicBezTo>
                  <a:cubicBezTo>
                    <a:pt x="744" y="161437"/>
                    <a:pt x="763" y="160487"/>
                    <a:pt x="763" y="159556"/>
                  </a:cubicBezTo>
                  <a:cubicBezTo>
                    <a:pt x="-970" y="157432"/>
                    <a:pt x="688" y="155644"/>
                    <a:pt x="1433" y="153875"/>
                  </a:cubicBezTo>
                  <a:cubicBezTo>
                    <a:pt x="9219" y="134857"/>
                    <a:pt x="20972" y="118205"/>
                    <a:pt x="32856" y="101646"/>
                  </a:cubicBezTo>
                  <a:cubicBezTo>
                    <a:pt x="35017" y="98628"/>
                    <a:pt x="36712" y="95219"/>
                    <a:pt x="39469" y="92630"/>
                  </a:cubicBezTo>
                  <a:cubicBezTo>
                    <a:pt x="49844" y="79349"/>
                    <a:pt x="60275" y="66143"/>
                    <a:pt x="71581" y="53589"/>
                  </a:cubicBezTo>
                  <a:cubicBezTo>
                    <a:pt x="80857" y="43270"/>
                    <a:pt x="90077" y="32932"/>
                    <a:pt x="99912" y="23134"/>
                  </a:cubicBezTo>
                  <a:cubicBezTo>
                    <a:pt x="107233" y="15833"/>
                    <a:pt x="115056" y="9127"/>
                    <a:pt x="122842" y="2366"/>
                  </a:cubicBezTo>
                  <a:cubicBezTo>
                    <a:pt x="124388" y="1024"/>
                    <a:pt x="125934" y="-484"/>
                    <a:pt x="128299" y="149"/>
                  </a:cubicBezTo>
                  <a:close/>
                </a:path>
              </a:pathLst>
            </a:custGeom>
            <a:solidFill>
              <a:srgbClr val="A1CA4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6B4AA977-E2C9-193B-F1AD-48C0C3CDFFE7}"/>
                </a:ext>
              </a:extLst>
            </p:cNvPr>
            <p:cNvSpPr/>
            <p:nvPr/>
          </p:nvSpPr>
          <p:spPr>
            <a:xfrm>
              <a:off x="1613686" y="5252296"/>
              <a:ext cx="100735" cy="103811"/>
            </a:xfrm>
            <a:custGeom>
              <a:avLst/>
              <a:gdLst>
                <a:gd name="csX0" fmla="*/ 89318 w 100735"/>
                <a:gd name="csY0" fmla="*/ 10949 h 103811"/>
                <a:gd name="csX1" fmla="*/ 44912 w 100735"/>
                <a:gd name="csY1" fmla="*/ 52225 h 103811"/>
                <a:gd name="csX2" fmla="*/ 1437 w 100735"/>
                <a:gd name="csY2" fmla="*/ 103747 h 103811"/>
                <a:gd name="csX3" fmla="*/ 77 w 100735"/>
                <a:gd name="csY3" fmla="*/ 102387 h 103811"/>
                <a:gd name="csX4" fmla="*/ 74882 w 100735"/>
                <a:gd name="csY4" fmla="*/ 18921 h 103811"/>
                <a:gd name="csX5" fmla="*/ 96470 w 100735"/>
                <a:gd name="csY5" fmla="*/ 1132 h 103811"/>
                <a:gd name="csX6" fmla="*/ 100736 w 100735"/>
                <a:gd name="csY6" fmla="*/ 630 h 103811"/>
                <a:gd name="csX7" fmla="*/ 89318 w 100735"/>
                <a:gd name="csY7" fmla="*/ 10949 h 103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0735" h="103811">
                  <a:moveTo>
                    <a:pt x="89318" y="10949"/>
                  </a:moveTo>
                  <a:cubicBezTo>
                    <a:pt x="72926" y="23000"/>
                    <a:pt x="58658" y="37361"/>
                    <a:pt x="44912" y="52225"/>
                  </a:cubicBezTo>
                  <a:cubicBezTo>
                    <a:pt x="29656" y="68729"/>
                    <a:pt x="15277" y="86014"/>
                    <a:pt x="1437" y="103747"/>
                  </a:cubicBezTo>
                  <a:cubicBezTo>
                    <a:pt x="282" y="103989"/>
                    <a:pt x="-202" y="103560"/>
                    <a:pt x="77" y="102387"/>
                  </a:cubicBezTo>
                  <a:cubicBezTo>
                    <a:pt x="22280" y="72119"/>
                    <a:pt x="47445" y="44495"/>
                    <a:pt x="74882" y="18921"/>
                  </a:cubicBezTo>
                  <a:cubicBezTo>
                    <a:pt x="81699" y="12569"/>
                    <a:pt x="88610" y="6255"/>
                    <a:pt x="96470" y="1132"/>
                  </a:cubicBezTo>
                  <a:cubicBezTo>
                    <a:pt x="97811" y="257"/>
                    <a:pt x="98873" y="-637"/>
                    <a:pt x="100736" y="630"/>
                  </a:cubicBezTo>
                  <a:cubicBezTo>
                    <a:pt x="97960" y="5230"/>
                    <a:pt x="92615" y="7018"/>
                    <a:pt x="89318" y="10949"/>
                  </a:cubicBezTo>
                  <a:close/>
                </a:path>
              </a:pathLst>
            </a:custGeom>
            <a:solidFill>
              <a:srgbClr val="46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CE06D5A9-E63A-3B5C-97BF-D22708B17AA3}"/>
                </a:ext>
              </a:extLst>
            </p:cNvPr>
            <p:cNvSpPr/>
            <p:nvPr/>
          </p:nvSpPr>
          <p:spPr>
            <a:xfrm>
              <a:off x="1570678" y="5354683"/>
              <a:ext cx="44463" cy="80243"/>
            </a:xfrm>
            <a:custGeom>
              <a:avLst/>
              <a:gdLst>
                <a:gd name="csX0" fmla="*/ 43104 w 44463"/>
                <a:gd name="csY0" fmla="*/ 0 h 80243"/>
                <a:gd name="csX1" fmla="*/ 44464 w 44463"/>
                <a:gd name="csY1" fmla="*/ 1360 h 80243"/>
                <a:gd name="csX2" fmla="*/ 12705 w 44463"/>
                <a:gd name="csY2" fmla="*/ 49528 h 80243"/>
                <a:gd name="csX3" fmla="*/ 4826 w 44463"/>
                <a:gd name="csY3" fmla="*/ 67969 h 80243"/>
                <a:gd name="csX4" fmla="*/ 4621 w 44463"/>
                <a:gd name="csY4" fmla="*/ 80243 h 80243"/>
                <a:gd name="csX5" fmla="*/ 766 w 44463"/>
                <a:gd name="csY5" fmla="*/ 70912 h 80243"/>
                <a:gd name="csX6" fmla="*/ 41819 w 44463"/>
                <a:gd name="csY6" fmla="*/ 1062 h 80243"/>
                <a:gd name="csX7" fmla="*/ 43104 w 44463"/>
                <a:gd name="csY7" fmla="*/ 0 h 80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4463" h="80243">
                  <a:moveTo>
                    <a:pt x="43104" y="0"/>
                  </a:moveTo>
                  <a:cubicBezTo>
                    <a:pt x="43551" y="447"/>
                    <a:pt x="43998" y="913"/>
                    <a:pt x="44464" y="1360"/>
                  </a:cubicBezTo>
                  <a:cubicBezTo>
                    <a:pt x="33455" y="17136"/>
                    <a:pt x="21777" y="32466"/>
                    <a:pt x="12705" y="49528"/>
                  </a:cubicBezTo>
                  <a:cubicBezTo>
                    <a:pt x="9557" y="55433"/>
                    <a:pt x="6223" y="61300"/>
                    <a:pt x="4826" y="67969"/>
                  </a:cubicBezTo>
                  <a:cubicBezTo>
                    <a:pt x="2572" y="71768"/>
                    <a:pt x="3709" y="75792"/>
                    <a:pt x="4621" y="80243"/>
                  </a:cubicBezTo>
                  <a:cubicBezTo>
                    <a:pt x="-948" y="78306"/>
                    <a:pt x="-408" y="74153"/>
                    <a:pt x="766" y="70912"/>
                  </a:cubicBezTo>
                  <a:cubicBezTo>
                    <a:pt x="10098" y="45095"/>
                    <a:pt x="25725" y="22929"/>
                    <a:pt x="41819" y="1062"/>
                  </a:cubicBezTo>
                  <a:cubicBezTo>
                    <a:pt x="42135" y="633"/>
                    <a:pt x="42657" y="354"/>
                    <a:pt x="43104" y="0"/>
                  </a:cubicBezTo>
                  <a:close/>
                </a:path>
              </a:pathLst>
            </a:custGeom>
            <a:solidFill>
              <a:srgbClr val="5C74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A46D2C9A-5CEF-2F8D-BF87-130498B04784}"/>
                </a:ext>
              </a:extLst>
            </p:cNvPr>
            <p:cNvSpPr/>
            <p:nvPr/>
          </p:nvSpPr>
          <p:spPr>
            <a:xfrm>
              <a:off x="1951267" y="5249309"/>
              <a:ext cx="82415" cy="100510"/>
            </a:xfrm>
            <a:custGeom>
              <a:avLst/>
              <a:gdLst>
                <a:gd name="csX0" fmla="*/ 81950 w 82415"/>
                <a:gd name="csY0" fmla="*/ 96414 h 100510"/>
                <a:gd name="csX1" fmla="*/ 75487 w 82415"/>
                <a:gd name="csY1" fmla="*/ 98780 h 100510"/>
                <a:gd name="csX2" fmla="*/ 59803 w 82415"/>
                <a:gd name="csY2" fmla="*/ 82202 h 100510"/>
                <a:gd name="csX3" fmla="*/ 42182 w 82415"/>
                <a:gd name="csY3" fmla="*/ 62626 h 100510"/>
                <a:gd name="csX4" fmla="*/ 15993 w 82415"/>
                <a:gd name="csY4" fmla="*/ 32096 h 100510"/>
                <a:gd name="csX5" fmla="*/ 1539 w 82415"/>
                <a:gd name="csY5" fmla="*/ 11514 h 100510"/>
                <a:gd name="csX6" fmla="*/ 3942 w 82415"/>
                <a:gd name="csY6" fmla="*/ 413 h 100510"/>
                <a:gd name="csX7" fmla="*/ 14801 w 82415"/>
                <a:gd name="csY7" fmla="*/ 4734 h 100510"/>
                <a:gd name="csX8" fmla="*/ 45405 w 82415"/>
                <a:gd name="csY8" fmla="*/ 33717 h 100510"/>
                <a:gd name="csX9" fmla="*/ 79156 w 82415"/>
                <a:gd name="csY9" fmla="*/ 84810 h 100510"/>
                <a:gd name="csX10" fmla="*/ 81950 w 82415"/>
                <a:gd name="csY10" fmla="*/ 96414 h 10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415" h="100510">
                  <a:moveTo>
                    <a:pt x="81950" y="96414"/>
                  </a:moveTo>
                  <a:cubicBezTo>
                    <a:pt x="80926" y="100251"/>
                    <a:pt x="79659" y="102114"/>
                    <a:pt x="75487" y="98780"/>
                  </a:cubicBezTo>
                  <a:cubicBezTo>
                    <a:pt x="69470" y="93937"/>
                    <a:pt x="64180" y="88312"/>
                    <a:pt x="59803" y="82202"/>
                  </a:cubicBezTo>
                  <a:cubicBezTo>
                    <a:pt x="54606" y="74938"/>
                    <a:pt x="47826" y="69350"/>
                    <a:pt x="42182" y="62626"/>
                  </a:cubicBezTo>
                  <a:cubicBezTo>
                    <a:pt x="33558" y="52362"/>
                    <a:pt x="24562" y="42397"/>
                    <a:pt x="15993" y="32096"/>
                  </a:cubicBezTo>
                  <a:cubicBezTo>
                    <a:pt x="10629" y="25652"/>
                    <a:pt x="4855" y="19449"/>
                    <a:pt x="1539" y="11514"/>
                  </a:cubicBezTo>
                  <a:cubicBezTo>
                    <a:pt x="-1013" y="5367"/>
                    <a:pt x="-510" y="2722"/>
                    <a:pt x="3942" y="413"/>
                  </a:cubicBezTo>
                  <a:cubicBezTo>
                    <a:pt x="8766" y="-1245"/>
                    <a:pt x="11672" y="2480"/>
                    <a:pt x="14801" y="4734"/>
                  </a:cubicBezTo>
                  <a:cubicBezTo>
                    <a:pt x="26275" y="13023"/>
                    <a:pt x="36296" y="22858"/>
                    <a:pt x="45405" y="33717"/>
                  </a:cubicBezTo>
                  <a:cubicBezTo>
                    <a:pt x="58630" y="49475"/>
                    <a:pt x="70588" y="66034"/>
                    <a:pt x="79156" y="84810"/>
                  </a:cubicBezTo>
                  <a:cubicBezTo>
                    <a:pt x="80833" y="88423"/>
                    <a:pt x="83496" y="91963"/>
                    <a:pt x="81950" y="96414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48CAA434-BE79-734D-66F4-DCDE51B51A61}"/>
                </a:ext>
              </a:extLst>
            </p:cNvPr>
            <p:cNvSpPr/>
            <p:nvPr/>
          </p:nvSpPr>
          <p:spPr>
            <a:xfrm>
              <a:off x="1957367" y="5240771"/>
              <a:ext cx="86194" cy="108027"/>
            </a:xfrm>
            <a:custGeom>
              <a:avLst/>
              <a:gdLst>
                <a:gd name="csX0" fmla="*/ 3 w 86194"/>
                <a:gd name="csY0" fmla="*/ 5859 h 108027"/>
                <a:gd name="csX1" fmla="*/ 8459 w 86194"/>
                <a:gd name="csY1" fmla="*/ 234 h 108027"/>
                <a:gd name="csX2" fmla="*/ 27253 w 86194"/>
                <a:gd name="csY2" fmla="*/ 9771 h 108027"/>
                <a:gd name="csX3" fmla="*/ 78141 w 86194"/>
                <a:gd name="csY3" fmla="*/ 81241 h 108027"/>
                <a:gd name="csX4" fmla="*/ 83599 w 86194"/>
                <a:gd name="csY4" fmla="*/ 94802 h 108027"/>
                <a:gd name="csX5" fmla="*/ 85778 w 86194"/>
                <a:gd name="csY5" fmla="*/ 101153 h 108027"/>
                <a:gd name="csX6" fmla="*/ 84791 w 86194"/>
                <a:gd name="csY6" fmla="*/ 107505 h 108027"/>
                <a:gd name="csX7" fmla="*/ 79278 w 86194"/>
                <a:gd name="csY7" fmla="*/ 105046 h 108027"/>
                <a:gd name="csX8" fmla="*/ 72255 w 86194"/>
                <a:gd name="csY8" fmla="*/ 91933 h 108027"/>
                <a:gd name="csX9" fmla="*/ 43831 w 86194"/>
                <a:gd name="csY9" fmla="*/ 48086 h 108027"/>
                <a:gd name="csX10" fmla="*/ 1716 w 86194"/>
                <a:gd name="csY10" fmla="*/ 8597 h 108027"/>
                <a:gd name="csX11" fmla="*/ 3 w 86194"/>
                <a:gd name="csY11" fmla="*/ 5859 h 108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194" h="108027">
                  <a:moveTo>
                    <a:pt x="3" y="5859"/>
                  </a:moveTo>
                  <a:cubicBezTo>
                    <a:pt x="599" y="1054"/>
                    <a:pt x="3355" y="-679"/>
                    <a:pt x="8459" y="234"/>
                  </a:cubicBezTo>
                  <a:cubicBezTo>
                    <a:pt x="15705" y="1519"/>
                    <a:pt x="21703" y="5319"/>
                    <a:pt x="27253" y="9771"/>
                  </a:cubicBezTo>
                  <a:cubicBezTo>
                    <a:pt x="50984" y="28751"/>
                    <a:pt x="67226" y="53115"/>
                    <a:pt x="78141" y="81241"/>
                  </a:cubicBezTo>
                  <a:cubicBezTo>
                    <a:pt x="79911" y="85786"/>
                    <a:pt x="81289" y="90462"/>
                    <a:pt x="83599" y="94802"/>
                  </a:cubicBezTo>
                  <a:cubicBezTo>
                    <a:pt x="84642" y="96757"/>
                    <a:pt x="85462" y="98974"/>
                    <a:pt x="85778" y="101153"/>
                  </a:cubicBezTo>
                  <a:cubicBezTo>
                    <a:pt x="86095" y="103277"/>
                    <a:pt x="86896" y="106015"/>
                    <a:pt x="84791" y="107505"/>
                  </a:cubicBezTo>
                  <a:cubicBezTo>
                    <a:pt x="82090" y="109405"/>
                    <a:pt x="81289" y="105549"/>
                    <a:pt x="79278" y="105046"/>
                  </a:cubicBezTo>
                  <a:cubicBezTo>
                    <a:pt x="74938" y="101768"/>
                    <a:pt x="74397" y="96366"/>
                    <a:pt x="72255" y="91933"/>
                  </a:cubicBezTo>
                  <a:cubicBezTo>
                    <a:pt x="64581" y="76119"/>
                    <a:pt x="54765" y="61795"/>
                    <a:pt x="43831" y="48086"/>
                  </a:cubicBezTo>
                  <a:cubicBezTo>
                    <a:pt x="31686" y="32849"/>
                    <a:pt x="18052" y="19308"/>
                    <a:pt x="1716" y="8597"/>
                  </a:cubicBezTo>
                  <a:cubicBezTo>
                    <a:pt x="822" y="7946"/>
                    <a:pt x="-53" y="7182"/>
                    <a:pt x="3" y="5859"/>
                  </a:cubicBezTo>
                  <a:close/>
                </a:path>
              </a:pathLst>
            </a:custGeom>
            <a:solidFill>
              <a:srgbClr val="97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2C2F12FE-4C17-F486-5DEA-63AC635333B9}"/>
                </a:ext>
              </a:extLst>
            </p:cNvPr>
            <p:cNvSpPr/>
            <p:nvPr/>
          </p:nvSpPr>
          <p:spPr>
            <a:xfrm>
              <a:off x="1952209" y="5245596"/>
              <a:ext cx="85781" cy="107284"/>
            </a:xfrm>
            <a:custGeom>
              <a:avLst/>
              <a:gdLst>
                <a:gd name="csX0" fmla="*/ 5161 w 85781"/>
                <a:gd name="csY0" fmla="*/ 1034 h 107284"/>
                <a:gd name="csX1" fmla="*/ 84454 w 85781"/>
                <a:gd name="csY1" fmla="*/ 100202 h 107284"/>
                <a:gd name="csX2" fmla="*/ 84380 w 85781"/>
                <a:gd name="csY2" fmla="*/ 107224 h 107284"/>
                <a:gd name="csX3" fmla="*/ 81642 w 85781"/>
                <a:gd name="csY3" fmla="*/ 100984 h 107284"/>
                <a:gd name="csX4" fmla="*/ 80990 w 85781"/>
                <a:gd name="csY4" fmla="*/ 100128 h 107284"/>
                <a:gd name="csX5" fmla="*/ 61879 w 85781"/>
                <a:gd name="csY5" fmla="*/ 62632 h 107284"/>
                <a:gd name="csX6" fmla="*/ 13729 w 85781"/>
                <a:gd name="csY6" fmla="*/ 10030 h 107284"/>
                <a:gd name="csX7" fmla="*/ 3018 w 85781"/>
                <a:gd name="csY7" fmla="*/ 4126 h 107284"/>
                <a:gd name="csX8" fmla="*/ 1 w 85781"/>
                <a:gd name="csY8" fmla="*/ 643 h 107284"/>
                <a:gd name="csX9" fmla="*/ 5161 w 85781"/>
                <a:gd name="csY9" fmla="*/ 1034 h 107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781" h="107284">
                  <a:moveTo>
                    <a:pt x="5161" y="1034"/>
                  </a:moveTo>
                  <a:cubicBezTo>
                    <a:pt x="41836" y="25900"/>
                    <a:pt x="67225" y="59801"/>
                    <a:pt x="84454" y="100202"/>
                  </a:cubicBezTo>
                  <a:cubicBezTo>
                    <a:pt x="84268" y="102679"/>
                    <a:pt x="87584" y="106200"/>
                    <a:pt x="84380" y="107224"/>
                  </a:cubicBezTo>
                  <a:cubicBezTo>
                    <a:pt x="82387" y="107876"/>
                    <a:pt x="82834" y="103108"/>
                    <a:pt x="81642" y="100984"/>
                  </a:cubicBezTo>
                  <a:cubicBezTo>
                    <a:pt x="81474" y="100668"/>
                    <a:pt x="81213" y="100407"/>
                    <a:pt x="80990" y="100128"/>
                  </a:cubicBezTo>
                  <a:cubicBezTo>
                    <a:pt x="77115" y="86362"/>
                    <a:pt x="69776" y="74348"/>
                    <a:pt x="61879" y="62632"/>
                  </a:cubicBezTo>
                  <a:cubicBezTo>
                    <a:pt x="48449" y="42720"/>
                    <a:pt x="33007" y="24596"/>
                    <a:pt x="13729" y="10030"/>
                  </a:cubicBezTo>
                  <a:cubicBezTo>
                    <a:pt x="10469" y="7572"/>
                    <a:pt x="7358" y="4703"/>
                    <a:pt x="3018" y="4126"/>
                  </a:cubicBezTo>
                  <a:cubicBezTo>
                    <a:pt x="2478" y="2598"/>
                    <a:pt x="-55" y="2729"/>
                    <a:pt x="1" y="643"/>
                  </a:cubicBezTo>
                  <a:cubicBezTo>
                    <a:pt x="1957" y="-997"/>
                    <a:pt x="3484" y="1015"/>
                    <a:pt x="5161" y="1034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5D192A4E-CDF2-D370-2721-3ADC4409EDCD}"/>
                </a:ext>
              </a:extLst>
            </p:cNvPr>
            <p:cNvSpPr/>
            <p:nvPr/>
          </p:nvSpPr>
          <p:spPr>
            <a:xfrm>
              <a:off x="2077269" y="5171807"/>
              <a:ext cx="11474" cy="1235"/>
            </a:xfrm>
            <a:custGeom>
              <a:avLst/>
              <a:gdLst>
                <a:gd name="csX0" fmla="*/ 0 w 11474"/>
                <a:gd name="csY0" fmla="*/ 0 h 1235"/>
                <a:gd name="csX1" fmla="*/ 11474 w 11474"/>
                <a:gd name="csY1" fmla="*/ 1025 h 1235"/>
                <a:gd name="csX2" fmla="*/ 0 w 11474"/>
                <a:gd name="csY2" fmla="*/ 0 h 1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74" h="1235">
                  <a:moveTo>
                    <a:pt x="0" y="0"/>
                  </a:moveTo>
                  <a:cubicBezTo>
                    <a:pt x="3837" y="130"/>
                    <a:pt x="7730" y="-335"/>
                    <a:pt x="11474" y="1025"/>
                  </a:cubicBezTo>
                  <a:cubicBezTo>
                    <a:pt x="7637" y="708"/>
                    <a:pt x="3651" y="2217"/>
                    <a:pt x="0" y="0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</p:grpSp>
      <p:grpSp>
        <p:nvGrpSpPr>
          <p:cNvPr id="522" name="Graphic 9">
            <a:extLst>
              <a:ext uri="{FF2B5EF4-FFF2-40B4-BE49-F238E27FC236}">
                <a16:creationId xmlns:a16="http://schemas.microsoft.com/office/drawing/2014/main" id="{746AC2D4-4EF5-5E74-AF99-6495BD52BE8D}"/>
              </a:ext>
            </a:extLst>
          </p:cNvPr>
          <p:cNvGrpSpPr/>
          <p:nvPr/>
        </p:nvGrpSpPr>
        <p:grpSpPr>
          <a:xfrm>
            <a:off x="3788921" y="5443945"/>
            <a:ext cx="265192" cy="216464"/>
            <a:chOff x="1505087" y="4809315"/>
            <a:chExt cx="842483" cy="687679"/>
          </a:xfrm>
        </p:grpSpPr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38E23FFC-3FD0-F969-7E03-A5C77596A881}"/>
                </a:ext>
              </a:extLst>
            </p:cNvPr>
            <p:cNvSpPr/>
            <p:nvPr/>
          </p:nvSpPr>
          <p:spPr>
            <a:xfrm>
              <a:off x="1505087" y="4809315"/>
              <a:ext cx="842483" cy="687679"/>
            </a:xfrm>
            <a:custGeom>
              <a:avLst/>
              <a:gdLst>
                <a:gd name="csX0" fmla="*/ 320275 w 842483"/>
                <a:gd name="csY0" fmla="*/ 319221 h 687679"/>
                <a:gd name="csX1" fmla="*/ 309025 w 842483"/>
                <a:gd name="csY1" fmla="*/ 319799 h 687679"/>
                <a:gd name="csX2" fmla="*/ 302747 w 842483"/>
                <a:gd name="csY2" fmla="*/ 313633 h 687679"/>
                <a:gd name="csX3" fmla="*/ 303660 w 842483"/>
                <a:gd name="csY3" fmla="*/ 304693 h 687679"/>
                <a:gd name="csX4" fmla="*/ 299227 w 842483"/>
                <a:gd name="csY4" fmla="*/ 295789 h 687679"/>
                <a:gd name="csX5" fmla="*/ 269219 w 842483"/>
                <a:gd name="csY5" fmla="*/ 282844 h 687679"/>
                <a:gd name="csX6" fmla="*/ 260390 w 842483"/>
                <a:gd name="csY6" fmla="*/ 281167 h 687679"/>
                <a:gd name="csX7" fmla="*/ 257689 w 842483"/>
                <a:gd name="csY7" fmla="*/ 280199 h 687679"/>
                <a:gd name="csX8" fmla="*/ 267226 w 842483"/>
                <a:gd name="csY8" fmla="*/ 278094 h 687679"/>
                <a:gd name="csX9" fmla="*/ 294980 w 842483"/>
                <a:gd name="csY9" fmla="*/ 289084 h 687679"/>
                <a:gd name="csX10" fmla="*/ 296917 w 842483"/>
                <a:gd name="csY10" fmla="*/ 290238 h 687679"/>
                <a:gd name="csX11" fmla="*/ 309881 w 842483"/>
                <a:gd name="csY11" fmla="*/ 287314 h 687679"/>
                <a:gd name="csX12" fmla="*/ 315115 w 842483"/>
                <a:gd name="csY12" fmla="*/ 281745 h 687679"/>
                <a:gd name="csX13" fmla="*/ 331730 w 842483"/>
                <a:gd name="csY13" fmla="*/ 277684 h 687679"/>
                <a:gd name="csX14" fmla="*/ 369468 w 842483"/>
                <a:gd name="csY14" fmla="*/ 294280 h 687679"/>
                <a:gd name="csX15" fmla="*/ 374516 w 842483"/>
                <a:gd name="csY15" fmla="*/ 310821 h 687679"/>
                <a:gd name="csX16" fmla="*/ 380476 w 842483"/>
                <a:gd name="csY16" fmla="*/ 314826 h 687679"/>
                <a:gd name="csX17" fmla="*/ 417879 w 842483"/>
                <a:gd name="csY17" fmla="*/ 311864 h 687679"/>
                <a:gd name="csX18" fmla="*/ 442764 w 842483"/>
                <a:gd name="csY18" fmla="*/ 315012 h 687679"/>
                <a:gd name="csX19" fmla="*/ 470406 w 842483"/>
                <a:gd name="csY19" fmla="*/ 301042 h 687679"/>
                <a:gd name="csX20" fmla="*/ 492590 w 842483"/>
                <a:gd name="csY20" fmla="*/ 265968 h 687679"/>
                <a:gd name="csX21" fmla="*/ 494043 w 842483"/>
                <a:gd name="csY21" fmla="*/ 262317 h 687679"/>
                <a:gd name="csX22" fmla="*/ 478304 w 842483"/>
                <a:gd name="csY22" fmla="*/ 230652 h 687679"/>
                <a:gd name="csX23" fmla="*/ 454182 w 842483"/>
                <a:gd name="csY23" fmla="*/ 229124 h 687679"/>
                <a:gd name="csX24" fmla="*/ 452208 w 842483"/>
                <a:gd name="csY24" fmla="*/ 226535 h 687679"/>
                <a:gd name="csX25" fmla="*/ 468320 w 842483"/>
                <a:gd name="csY25" fmla="*/ 198819 h 687679"/>
                <a:gd name="csX26" fmla="*/ 466141 w 842483"/>
                <a:gd name="csY26" fmla="*/ 177286 h 687679"/>
                <a:gd name="csX27" fmla="*/ 454294 w 842483"/>
                <a:gd name="csY27" fmla="*/ 158064 h 687679"/>
                <a:gd name="csX28" fmla="*/ 450289 w 842483"/>
                <a:gd name="csY28" fmla="*/ 135879 h 687679"/>
                <a:gd name="csX29" fmla="*/ 463812 w 842483"/>
                <a:gd name="csY29" fmla="*/ 91138 h 687679"/>
                <a:gd name="csX30" fmla="*/ 492795 w 842483"/>
                <a:gd name="csY30" fmla="*/ 53270 h 687679"/>
                <a:gd name="csX31" fmla="*/ 529080 w 842483"/>
                <a:gd name="csY31" fmla="*/ 22797 h 687679"/>
                <a:gd name="csX32" fmla="*/ 575833 w 842483"/>
                <a:gd name="csY32" fmla="*/ 2624 h 687679"/>
                <a:gd name="csX33" fmla="*/ 638456 w 842483"/>
                <a:gd name="csY33" fmla="*/ 23579 h 687679"/>
                <a:gd name="csX34" fmla="*/ 645050 w 842483"/>
                <a:gd name="csY34" fmla="*/ 31291 h 687679"/>
                <a:gd name="csX35" fmla="*/ 655425 w 842483"/>
                <a:gd name="csY35" fmla="*/ 75641 h 687679"/>
                <a:gd name="csX36" fmla="*/ 607238 w 842483"/>
                <a:gd name="csY36" fmla="*/ 170711 h 687679"/>
                <a:gd name="csX37" fmla="*/ 574045 w 842483"/>
                <a:gd name="csY37" fmla="*/ 195988 h 687679"/>
                <a:gd name="csX38" fmla="*/ 537630 w 842483"/>
                <a:gd name="csY38" fmla="*/ 196286 h 687679"/>
                <a:gd name="csX39" fmla="*/ 515538 w 842483"/>
                <a:gd name="csY39" fmla="*/ 195596 h 687679"/>
                <a:gd name="csX40" fmla="*/ 481955 w 842483"/>
                <a:gd name="csY40" fmla="*/ 224281 h 687679"/>
                <a:gd name="csX41" fmla="*/ 483221 w 842483"/>
                <a:gd name="csY41" fmla="*/ 228100 h 687679"/>
                <a:gd name="csX42" fmla="*/ 500693 w 842483"/>
                <a:gd name="csY42" fmla="*/ 250415 h 687679"/>
                <a:gd name="csX43" fmla="*/ 500507 w 842483"/>
                <a:gd name="csY43" fmla="*/ 256543 h 687679"/>
                <a:gd name="csX44" fmla="*/ 487803 w 842483"/>
                <a:gd name="csY44" fmla="*/ 287780 h 687679"/>
                <a:gd name="csX45" fmla="*/ 432333 w 842483"/>
                <a:gd name="csY45" fmla="*/ 319650 h 687679"/>
                <a:gd name="csX46" fmla="*/ 414787 w 842483"/>
                <a:gd name="csY46" fmla="*/ 315627 h 687679"/>
                <a:gd name="csX47" fmla="*/ 399289 w 842483"/>
                <a:gd name="csY47" fmla="*/ 312888 h 687679"/>
                <a:gd name="csX48" fmla="*/ 387536 w 842483"/>
                <a:gd name="csY48" fmla="*/ 317452 h 687679"/>
                <a:gd name="csX49" fmla="*/ 408770 w 842483"/>
                <a:gd name="csY49" fmla="*/ 322928 h 687679"/>
                <a:gd name="csX50" fmla="*/ 454424 w 842483"/>
                <a:gd name="csY50" fmla="*/ 323841 h 687679"/>
                <a:gd name="csX51" fmla="*/ 497228 w 842483"/>
                <a:gd name="csY51" fmla="*/ 330751 h 687679"/>
                <a:gd name="csX52" fmla="*/ 522840 w 842483"/>
                <a:gd name="csY52" fmla="*/ 320265 h 687679"/>
                <a:gd name="csX53" fmla="*/ 546477 w 842483"/>
                <a:gd name="csY53" fmla="*/ 295398 h 687679"/>
                <a:gd name="csX54" fmla="*/ 587605 w 842483"/>
                <a:gd name="csY54" fmla="*/ 280832 h 687679"/>
                <a:gd name="csX55" fmla="*/ 665669 w 842483"/>
                <a:gd name="csY55" fmla="*/ 287985 h 687679"/>
                <a:gd name="csX56" fmla="*/ 752712 w 842483"/>
                <a:gd name="csY56" fmla="*/ 319911 h 687679"/>
                <a:gd name="csX57" fmla="*/ 817197 w 842483"/>
                <a:gd name="csY57" fmla="*/ 369532 h 687679"/>
                <a:gd name="csX58" fmla="*/ 840704 w 842483"/>
                <a:gd name="csY58" fmla="*/ 410883 h 687679"/>
                <a:gd name="csX59" fmla="*/ 834930 w 842483"/>
                <a:gd name="csY59" fmla="*/ 459201 h 687679"/>
                <a:gd name="csX60" fmla="*/ 803414 w 842483"/>
                <a:gd name="csY60" fmla="*/ 483471 h 687679"/>
                <a:gd name="csX61" fmla="*/ 679006 w 842483"/>
                <a:gd name="csY61" fmla="*/ 481609 h 687679"/>
                <a:gd name="csX62" fmla="*/ 578050 w 842483"/>
                <a:gd name="csY62" fmla="*/ 453184 h 687679"/>
                <a:gd name="csX63" fmla="*/ 553611 w 842483"/>
                <a:gd name="csY63" fmla="*/ 445957 h 687679"/>
                <a:gd name="csX64" fmla="*/ 561863 w 842483"/>
                <a:gd name="csY64" fmla="*/ 470135 h 687679"/>
                <a:gd name="csX65" fmla="*/ 572871 w 842483"/>
                <a:gd name="csY65" fmla="*/ 513255 h 687679"/>
                <a:gd name="csX66" fmla="*/ 570170 w 842483"/>
                <a:gd name="csY66" fmla="*/ 529628 h 687679"/>
                <a:gd name="csX67" fmla="*/ 550277 w 842483"/>
                <a:gd name="csY67" fmla="*/ 559449 h 687679"/>
                <a:gd name="csX68" fmla="*/ 464855 w 842483"/>
                <a:gd name="csY68" fmla="*/ 569843 h 687679"/>
                <a:gd name="csX69" fmla="*/ 411732 w 842483"/>
                <a:gd name="csY69" fmla="*/ 515863 h 687679"/>
                <a:gd name="csX70" fmla="*/ 414470 w 842483"/>
                <a:gd name="csY70" fmla="*/ 452551 h 687679"/>
                <a:gd name="csX71" fmla="*/ 420915 w 842483"/>
                <a:gd name="csY71" fmla="*/ 440630 h 687679"/>
                <a:gd name="csX72" fmla="*/ 422740 w 842483"/>
                <a:gd name="csY72" fmla="*/ 431391 h 687679"/>
                <a:gd name="csX73" fmla="*/ 414899 w 842483"/>
                <a:gd name="csY73" fmla="*/ 396187 h 687679"/>
                <a:gd name="csX74" fmla="*/ 408714 w 842483"/>
                <a:gd name="csY74" fmla="*/ 385979 h 687679"/>
                <a:gd name="csX75" fmla="*/ 406926 w 842483"/>
                <a:gd name="csY75" fmla="*/ 396652 h 687679"/>
                <a:gd name="csX76" fmla="*/ 366227 w 842483"/>
                <a:gd name="csY76" fmla="*/ 449552 h 687679"/>
                <a:gd name="csX77" fmla="*/ 347489 w 842483"/>
                <a:gd name="csY77" fmla="*/ 459964 h 687679"/>
                <a:gd name="csX78" fmla="*/ 324280 w 842483"/>
                <a:gd name="csY78" fmla="*/ 466465 h 687679"/>
                <a:gd name="csX79" fmla="*/ 299152 w 842483"/>
                <a:gd name="csY79" fmla="*/ 456872 h 687679"/>
                <a:gd name="csX80" fmla="*/ 279781 w 842483"/>
                <a:gd name="csY80" fmla="*/ 415111 h 687679"/>
                <a:gd name="csX81" fmla="*/ 279669 w 842483"/>
                <a:gd name="csY81" fmla="*/ 410585 h 687679"/>
                <a:gd name="csX82" fmla="*/ 276447 w 842483"/>
                <a:gd name="csY82" fmla="*/ 408592 h 687679"/>
                <a:gd name="csX83" fmla="*/ 245713 w 842483"/>
                <a:gd name="csY83" fmla="*/ 436607 h 687679"/>
                <a:gd name="csX84" fmla="*/ 245061 w 842483"/>
                <a:gd name="csY84" fmla="*/ 451266 h 687679"/>
                <a:gd name="csX85" fmla="*/ 260223 w 842483"/>
                <a:gd name="csY85" fmla="*/ 491928 h 687679"/>
                <a:gd name="csX86" fmla="*/ 267189 w 842483"/>
                <a:gd name="csY86" fmla="*/ 538718 h 687679"/>
                <a:gd name="csX87" fmla="*/ 262588 w 842483"/>
                <a:gd name="csY87" fmla="*/ 549484 h 687679"/>
                <a:gd name="csX88" fmla="*/ 201158 w 842483"/>
                <a:gd name="csY88" fmla="*/ 616074 h 687679"/>
                <a:gd name="csX89" fmla="*/ 170312 w 842483"/>
                <a:gd name="csY89" fmla="*/ 645746 h 687679"/>
                <a:gd name="csX90" fmla="*/ 134865 w 842483"/>
                <a:gd name="csY90" fmla="*/ 669123 h 687679"/>
                <a:gd name="csX91" fmla="*/ 74217 w 842483"/>
                <a:gd name="csY91" fmla="*/ 686148 h 687679"/>
                <a:gd name="csX92" fmla="*/ 29662 w 842483"/>
                <a:gd name="csY92" fmla="*/ 683708 h 687679"/>
                <a:gd name="csX93" fmla="*/ 14872 w 842483"/>
                <a:gd name="csY93" fmla="*/ 671973 h 687679"/>
                <a:gd name="csX94" fmla="*/ 269 w 842483"/>
                <a:gd name="csY94" fmla="*/ 625928 h 687679"/>
                <a:gd name="csX95" fmla="*/ 28079 w 842483"/>
                <a:gd name="csY95" fmla="*/ 528156 h 687679"/>
                <a:gd name="csX96" fmla="*/ 74645 w 842483"/>
                <a:gd name="csY96" fmla="*/ 467545 h 687679"/>
                <a:gd name="csX97" fmla="*/ 99661 w 842483"/>
                <a:gd name="csY97" fmla="*/ 439233 h 687679"/>
                <a:gd name="csX98" fmla="*/ 151350 w 842483"/>
                <a:gd name="csY98" fmla="*/ 415149 h 687679"/>
                <a:gd name="csX99" fmla="*/ 183406 w 842483"/>
                <a:gd name="csY99" fmla="*/ 415391 h 687679"/>
                <a:gd name="csX100" fmla="*/ 200841 w 842483"/>
                <a:gd name="csY100" fmla="*/ 415409 h 687679"/>
                <a:gd name="csX101" fmla="*/ 233959 w 842483"/>
                <a:gd name="csY101" fmla="*/ 404867 h 687679"/>
                <a:gd name="csX102" fmla="*/ 281550 w 842483"/>
                <a:gd name="csY102" fmla="*/ 371506 h 687679"/>
                <a:gd name="csX103" fmla="*/ 298277 w 842483"/>
                <a:gd name="csY103" fmla="*/ 354873 h 687679"/>
                <a:gd name="csX104" fmla="*/ 302617 w 842483"/>
                <a:gd name="csY104" fmla="*/ 351297 h 687679"/>
                <a:gd name="csX105" fmla="*/ 327893 w 842483"/>
                <a:gd name="csY105" fmla="*/ 318123 h 687679"/>
                <a:gd name="csX106" fmla="*/ 327577 w 842483"/>
                <a:gd name="csY106" fmla="*/ 316427 h 687679"/>
                <a:gd name="csX107" fmla="*/ 328936 w 842483"/>
                <a:gd name="csY107" fmla="*/ 315329 h 687679"/>
                <a:gd name="csX108" fmla="*/ 332308 w 842483"/>
                <a:gd name="csY108" fmla="*/ 318514 h 687679"/>
                <a:gd name="csX109" fmla="*/ 316922 w 842483"/>
                <a:gd name="csY109" fmla="*/ 345373 h 687679"/>
                <a:gd name="csX110" fmla="*/ 309006 w 842483"/>
                <a:gd name="csY110" fmla="*/ 352507 h 687679"/>
                <a:gd name="csX111" fmla="*/ 286058 w 842483"/>
                <a:gd name="csY111" fmla="*/ 386482 h 687679"/>
                <a:gd name="csX112" fmla="*/ 285425 w 842483"/>
                <a:gd name="csY112" fmla="*/ 427498 h 687679"/>
                <a:gd name="csX113" fmla="*/ 318859 w 842483"/>
                <a:gd name="csY113" fmla="*/ 461883 h 687679"/>
                <a:gd name="csX114" fmla="*/ 339740 w 842483"/>
                <a:gd name="csY114" fmla="*/ 458400 h 687679"/>
                <a:gd name="csX115" fmla="*/ 383848 w 842483"/>
                <a:gd name="csY115" fmla="*/ 430534 h 687679"/>
                <a:gd name="csX116" fmla="*/ 404673 w 842483"/>
                <a:gd name="csY116" fmla="*/ 383074 h 687679"/>
                <a:gd name="csX117" fmla="*/ 407932 w 842483"/>
                <a:gd name="csY117" fmla="*/ 347143 h 687679"/>
                <a:gd name="csX118" fmla="*/ 406870 w 842483"/>
                <a:gd name="csY118" fmla="*/ 338202 h 687679"/>
                <a:gd name="csX119" fmla="*/ 385841 w 842483"/>
                <a:gd name="csY119" fmla="*/ 322127 h 687679"/>
                <a:gd name="csX120" fmla="*/ 371778 w 842483"/>
                <a:gd name="csY120" fmla="*/ 321066 h 687679"/>
                <a:gd name="csX121" fmla="*/ 369543 w 842483"/>
                <a:gd name="csY121" fmla="*/ 317415 h 687679"/>
                <a:gd name="csX122" fmla="*/ 361477 w 842483"/>
                <a:gd name="csY122" fmla="*/ 292772 h 687679"/>
                <a:gd name="csX123" fmla="*/ 334785 w 842483"/>
                <a:gd name="csY123" fmla="*/ 282769 h 687679"/>
                <a:gd name="csX124" fmla="*/ 330892 w 842483"/>
                <a:gd name="csY124" fmla="*/ 283421 h 687679"/>
                <a:gd name="csX125" fmla="*/ 307032 w 842483"/>
                <a:gd name="csY125" fmla="*/ 308232 h 687679"/>
                <a:gd name="csX126" fmla="*/ 308354 w 842483"/>
                <a:gd name="csY126" fmla="*/ 315794 h 687679"/>
                <a:gd name="csX127" fmla="*/ 314687 w 842483"/>
                <a:gd name="csY127" fmla="*/ 316875 h 687679"/>
                <a:gd name="csX128" fmla="*/ 320275 w 842483"/>
                <a:gd name="csY128" fmla="*/ 319221 h 68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842483" h="687679">
                  <a:moveTo>
                    <a:pt x="320275" y="319221"/>
                  </a:moveTo>
                  <a:cubicBezTo>
                    <a:pt x="316531" y="319408"/>
                    <a:pt x="312769" y="319557"/>
                    <a:pt x="309025" y="319799"/>
                  </a:cubicBezTo>
                  <a:cubicBezTo>
                    <a:pt x="304573" y="320097"/>
                    <a:pt x="302803" y="317526"/>
                    <a:pt x="302747" y="313633"/>
                  </a:cubicBezTo>
                  <a:cubicBezTo>
                    <a:pt x="302710" y="310635"/>
                    <a:pt x="302673" y="307431"/>
                    <a:pt x="303660" y="304693"/>
                  </a:cubicBezTo>
                  <a:cubicBezTo>
                    <a:pt x="305467" y="299775"/>
                    <a:pt x="303511" y="297819"/>
                    <a:pt x="299227" y="295789"/>
                  </a:cubicBezTo>
                  <a:cubicBezTo>
                    <a:pt x="289373" y="291114"/>
                    <a:pt x="279594" y="286290"/>
                    <a:pt x="269219" y="282844"/>
                  </a:cubicBezTo>
                  <a:cubicBezTo>
                    <a:pt x="266332" y="281894"/>
                    <a:pt x="263426" y="281223"/>
                    <a:pt x="260390" y="281167"/>
                  </a:cubicBezTo>
                  <a:cubicBezTo>
                    <a:pt x="259124" y="281838"/>
                    <a:pt x="258155" y="281707"/>
                    <a:pt x="257689" y="280199"/>
                  </a:cubicBezTo>
                  <a:cubicBezTo>
                    <a:pt x="260111" y="276119"/>
                    <a:pt x="263892" y="277237"/>
                    <a:pt x="267226" y="278094"/>
                  </a:cubicBezTo>
                  <a:cubicBezTo>
                    <a:pt x="276931" y="280590"/>
                    <a:pt x="286058" y="284576"/>
                    <a:pt x="294980" y="289084"/>
                  </a:cubicBezTo>
                  <a:cubicBezTo>
                    <a:pt x="295651" y="289419"/>
                    <a:pt x="296265" y="289866"/>
                    <a:pt x="296917" y="290238"/>
                  </a:cubicBezTo>
                  <a:cubicBezTo>
                    <a:pt x="304536" y="294504"/>
                    <a:pt x="304983" y="294411"/>
                    <a:pt x="309881" y="287314"/>
                  </a:cubicBezTo>
                  <a:cubicBezTo>
                    <a:pt x="311073" y="284948"/>
                    <a:pt x="313029" y="283291"/>
                    <a:pt x="315115" y="281745"/>
                  </a:cubicBezTo>
                  <a:cubicBezTo>
                    <a:pt x="319809" y="277032"/>
                    <a:pt x="326124" y="278522"/>
                    <a:pt x="331730" y="277684"/>
                  </a:cubicBezTo>
                  <a:cubicBezTo>
                    <a:pt x="347619" y="275337"/>
                    <a:pt x="360658" y="279957"/>
                    <a:pt x="369468" y="294280"/>
                  </a:cubicBezTo>
                  <a:cubicBezTo>
                    <a:pt x="372635" y="299440"/>
                    <a:pt x="374125" y="304991"/>
                    <a:pt x="374516" y="310821"/>
                  </a:cubicBezTo>
                  <a:cubicBezTo>
                    <a:pt x="374814" y="315217"/>
                    <a:pt x="376323" y="316707"/>
                    <a:pt x="380476" y="314826"/>
                  </a:cubicBezTo>
                  <a:cubicBezTo>
                    <a:pt x="392453" y="307729"/>
                    <a:pt x="404859" y="307449"/>
                    <a:pt x="417879" y="311864"/>
                  </a:cubicBezTo>
                  <a:cubicBezTo>
                    <a:pt x="425870" y="314565"/>
                    <a:pt x="434010" y="316055"/>
                    <a:pt x="442764" y="315012"/>
                  </a:cubicBezTo>
                  <a:cubicBezTo>
                    <a:pt x="453903" y="313671"/>
                    <a:pt x="462303" y="308008"/>
                    <a:pt x="470406" y="301042"/>
                  </a:cubicBezTo>
                  <a:cubicBezTo>
                    <a:pt x="481396" y="291580"/>
                    <a:pt x="489349" y="280292"/>
                    <a:pt x="492590" y="265968"/>
                  </a:cubicBezTo>
                  <a:cubicBezTo>
                    <a:pt x="492870" y="264683"/>
                    <a:pt x="493298" y="263379"/>
                    <a:pt x="494043" y="262317"/>
                  </a:cubicBezTo>
                  <a:cubicBezTo>
                    <a:pt x="502258" y="250694"/>
                    <a:pt x="491082" y="232626"/>
                    <a:pt x="478304" y="230652"/>
                  </a:cubicBezTo>
                  <a:cubicBezTo>
                    <a:pt x="470220" y="229404"/>
                    <a:pt x="462192" y="230149"/>
                    <a:pt x="454182" y="229124"/>
                  </a:cubicBezTo>
                  <a:cubicBezTo>
                    <a:pt x="453046" y="228640"/>
                    <a:pt x="451686" y="228286"/>
                    <a:pt x="452208" y="226535"/>
                  </a:cubicBezTo>
                  <a:cubicBezTo>
                    <a:pt x="457460" y="217222"/>
                    <a:pt x="464520" y="208989"/>
                    <a:pt x="468320" y="198819"/>
                  </a:cubicBezTo>
                  <a:cubicBezTo>
                    <a:pt x="471170" y="191238"/>
                    <a:pt x="470536" y="184141"/>
                    <a:pt x="466141" y="177286"/>
                  </a:cubicBezTo>
                  <a:cubicBezTo>
                    <a:pt x="462080" y="170953"/>
                    <a:pt x="458280" y="164453"/>
                    <a:pt x="454294" y="158064"/>
                  </a:cubicBezTo>
                  <a:cubicBezTo>
                    <a:pt x="450010" y="151191"/>
                    <a:pt x="448278" y="143665"/>
                    <a:pt x="450289" y="135879"/>
                  </a:cubicBezTo>
                  <a:cubicBezTo>
                    <a:pt x="454182" y="120792"/>
                    <a:pt x="457609" y="105462"/>
                    <a:pt x="463812" y="91138"/>
                  </a:cubicBezTo>
                  <a:cubicBezTo>
                    <a:pt x="470238" y="76274"/>
                    <a:pt x="481265" y="64297"/>
                    <a:pt x="492795" y="53270"/>
                  </a:cubicBezTo>
                  <a:cubicBezTo>
                    <a:pt x="504176" y="42374"/>
                    <a:pt x="516824" y="32762"/>
                    <a:pt x="529080" y="22797"/>
                  </a:cubicBezTo>
                  <a:cubicBezTo>
                    <a:pt x="542733" y="11696"/>
                    <a:pt x="559311" y="7300"/>
                    <a:pt x="575833" y="2624"/>
                  </a:cubicBezTo>
                  <a:cubicBezTo>
                    <a:pt x="601612" y="-4659"/>
                    <a:pt x="621953" y="3500"/>
                    <a:pt x="638456" y="23579"/>
                  </a:cubicBezTo>
                  <a:cubicBezTo>
                    <a:pt x="640598" y="26187"/>
                    <a:pt x="642610" y="28981"/>
                    <a:pt x="645050" y="31291"/>
                  </a:cubicBezTo>
                  <a:cubicBezTo>
                    <a:pt x="658386" y="43808"/>
                    <a:pt x="656784" y="59845"/>
                    <a:pt x="655425" y="75641"/>
                  </a:cubicBezTo>
                  <a:cubicBezTo>
                    <a:pt x="652128" y="113714"/>
                    <a:pt x="633818" y="144522"/>
                    <a:pt x="607238" y="170711"/>
                  </a:cubicBezTo>
                  <a:cubicBezTo>
                    <a:pt x="597365" y="180434"/>
                    <a:pt x="585500" y="188053"/>
                    <a:pt x="574045" y="195988"/>
                  </a:cubicBezTo>
                  <a:cubicBezTo>
                    <a:pt x="561956" y="204351"/>
                    <a:pt x="549476" y="201874"/>
                    <a:pt x="537630" y="196286"/>
                  </a:cubicBezTo>
                  <a:cubicBezTo>
                    <a:pt x="529937" y="192653"/>
                    <a:pt x="522952" y="191964"/>
                    <a:pt x="515538" y="195596"/>
                  </a:cubicBezTo>
                  <a:cubicBezTo>
                    <a:pt x="501904" y="202265"/>
                    <a:pt x="490933" y="212118"/>
                    <a:pt x="481955" y="224281"/>
                  </a:cubicBezTo>
                  <a:cubicBezTo>
                    <a:pt x="480409" y="226368"/>
                    <a:pt x="480483" y="227206"/>
                    <a:pt x="483221" y="228100"/>
                  </a:cubicBezTo>
                  <a:cubicBezTo>
                    <a:pt x="493931" y="231602"/>
                    <a:pt x="498495" y="240189"/>
                    <a:pt x="500693" y="250415"/>
                  </a:cubicBezTo>
                  <a:cubicBezTo>
                    <a:pt x="501121" y="252370"/>
                    <a:pt x="501326" y="254848"/>
                    <a:pt x="500507" y="256543"/>
                  </a:cubicBezTo>
                  <a:cubicBezTo>
                    <a:pt x="495571" y="266694"/>
                    <a:pt x="494546" y="278615"/>
                    <a:pt x="487803" y="287780"/>
                  </a:cubicBezTo>
                  <a:cubicBezTo>
                    <a:pt x="474113" y="306406"/>
                    <a:pt x="457945" y="321419"/>
                    <a:pt x="432333" y="319650"/>
                  </a:cubicBezTo>
                  <a:cubicBezTo>
                    <a:pt x="426261" y="319240"/>
                    <a:pt x="420449" y="317694"/>
                    <a:pt x="414787" y="315627"/>
                  </a:cubicBezTo>
                  <a:cubicBezTo>
                    <a:pt x="409758" y="313801"/>
                    <a:pt x="404542" y="313280"/>
                    <a:pt x="399289" y="312888"/>
                  </a:cubicBezTo>
                  <a:cubicBezTo>
                    <a:pt x="395192" y="312590"/>
                    <a:pt x="391485" y="313708"/>
                    <a:pt x="387536" y="317452"/>
                  </a:cubicBezTo>
                  <a:cubicBezTo>
                    <a:pt x="395322" y="318458"/>
                    <a:pt x="401059" y="323021"/>
                    <a:pt x="408770" y="322928"/>
                  </a:cubicBezTo>
                  <a:cubicBezTo>
                    <a:pt x="423988" y="322742"/>
                    <a:pt x="439374" y="320991"/>
                    <a:pt x="454424" y="323841"/>
                  </a:cubicBezTo>
                  <a:cubicBezTo>
                    <a:pt x="468636" y="326523"/>
                    <a:pt x="482830" y="329243"/>
                    <a:pt x="497228" y="330751"/>
                  </a:cubicBezTo>
                  <a:cubicBezTo>
                    <a:pt x="507510" y="331832"/>
                    <a:pt x="515892" y="327734"/>
                    <a:pt x="522840" y="320265"/>
                  </a:cubicBezTo>
                  <a:cubicBezTo>
                    <a:pt x="530626" y="311883"/>
                    <a:pt x="538002" y="303016"/>
                    <a:pt x="546477" y="295398"/>
                  </a:cubicBezTo>
                  <a:cubicBezTo>
                    <a:pt x="557989" y="285060"/>
                    <a:pt x="572462" y="280590"/>
                    <a:pt x="587605" y="280832"/>
                  </a:cubicBezTo>
                  <a:cubicBezTo>
                    <a:pt x="613757" y="281260"/>
                    <a:pt x="639965" y="283309"/>
                    <a:pt x="665669" y="287985"/>
                  </a:cubicBezTo>
                  <a:cubicBezTo>
                    <a:pt x="696348" y="293573"/>
                    <a:pt x="725237" y="304898"/>
                    <a:pt x="752712" y="319911"/>
                  </a:cubicBezTo>
                  <a:cubicBezTo>
                    <a:pt x="776852" y="333117"/>
                    <a:pt x="798962" y="348875"/>
                    <a:pt x="817197" y="369532"/>
                  </a:cubicBezTo>
                  <a:cubicBezTo>
                    <a:pt x="827833" y="381583"/>
                    <a:pt x="836606" y="395013"/>
                    <a:pt x="840704" y="410883"/>
                  </a:cubicBezTo>
                  <a:cubicBezTo>
                    <a:pt x="845044" y="427722"/>
                    <a:pt x="840797" y="443219"/>
                    <a:pt x="834930" y="459201"/>
                  </a:cubicBezTo>
                  <a:cubicBezTo>
                    <a:pt x="829193" y="474847"/>
                    <a:pt x="817849" y="480435"/>
                    <a:pt x="803414" y="483471"/>
                  </a:cubicBezTo>
                  <a:cubicBezTo>
                    <a:pt x="761802" y="492244"/>
                    <a:pt x="720245" y="490531"/>
                    <a:pt x="679006" y="481609"/>
                  </a:cubicBezTo>
                  <a:cubicBezTo>
                    <a:pt x="644807" y="474214"/>
                    <a:pt x="611131" y="464751"/>
                    <a:pt x="578050" y="453184"/>
                  </a:cubicBezTo>
                  <a:cubicBezTo>
                    <a:pt x="570301" y="450483"/>
                    <a:pt x="562124" y="448881"/>
                    <a:pt x="553611" y="445957"/>
                  </a:cubicBezTo>
                  <a:cubicBezTo>
                    <a:pt x="556517" y="454395"/>
                    <a:pt x="559479" y="462181"/>
                    <a:pt x="561863" y="470135"/>
                  </a:cubicBezTo>
                  <a:cubicBezTo>
                    <a:pt x="566128" y="484347"/>
                    <a:pt x="570841" y="498466"/>
                    <a:pt x="572871" y="513255"/>
                  </a:cubicBezTo>
                  <a:cubicBezTo>
                    <a:pt x="573672" y="519048"/>
                    <a:pt x="572909" y="524413"/>
                    <a:pt x="570170" y="529628"/>
                  </a:cubicBezTo>
                  <a:cubicBezTo>
                    <a:pt x="564564" y="540264"/>
                    <a:pt x="560019" y="551757"/>
                    <a:pt x="550277" y="559449"/>
                  </a:cubicBezTo>
                  <a:cubicBezTo>
                    <a:pt x="524014" y="580144"/>
                    <a:pt x="496018" y="586626"/>
                    <a:pt x="464855" y="569843"/>
                  </a:cubicBezTo>
                  <a:cubicBezTo>
                    <a:pt x="441460" y="557233"/>
                    <a:pt x="422070" y="540543"/>
                    <a:pt x="411732" y="515863"/>
                  </a:cubicBezTo>
                  <a:cubicBezTo>
                    <a:pt x="402959" y="494889"/>
                    <a:pt x="403611" y="473227"/>
                    <a:pt x="414470" y="452551"/>
                  </a:cubicBezTo>
                  <a:cubicBezTo>
                    <a:pt x="416575" y="448546"/>
                    <a:pt x="418661" y="444542"/>
                    <a:pt x="420915" y="440630"/>
                  </a:cubicBezTo>
                  <a:cubicBezTo>
                    <a:pt x="422591" y="437724"/>
                    <a:pt x="423132" y="434632"/>
                    <a:pt x="422740" y="431391"/>
                  </a:cubicBezTo>
                  <a:cubicBezTo>
                    <a:pt x="421232" y="419414"/>
                    <a:pt x="418847" y="407605"/>
                    <a:pt x="414899" y="396187"/>
                  </a:cubicBezTo>
                  <a:cubicBezTo>
                    <a:pt x="413762" y="392927"/>
                    <a:pt x="411304" y="390133"/>
                    <a:pt x="408714" y="385979"/>
                  </a:cubicBezTo>
                  <a:cubicBezTo>
                    <a:pt x="407988" y="390338"/>
                    <a:pt x="407597" y="393523"/>
                    <a:pt x="406926" y="396652"/>
                  </a:cubicBezTo>
                  <a:cubicBezTo>
                    <a:pt x="401804" y="420774"/>
                    <a:pt x="386567" y="437184"/>
                    <a:pt x="366227" y="449552"/>
                  </a:cubicBezTo>
                  <a:cubicBezTo>
                    <a:pt x="360118" y="453259"/>
                    <a:pt x="353747" y="456518"/>
                    <a:pt x="347489" y="459964"/>
                  </a:cubicBezTo>
                  <a:cubicBezTo>
                    <a:pt x="340261" y="463932"/>
                    <a:pt x="332196" y="465329"/>
                    <a:pt x="324280" y="466465"/>
                  </a:cubicBezTo>
                  <a:cubicBezTo>
                    <a:pt x="314482" y="467881"/>
                    <a:pt x="306771" y="462311"/>
                    <a:pt x="299152" y="456872"/>
                  </a:cubicBezTo>
                  <a:cubicBezTo>
                    <a:pt x="284698" y="446553"/>
                    <a:pt x="280097" y="431875"/>
                    <a:pt x="279781" y="415111"/>
                  </a:cubicBezTo>
                  <a:cubicBezTo>
                    <a:pt x="279743" y="413603"/>
                    <a:pt x="279706" y="412094"/>
                    <a:pt x="279669" y="410585"/>
                  </a:cubicBezTo>
                  <a:cubicBezTo>
                    <a:pt x="279632" y="408257"/>
                    <a:pt x="279259" y="406878"/>
                    <a:pt x="276447" y="408592"/>
                  </a:cubicBezTo>
                  <a:cubicBezTo>
                    <a:pt x="264358" y="415912"/>
                    <a:pt x="254672" y="425915"/>
                    <a:pt x="245713" y="436607"/>
                  </a:cubicBezTo>
                  <a:cubicBezTo>
                    <a:pt x="242043" y="440965"/>
                    <a:pt x="243533" y="446441"/>
                    <a:pt x="245061" y="451266"/>
                  </a:cubicBezTo>
                  <a:cubicBezTo>
                    <a:pt x="249475" y="465050"/>
                    <a:pt x="254448" y="478610"/>
                    <a:pt x="260223" y="491928"/>
                  </a:cubicBezTo>
                  <a:cubicBezTo>
                    <a:pt x="266630" y="506736"/>
                    <a:pt x="269834" y="522382"/>
                    <a:pt x="267189" y="538718"/>
                  </a:cubicBezTo>
                  <a:cubicBezTo>
                    <a:pt x="266556" y="542685"/>
                    <a:pt x="264805" y="546094"/>
                    <a:pt x="262588" y="549484"/>
                  </a:cubicBezTo>
                  <a:cubicBezTo>
                    <a:pt x="245862" y="575152"/>
                    <a:pt x="222876" y="595008"/>
                    <a:pt x="201158" y="616074"/>
                  </a:cubicBezTo>
                  <a:cubicBezTo>
                    <a:pt x="190913" y="626002"/>
                    <a:pt x="179383" y="634589"/>
                    <a:pt x="170312" y="645746"/>
                  </a:cubicBezTo>
                  <a:cubicBezTo>
                    <a:pt x="160961" y="657239"/>
                    <a:pt x="148072" y="663759"/>
                    <a:pt x="134865" y="669123"/>
                  </a:cubicBezTo>
                  <a:cubicBezTo>
                    <a:pt x="115344" y="677058"/>
                    <a:pt x="95470" y="684378"/>
                    <a:pt x="74217" y="686148"/>
                  </a:cubicBezTo>
                  <a:cubicBezTo>
                    <a:pt x="59315" y="687377"/>
                    <a:pt x="44265" y="689817"/>
                    <a:pt x="29662" y="683708"/>
                  </a:cubicBezTo>
                  <a:cubicBezTo>
                    <a:pt x="23571" y="681156"/>
                    <a:pt x="18635" y="677430"/>
                    <a:pt x="14872" y="671973"/>
                  </a:cubicBezTo>
                  <a:cubicBezTo>
                    <a:pt x="5298" y="658096"/>
                    <a:pt x="1349" y="642822"/>
                    <a:pt x="269" y="625928"/>
                  </a:cubicBezTo>
                  <a:cubicBezTo>
                    <a:pt x="-2022" y="589829"/>
                    <a:pt x="10588" y="558276"/>
                    <a:pt x="28079" y="528156"/>
                  </a:cubicBezTo>
                  <a:cubicBezTo>
                    <a:pt x="40931" y="506009"/>
                    <a:pt x="55758" y="485203"/>
                    <a:pt x="74645" y="467545"/>
                  </a:cubicBezTo>
                  <a:cubicBezTo>
                    <a:pt x="83865" y="458921"/>
                    <a:pt x="91782" y="449105"/>
                    <a:pt x="99661" y="439233"/>
                  </a:cubicBezTo>
                  <a:cubicBezTo>
                    <a:pt x="112811" y="422748"/>
                    <a:pt x="130097" y="414553"/>
                    <a:pt x="151350" y="415149"/>
                  </a:cubicBezTo>
                  <a:cubicBezTo>
                    <a:pt x="162042" y="415447"/>
                    <a:pt x="172677" y="416881"/>
                    <a:pt x="183406" y="415391"/>
                  </a:cubicBezTo>
                  <a:cubicBezTo>
                    <a:pt x="189143" y="414609"/>
                    <a:pt x="194992" y="414571"/>
                    <a:pt x="200841" y="415409"/>
                  </a:cubicBezTo>
                  <a:cubicBezTo>
                    <a:pt x="213507" y="417235"/>
                    <a:pt x="224068" y="411572"/>
                    <a:pt x="233959" y="404867"/>
                  </a:cubicBezTo>
                  <a:cubicBezTo>
                    <a:pt x="249978" y="393989"/>
                    <a:pt x="265531" y="382403"/>
                    <a:pt x="281550" y="371506"/>
                  </a:cubicBezTo>
                  <a:cubicBezTo>
                    <a:pt x="288256" y="366943"/>
                    <a:pt x="292410" y="360107"/>
                    <a:pt x="298277" y="354873"/>
                  </a:cubicBezTo>
                  <a:cubicBezTo>
                    <a:pt x="299674" y="353625"/>
                    <a:pt x="300978" y="352079"/>
                    <a:pt x="302617" y="351297"/>
                  </a:cubicBezTo>
                  <a:cubicBezTo>
                    <a:pt x="316755" y="344554"/>
                    <a:pt x="320759" y="330155"/>
                    <a:pt x="327893" y="318123"/>
                  </a:cubicBezTo>
                  <a:cubicBezTo>
                    <a:pt x="327521" y="317601"/>
                    <a:pt x="327428" y="317042"/>
                    <a:pt x="327577" y="316427"/>
                  </a:cubicBezTo>
                  <a:cubicBezTo>
                    <a:pt x="327856" y="315869"/>
                    <a:pt x="328322" y="315496"/>
                    <a:pt x="328936" y="315329"/>
                  </a:cubicBezTo>
                  <a:cubicBezTo>
                    <a:pt x="331302" y="315086"/>
                    <a:pt x="332308" y="316260"/>
                    <a:pt x="332308" y="318514"/>
                  </a:cubicBezTo>
                  <a:cubicBezTo>
                    <a:pt x="328136" y="328013"/>
                    <a:pt x="322473" y="336675"/>
                    <a:pt x="316922" y="345373"/>
                  </a:cubicBezTo>
                  <a:cubicBezTo>
                    <a:pt x="315022" y="348335"/>
                    <a:pt x="312210" y="350812"/>
                    <a:pt x="309006" y="352507"/>
                  </a:cubicBezTo>
                  <a:cubicBezTo>
                    <a:pt x="295297" y="359753"/>
                    <a:pt x="288926" y="372363"/>
                    <a:pt x="286058" y="386482"/>
                  </a:cubicBezTo>
                  <a:cubicBezTo>
                    <a:pt x="283338" y="399931"/>
                    <a:pt x="283152" y="413808"/>
                    <a:pt x="285425" y="427498"/>
                  </a:cubicBezTo>
                  <a:cubicBezTo>
                    <a:pt x="288070" y="443517"/>
                    <a:pt x="302841" y="458791"/>
                    <a:pt x="318859" y="461883"/>
                  </a:cubicBezTo>
                  <a:cubicBezTo>
                    <a:pt x="326142" y="463299"/>
                    <a:pt x="333332" y="461026"/>
                    <a:pt x="339740" y="458400"/>
                  </a:cubicBezTo>
                  <a:cubicBezTo>
                    <a:pt x="355964" y="451713"/>
                    <a:pt x="371312" y="443275"/>
                    <a:pt x="383848" y="430534"/>
                  </a:cubicBezTo>
                  <a:cubicBezTo>
                    <a:pt x="396831" y="417328"/>
                    <a:pt x="403574" y="401607"/>
                    <a:pt x="404673" y="383074"/>
                  </a:cubicBezTo>
                  <a:cubicBezTo>
                    <a:pt x="405380" y="371078"/>
                    <a:pt x="408230" y="359250"/>
                    <a:pt x="407932" y="347143"/>
                  </a:cubicBezTo>
                  <a:cubicBezTo>
                    <a:pt x="407858" y="344125"/>
                    <a:pt x="407709" y="341126"/>
                    <a:pt x="406870" y="338202"/>
                  </a:cubicBezTo>
                  <a:cubicBezTo>
                    <a:pt x="403685" y="327287"/>
                    <a:pt x="397203" y="322202"/>
                    <a:pt x="385841" y="322127"/>
                  </a:cubicBezTo>
                  <a:cubicBezTo>
                    <a:pt x="381110" y="322090"/>
                    <a:pt x="376528" y="320786"/>
                    <a:pt x="371778" y="321066"/>
                  </a:cubicBezTo>
                  <a:cubicBezTo>
                    <a:pt x="370083" y="320432"/>
                    <a:pt x="369785" y="318942"/>
                    <a:pt x="369543" y="317415"/>
                  </a:cubicBezTo>
                  <a:cubicBezTo>
                    <a:pt x="368667" y="308623"/>
                    <a:pt x="367717" y="300148"/>
                    <a:pt x="361477" y="292772"/>
                  </a:cubicBezTo>
                  <a:cubicBezTo>
                    <a:pt x="354176" y="284148"/>
                    <a:pt x="345272" y="281856"/>
                    <a:pt x="334785" y="282769"/>
                  </a:cubicBezTo>
                  <a:cubicBezTo>
                    <a:pt x="333481" y="282881"/>
                    <a:pt x="332196" y="283253"/>
                    <a:pt x="330892" y="283421"/>
                  </a:cubicBezTo>
                  <a:cubicBezTo>
                    <a:pt x="316512" y="285228"/>
                    <a:pt x="308168" y="293852"/>
                    <a:pt x="307032" y="308232"/>
                  </a:cubicBezTo>
                  <a:cubicBezTo>
                    <a:pt x="306827" y="310821"/>
                    <a:pt x="306491" y="313522"/>
                    <a:pt x="308354" y="315794"/>
                  </a:cubicBezTo>
                  <a:cubicBezTo>
                    <a:pt x="310273" y="317396"/>
                    <a:pt x="312564" y="316577"/>
                    <a:pt x="314687" y="316875"/>
                  </a:cubicBezTo>
                  <a:cubicBezTo>
                    <a:pt x="316792" y="317173"/>
                    <a:pt x="319306" y="316390"/>
                    <a:pt x="320275" y="319221"/>
                  </a:cubicBezTo>
                  <a:close/>
                </a:path>
              </a:pathLst>
            </a:custGeom>
            <a:solidFill>
              <a:srgbClr val="32382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463E3354-440B-7913-C9EC-C718C7F7346A}"/>
                </a:ext>
              </a:extLst>
            </p:cNvPr>
            <p:cNvSpPr/>
            <p:nvPr/>
          </p:nvSpPr>
          <p:spPr>
            <a:xfrm>
              <a:off x="1687301" y="4813444"/>
              <a:ext cx="272564" cy="294707"/>
            </a:xfrm>
            <a:custGeom>
              <a:avLst/>
              <a:gdLst>
                <a:gd name="csX0" fmla="*/ 133367 w 272564"/>
                <a:gd name="csY0" fmla="*/ 279125 h 294707"/>
                <a:gd name="csX1" fmla="*/ 129008 w 272564"/>
                <a:gd name="csY1" fmla="*/ 283744 h 294707"/>
                <a:gd name="csX2" fmla="*/ 97715 w 272564"/>
                <a:gd name="csY2" fmla="*/ 262733 h 294707"/>
                <a:gd name="csX3" fmla="*/ 86037 w 272564"/>
                <a:gd name="csY3" fmla="*/ 232335 h 294707"/>
                <a:gd name="csX4" fmla="*/ 88253 w 272564"/>
                <a:gd name="csY4" fmla="*/ 217284 h 294707"/>
                <a:gd name="csX5" fmla="*/ 82777 w 272564"/>
                <a:gd name="csY5" fmla="*/ 196143 h 294707"/>
                <a:gd name="csX6" fmla="*/ 44965 w 272564"/>
                <a:gd name="csY6" fmla="*/ 165372 h 294707"/>
                <a:gd name="csX7" fmla="*/ 5327 w 272564"/>
                <a:gd name="csY7" fmla="*/ 160920 h 294707"/>
                <a:gd name="csX8" fmla="*/ 0 w 272564"/>
                <a:gd name="csY8" fmla="*/ 158405 h 294707"/>
                <a:gd name="csX9" fmla="*/ 21737 w 272564"/>
                <a:gd name="csY9" fmla="*/ 155220 h 294707"/>
                <a:gd name="csX10" fmla="*/ 53533 w 272564"/>
                <a:gd name="csY10" fmla="*/ 166005 h 294707"/>
                <a:gd name="csX11" fmla="*/ 75755 w 272564"/>
                <a:gd name="csY11" fmla="*/ 183179 h 294707"/>
                <a:gd name="csX12" fmla="*/ 89427 w 272564"/>
                <a:gd name="csY12" fmla="*/ 196646 h 294707"/>
                <a:gd name="csX13" fmla="*/ 93748 w 272564"/>
                <a:gd name="csY13" fmla="*/ 218849 h 294707"/>
                <a:gd name="csX14" fmla="*/ 90730 w 272564"/>
                <a:gd name="csY14" fmla="*/ 242356 h 294707"/>
                <a:gd name="csX15" fmla="*/ 95033 w 272564"/>
                <a:gd name="csY15" fmla="*/ 252973 h 294707"/>
                <a:gd name="csX16" fmla="*/ 118037 w 272564"/>
                <a:gd name="csY16" fmla="*/ 270240 h 294707"/>
                <a:gd name="csX17" fmla="*/ 121856 w 272564"/>
                <a:gd name="csY17" fmla="*/ 268694 h 294707"/>
                <a:gd name="csX18" fmla="*/ 136794 w 272564"/>
                <a:gd name="csY18" fmla="*/ 251892 h 294707"/>
                <a:gd name="csX19" fmla="*/ 158587 w 272564"/>
                <a:gd name="csY19" fmla="*/ 244051 h 294707"/>
                <a:gd name="csX20" fmla="*/ 160879 w 272564"/>
                <a:gd name="csY20" fmla="*/ 237494 h 294707"/>
                <a:gd name="csX21" fmla="*/ 151267 w 272564"/>
                <a:gd name="csY21" fmla="*/ 218979 h 294707"/>
                <a:gd name="csX22" fmla="*/ 136571 w 272564"/>
                <a:gd name="csY22" fmla="*/ 212534 h 294707"/>
                <a:gd name="csX23" fmla="*/ 113492 w 272564"/>
                <a:gd name="csY23" fmla="*/ 208958 h 294707"/>
                <a:gd name="csX24" fmla="*/ 89296 w 272564"/>
                <a:gd name="csY24" fmla="*/ 195677 h 294707"/>
                <a:gd name="csX25" fmla="*/ 77878 w 272564"/>
                <a:gd name="csY25" fmla="*/ 182341 h 294707"/>
                <a:gd name="csX26" fmla="*/ 55340 w 272564"/>
                <a:gd name="csY26" fmla="*/ 132421 h 294707"/>
                <a:gd name="csX27" fmla="*/ 46604 w 272564"/>
                <a:gd name="csY27" fmla="*/ 92206 h 294707"/>
                <a:gd name="csX28" fmla="*/ 50404 w 272564"/>
                <a:gd name="csY28" fmla="*/ 48694 h 294707"/>
                <a:gd name="csX29" fmla="*/ 58767 w 272564"/>
                <a:gd name="csY29" fmla="*/ 24759 h 294707"/>
                <a:gd name="csX30" fmla="*/ 94512 w 272564"/>
                <a:gd name="csY30" fmla="*/ 1346 h 294707"/>
                <a:gd name="csX31" fmla="*/ 162387 w 272564"/>
                <a:gd name="csY31" fmla="*/ 25467 h 294707"/>
                <a:gd name="csX32" fmla="*/ 194407 w 272564"/>
                <a:gd name="csY32" fmla="*/ 80900 h 294707"/>
                <a:gd name="csX33" fmla="*/ 202826 w 272564"/>
                <a:gd name="csY33" fmla="*/ 172673 h 294707"/>
                <a:gd name="csX34" fmla="*/ 191780 w 272564"/>
                <a:gd name="csY34" fmla="*/ 197708 h 294707"/>
                <a:gd name="csX35" fmla="*/ 183789 w 272564"/>
                <a:gd name="csY35" fmla="*/ 210653 h 294707"/>
                <a:gd name="csX36" fmla="*/ 182783 w 272564"/>
                <a:gd name="csY36" fmla="*/ 224828 h 294707"/>
                <a:gd name="csX37" fmla="*/ 202919 w 272564"/>
                <a:gd name="csY37" fmla="*/ 286762 h 294707"/>
                <a:gd name="csX38" fmla="*/ 204148 w 272564"/>
                <a:gd name="csY38" fmla="*/ 289444 h 294707"/>
                <a:gd name="csX39" fmla="*/ 207687 w 272564"/>
                <a:gd name="csY39" fmla="*/ 280261 h 294707"/>
                <a:gd name="csX40" fmla="*/ 221210 w 272564"/>
                <a:gd name="csY40" fmla="*/ 248149 h 294707"/>
                <a:gd name="csX41" fmla="*/ 270031 w 272564"/>
                <a:gd name="csY41" fmla="*/ 222444 h 294707"/>
                <a:gd name="csX42" fmla="*/ 272564 w 272564"/>
                <a:gd name="csY42" fmla="*/ 223953 h 294707"/>
                <a:gd name="csX43" fmla="*/ 267665 w 272564"/>
                <a:gd name="csY43" fmla="*/ 226784 h 294707"/>
                <a:gd name="csX44" fmla="*/ 219571 w 272564"/>
                <a:gd name="csY44" fmla="*/ 254891 h 294707"/>
                <a:gd name="csX45" fmla="*/ 211487 w 272564"/>
                <a:gd name="csY45" fmla="*/ 276796 h 294707"/>
                <a:gd name="csX46" fmla="*/ 206179 w 272564"/>
                <a:gd name="csY46" fmla="*/ 292610 h 294707"/>
                <a:gd name="csX47" fmla="*/ 202192 w 272564"/>
                <a:gd name="csY47" fmla="*/ 294622 h 294707"/>
                <a:gd name="csX48" fmla="*/ 198449 w 272564"/>
                <a:gd name="csY48" fmla="*/ 291828 h 294707"/>
                <a:gd name="csX49" fmla="*/ 181368 w 272564"/>
                <a:gd name="csY49" fmla="*/ 232111 h 294707"/>
                <a:gd name="csX50" fmla="*/ 183063 w 272564"/>
                <a:gd name="csY50" fmla="*/ 203053 h 294707"/>
                <a:gd name="csX51" fmla="*/ 199659 w 272564"/>
                <a:gd name="csY51" fmla="*/ 166582 h 294707"/>
                <a:gd name="csX52" fmla="*/ 198393 w 272564"/>
                <a:gd name="csY52" fmla="*/ 114297 h 294707"/>
                <a:gd name="csX53" fmla="*/ 161866 w 272564"/>
                <a:gd name="csY53" fmla="*/ 30906 h 294707"/>
                <a:gd name="csX54" fmla="*/ 85049 w 272564"/>
                <a:gd name="csY54" fmla="*/ 7306 h 294707"/>
                <a:gd name="csX55" fmla="*/ 59438 w 272564"/>
                <a:gd name="csY55" fmla="*/ 33123 h 294707"/>
                <a:gd name="csX56" fmla="*/ 50366 w 272564"/>
                <a:gd name="csY56" fmla="*/ 88853 h 294707"/>
                <a:gd name="csX57" fmla="*/ 60816 w 272564"/>
                <a:gd name="csY57" fmla="*/ 138475 h 294707"/>
                <a:gd name="csX58" fmla="*/ 76667 w 272564"/>
                <a:gd name="csY58" fmla="*/ 173232 h 294707"/>
                <a:gd name="csX59" fmla="*/ 108482 w 272564"/>
                <a:gd name="csY59" fmla="*/ 200110 h 294707"/>
                <a:gd name="csX60" fmla="*/ 111015 w 272564"/>
                <a:gd name="csY60" fmla="*/ 201340 h 294707"/>
                <a:gd name="csX61" fmla="*/ 138638 w 272564"/>
                <a:gd name="csY61" fmla="*/ 206779 h 294707"/>
                <a:gd name="csX62" fmla="*/ 153763 w 272564"/>
                <a:gd name="csY62" fmla="*/ 213056 h 294707"/>
                <a:gd name="csX63" fmla="*/ 161381 w 272564"/>
                <a:gd name="csY63" fmla="*/ 225554 h 294707"/>
                <a:gd name="csX64" fmla="*/ 177494 w 272564"/>
                <a:gd name="csY64" fmla="*/ 262193 h 294707"/>
                <a:gd name="csX65" fmla="*/ 175948 w 272564"/>
                <a:gd name="csY65" fmla="*/ 266999 h 294707"/>
                <a:gd name="csX66" fmla="*/ 172334 w 272564"/>
                <a:gd name="csY66" fmla="*/ 263199 h 294707"/>
                <a:gd name="csX67" fmla="*/ 167864 w 272564"/>
                <a:gd name="csY67" fmla="*/ 252265 h 294707"/>
                <a:gd name="csX68" fmla="*/ 160748 w 272564"/>
                <a:gd name="csY68" fmla="*/ 248838 h 294707"/>
                <a:gd name="csX69" fmla="*/ 136981 w 272564"/>
                <a:gd name="csY69" fmla="*/ 257536 h 294707"/>
                <a:gd name="csX70" fmla="*/ 127090 w 272564"/>
                <a:gd name="csY70" fmla="*/ 269066 h 294707"/>
                <a:gd name="csX71" fmla="*/ 131504 w 272564"/>
                <a:gd name="csY71" fmla="*/ 277877 h 294707"/>
                <a:gd name="csX72" fmla="*/ 133367 w 272564"/>
                <a:gd name="csY72" fmla="*/ 279125 h 294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</a:cxnLst>
              <a:rect l="l" t="t" r="r" b="b"/>
              <a:pathLst>
                <a:path w="272564" h="294707">
                  <a:moveTo>
                    <a:pt x="133367" y="279125"/>
                  </a:moveTo>
                  <a:cubicBezTo>
                    <a:pt x="131597" y="280354"/>
                    <a:pt x="129846" y="281621"/>
                    <a:pt x="129008" y="283744"/>
                  </a:cubicBezTo>
                  <a:cubicBezTo>
                    <a:pt x="118205" y="277299"/>
                    <a:pt x="108072" y="269867"/>
                    <a:pt x="97715" y="262733"/>
                  </a:cubicBezTo>
                  <a:cubicBezTo>
                    <a:pt x="86502" y="255003"/>
                    <a:pt x="83913" y="244777"/>
                    <a:pt x="86037" y="232335"/>
                  </a:cubicBezTo>
                  <a:cubicBezTo>
                    <a:pt x="86893" y="227343"/>
                    <a:pt x="87452" y="222295"/>
                    <a:pt x="88253" y="217284"/>
                  </a:cubicBezTo>
                  <a:cubicBezTo>
                    <a:pt x="89520" y="209331"/>
                    <a:pt x="87601" y="202364"/>
                    <a:pt x="82777" y="196143"/>
                  </a:cubicBezTo>
                  <a:cubicBezTo>
                    <a:pt x="72569" y="182955"/>
                    <a:pt x="58525" y="174499"/>
                    <a:pt x="44965" y="165372"/>
                  </a:cubicBezTo>
                  <a:cubicBezTo>
                    <a:pt x="32373" y="156897"/>
                    <a:pt x="18962" y="158722"/>
                    <a:pt x="5327" y="160920"/>
                  </a:cubicBezTo>
                  <a:cubicBezTo>
                    <a:pt x="3297" y="160622"/>
                    <a:pt x="726" y="161460"/>
                    <a:pt x="0" y="158405"/>
                  </a:cubicBezTo>
                  <a:cubicBezTo>
                    <a:pt x="7246" y="157325"/>
                    <a:pt x="14454" y="156021"/>
                    <a:pt x="21737" y="155220"/>
                  </a:cubicBezTo>
                  <a:cubicBezTo>
                    <a:pt x="33938" y="153898"/>
                    <a:pt x="43866" y="159616"/>
                    <a:pt x="53533" y="166005"/>
                  </a:cubicBezTo>
                  <a:cubicBezTo>
                    <a:pt x="61375" y="171183"/>
                    <a:pt x="68434" y="177349"/>
                    <a:pt x="75755" y="183179"/>
                  </a:cubicBezTo>
                  <a:cubicBezTo>
                    <a:pt x="82460" y="185489"/>
                    <a:pt x="85105" y="191915"/>
                    <a:pt x="89427" y="196646"/>
                  </a:cubicBezTo>
                  <a:cubicBezTo>
                    <a:pt x="93990" y="203426"/>
                    <a:pt x="94735" y="210933"/>
                    <a:pt x="93748" y="218849"/>
                  </a:cubicBezTo>
                  <a:cubicBezTo>
                    <a:pt x="92761" y="226691"/>
                    <a:pt x="90768" y="234383"/>
                    <a:pt x="90730" y="242356"/>
                  </a:cubicBezTo>
                  <a:cubicBezTo>
                    <a:pt x="90712" y="246584"/>
                    <a:pt x="91997" y="250011"/>
                    <a:pt x="95033" y="252973"/>
                  </a:cubicBezTo>
                  <a:cubicBezTo>
                    <a:pt x="101944" y="259753"/>
                    <a:pt x="110009" y="264968"/>
                    <a:pt x="118037" y="270240"/>
                  </a:cubicBezTo>
                  <a:cubicBezTo>
                    <a:pt x="120105" y="271600"/>
                    <a:pt x="121483" y="271581"/>
                    <a:pt x="121856" y="268694"/>
                  </a:cubicBezTo>
                  <a:cubicBezTo>
                    <a:pt x="122973" y="259678"/>
                    <a:pt x="129139" y="255134"/>
                    <a:pt x="136794" y="251892"/>
                  </a:cubicBezTo>
                  <a:cubicBezTo>
                    <a:pt x="143910" y="248875"/>
                    <a:pt x="151323" y="246677"/>
                    <a:pt x="158587" y="244051"/>
                  </a:cubicBezTo>
                  <a:cubicBezTo>
                    <a:pt x="162611" y="242598"/>
                    <a:pt x="162965" y="240921"/>
                    <a:pt x="160879" y="237494"/>
                  </a:cubicBezTo>
                  <a:cubicBezTo>
                    <a:pt x="157265" y="231552"/>
                    <a:pt x="155309" y="224735"/>
                    <a:pt x="151267" y="218979"/>
                  </a:cubicBezTo>
                  <a:cubicBezTo>
                    <a:pt x="147616" y="213782"/>
                    <a:pt x="143463" y="210597"/>
                    <a:pt x="136571" y="212534"/>
                  </a:cubicBezTo>
                  <a:cubicBezTo>
                    <a:pt x="128449" y="214825"/>
                    <a:pt x="120924" y="213727"/>
                    <a:pt x="113492" y="208958"/>
                  </a:cubicBezTo>
                  <a:cubicBezTo>
                    <a:pt x="105781" y="204003"/>
                    <a:pt x="96635" y="201452"/>
                    <a:pt x="89296" y="195677"/>
                  </a:cubicBezTo>
                  <a:cubicBezTo>
                    <a:pt x="85236" y="191449"/>
                    <a:pt x="81566" y="186886"/>
                    <a:pt x="77878" y="182341"/>
                  </a:cubicBezTo>
                  <a:cubicBezTo>
                    <a:pt x="65976" y="167700"/>
                    <a:pt x="60239" y="150154"/>
                    <a:pt x="55340" y="132421"/>
                  </a:cubicBezTo>
                  <a:cubicBezTo>
                    <a:pt x="51689" y="119215"/>
                    <a:pt x="48765" y="105748"/>
                    <a:pt x="46604" y="92206"/>
                  </a:cubicBezTo>
                  <a:cubicBezTo>
                    <a:pt x="44276" y="77547"/>
                    <a:pt x="46175" y="62944"/>
                    <a:pt x="50404" y="48694"/>
                  </a:cubicBezTo>
                  <a:cubicBezTo>
                    <a:pt x="52807" y="40592"/>
                    <a:pt x="55023" y="32415"/>
                    <a:pt x="58767" y="24759"/>
                  </a:cubicBezTo>
                  <a:cubicBezTo>
                    <a:pt x="66069" y="9895"/>
                    <a:pt x="79256" y="4084"/>
                    <a:pt x="94512" y="1346"/>
                  </a:cubicBezTo>
                  <a:cubicBezTo>
                    <a:pt x="121744" y="-3535"/>
                    <a:pt x="144915" y="4940"/>
                    <a:pt x="162387" y="25467"/>
                  </a:cubicBezTo>
                  <a:cubicBezTo>
                    <a:pt x="176246" y="41747"/>
                    <a:pt x="187161" y="60448"/>
                    <a:pt x="194407" y="80900"/>
                  </a:cubicBezTo>
                  <a:cubicBezTo>
                    <a:pt x="204986" y="110777"/>
                    <a:pt x="207687" y="141362"/>
                    <a:pt x="202826" y="172673"/>
                  </a:cubicBezTo>
                  <a:cubicBezTo>
                    <a:pt x="201373" y="182043"/>
                    <a:pt x="197070" y="190052"/>
                    <a:pt x="191780" y="197708"/>
                  </a:cubicBezTo>
                  <a:cubicBezTo>
                    <a:pt x="188893" y="201880"/>
                    <a:pt x="186155" y="206183"/>
                    <a:pt x="183789" y="210653"/>
                  </a:cubicBezTo>
                  <a:cubicBezTo>
                    <a:pt x="181405" y="215124"/>
                    <a:pt x="180343" y="220525"/>
                    <a:pt x="182783" y="224828"/>
                  </a:cubicBezTo>
                  <a:cubicBezTo>
                    <a:pt x="193736" y="244144"/>
                    <a:pt x="197312" y="265751"/>
                    <a:pt x="202919" y="286762"/>
                  </a:cubicBezTo>
                  <a:cubicBezTo>
                    <a:pt x="203142" y="287600"/>
                    <a:pt x="203645" y="288363"/>
                    <a:pt x="204148" y="289444"/>
                  </a:cubicBezTo>
                  <a:cubicBezTo>
                    <a:pt x="207780" y="287041"/>
                    <a:pt x="208209" y="283409"/>
                    <a:pt x="207687" y="280261"/>
                  </a:cubicBezTo>
                  <a:cubicBezTo>
                    <a:pt x="205415" y="266589"/>
                    <a:pt x="211059" y="256177"/>
                    <a:pt x="221210" y="248149"/>
                  </a:cubicBezTo>
                  <a:cubicBezTo>
                    <a:pt x="235814" y="236581"/>
                    <a:pt x="250734" y="225238"/>
                    <a:pt x="270031" y="222444"/>
                  </a:cubicBezTo>
                  <a:cubicBezTo>
                    <a:pt x="270515" y="223543"/>
                    <a:pt x="271521" y="223804"/>
                    <a:pt x="272564" y="223953"/>
                  </a:cubicBezTo>
                  <a:cubicBezTo>
                    <a:pt x="272042" y="226784"/>
                    <a:pt x="269491" y="226374"/>
                    <a:pt x="267665" y="226784"/>
                  </a:cubicBezTo>
                  <a:cubicBezTo>
                    <a:pt x="248685" y="231124"/>
                    <a:pt x="233597" y="242356"/>
                    <a:pt x="219571" y="254891"/>
                  </a:cubicBezTo>
                  <a:cubicBezTo>
                    <a:pt x="213536" y="260293"/>
                    <a:pt x="210295" y="267986"/>
                    <a:pt x="211487" y="276796"/>
                  </a:cubicBezTo>
                  <a:cubicBezTo>
                    <a:pt x="212307" y="282831"/>
                    <a:pt x="211208" y="288438"/>
                    <a:pt x="206179" y="292610"/>
                  </a:cubicBezTo>
                  <a:cubicBezTo>
                    <a:pt x="205005" y="293579"/>
                    <a:pt x="203701" y="294399"/>
                    <a:pt x="202192" y="294622"/>
                  </a:cubicBezTo>
                  <a:cubicBezTo>
                    <a:pt x="200069" y="294939"/>
                    <a:pt x="198933" y="294454"/>
                    <a:pt x="198449" y="291828"/>
                  </a:cubicBezTo>
                  <a:cubicBezTo>
                    <a:pt x="194798" y="271357"/>
                    <a:pt x="192060" y="250626"/>
                    <a:pt x="181368" y="232111"/>
                  </a:cubicBezTo>
                  <a:cubicBezTo>
                    <a:pt x="175649" y="222202"/>
                    <a:pt x="175985" y="212292"/>
                    <a:pt x="183063" y="203053"/>
                  </a:cubicBezTo>
                  <a:cubicBezTo>
                    <a:pt x="191408" y="192157"/>
                    <a:pt x="198225" y="180701"/>
                    <a:pt x="199659" y="166582"/>
                  </a:cubicBezTo>
                  <a:cubicBezTo>
                    <a:pt x="201429" y="149073"/>
                    <a:pt x="200833" y="131751"/>
                    <a:pt x="198393" y="114297"/>
                  </a:cubicBezTo>
                  <a:cubicBezTo>
                    <a:pt x="193997" y="82986"/>
                    <a:pt x="180772" y="55437"/>
                    <a:pt x="161866" y="30906"/>
                  </a:cubicBezTo>
                  <a:cubicBezTo>
                    <a:pt x="144096" y="7828"/>
                    <a:pt x="114163" y="-2752"/>
                    <a:pt x="85049" y="7306"/>
                  </a:cubicBezTo>
                  <a:cubicBezTo>
                    <a:pt x="72048" y="11795"/>
                    <a:pt x="64057" y="20587"/>
                    <a:pt x="59438" y="33123"/>
                  </a:cubicBezTo>
                  <a:cubicBezTo>
                    <a:pt x="52807" y="51135"/>
                    <a:pt x="47964" y="69575"/>
                    <a:pt x="50366" y="88853"/>
                  </a:cubicBezTo>
                  <a:cubicBezTo>
                    <a:pt x="52471" y="105617"/>
                    <a:pt x="55396" y="122381"/>
                    <a:pt x="60816" y="138475"/>
                  </a:cubicBezTo>
                  <a:cubicBezTo>
                    <a:pt x="64895" y="150564"/>
                    <a:pt x="68695" y="162876"/>
                    <a:pt x="76667" y="173232"/>
                  </a:cubicBezTo>
                  <a:cubicBezTo>
                    <a:pt x="85329" y="184501"/>
                    <a:pt x="94419" y="195249"/>
                    <a:pt x="108482" y="200110"/>
                  </a:cubicBezTo>
                  <a:cubicBezTo>
                    <a:pt x="109376" y="200408"/>
                    <a:pt x="110233" y="200837"/>
                    <a:pt x="111015" y="201340"/>
                  </a:cubicBezTo>
                  <a:cubicBezTo>
                    <a:pt x="119509" y="206816"/>
                    <a:pt x="128245" y="209778"/>
                    <a:pt x="138638" y="206779"/>
                  </a:cubicBezTo>
                  <a:cubicBezTo>
                    <a:pt x="144692" y="205028"/>
                    <a:pt x="149907" y="207636"/>
                    <a:pt x="153763" y="213056"/>
                  </a:cubicBezTo>
                  <a:cubicBezTo>
                    <a:pt x="156632" y="217061"/>
                    <a:pt x="159221" y="221159"/>
                    <a:pt x="161381" y="225554"/>
                  </a:cubicBezTo>
                  <a:cubicBezTo>
                    <a:pt x="167286" y="237531"/>
                    <a:pt x="173750" y="249266"/>
                    <a:pt x="177494" y="262193"/>
                  </a:cubicBezTo>
                  <a:cubicBezTo>
                    <a:pt x="177680" y="264018"/>
                    <a:pt x="177810" y="265844"/>
                    <a:pt x="175948" y="266999"/>
                  </a:cubicBezTo>
                  <a:cubicBezTo>
                    <a:pt x="173563" y="266868"/>
                    <a:pt x="173135" y="264819"/>
                    <a:pt x="172334" y="263199"/>
                  </a:cubicBezTo>
                  <a:cubicBezTo>
                    <a:pt x="170583" y="259660"/>
                    <a:pt x="169242" y="255953"/>
                    <a:pt x="167864" y="252265"/>
                  </a:cubicBezTo>
                  <a:cubicBezTo>
                    <a:pt x="166616" y="248912"/>
                    <a:pt x="164231" y="247571"/>
                    <a:pt x="160748" y="248838"/>
                  </a:cubicBezTo>
                  <a:cubicBezTo>
                    <a:pt x="152813" y="251706"/>
                    <a:pt x="144617" y="253867"/>
                    <a:pt x="136981" y="257536"/>
                  </a:cubicBezTo>
                  <a:cubicBezTo>
                    <a:pt x="131989" y="259939"/>
                    <a:pt x="128431" y="263534"/>
                    <a:pt x="127090" y="269066"/>
                  </a:cubicBezTo>
                  <a:cubicBezTo>
                    <a:pt x="125655" y="274971"/>
                    <a:pt x="125898" y="275548"/>
                    <a:pt x="131504" y="277877"/>
                  </a:cubicBezTo>
                  <a:cubicBezTo>
                    <a:pt x="132193" y="278231"/>
                    <a:pt x="132864" y="278529"/>
                    <a:pt x="133367" y="279125"/>
                  </a:cubicBezTo>
                  <a:close/>
                </a:path>
              </a:pathLst>
            </a:custGeom>
            <a:solidFill>
              <a:srgbClr val="3C44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EB3B8FF1-1565-BBC5-A78F-C91D1E61BB73}"/>
                </a:ext>
              </a:extLst>
            </p:cNvPr>
            <p:cNvSpPr/>
            <p:nvPr/>
          </p:nvSpPr>
          <p:spPr>
            <a:xfrm>
              <a:off x="1629077" y="5011338"/>
              <a:ext cx="136419" cy="111786"/>
            </a:xfrm>
            <a:custGeom>
              <a:avLst/>
              <a:gdLst>
                <a:gd name="csX0" fmla="*/ 133979 w 136419"/>
                <a:gd name="csY0" fmla="*/ 77953 h 111786"/>
                <a:gd name="csX1" fmla="*/ 136419 w 136419"/>
                <a:gd name="csY1" fmla="*/ 79163 h 111786"/>
                <a:gd name="csX2" fmla="*/ 126212 w 136419"/>
                <a:gd name="csY2" fmla="*/ 89240 h 111786"/>
                <a:gd name="csX3" fmla="*/ 100824 w 136419"/>
                <a:gd name="csY3" fmla="*/ 109655 h 111786"/>
                <a:gd name="csX4" fmla="*/ 75212 w 136419"/>
                <a:gd name="csY4" fmla="*/ 110884 h 111786"/>
                <a:gd name="csX5" fmla="*/ 45018 w 136419"/>
                <a:gd name="csY5" fmla="*/ 104570 h 111786"/>
                <a:gd name="csX6" fmla="*/ 11565 w 136419"/>
                <a:gd name="csY6" fmla="*/ 74730 h 111786"/>
                <a:gd name="csX7" fmla="*/ 6517 w 136419"/>
                <a:gd name="csY7" fmla="*/ 65305 h 111786"/>
                <a:gd name="csX8" fmla="*/ 2084 w 136419"/>
                <a:gd name="csY8" fmla="*/ 23935 h 111786"/>
                <a:gd name="csX9" fmla="*/ 7765 w 136419"/>
                <a:gd name="csY9" fmla="*/ 0 h 111786"/>
                <a:gd name="csX10" fmla="*/ 9646 w 136419"/>
                <a:gd name="csY10" fmla="*/ 2645 h 111786"/>
                <a:gd name="csX11" fmla="*/ 5083 w 136419"/>
                <a:gd name="csY11" fmla="*/ 32150 h 111786"/>
                <a:gd name="csX12" fmla="*/ 11043 w 136419"/>
                <a:gd name="csY12" fmla="*/ 65771 h 111786"/>
                <a:gd name="csX13" fmla="*/ 41144 w 136419"/>
                <a:gd name="csY13" fmla="*/ 98498 h 111786"/>
                <a:gd name="csX14" fmla="*/ 55505 w 136419"/>
                <a:gd name="csY14" fmla="*/ 103247 h 111786"/>
                <a:gd name="csX15" fmla="*/ 84544 w 136419"/>
                <a:gd name="csY15" fmla="*/ 107196 h 111786"/>
                <a:gd name="csX16" fmla="*/ 119823 w 136419"/>
                <a:gd name="csY16" fmla="*/ 90954 h 111786"/>
                <a:gd name="csX17" fmla="*/ 124982 w 136419"/>
                <a:gd name="csY17" fmla="*/ 83559 h 111786"/>
                <a:gd name="csX18" fmla="*/ 133979 w 136419"/>
                <a:gd name="csY18" fmla="*/ 77953 h 111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6419" h="111786">
                  <a:moveTo>
                    <a:pt x="133979" y="77953"/>
                  </a:moveTo>
                  <a:cubicBezTo>
                    <a:pt x="134482" y="78958"/>
                    <a:pt x="135507" y="78958"/>
                    <a:pt x="136419" y="79163"/>
                  </a:cubicBezTo>
                  <a:cubicBezTo>
                    <a:pt x="131763" y="81249"/>
                    <a:pt x="128875" y="85012"/>
                    <a:pt x="126212" y="89240"/>
                  </a:cubicBezTo>
                  <a:cubicBezTo>
                    <a:pt x="120121" y="98926"/>
                    <a:pt x="111627" y="106153"/>
                    <a:pt x="100824" y="109655"/>
                  </a:cubicBezTo>
                  <a:cubicBezTo>
                    <a:pt x="92628" y="112319"/>
                    <a:pt x="83929" y="112188"/>
                    <a:pt x="75212" y="110884"/>
                  </a:cubicBezTo>
                  <a:cubicBezTo>
                    <a:pt x="64986" y="109338"/>
                    <a:pt x="54257" y="109022"/>
                    <a:pt x="45018" y="104570"/>
                  </a:cubicBezTo>
                  <a:cubicBezTo>
                    <a:pt x="31253" y="97939"/>
                    <a:pt x="18848" y="89017"/>
                    <a:pt x="11565" y="74730"/>
                  </a:cubicBezTo>
                  <a:cubicBezTo>
                    <a:pt x="9944" y="71545"/>
                    <a:pt x="8435" y="68285"/>
                    <a:pt x="6517" y="65305"/>
                  </a:cubicBezTo>
                  <a:cubicBezTo>
                    <a:pt x="-1865" y="52229"/>
                    <a:pt x="-748" y="38185"/>
                    <a:pt x="2084" y="23935"/>
                  </a:cubicBezTo>
                  <a:cubicBezTo>
                    <a:pt x="3686" y="15889"/>
                    <a:pt x="3332" y="7376"/>
                    <a:pt x="7765" y="0"/>
                  </a:cubicBezTo>
                  <a:cubicBezTo>
                    <a:pt x="9385" y="168"/>
                    <a:pt x="9460" y="1453"/>
                    <a:pt x="9646" y="2645"/>
                  </a:cubicBezTo>
                  <a:cubicBezTo>
                    <a:pt x="7821" y="12443"/>
                    <a:pt x="6964" y="22408"/>
                    <a:pt x="5083" y="32150"/>
                  </a:cubicBezTo>
                  <a:cubicBezTo>
                    <a:pt x="2736" y="44387"/>
                    <a:pt x="5939" y="54855"/>
                    <a:pt x="11043" y="65771"/>
                  </a:cubicBezTo>
                  <a:cubicBezTo>
                    <a:pt x="17730" y="80095"/>
                    <a:pt x="28403" y="90078"/>
                    <a:pt x="41144" y="98498"/>
                  </a:cubicBezTo>
                  <a:cubicBezTo>
                    <a:pt x="45521" y="101385"/>
                    <a:pt x="50550" y="102372"/>
                    <a:pt x="55505" y="103247"/>
                  </a:cubicBezTo>
                  <a:cubicBezTo>
                    <a:pt x="65116" y="104961"/>
                    <a:pt x="74746" y="106451"/>
                    <a:pt x="84544" y="107196"/>
                  </a:cubicBezTo>
                  <a:cubicBezTo>
                    <a:pt x="99576" y="108351"/>
                    <a:pt x="110659" y="101981"/>
                    <a:pt x="119823" y="90954"/>
                  </a:cubicBezTo>
                  <a:cubicBezTo>
                    <a:pt x="121760" y="88626"/>
                    <a:pt x="123008" y="85794"/>
                    <a:pt x="124982" y="83559"/>
                  </a:cubicBezTo>
                  <a:cubicBezTo>
                    <a:pt x="127404" y="80877"/>
                    <a:pt x="129378" y="77226"/>
                    <a:pt x="133979" y="77953"/>
                  </a:cubicBezTo>
                  <a:close/>
                </a:path>
              </a:pathLst>
            </a:custGeom>
            <a:solidFill>
              <a:srgbClr val="434D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8DFCB813-443C-6AF2-1F73-803E1D5EDC4A}"/>
                </a:ext>
              </a:extLst>
            </p:cNvPr>
            <p:cNvSpPr/>
            <p:nvPr/>
          </p:nvSpPr>
          <p:spPr>
            <a:xfrm>
              <a:off x="1636860" y="4971850"/>
              <a:ext cx="56162" cy="41760"/>
            </a:xfrm>
            <a:custGeom>
              <a:avLst/>
              <a:gdLst>
                <a:gd name="csX0" fmla="*/ 857 w 56162"/>
                <a:gd name="csY0" fmla="*/ 41761 h 41760"/>
                <a:gd name="csX1" fmla="*/ 0 w 56162"/>
                <a:gd name="csY1" fmla="*/ 39507 h 41760"/>
                <a:gd name="csX2" fmla="*/ 50478 w 56162"/>
                <a:gd name="csY2" fmla="*/ 0 h 41760"/>
                <a:gd name="csX3" fmla="*/ 56159 w 56162"/>
                <a:gd name="csY3" fmla="*/ 1099 h 41760"/>
                <a:gd name="csX4" fmla="*/ 53030 w 56162"/>
                <a:gd name="csY4" fmla="*/ 3483 h 41760"/>
                <a:gd name="csX5" fmla="*/ 5346 w 56162"/>
                <a:gd name="csY5" fmla="*/ 37272 h 41760"/>
                <a:gd name="csX6" fmla="*/ 857 w 56162"/>
                <a:gd name="csY6" fmla="*/ 41761 h 41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162" h="41760">
                  <a:moveTo>
                    <a:pt x="857" y="41761"/>
                  </a:moveTo>
                  <a:cubicBezTo>
                    <a:pt x="577" y="41016"/>
                    <a:pt x="279" y="40271"/>
                    <a:pt x="0" y="39507"/>
                  </a:cubicBezTo>
                  <a:cubicBezTo>
                    <a:pt x="11213" y="19167"/>
                    <a:pt x="28573" y="6668"/>
                    <a:pt x="50478" y="0"/>
                  </a:cubicBezTo>
                  <a:cubicBezTo>
                    <a:pt x="52099" y="1751"/>
                    <a:pt x="54297" y="615"/>
                    <a:pt x="56159" y="1099"/>
                  </a:cubicBezTo>
                  <a:cubicBezTo>
                    <a:pt x="56253" y="3371"/>
                    <a:pt x="54371" y="3148"/>
                    <a:pt x="53030" y="3483"/>
                  </a:cubicBezTo>
                  <a:cubicBezTo>
                    <a:pt x="32783" y="8624"/>
                    <a:pt x="17099" y="20154"/>
                    <a:pt x="5346" y="37272"/>
                  </a:cubicBezTo>
                  <a:cubicBezTo>
                    <a:pt x="4172" y="39004"/>
                    <a:pt x="3763" y="41705"/>
                    <a:pt x="857" y="41761"/>
                  </a:cubicBezTo>
                  <a:close/>
                </a:path>
              </a:pathLst>
            </a:custGeom>
            <a:solidFill>
              <a:srgbClr val="56654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29C116F4-5684-B1B8-35A8-FC2A744A757D}"/>
                </a:ext>
              </a:extLst>
            </p:cNvPr>
            <p:cNvSpPr/>
            <p:nvPr/>
          </p:nvSpPr>
          <p:spPr>
            <a:xfrm>
              <a:off x="1763074" y="4995748"/>
              <a:ext cx="13783" cy="14323"/>
            </a:xfrm>
            <a:custGeom>
              <a:avLst/>
              <a:gdLst>
                <a:gd name="csX0" fmla="*/ 12499 w 13783"/>
                <a:gd name="csY0" fmla="*/ 14324 h 14323"/>
                <a:gd name="csX1" fmla="*/ 0 w 13783"/>
                <a:gd name="csY1" fmla="*/ 857 h 14323"/>
                <a:gd name="csX2" fmla="*/ 2086 w 13783"/>
                <a:gd name="csY2" fmla="*/ 0 h 14323"/>
                <a:gd name="csX3" fmla="*/ 13784 w 13783"/>
                <a:gd name="csY3" fmla="*/ 11977 h 14323"/>
                <a:gd name="csX4" fmla="*/ 12499 w 13783"/>
                <a:gd name="csY4" fmla="*/ 14324 h 1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83" h="14323">
                  <a:moveTo>
                    <a:pt x="12499" y="14324"/>
                  </a:moveTo>
                  <a:cubicBezTo>
                    <a:pt x="8568" y="9611"/>
                    <a:pt x="4675" y="4880"/>
                    <a:pt x="0" y="857"/>
                  </a:cubicBezTo>
                  <a:cubicBezTo>
                    <a:pt x="689" y="577"/>
                    <a:pt x="1397" y="279"/>
                    <a:pt x="2086" y="0"/>
                  </a:cubicBezTo>
                  <a:cubicBezTo>
                    <a:pt x="7022" y="2980"/>
                    <a:pt x="9723" y="8140"/>
                    <a:pt x="13784" y="11977"/>
                  </a:cubicBezTo>
                  <a:cubicBezTo>
                    <a:pt x="13635" y="12908"/>
                    <a:pt x="13393" y="13802"/>
                    <a:pt x="12499" y="14324"/>
                  </a:cubicBezTo>
                  <a:close/>
                </a:path>
              </a:pathLst>
            </a:custGeom>
            <a:solidFill>
              <a:srgbClr val="BABAB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4E28E00E-4DF2-F9DA-45DE-C4B2373C51B6}"/>
                </a:ext>
              </a:extLst>
            </p:cNvPr>
            <p:cNvSpPr/>
            <p:nvPr/>
          </p:nvSpPr>
          <p:spPr>
            <a:xfrm>
              <a:off x="1811690" y="5124260"/>
              <a:ext cx="21327" cy="4277"/>
            </a:xfrm>
            <a:custGeom>
              <a:avLst/>
              <a:gdLst>
                <a:gd name="csX0" fmla="*/ 13672 w 21327"/>
                <a:gd name="csY0" fmla="*/ 4277 h 4277"/>
                <a:gd name="csX1" fmla="*/ 0 w 21327"/>
                <a:gd name="csY1" fmla="*/ 2284 h 4277"/>
                <a:gd name="csX2" fmla="*/ 21328 w 21327"/>
                <a:gd name="csY2" fmla="*/ 1036 h 4277"/>
                <a:gd name="csX3" fmla="*/ 21328 w 21327"/>
                <a:gd name="csY3" fmla="*/ 3234 h 4277"/>
                <a:gd name="csX4" fmla="*/ 13672 w 21327"/>
                <a:gd name="csY4" fmla="*/ 4277 h 4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27" h="4277">
                  <a:moveTo>
                    <a:pt x="13672" y="4277"/>
                  </a:moveTo>
                  <a:cubicBezTo>
                    <a:pt x="9388" y="1763"/>
                    <a:pt x="4228" y="5227"/>
                    <a:pt x="0" y="2284"/>
                  </a:cubicBezTo>
                  <a:cubicBezTo>
                    <a:pt x="7004" y="86"/>
                    <a:pt x="14082" y="-901"/>
                    <a:pt x="21328" y="1036"/>
                  </a:cubicBezTo>
                  <a:cubicBezTo>
                    <a:pt x="21328" y="1763"/>
                    <a:pt x="21328" y="2508"/>
                    <a:pt x="21328" y="3234"/>
                  </a:cubicBezTo>
                  <a:cubicBezTo>
                    <a:pt x="18776" y="3588"/>
                    <a:pt x="16224" y="3942"/>
                    <a:pt x="13672" y="4277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5F0FF22F-9245-D72D-9737-C87D4CE4E6B1}"/>
                </a:ext>
              </a:extLst>
            </p:cNvPr>
            <p:cNvSpPr/>
            <p:nvPr/>
          </p:nvSpPr>
          <p:spPr>
            <a:xfrm>
              <a:off x="1735543" y="4815322"/>
              <a:ext cx="158087" cy="311143"/>
            </a:xfrm>
            <a:custGeom>
              <a:avLst/>
              <a:gdLst>
                <a:gd name="csX0" fmla="*/ 85125 w 158087"/>
                <a:gd name="csY0" fmla="*/ 277247 h 311143"/>
                <a:gd name="csX1" fmla="*/ 77208 w 158087"/>
                <a:gd name="csY1" fmla="*/ 267990 h 311143"/>
                <a:gd name="csX2" fmla="*/ 86820 w 158087"/>
                <a:gd name="csY2" fmla="*/ 255044 h 311143"/>
                <a:gd name="csX3" fmla="*/ 113605 w 158087"/>
                <a:gd name="csY3" fmla="*/ 245023 h 311143"/>
                <a:gd name="csX4" fmla="*/ 120534 w 158087"/>
                <a:gd name="csY4" fmla="*/ 248749 h 311143"/>
                <a:gd name="csX5" fmla="*/ 126923 w 158087"/>
                <a:gd name="csY5" fmla="*/ 264935 h 311143"/>
                <a:gd name="csX6" fmla="*/ 128935 w 158087"/>
                <a:gd name="csY6" fmla="*/ 268530 h 311143"/>
                <a:gd name="csX7" fmla="*/ 128115 w 158087"/>
                <a:gd name="csY7" fmla="*/ 260334 h 311143"/>
                <a:gd name="csX8" fmla="*/ 110550 w 158087"/>
                <a:gd name="csY8" fmla="*/ 221926 h 311143"/>
                <a:gd name="csX9" fmla="*/ 103919 w 158087"/>
                <a:gd name="csY9" fmla="*/ 211495 h 311143"/>
                <a:gd name="csX10" fmla="*/ 91868 w 158087"/>
                <a:gd name="csY10" fmla="*/ 206298 h 311143"/>
                <a:gd name="csX11" fmla="*/ 59643 w 158087"/>
                <a:gd name="csY11" fmla="*/ 199891 h 311143"/>
                <a:gd name="csX12" fmla="*/ 19466 w 158087"/>
                <a:gd name="csY12" fmla="*/ 158987 h 311143"/>
                <a:gd name="csX13" fmla="*/ 4006 w 158087"/>
                <a:gd name="csY13" fmla="*/ 106869 h 311143"/>
                <a:gd name="csX14" fmla="*/ 1 w 158087"/>
                <a:gd name="csY14" fmla="*/ 77365 h 311143"/>
                <a:gd name="csX15" fmla="*/ 12574 w 158087"/>
                <a:gd name="csY15" fmla="*/ 24540 h 311143"/>
                <a:gd name="csX16" fmla="*/ 40924 w 158087"/>
                <a:gd name="csY16" fmla="*/ 2579 h 311143"/>
                <a:gd name="csX17" fmla="*/ 100510 w 158087"/>
                <a:gd name="csY17" fmla="*/ 14519 h 311143"/>
                <a:gd name="csX18" fmla="*/ 141806 w 158087"/>
                <a:gd name="csY18" fmla="*/ 76061 h 311143"/>
                <a:gd name="csX19" fmla="*/ 152144 w 158087"/>
                <a:gd name="csY19" fmla="*/ 169176 h 311143"/>
                <a:gd name="csX20" fmla="*/ 136516 w 158087"/>
                <a:gd name="csY20" fmla="*/ 201232 h 311143"/>
                <a:gd name="csX21" fmla="*/ 135305 w 158087"/>
                <a:gd name="csY21" fmla="*/ 231016 h 311143"/>
                <a:gd name="csX22" fmla="*/ 148120 w 158087"/>
                <a:gd name="csY22" fmla="*/ 270393 h 311143"/>
                <a:gd name="csX23" fmla="*/ 152460 w 158087"/>
                <a:gd name="csY23" fmla="*/ 286095 h 311143"/>
                <a:gd name="csX24" fmla="*/ 151231 w 158087"/>
                <a:gd name="csY24" fmla="*/ 291068 h 311143"/>
                <a:gd name="csX25" fmla="*/ 157527 w 158087"/>
                <a:gd name="csY25" fmla="*/ 289802 h 311143"/>
                <a:gd name="csX26" fmla="*/ 155161 w 158087"/>
                <a:gd name="csY26" fmla="*/ 296451 h 311143"/>
                <a:gd name="csX27" fmla="*/ 150188 w 158087"/>
                <a:gd name="csY27" fmla="*/ 300847 h 311143"/>
                <a:gd name="csX28" fmla="*/ 151045 w 158087"/>
                <a:gd name="csY28" fmla="*/ 310198 h 311143"/>
                <a:gd name="csX29" fmla="*/ 142663 w 158087"/>
                <a:gd name="csY29" fmla="*/ 305057 h 311143"/>
                <a:gd name="csX30" fmla="*/ 116473 w 158087"/>
                <a:gd name="csY30" fmla="*/ 273373 h 311143"/>
                <a:gd name="csX31" fmla="*/ 85125 w 158087"/>
                <a:gd name="csY31" fmla="*/ 277247 h 311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8087" h="311143">
                  <a:moveTo>
                    <a:pt x="85125" y="277247"/>
                  </a:moveTo>
                  <a:cubicBezTo>
                    <a:pt x="77171" y="276931"/>
                    <a:pt x="76035" y="275422"/>
                    <a:pt x="77208" y="267990"/>
                  </a:cubicBezTo>
                  <a:cubicBezTo>
                    <a:pt x="78177" y="261880"/>
                    <a:pt x="81344" y="257354"/>
                    <a:pt x="86820" y="255044"/>
                  </a:cubicBezTo>
                  <a:cubicBezTo>
                    <a:pt x="95612" y="251356"/>
                    <a:pt x="104627" y="248227"/>
                    <a:pt x="113605" y="245023"/>
                  </a:cubicBezTo>
                  <a:cubicBezTo>
                    <a:pt x="117069" y="243794"/>
                    <a:pt x="119267" y="245359"/>
                    <a:pt x="120534" y="248749"/>
                  </a:cubicBezTo>
                  <a:cubicBezTo>
                    <a:pt x="122564" y="254188"/>
                    <a:pt x="124781" y="259552"/>
                    <a:pt x="126923" y="264935"/>
                  </a:cubicBezTo>
                  <a:cubicBezTo>
                    <a:pt x="128525" y="266071"/>
                    <a:pt x="128674" y="268046"/>
                    <a:pt x="128935" y="268530"/>
                  </a:cubicBezTo>
                  <a:cubicBezTo>
                    <a:pt x="127631" y="266742"/>
                    <a:pt x="129531" y="263277"/>
                    <a:pt x="128115" y="260334"/>
                  </a:cubicBezTo>
                  <a:cubicBezTo>
                    <a:pt x="123216" y="247091"/>
                    <a:pt x="116976" y="234462"/>
                    <a:pt x="110550" y="221926"/>
                  </a:cubicBezTo>
                  <a:cubicBezTo>
                    <a:pt x="108669" y="218238"/>
                    <a:pt x="106322" y="214885"/>
                    <a:pt x="103919" y="211495"/>
                  </a:cubicBezTo>
                  <a:cubicBezTo>
                    <a:pt x="100790" y="207081"/>
                    <a:pt x="96636" y="204771"/>
                    <a:pt x="91868" y="206298"/>
                  </a:cubicBezTo>
                  <a:cubicBezTo>
                    <a:pt x="79704" y="210191"/>
                    <a:pt x="70149" y="204510"/>
                    <a:pt x="59643" y="199891"/>
                  </a:cubicBezTo>
                  <a:cubicBezTo>
                    <a:pt x="40533" y="191509"/>
                    <a:pt x="28109" y="176906"/>
                    <a:pt x="19466" y="158987"/>
                  </a:cubicBezTo>
                  <a:cubicBezTo>
                    <a:pt x="11531" y="142595"/>
                    <a:pt x="6632" y="124993"/>
                    <a:pt x="4006" y="106869"/>
                  </a:cubicBezTo>
                  <a:cubicBezTo>
                    <a:pt x="2590" y="97053"/>
                    <a:pt x="-55" y="87498"/>
                    <a:pt x="1" y="77365"/>
                  </a:cubicBezTo>
                  <a:cubicBezTo>
                    <a:pt x="113" y="58682"/>
                    <a:pt x="5589" y="41490"/>
                    <a:pt x="12574" y="24540"/>
                  </a:cubicBezTo>
                  <a:cubicBezTo>
                    <a:pt x="17845" y="11780"/>
                    <a:pt x="28649" y="5932"/>
                    <a:pt x="40924" y="2579"/>
                  </a:cubicBezTo>
                  <a:cubicBezTo>
                    <a:pt x="62624" y="-3326"/>
                    <a:pt x="82592" y="1014"/>
                    <a:pt x="100510" y="14519"/>
                  </a:cubicBezTo>
                  <a:cubicBezTo>
                    <a:pt x="121354" y="30239"/>
                    <a:pt x="132418" y="52871"/>
                    <a:pt x="141806" y="76061"/>
                  </a:cubicBezTo>
                  <a:cubicBezTo>
                    <a:pt x="153894" y="105920"/>
                    <a:pt x="156726" y="137212"/>
                    <a:pt x="152144" y="169176"/>
                  </a:cubicBezTo>
                  <a:cubicBezTo>
                    <a:pt x="150355" y="181655"/>
                    <a:pt x="143575" y="191453"/>
                    <a:pt x="136516" y="201232"/>
                  </a:cubicBezTo>
                  <a:cubicBezTo>
                    <a:pt x="129009" y="211663"/>
                    <a:pt x="128618" y="220250"/>
                    <a:pt x="135305" y="231016"/>
                  </a:cubicBezTo>
                  <a:cubicBezTo>
                    <a:pt x="142793" y="243105"/>
                    <a:pt x="145047" y="256870"/>
                    <a:pt x="148120" y="270393"/>
                  </a:cubicBezTo>
                  <a:cubicBezTo>
                    <a:pt x="149331" y="275683"/>
                    <a:pt x="150076" y="281159"/>
                    <a:pt x="152460" y="286095"/>
                  </a:cubicBezTo>
                  <a:cubicBezTo>
                    <a:pt x="153503" y="288274"/>
                    <a:pt x="152162" y="289504"/>
                    <a:pt x="151231" y="291068"/>
                  </a:cubicBezTo>
                  <a:cubicBezTo>
                    <a:pt x="153876" y="292745"/>
                    <a:pt x="155478" y="290156"/>
                    <a:pt x="157527" y="289802"/>
                  </a:cubicBezTo>
                  <a:cubicBezTo>
                    <a:pt x="159147" y="292856"/>
                    <a:pt x="156912" y="294645"/>
                    <a:pt x="155161" y="296451"/>
                  </a:cubicBezTo>
                  <a:cubicBezTo>
                    <a:pt x="153634" y="298035"/>
                    <a:pt x="151641" y="299152"/>
                    <a:pt x="150188" y="300847"/>
                  </a:cubicBezTo>
                  <a:cubicBezTo>
                    <a:pt x="146649" y="304982"/>
                    <a:pt x="146816" y="306826"/>
                    <a:pt x="151045" y="310198"/>
                  </a:cubicBezTo>
                  <a:cubicBezTo>
                    <a:pt x="143948" y="312023"/>
                    <a:pt x="143333" y="311651"/>
                    <a:pt x="142663" y="305057"/>
                  </a:cubicBezTo>
                  <a:cubicBezTo>
                    <a:pt x="140949" y="288405"/>
                    <a:pt x="132008" y="276484"/>
                    <a:pt x="116473" y="273373"/>
                  </a:cubicBezTo>
                  <a:cubicBezTo>
                    <a:pt x="106024" y="271324"/>
                    <a:pt x="95034" y="271641"/>
                    <a:pt x="85125" y="277247"/>
                  </a:cubicBezTo>
                  <a:close/>
                </a:path>
              </a:pathLst>
            </a:custGeom>
            <a:solidFill>
              <a:srgbClr val="7D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E7DFE632-553C-0706-1236-F417FF113ECD}"/>
                </a:ext>
              </a:extLst>
            </p:cNvPr>
            <p:cNvSpPr/>
            <p:nvPr/>
          </p:nvSpPr>
          <p:spPr>
            <a:xfrm>
              <a:off x="1631378" y="4971048"/>
              <a:ext cx="184967" cy="149354"/>
            </a:xfrm>
            <a:custGeom>
              <a:avLst/>
              <a:gdLst>
                <a:gd name="csX0" fmla="*/ 6339 w 184967"/>
                <a:gd name="csY0" fmla="*/ 42563 h 149354"/>
                <a:gd name="csX1" fmla="*/ 61642 w 184967"/>
                <a:gd name="csY1" fmla="*/ 1901 h 149354"/>
                <a:gd name="csX2" fmla="*/ 74997 w 184967"/>
                <a:gd name="csY2" fmla="*/ 57 h 149354"/>
                <a:gd name="csX3" fmla="*/ 97740 w 184967"/>
                <a:gd name="csY3" fmla="*/ 4378 h 149354"/>
                <a:gd name="csX4" fmla="*/ 132423 w 184967"/>
                <a:gd name="csY4" fmla="*/ 29319 h 149354"/>
                <a:gd name="csX5" fmla="*/ 144623 w 184967"/>
                <a:gd name="csY5" fmla="*/ 67709 h 149354"/>
                <a:gd name="csX6" fmla="*/ 142742 w 184967"/>
                <a:gd name="csY6" fmla="*/ 82759 h 149354"/>
                <a:gd name="csX7" fmla="*/ 151161 w 184967"/>
                <a:gd name="csY7" fmla="*/ 101125 h 149354"/>
                <a:gd name="csX8" fmla="*/ 182678 w 184967"/>
                <a:gd name="csY8" fmla="*/ 122732 h 149354"/>
                <a:gd name="csX9" fmla="*/ 184932 w 184967"/>
                <a:gd name="csY9" fmla="*/ 126141 h 149354"/>
                <a:gd name="csX10" fmla="*/ 184578 w 184967"/>
                <a:gd name="csY10" fmla="*/ 126588 h 149354"/>
                <a:gd name="csX11" fmla="*/ 169304 w 184967"/>
                <a:gd name="csY11" fmla="*/ 129437 h 149354"/>
                <a:gd name="csX12" fmla="*/ 139781 w 184967"/>
                <a:gd name="csY12" fmla="*/ 117479 h 149354"/>
                <a:gd name="csX13" fmla="*/ 131678 w 184967"/>
                <a:gd name="csY13" fmla="*/ 118243 h 149354"/>
                <a:gd name="csX14" fmla="*/ 122048 w 184967"/>
                <a:gd name="csY14" fmla="*/ 127295 h 149354"/>
                <a:gd name="csX15" fmla="*/ 86825 w 184967"/>
                <a:gd name="csY15" fmla="*/ 149331 h 149354"/>
                <a:gd name="csX16" fmla="*/ 51714 w 184967"/>
                <a:gd name="csY16" fmla="*/ 144711 h 149354"/>
                <a:gd name="csX17" fmla="*/ 9822 w 184967"/>
                <a:gd name="csY17" fmla="*/ 110960 h 149354"/>
                <a:gd name="csX18" fmla="*/ 3825 w 184967"/>
                <a:gd name="csY18" fmla="*/ 98853 h 149354"/>
                <a:gd name="csX19" fmla="*/ 379 w 184967"/>
                <a:gd name="csY19" fmla="*/ 79760 h 149354"/>
                <a:gd name="csX20" fmla="*/ 6339 w 184967"/>
                <a:gd name="csY20" fmla="*/ 42563 h 14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4967" h="149354">
                  <a:moveTo>
                    <a:pt x="6339" y="42563"/>
                  </a:moveTo>
                  <a:cubicBezTo>
                    <a:pt x="18875" y="20975"/>
                    <a:pt x="37427" y="7582"/>
                    <a:pt x="61642" y="1901"/>
                  </a:cubicBezTo>
                  <a:cubicBezTo>
                    <a:pt x="66093" y="1249"/>
                    <a:pt x="70527" y="187"/>
                    <a:pt x="74997" y="57"/>
                  </a:cubicBezTo>
                  <a:cubicBezTo>
                    <a:pt x="82839" y="-185"/>
                    <a:pt x="90401" y="187"/>
                    <a:pt x="97740" y="4378"/>
                  </a:cubicBezTo>
                  <a:cubicBezTo>
                    <a:pt x="110220" y="11512"/>
                    <a:pt x="121526" y="20043"/>
                    <a:pt x="132423" y="29319"/>
                  </a:cubicBezTo>
                  <a:cubicBezTo>
                    <a:pt x="144549" y="39657"/>
                    <a:pt x="148312" y="52416"/>
                    <a:pt x="144623" y="67709"/>
                  </a:cubicBezTo>
                  <a:cubicBezTo>
                    <a:pt x="143431" y="72626"/>
                    <a:pt x="143320" y="77730"/>
                    <a:pt x="142742" y="82759"/>
                  </a:cubicBezTo>
                  <a:cubicBezTo>
                    <a:pt x="141811" y="90824"/>
                    <a:pt x="145071" y="96301"/>
                    <a:pt x="151161" y="101125"/>
                  </a:cubicBezTo>
                  <a:cubicBezTo>
                    <a:pt x="161183" y="109060"/>
                    <a:pt x="171446" y="116622"/>
                    <a:pt x="182678" y="122732"/>
                  </a:cubicBezTo>
                  <a:cubicBezTo>
                    <a:pt x="184149" y="123533"/>
                    <a:pt x="185174" y="124334"/>
                    <a:pt x="184932" y="126141"/>
                  </a:cubicBezTo>
                  <a:cubicBezTo>
                    <a:pt x="184820" y="126290"/>
                    <a:pt x="184689" y="126420"/>
                    <a:pt x="184578" y="126588"/>
                  </a:cubicBezTo>
                  <a:cubicBezTo>
                    <a:pt x="178748" y="134970"/>
                    <a:pt x="178822" y="134821"/>
                    <a:pt x="169304" y="129437"/>
                  </a:cubicBezTo>
                  <a:cubicBezTo>
                    <a:pt x="160009" y="124185"/>
                    <a:pt x="150062" y="120348"/>
                    <a:pt x="139781" y="117479"/>
                  </a:cubicBezTo>
                  <a:cubicBezTo>
                    <a:pt x="137042" y="116715"/>
                    <a:pt x="134230" y="116492"/>
                    <a:pt x="131678" y="118243"/>
                  </a:cubicBezTo>
                  <a:cubicBezTo>
                    <a:pt x="127263" y="119994"/>
                    <a:pt x="124525" y="123365"/>
                    <a:pt x="122048" y="127295"/>
                  </a:cubicBezTo>
                  <a:cubicBezTo>
                    <a:pt x="113889" y="140278"/>
                    <a:pt x="102509" y="148958"/>
                    <a:pt x="86825" y="149331"/>
                  </a:cubicBezTo>
                  <a:cubicBezTo>
                    <a:pt x="75016" y="149610"/>
                    <a:pt x="63244" y="147375"/>
                    <a:pt x="51714" y="144711"/>
                  </a:cubicBezTo>
                  <a:cubicBezTo>
                    <a:pt x="32435" y="140241"/>
                    <a:pt x="18893" y="128264"/>
                    <a:pt x="9822" y="110960"/>
                  </a:cubicBezTo>
                  <a:cubicBezTo>
                    <a:pt x="7736" y="106974"/>
                    <a:pt x="5836" y="102876"/>
                    <a:pt x="3825" y="98853"/>
                  </a:cubicBezTo>
                  <a:cubicBezTo>
                    <a:pt x="807" y="92817"/>
                    <a:pt x="-776" y="86447"/>
                    <a:pt x="379" y="79760"/>
                  </a:cubicBezTo>
                  <a:cubicBezTo>
                    <a:pt x="2521" y="67373"/>
                    <a:pt x="2856" y="54707"/>
                    <a:pt x="6339" y="42563"/>
                  </a:cubicBezTo>
                  <a:close/>
                </a:path>
              </a:pathLst>
            </a:custGeom>
            <a:solidFill>
              <a:srgbClr val="82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4F62C175-0A7E-BF08-F451-86BE9789082B}"/>
                </a:ext>
              </a:extLst>
            </p:cNvPr>
            <p:cNvSpPr/>
            <p:nvPr/>
          </p:nvSpPr>
          <p:spPr>
            <a:xfrm>
              <a:off x="2001601" y="5127937"/>
              <a:ext cx="343690" cy="155147"/>
            </a:xfrm>
            <a:custGeom>
              <a:avLst/>
              <a:gdLst>
                <a:gd name="csX0" fmla="*/ 333182 w 343690"/>
                <a:gd name="csY0" fmla="*/ 73244 h 155147"/>
                <a:gd name="csX1" fmla="*/ 335343 w 343690"/>
                <a:gd name="csY1" fmla="*/ 140728 h 155147"/>
                <a:gd name="csX2" fmla="*/ 326160 w 343690"/>
                <a:gd name="csY2" fmla="*/ 154530 h 155147"/>
                <a:gd name="csX3" fmla="*/ 320721 w 343690"/>
                <a:gd name="csY3" fmla="*/ 151736 h 155147"/>
                <a:gd name="csX4" fmla="*/ 306676 w 343690"/>
                <a:gd name="csY4" fmla="*/ 141194 h 155147"/>
                <a:gd name="csX5" fmla="*/ 298890 w 343690"/>
                <a:gd name="csY5" fmla="*/ 139853 h 155147"/>
                <a:gd name="csX6" fmla="*/ 291011 w 343690"/>
                <a:gd name="csY6" fmla="*/ 132365 h 155147"/>
                <a:gd name="csX7" fmla="*/ 281996 w 343690"/>
                <a:gd name="csY7" fmla="*/ 139070 h 155147"/>
                <a:gd name="csX8" fmla="*/ 240179 w 343690"/>
                <a:gd name="csY8" fmla="*/ 133836 h 155147"/>
                <a:gd name="csX9" fmla="*/ 201976 w 343690"/>
                <a:gd name="csY9" fmla="*/ 126963 h 155147"/>
                <a:gd name="csX10" fmla="*/ 173309 w 343690"/>
                <a:gd name="csY10" fmla="*/ 121282 h 155147"/>
                <a:gd name="csX11" fmla="*/ 168355 w 343690"/>
                <a:gd name="csY11" fmla="*/ 117147 h 155147"/>
                <a:gd name="csX12" fmla="*/ 168056 w 343690"/>
                <a:gd name="csY12" fmla="*/ 106529 h 155147"/>
                <a:gd name="csX13" fmla="*/ 167814 w 343690"/>
                <a:gd name="csY13" fmla="*/ 105598 h 155147"/>
                <a:gd name="csX14" fmla="*/ 167684 w 343690"/>
                <a:gd name="csY14" fmla="*/ 106045 h 155147"/>
                <a:gd name="csX15" fmla="*/ 167293 w 343690"/>
                <a:gd name="csY15" fmla="*/ 111167 h 155147"/>
                <a:gd name="csX16" fmla="*/ 157775 w 343690"/>
                <a:gd name="csY16" fmla="*/ 116811 h 155147"/>
                <a:gd name="csX17" fmla="*/ 106607 w 343690"/>
                <a:gd name="csY17" fmla="*/ 101780 h 155147"/>
                <a:gd name="csX18" fmla="*/ 96716 w 343690"/>
                <a:gd name="csY18" fmla="*/ 89579 h 155147"/>
                <a:gd name="csX19" fmla="*/ 96418 w 343690"/>
                <a:gd name="csY19" fmla="*/ 86785 h 155147"/>
                <a:gd name="csX20" fmla="*/ 95226 w 343690"/>
                <a:gd name="csY20" fmla="*/ 83414 h 155147"/>
                <a:gd name="csX21" fmla="*/ 96325 w 343690"/>
                <a:gd name="csY21" fmla="*/ 90101 h 155147"/>
                <a:gd name="csX22" fmla="*/ 86192 w 343690"/>
                <a:gd name="csY22" fmla="*/ 97421 h 155147"/>
                <a:gd name="csX23" fmla="*/ 30852 w 343690"/>
                <a:gd name="csY23" fmla="*/ 83358 h 155147"/>
                <a:gd name="csX24" fmla="*/ 25544 w 343690"/>
                <a:gd name="csY24" fmla="*/ 78999 h 155147"/>
                <a:gd name="csX25" fmla="*/ 2093 w 343690"/>
                <a:gd name="csY25" fmla="*/ 47558 h 155147"/>
                <a:gd name="csX26" fmla="*/ 2689 w 343690"/>
                <a:gd name="csY26" fmla="*/ 39008 h 155147"/>
                <a:gd name="csX27" fmla="*/ 19006 w 343690"/>
                <a:gd name="csY27" fmla="*/ 14048 h 155147"/>
                <a:gd name="csX28" fmla="*/ 22415 w 343690"/>
                <a:gd name="csY28" fmla="*/ 9745 h 155147"/>
                <a:gd name="csX29" fmla="*/ 22359 w 343690"/>
                <a:gd name="csY29" fmla="*/ 9783 h 155147"/>
                <a:gd name="csX30" fmla="*/ 31355 w 343690"/>
                <a:gd name="csY30" fmla="*/ 3338 h 155147"/>
                <a:gd name="csX31" fmla="*/ 41414 w 343690"/>
                <a:gd name="csY31" fmla="*/ 823 h 155147"/>
                <a:gd name="csX32" fmla="*/ 55738 w 343690"/>
                <a:gd name="csY32" fmla="*/ 2146 h 155147"/>
                <a:gd name="csX33" fmla="*/ 86472 w 343690"/>
                <a:gd name="csY33" fmla="*/ 1755 h 155147"/>
                <a:gd name="csX34" fmla="*/ 94891 w 343690"/>
                <a:gd name="csY34" fmla="*/ 7212 h 155147"/>
                <a:gd name="csX35" fmla="*/ 96120 w 343690"/>
                <a:gd name="csY35" fmla="*/ 8255 h 155147"/>
                <a:gd name="csX36" fmla="*/ 97219 w 343690"/>
                <a:gd name="csY36" fmla="*/ 6411 h 155147"/>
                <a:gd name="csX37" fmla="*/ 106384 w 343690"/>
                <a:gd name="csY37" fmla="*/ 3450 h 155147"/>
                <a:gd name="csX38" fmla="*/ 150864 w 343690"/>
                <a:gd name="csY38" fmla="*/ 8646 h 155147"/>
                <a:gd name="csX39" fmla="*/ 167628 w 343690"/>
                <a:gd name="csY39" fmla="*/ 15501 h 155147"/>
                <a:gd name="csX40" fmla="*/ 169081 w 343690"/>
                <a:gd name="csY40" fmla="*/ 16339 h 155147"/>
                <a:gd name="csX41" fmla="*/ 192551 w 343690"/>
                <a:gd name="csY41" fmla="*/ 19860 h 155147"/>
                <a:gd name="csX42" fmla="*/ 227792 w 343690"/>
                <a:gd name="csY42" fmla="*/ 31650 h 155147"/>
                <a:gd name="csX43" fmla="*/ 242768 w 343690"/>
                <a:gd name="csY43" fmla="*/ 39026 h 155147"/>
                <a:gd name="csX44" fmla="*/ 244389 w 343690"/>
                <a:gd name="csY44" fmla="*/ 39138 h 155147"/>
                <a:gd name="csX45" fmla="*/ 254764 w 343690"/>
                <a:gd name="csY45" fmla="*/ 41280 h 155147"/>
                <a:gd name="csX46" fmla="*/ 283411 w 343690"/>
                <a:gd name="csY46" fmla="*/ 58026 h 155147"/>
                <a:gd name="csX47" fmla="*/ 303510 w 343690"/>
                <a:gd name="csY47" fmla="*/ 71604 h 155147"/>
                <a:gd name="csX48" fmla="*/ 325806 w 343690"/>
                <a:gd name="csY48" fmla="*/ 73355 h 155147"/>
                <a:gd name="csX49" fmla="*/ 333182 w 343690"/>
                <a:gd name="csY49" fmla="*/ 73244 h 155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43690" h="155147">
                  <a:moveTo>
                    <a:pt x="333182" y="73244"/>
                  </a:moveTo>
                  <a:cubicBezTo>
                    <a:pt x="346966" y="95316"/>
                    <a:pt x="346668" y="117799"/>
                    <a:pt x="335343" y="140728"/>
                  </a:cubicBezTo>
                  <a:cubicBezTo>
                    <a:pt x="332865" y="145757"/>
                    <a:pt x="330723" y="150917"/>
                    <a:pt x="326160" y="154530"/>
                  </a:cubicBezTo>
                  <a:cubicBezTo>
                    <a:pt x="323012" y="156207"/>
                    <a:pt x="321615" y="154195"/>
                    <a:pt x="320721" y="151736"/>
                  </a:cubicBezTo>
                  <a:cubicBezTo>
                    <a:pt x="318336" y="145105"/>
                    <a:pt x="313382" y="142088"/>
                    <a:pt x="306676" y="141194"/>
                  </a:cubicBezTo>
                  <a:cubicBezTo>
                    <a:pt x="304068" y="140858"/>
                    <a:pt x="301461" y="140430"/>
                    <a:pt x="298890" y="139853"/>
                  </a:cubicBezTo>
                  <a:cubicBezTo>
                    <a:pt x="295221" y="139033"/>
                    <a:pt x="292240" y="137301"/>
                    <a:pt x="291011" y="132365"/>
                  </a:cubicBezTo>
                  <a:cubicBezTo>
                    <a:pt x="289819" y="138269"/>
                    <a:pt x="286094" y="139573"/>
                    <a:pt x="281996" y="139070"/>
                  </a:cubicBezTo>
                  <a:cubicBezTo>
                    <a:pt x="268082" y="137338"/>
                    <a:pt x="254056" y="137710"/>
                    <a:pt x="240179" y="133836"/>
                  </a:cubicBezTo>
                  <a:cubicBezTo>
                    <a:pt x="227848" y="130390"/>
                    <a:pt x="214828" y="128732"/>
                    <a:pt x="201976" y="126963"/>
                  </a:cubicBezTo>
                  <a:cubicBezTo>
                    <a:pt x="192327" y="125640"/>
                    <a:pt x="182678" y="124057"/>
                    <a:pt x="173309" y="121282"/>
                  </a:cubicBezTo>
                  <a:cubicBezTo>
                    <a:pt x="171055" y="120611"/>
                    <a:pt x="169100" y="119605"/>
                    <a:pt x="168355" y="117147"/>
                  </a:cubicBezTo>
                  <a:cubicBezTo>
                    <a:pt x="167703" y="113626"/>
                    <a:pt x="168112" y="110069"/>
                    <a:pt x="168056" y="106529"/>
                  </a:cubicBezTo>
                  <a:cubicBezTo>
                    <a:pt x="168056" y="106101"/>
                    <a:pt x="168056" y="105784"/>
                    <a:pt x="167814" y="105598"/>
                  </a:cubicBezTo>
                  <a:cubicBezTo>
                    <a:pt x="167777" y="105728"/>
                    <a:pt x="167721" y="105840"/>
                    <a:pt x="167684" y="106045"/>
                  </a:cubicBezTo>
                  <a:cubicBezTo>
                    <a:pt x="167572" y="107815"/>
                    <a:pt x="167647" y="109510"/>
                    <a:pt x="167293" y="111167"/>
                  </a:cubicBezTo>
                  <a:cubicBezTo>
                    <a:pt x="166194" y="116402"/>
                    <a:pt x="162692" y="118748"/>
                    <a:pt x="157775" y="116811"/>
                  </a:cubicBezTo>
                  <a:cubicBezTo>
                    <a:pt x="141141" y="110311"/>
                    <a:pt x="123874" y="106101"/>
                    <a:pt x="106607" y="101780"/>
                  </a:cubicBezTo>
                  <a:cubicBezTo>
                    <a:pt x="97517" y="99507"/>
                    <a:pt x="97108" y="98874"/>
                    <a:pt x="96716" y="89579"/>
                  </a:cubicBezTo>
                  <a:cubicBezTo>
                    <a:pt x="96679" y="88648"/>
                    <a:pt x="96623" y="87698"/>
                    <a:pt x="96418" y="86785"/>
                  </a:cubicBezTo>
                  <a:cubicBezTo>
                    <a:pt x="96083" y="85742"/>
                    <a:pt x="95934" y="84643"/>
                    <a:pt x="95226" y="83414"/>
                  </a:cubicBezTo>
                  <a:cubicBezTo>
                    <a:pt x="96008" y="85742"/>
                    <a:pt x="96362" y="87884"/>
                    <a:pt x="96325" y="90101"/>
                  </a:cubicBezTo>
                  <a:cubicBezTo>
                    <a:pt x="95357" y="97049"/>
                    <a:pt x="92730" y="98837"/>
                    <a:pt x="86192" y="97421"/>
                  </a:cubicBezTo>
                  <a:cubicBezTo>
                    <a:pt x="67584" y="93379"/>
                    <a:pt x="49423" y="87568"/>
                    <a:pt x="30852" y="83358"/>
                  </a:cubicBezTo>
                  <a:cubicBezTo>
                    <a:pt x="28207" y="82762"/>
                    <a:pt x="26885" y="80974"/>
                    <a:pt x="25544" y="78999"/>
                  </a:cubicBezTo>
                  <a:cubicBezTo>
                    <a:pt x="22564" y="64918"/>
                    <a:pt x="14666" y="54505"/>
                    <a:pt x="2093" y="47558"/>
                  </a:cubicBezTo>
                  <a:cubicBezTo>
                    <a:pt x="-1092" y="44465"/>
                    <a:pt x="-440" y="41523"/>
                    <a:pt x="2689" y="39008"/>
                  </a:cubicBezTo>
                  <a:cubicBezTo>
                    <a:pt x="10866" y="32451"/>
                    <a:pt x="15988" y="23920"/>
                    <a:pt x="19006" y="14048"/>
                  </a:cubicBezTo>
                  <a:cubicBezTo>
                    <a:pt x="19621" y="12036"/>
                    <a:pt x="21278" y="11161"/>
                    <a:pt x="22415" y="9745"/>
                  </a:cubicBezTo>
                  <a:lnTo>
                    <a:pt x="22359" y="9783"/>
                  </a:lnTo>
                  <a:cubicBezTo>
                    <a:pt x="26028" y="8572"/>
                    <a:pt x="28859" y="6225"/>
                    <a:pt x="31355" y="3338"/>
                  </a:cubicBezTo>
                  <a:cubicBezTo>
                    <a:pt x="34056" y="209"/>
                    <a:pt x="37353" y="-928"/>
                    <a:pt x="41414" y="823"/>
                  </a:cubicBezTo>
                  <a:cubicBezTo>
                    <a:pt x="46015" y="2798"/>
                    <a:pt x="50783" y="2593"/>
                    <a:pt x="55738" y="2146"/>
                  </a:cubicBezTo>
                  <a:cubicBezTo>
                    <a:pt x="65945" y="1214"/>
                    <a:pt x="76208" y="283"/>
                    <a:pt x="86472" y="1755"/>
                  </a:cubicBezTo>
                  <a:cubicBezTo>
                    <a:pt x="90067" y="2276"/>
                    <a:pt x="93513" y="3189"/>
                    <a:pt x="94891" y="7212"/>
                  </a:cubicBezTo>
                  <a:cubicBezTo>
                    <a:pt x="95394" y="9615"/>
                    <a:pt x="95412" y="9615"/>
                    <a:pt x="96120" y="8255"/>
                  </a:cubicBezTo>
                  <a:cubicBezTo>
                    <a:pt x="96456" y="7622"/>
                    <a:pt x="96772" y="6989"/>
                    <a:pt x="97219" y="6411"/>
                  </a:cubicBezTo>
                  <a:cubicBezTo>
                    <a:pt x="99715" y="3673"/>
                    <a:pt x="102770" y="3226"/>
                    <a:pt x="106384" y="3450"/>
                  </a:cubicBezTo>
                  <a:cubicBezTo>
                    <a:pt x="121304" y="4400"/>
                    <a:pt x="136093" y="6486"/>
                    <a:pt x="150864" y="8646"/>
                  </a:cubicBezTo>
                  <a:cubicBezTo>
                    <a:pt x="156992" y="9540"/>
                    <a:pt x="163102" y="10639"/>
                    <a:pt x="167628" y="15501"/>
                  </a:cubicBezTo>
                  <a:cubicBezTo>
                    <a:pt x="168075" y="15836"/>
                    <a:pt x="168559" y="16116"/>
                    <a:pt x="169081" y="16339"/>
                  </a:cubicBezTo>
                  <a:cubicBezTo>
                    <a:pt x="177370" y="14477"/>
                    <a:pt x="184914" y="17066"/>
                    <a:pt x="192551" y="19860"/>
                  </a:cubicBezTo>
                  <a:cubicBezTo>
                    <a:pt x="204174" y="24125"/>
                    <a:pt x="215927" y="28130"/>
                    <a:pt x="227792" y="31650"/>
                  </a:cubicBezTo>
                  <a:cubicBezTo>
                    <a:pt x="233287" y="33289"/>
                    <a:pt x="238391" y="35338"/>
                    <a:pt x="242768" y="39026"/>
                  </a:cubicBezTo>
                  <a:cubicBezTo>
                    <a:pt x="243308" y="39082"/>
                    <a:pt x="243848" y="39138"/>
                    <a:pt x="244389" y="39138"/>
                  </a:cubicBezTo>
                  <a:cubicBezTo>
                    <a:pt x="248058" y="38803"/>
                    <a:pt x="251374" y="39902"/>
                    <a:pt x="254764" y="41280"/>
                  </a:cubicBezTo>
                  <a:cubicBezTo>
                    <a:pt x="265157" y="45471"/>
                    <a:pt x="274676" y="51097"/>
                    <a:pt x="283411" y="58026"/>
                  </a:cubicBezTo>
                  <a:cubicBezTo>
                    <a:pt x="289763" y="63074"/>
                    <a:pt x="296618" y="67451"/>
                    <a:pt x="303510" y="71604"/>
                  </a:cubicBezTo>
                  <a:cubicBezTo>
                    <a:pt x="310290" y="75665"/>
                    <a:pt x="317871" y="78534"/>
                    <a:pt x="325806" y="73355"/>
                  </a:cubicBezTo>
                  <a:cubicBezTo>
                    <a:pt x="328078" y="71847"/>
                    <a:pt x="330704" y="71306"/>
                    <a:pt x="333182" y="73244"/>
                  </a:cubicBezTo>
                  <a:close/>
                </a:path>
              </a:pathLst>
            </a:custGeom>
            <a:solidFill>
              <a:srgbClr val="88BE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7C06AF81-1D1B-5DA0-AD48-56478F7DEF4E}"/>
                </a:ext>
              </a:extLst>
            </p:cNvPr>
            <p:cNvSpPr/>
            <p:nvPr/>
          </p:nvSpPr>
          <p:spPr>
            <a:xfrm>
              <a:off x="2023960" y="5092760"/>
              <a:ext cx="310823" cy="112743"/>
            </a:xfrm>
            <a:custGeom>
              <a:avLst/>
              <a:gdLst>
                <a:gd name="csX0" fmla="*/ 310823 w 310823"/>
                <a:gd name="csY0" fmla="*/ 108421 h 112743"/>
                <a:gd name="csX1" fmla="*/ 304807 w 310823"/>
                <a:gd name="csY1" fmla="*/ 109259 h 112743"/>
                <a:gd name="csX2" fmla="*/ 277500 w 310823"/>
                <a:gd name="csY2" fmla="*/ 106130 h 112743"/>
                <a:gd name="csX3" fmla="*/ 230989 w 310823"/>
                <a:gd name="csY3" fmla="*/ 77296 h 112743"/>
                <a:gd name="csX4" fmla="*/ 220633 w 310823"/>
                <a:gd name="csY4" fmla="*/ 75676 h 112743"/>
                <a:gd name="csX5" fmla="*/ 222570 w 310823"/>
                <a:gd name="csY5" fmla="*/ 65114 h 112743"/>
                <a:gd name="csX6" fmla="*/ 220596 w 310823"/>
                <a:gd name="csY6" fmla="*/ 75732 h 112743"/>
                <a:gd name="csX7" fmla="*/ 220204 w 310823"/>
                <a:gd name="csY7" fmla="*/ 76141 h 112743"/>
                <a:gd name="csX8" fmla="*/ 190718 w 310823"/>
                <a:gd name="csY8" fmla="*/ 63773 h 112743"/>
                <a:gd name="csX9" fmla="*/ 156855 w 310823"/>
                <a:gd name="csY9" fmla="*/ 52430 h 112743"/>
                <a:gd name="csX10" fmla="*/ 145996 w 310823"/>
                <a:gd name="csY10" fmla="*/ 52933 h 112743"/>
                <a:gd name="csX11" fmla="*/ 147672 w 310823"/>
                <a:gd name="csY11" fmla="*/ 44420 h 112743"/>
                <a:gd name="csX12" fmla="*/ 146014 w 310823"/>
                <a:gd name="csY12" fmla="*/ 52970 h 112743"/>
                <a:gd name="csX13" fmla="*/ 120123 w 310823"/>
                <a:gd name="csY13" fmla="*/ 44290 h 112743"/>
                <a:gd name="csX14" fmla="*/ 81305 w 310823"/>
                <a:gd name="csY14" fmla="*/ 39670 h 112743"/>
                <a:gd name="csX15" fmla="*/ 74935 w 310823"/>
                <a:gd name="csY15" fmla="*/ 42893 h 112743"/>
                <a:gd name="csX16" fmla="*/ 74805 w 310823"/>
                <a:gd name="csY16" fmla="*/ 33933 h 112743"/>
                <a:gd name="csX17" fmla="*/ 71415 w 310823"/>
                <a:gd name="csY17" fmla="*/ 44066 h 112743"/>
                <a:gd name="csX18" fmla="*/ 65435 w 310823"/>
                <a:gd name="csY18" fmla="*/ 38609 h 112743"/>
                <a:gd name="csX19" fmla="*/ 52676 w 310823"/>
                <a:gd name="csY19" fmla="*/ 37547 h 112743"/>
                <a:gd name="csX20" fmla="*/ 31423 w 310823"/>
                <a:gd name="csY20" fmla="*/ 39205 h 112743"/>
                <a:gd name="csX21" fmla="*/ 18813 w 310823"/>
                <a:gd name="csY21" fmla="*/ 37677 h 112743"/>
                <a:gd name="csX22" fmla="*/ 9444 w 310823"/>
                <a:gd name="csY22" fmla="*/ 40285 h 112743"/>
                <a:gd name="csX23" fmla="*/ 0 w 310823"/>
                <a:gd name="csY23" fmla="*/ 44923 h 112743"/>
                <a:gd name="csX24" fmla="*/ 24271 w 310823"/>
                <a:gd name="csY24" fmla="*/ 18324 h 112743"/>
                <a:gd name="csX25" fmla="*/ 64765 w 310823"/>
                <a:gd name="csY25" fmla="*/ 89 h 112743"/>
                <a:gd name="csX26" fmla="*/ 149907 w 310823"/>
                <a:gd name="csY26" fmla="*/ 7744 h 112743"/>
                <a:gd name="csX27" fmla="*/ 230039 w 310823"/>
                <a:gd name="csY27" fmla="*/ 37174 h 112743"/>
                <a:gd name="csX28" fmla="*/ 296518 w 310823"/>
                <a:gd name="csY28" fmla="*/ 87559 h 112743"/>
                <a:gd name="csX29" fmla="*/ 310823 w 310823"/>
                <a:gd name="csY29" fmla="*/ 108421 h 11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10823" h="112743">
                  <a:moveTo>
                    <a:pt x="310823" y="108421"/>
                  </a:moveTo>
                  <a:cubicBezTo>
                    <a:pt x="308774" y="108459"/>
                    <a:pt x="306632" y="107993"/>
                    <a:pt x="304807" y="109259"/>
                  </a:cubicBezTo>
                  <a:cubicBezTo>
                    <a:pt x="294767" y="116207"/>
                    <a:pt x="286217" y="111495"/>
                    <a:pt x="277500" y="106130"/>
                  </a:cubicBezTo>
                  <a:cubicBezTo>
                    <a:pt x="261965" y="96593"/>
                    <a:pt x="248536" y="83685"/>
                    <a:pt x="230989" y="77296"/>
                  </a:cubicBezTo>
                  <a:cubicBezTo>
                    <a:pt x="227487" y="76030"/>
                    <a:pt x="224191" y="75564"/>
                    <a:pt x="220633" y="75676"/>
                  </a:cubicBezTo>
                  <a:cubicBezTo>
                    <a:pt x="219720" y="71876"/>
                    <a:pt x="223334" y="68896"/>
                    <a:pt x="222570" y="65114"/>
                  </a:cubicBezTo>
                  <a:cubicBezTo>
                    <a:pt x="223203" y="68896"/>
                    <a:pt x="219627" y="71894"/>
                    <a:pt x="220596" y="75732"/>
                  </a:cubicBezTo>
                  <a:cubicBezTo>
                    <a:pt x="220465" y="75862"/>
                    <a:pt x="220335" y="76011"/>
                    <a:pt x="220204" y="76141"/>
                  </a:cubicBezTo>
                  <a:cubicBezTo>
                    <a:pt x="212139" y="67871"/>
                    <a:pt x="200740" y="67312"/>
                    <a:pt x="190718" y="63773"/>
                  </a:cubicBezTo>
                  <a:cubicBezTo>
                    <a:pt x="179524" y="59824"/>
                    <a:pt x="168441" y="55447"/>
                    <a:pt x="156855" y="52430"/>
                  </a:cubicBezTo>
                  <a:cubicBezTo>
                    <a:pt x="152739" y="51349"/>
                    <a:pt x="149609" y="54143"/>
                    <a:pt x="145996" y="52933"/>
                  </a:cubicBezTo>
                  <a:cubicBezTo>
                    <a:pt x="147616" y="50306"/>
                    <a:pt x="146610" y="47158"/>
                    <a:pt x="147672" y="44420"/>
                  </a:cubicBezTo>
                  <a:cubicBezTo>
                    <a:pt x="146648" y="47177"/>
                    <a:pt x="147449" y="50288"/>
                    <a:pt x="146014" y="52970"/>
                  </a:cubicBezTo>
                  <a:cubicBezTo>
                    <a:pt x="138992" y="45333"/>
                    <a:pt x="129213" y="45575"/>
                    <a:pt x="120123" y="44290"/>
                  </a:cubicBezTo>
                  <a:cubicBezTo>
                    <a:pt x="107215" y="42446"/>
                    <a:pt x="94251" y="41086"/>
                    <a:pt x="81305" y="39670"/>
                  </a:cubicBezTo>
                  <a:cubicBezTo>
                    <a:pt x="78679" y="39391"/>
                    <a:pt x="76909" y="41496"/>
                    <a:pt x="74935" y="42893"/>
                  </a:cubicBezTo>
                  <a:cubicBezTo>
                    <a:pt x="72048" y="39763"/>
                    <a:pt x="76015" y="36541"/>
                    <a:pt x="74805" y="33933"/>
                  </a:cubicBezTo>
                  <a:cubicBezTo>
                    <a:pt x="73836" y="37007"/>
                    <a:pt x="75270" y="41365"/>
                    <a:pt x="71415" y="44066"/>
                  </a:cubicBezTo>
                  <a:cubicBezTo>
                    <a:pt x="71620" y="39875"/>
                    <a:pt x="68136" y="39018"/>
                    <a:pt x="65435" y="38609"/>
                  </a:cubicBezTo>
                  <a:cubicBezTo>
                    <a:pt x="61207" y="37957"/>
                    <a:pt x="56569" y="36876"/>
                    <a:pt x="52676" y="37547"/>
                  </a:cubicBezTo>
                  <a:cubicBezTo>
                    <a:pt x="45579" y="38795"/>
                    <a:pt x="38427" y="37286"/>
                    <a:pt x="31423" y="39205"/>
                  </a:cubicBezTo>
                  <a:cubicBezTo>
                    <a:pt x="27195" y="40360"/>
                    <a:pt x="22445" y="39819"/>
                    <a:pt x="18813" y="37677"/>
                  </a:cubicBezTo>
                  <a:cubicBezTo>
                    <a:pt x="14194" y="34976"/>
                    <a:pt x="11642" y="36969"/>
                    <a:pt x="9444" y="40285"/>
                  </a:cubicBezTo>
                  <a:cubicBezTo>
                    <a:pt x="7097" y="43805"/>
                    <a:pt x="4210" y="45519"/>
                    <a:pt x="0" y="44923"/>
                  </a:cubicBezTo>
                  <a:cubicBezTo>
                    <a:pt x="8103" y="36075"/>
                    <a:pt x="16317" y="27321"/>
                    <a:pt x="24271" y="18324"/>
                  </a:cubicBezTo>
                  <a:cubicBezTo>
                    <a:pt x="35055" y="6105"/>
                    <a:pt x="49435" y="443"/>
                    <a:pt x="64765" y="89"/>
                  </a:cubicBezTo>
                  <a:cubicBezTo>
                    <a:pt x="93320" y="-563"/>
                    <a:pt x="121874" y="2417"/>
                    <a:pt x="149907" y="7744"/>
                  </a:cubicBezTo>
                  <a:cubicBezTo>
                    <a:pt x="178071" y="13090"/>
                    <a:pt x="204577" y="23782"/>
                    <a:pt x="230039" y="37174"/>
                  </a:cubicBezTo>
                  <a:cubicBezTo>
                    <a:pt x="255055" y="50343"/>
                    <a:pt x="277630" y="66474"/>
                    <a:pt x="296518" y="87559"/>
                  </a:cubicBezTo>
                  <a:cubicBezTo>
                    <a:pt x="302180" y="93893"/>
                    <a:pt x="306967" y="100859"/>
                    <a:pt x="310823" y="108421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E47FB028-01E3-4E25-5EC0-8EB41F837196}"/>
                </a:ext>
              </a:extLst>
            </p:cNvPr>
            <p:cNvSpPr/>
            <p:nvPr/>
          </p:nvSpPr>
          <p:spPr>
            <a:xfrm>
              <a:off x="1976487" y="4813109"/>
              <a:ext cx="170493" cy="190557"/>
            </a:xfrm>
            <a:custGeom>
              <a:avLst/>
              <a:gdLst>
                <a:gd name="csX0" fmla="*/ 132615 w 170493"/>
                <a:gd name="csY0" fmla="*/ 339 h 190557"/>
                <a:gd name="csX1" fmla="*/ 168602 w 170493"/>
                <a:gd name="csY1" fmla="*/ 26342 h 190557"/>
                <a:gd name="csX2" fmla="*/ 166422 w 170493"/>
                <a:gd name="csY2" fmla="*/ 37797 h 190557"/>
                <a:gd name="csX3" fmla="*/ 160816 w 170493"/>
                <a:gd name="csY3" fmla="*/ 46776 h 190557"/>
                <a:gd name="csX4" fmla="*/ 156066 w 170493"/>
                <a:gd name="csY4" fmla="*/ 57002 h 190557"/>
                <a:gd name="csX5" fmla="*/ 147423 w 170493"/>
                <a:gd name="csY5" fmla="*/ 60783 h 190557"/>
                <a:gd name="csX6" fmla="*/ 149770 w 170493"/>
                <a:gd name="csY6" fmla="*/ 73579 h 190557"/>
                <a:gd name="csX7" fmla="*/ 138576 w 170493"/>
                <a:gd name="csY7" fmla="*/ 97514 h 190557"/>
                <a:gd name="csX8" fmla="*/ 110934 w 170493"/>
                <a:gd name="csY8" fmla="*/ 141324 h 190557"/>
                <a:gd name="csX9" fmla="*/ 83124 w 170493"/>
                <a:gd name="csY9" fmla="*/ 165669 h 190557"/>
                <a:gd name="csX10" fmla="*/ 52316 w 170493"/>
                <a:gd name="csY10" fmla="*/ 184315 h 190557"/>
                <a:gd name="csX11" fmla="*/ 45405 w 170493"/>
                <a:gd name="csY11" fmla="*/ 187947 h 190557"/>
                <a:gd name="csX12" fmla="*/ 42276 w 170493"/>
                <a:gd name="csY12" fmla="*/ 189269 h 190557"/>
                <a:gd name="csX13" fmla="*/ 26704 w 170493"/>
                <a:gd name="csY13" fmla="*/ 187947 h 190557"/>
                <a:gd name="csX14" fmla="*/ 8655 w 170493"/>
                <a:gd name="csY14" fmla="*/ 178671 h 190557"/>
                <a:gd name="csX15" fmla="*/ 1111 w 170493"/>
                <a:gd name="csY15" fmla="*/ 168035 h 190557"/>
                <a:gd name="csX16" fmla="*/ 1502 w 170493"/>
                <a:gd name="csY16" fmla="*/ 148570 h 190557"/>
                <a:gd name="csX17" fmla="*/ 3551 w 170493"/>
                <a:gd name="csY17" fmla="*/ 134675 h 190557"/>
                <a:gd name="csX18" fmla="*/ 12305 w 170493"/>
                <a:gd name="csY18" fmla="*/ 119941 h 190557"/>
                <a:gd name="csX19" fmla="*/ 13982 w 170493"/>
                <a:gd name="csY19" fmla="*/ 115601 h 190557"/>
                <a:gd name="csX20" fmla="*/ 16087 w 170493"/>
                <a:gd name="csY20" fmla="*/ 107070 h 190557"/>
                <a:gd name="csX21" fmla="*/ 30932 w 170493"/>
                <a:gd name="csY21" fmla="*/ 88034 h 190557"/>
                <a:gd name="csX22" fmla="*/ 82621 w 170493"/>
                <a:gd name="csY22" fmla="*/ 40964 h 190557"/>
                <a:gd name="csX23" fmla="*/ 112256 w 170493"/>
                <a:gd name="csY23" fmla="*/ 13322 h 190557"/>
                <a:gd name="csX24" fmla="*/ 115553 w 170493"/>
                <a:gd name="csY24" fmla="*/ 8777 h 190557"/>
                <a:gd name="csX25" fmla="*/ 132615 w 170493"/>
                <a:gd name="csY25" fmla="*/ 339 h 190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0493" h="190557">
                  <a:moveTo>
                    <a:pt x="132615" y="339"/>
                  </a:moveTo>
                  <a:cubicBezTo>
                    <a:pt x="148727" y="3320"/>
                    <a:pt x="159437" y="13769"/>
                    <a:pt x="168602" y="26342"/>
                  </a:cubicBezTo>
                  <a:cubicBezTo>
                    <a:pt x="171321" y="30812"/>
                    <a:pt x="171526" y="34463"/>
                    <a:pt x="166422" y="37797"/>
                  </a:cubicBezTo>
                  <a:cubicBezTo>
                    <a:pt x="163480" y="39716"/>
                    <a:pt x="162176" y="43460"/>
                    <a:pt x="160816" y="46776"/>
                  </a:cubicBezTo>
                  <a:cubicBezTo>
                    <a:pt x="159382" y="50259"/>
                    <a:pt x="157966" y="53723"/>
                    <a:pt x="156066" y="57002"/>
                  </a:cubicBezTo>
                  <a:cubicBezTo>
                    <a:pt x="154148" y="60280"/>
                    <a:pt x="151819" y="62310"/>
                    <a:pt x="147423" y="60783"/>
                  </a:cubicBezTo>
                  <a:cubicBezTo>
                    <a:pt x="152266" y="66203"/>
                    <a:pt x="152266" y="68047"/>
                    <a:pt x="149770" y="73579"/>
                  </a:cubicBezTo>
                  <a:cubicBezTo>
                    <a:pt x="146138" y="81607"/>
                    <a:pt x="143083" y="89859"/>
                    <a:pt x="138576" y="97514"/>
                  </a:cubicBezTo>
                  <a:cubicBezTo>
                    <a:pt x="129802" y="112416"/>
                    <a:pt x="121961" y="127969"/>
                    <a:pt x="110934" y="141324"/>
                  </a:cubicBezTo>
                  <a:cubicBezTo>
                    <a:pt x="103092" y="150824"/>
                    <a:pt x="94561" y="159839"/>
                    <a:pt x="83124" y="165669"/>
                  </a:cubicBezTo>
                  <a:cubicBezTo>
                    <a:pt x="72451" y="171108"/>
                    <a:pt x="62448" y="177888"/>
                    <a:pt x="52316" y="184315"/>
                  </a:cubicBezTo>
                  <a:cubicBezTo>
                    <a:pt x="50080" y="185730"/>
                    <a:pt x="47827" y="186960"/>
                    <a:pt x="45405" y="187947"/>
                  </a:cubicBezTo>
                  <a:cubicBezTo>
                    <a:pt x="44418" y="188524"/>
                    <a:pt x="43598" y="189474"/>
                    <a:pt x="42276" y="189269"/>
                  </a:cubicBezTo>
                  <a:cubicBezTo>
                    <a:pt x="36874" y="191300"/>
                    <a:pt x="31957" y="190983"/>
                    <a:pt x="26704" y="187947"/>
                  </a:cubicBezTo>
                  <a:cubicBezTo>
                    <a:pt x="20874" y="184575"/>
                    <a:pt x="14522" y="182117"/>
                    <a:pt x="8655" y="178671"/>
                  </a:cubicBezTo>
                  <a:cubicBezTo>
                    <a:pt x="4445" y="176193"/>
                    <a:pt x="2061" y="172785"/>
                    <a:pt x="1111" y="168035"/>
                  </a:cubicBezTo>
                  <a:cubicBezTo>
                    <a:pt x="-193" y="161497"/>
                    <a:pt x="-677" y="155127"/>
                    <a:pt x="1502" y="148570"/>
                  </a:cubicBezTo>
                  <a:cubicBezTo>
                    <a:pt x="2973" y="144156"/>
                    <a:pt x="1968" y="139201"/>
                    <a:pt x="3551" y="134675"/>
                  </a:cubicBezTo>
                  <a:cubicBezTo>
                    <a:pt x="5469" y="129143"/>
                    <a:pt x="7109" y="123480"/>
                    <a:pt x="12305" y="119941"/>
                  </a:cubicBezTo>
                  <a:cubicBezTo>
                    <a:pt x="13907" y="118842"/>
                    <a:pt x="14429" y="117501"/>
                    <a:pt x="13982" y="115601"/>
                  </a:cubicBezTo>
                  <a:cubicBezTo>
                    <a:pt x="13218" y="112434"/>
                    <a:pt x="14448" y="109659"/>
                    <a:pt x="16087" y="107070"/>
                  </a:cubicBezTo>
                  <a:cubicBezTo>
                    <a:pt x="20408" y="100234"/>
                    <a:pt x="24618" y="93342"/>
                    <a:pt x="30932" y="88034"/>
                  </a:cubicBezTo>
                  <a:cubicBezTo>
                    <a:pt x="48795" y="73039"/>
                    <a:pt x="64348" y="55456"/>
                    <a:pt x="82621" y="40964"/>
                  </a:cubicBezTo>
                  <a:cubicBezTo>
                    <a:pt x="93294" y="32508"/>
                    <a:pt x="101564" y="21648"/>
                    <a:pt x="112256" y="13322"/>
                  </a:cubicBezTo>
                  <a:cubicBezTo>
                    <a:pt x="113728" y="12167"/>
                    <a:pt x="114659" y="10435"/>
                    <a:pt x="115553" y="8777"/>
                  </a:cubicBezTo>
                  <a:cubicBezTo>
                    <a:pt x="119781" y="898"/>
                    <a:pt x="123302" y="-853"/>
                    <a:pt x="132615" y="339"/>
                  </a:cubicBezTo>
                  <a:close/>
                </a:path>
              </a:pathLst>
            </a:custGeom>
            <a:solidFill>
              <a:srgbClr val="8B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C228EBD6-B1BB-EB2F-BDE7-9CB5827EEE85}"/>
                </a:ext>
              </a:extLst>
            </p:cNvPr>
            <p:cNvSpPr/>
            <p:nvPr/>
          </p:nvSpPr>
          <p:spPr>
            <a:xfrm>
              <a:off x="1602084" y="5282579"/>
              <a:ext cx="168712" cy="195519"/>
            </a:xfrm>
            <a:custGeom>
              <a:avLst/>
              <a:gdLst>
                <a:gd name="csX0" fmla="*/ 151956 w 168712"/>
                <a:gd name="csY0" fmla="*/ 0 h 195519"/>
                <a:gd name="csX1" fmla="*/ 168701 w 168712"/>
                <a:gd name="csY1" fmla="*/ 55526 h 195519"/>
                <a:gd name="csX2" fmla="*/ 162257 w 168712"/>
                <a:gd name="csY2" fmla="*/ 76537 h 195519"/>
                <a:gd name="csX3" fmla="*/ 102204 w 168712"/>
                <a:gd name="csY3" fmla="*/ 141469 h 195519"/>
                <a:gd name="csX4" fmla="*/ 75121 w 168712"/>
                <a:gd name="csY4" fmla="*/ 165926 h 195519"/>
                <a:gd name="csX5" fmla="*/ 69794 w 168712"/>
                <a:gd name="csY5" fmla="*/ 166727 h 195519"/>
                <a:gd name="csX6" fmla="*/ 37756 w 168712"/>
                <a:gd name="csY6" fmla="*/ 187682 h 195519"/>
                <a:gd name="csX7" fmla="*/ 12368 w 168712"/>
                <a:gd name="csY7" fmla="*/ 195319 h 195519"/>
                <a:gd name="csX8" fmla="*/ 931 w 168712"/>
                <a:gd name="csY8" fmla="*/ 189340 h 195519"/>
                <a:gd name="csX9" fmla="*/ 3762 w 168712"/>
                <a:gd name="csY9" fmla="*/ 176301 h 195519"/>
                <a:gd name="csX10" fmla="*/ 21290 w 168712"/>
                <a:gd name="csY10" fmla="*/ 158904 h 195519"/>
                <a:gd name="csX11" fmla="*/ 25481 w 168712"/>
                <a:gd name="csY11" fmla="*/ 151099 h 195519"/>
                <a:gd name="csX12" fmla="*/ 37980 w 168712"/>
                <a:gd name="csY12" fmla="*/ 154452 h 195519"/>
                <a:gd name="csX13" fmla="*/ 24922 w 168712"/>
                <a:gd name="csY13" fmla="*/ 148454 h 195519"/>
                <a:gd name="csX14" fmla="*/ 27809 w 168712"/>
                <a:gd name="csY14" fmla="*/ 144673 h 195519"/>
                <a:gd name="csX15" fmla="*/ 70409 w 168712"/>
                <a:gd name="csY15" fmla="*/ 110661 h 195519"/>
                <a:gd name="csX16" fmla="*/ 82628 w 168712"/>
                <a:gd name="csY16" fmla="*/ 93711 h 195519"/>
                <a:gd name="csX17" fmla="*/ 83540 w 168712"/>
                <a:gd name="csY17" fmla="*/ 93152 h 195519"/>
                <a:gd name="csX18" fmla="*/ 85198 w 168712"/>
                <a:gd name="csY18" fmla="*/ 90973 h 195519"/>
                <a:gd name="csX19" fmla="*/ 108705 w 168712"/>
                <a:gd name="csY19" fmla="*/ 51186 h 195519"/>
                <a:gd name="csX20" fmla="*/ 109618 w 168712"/>
                <a:gd name="csY20" fmla="*/ 47945 h 195519"/>
                <a:gd name="csX21" fmla="*/ 115429 w 168712"/>
                <a:gd name="csY21" fmla="*/ 29430 h 195519"/>
                <a:gd name="csX22" fmla="*/ 116416 w 168712"/>
                <a:gd name="csY22" fmla="*/ 29020 h 195519"/>
                <a:gd name="csX23" fmla="*/ 136962 w 168712"/>
                <a:gd name="csY23" fmla="*/ 36303 h 195519"/>
                <a:gd name="csX24" fmla="*/ 131895 w 168712"/>
                <a:gd name="csY24" fmla="*/ 35130 h 195519"/>
                <a:gd name="csX25" fmla="*/ 116547 w 168712"/>
                <a:gd name="csY25" fmla="*/ 26245 h 195519"/>
                <a:gd name="csX26" fmla="*/ 131392 w 168712"/>
                <a:gd name="csY26" fmla="*/ 8941 h 195519"/>
                <a:gd name="csX27" fmla="*/ 146852 w 168712"/>
                <a:gd name="csY27" fmla="*/ 3967 h 195519"/>
                <a:gd name="csX28" fmla="*/ 151956 w 168712"/>
                <a:gd name="csY28" fmla="*/ 0 h 195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8712" h="195519">
                  <a:moveTo>
                    <a:pt x="151956" y="0"/>
                  </a:moveTo>
                  <a:cubicBezTo>
                    <a:pt x="160599" y="17584"/>
                    <a:pt x="168199" y="35540"/>
                    <a:pt x="168701" y="55526"/>
                  </a:cubicBezTo>
                  <a:cubicBezTo>
                    <a:pt x="168888" y="63107"/>
                    <a:pt x="166708" y="69775"/>
                    <a:pt x="162257" y="76537"/>
                  </a:cubicBezTo>
                  <a:cubicBezTo>
                    <a:pt x="145753" y="101534"/>
                    <a:pt x="123010" y="120589"/>
                    <a:pt x="102204" y="141469"/>
                  </a:cubicBezTo>
                  <a:cubicBezTo>
                    <a:pt x="93655" y="150056"/>
                    <a:pt x="83466" y="157004"/>
                    <a:pt x="75121" y="165926"/>
                  </a:cubicBezTo>
                  <a:cubicBezTo>
                    <a:pt x="72979" y="163710"/>
                    <a:pt x="71433" y="165516"/>
                    <a:pt x="69794" y="166727"/>
                  </a:cubicBezTo>
                  <a:cubicBezTo>
                    <a:pt x="59493" y="174290"/>
                    <a:pt x="49472" y="182467"/>
                    <a:pt x="37756" y="187682"/>
                  </a:cubicBezTo>
                  <a:cubicBezTo>
                    <a:pt x="29728" y="191277"/>
                    <a:pt x="21942" y="196623"/>
                    <a:pt x="12368" y="195319"/>
                  </a:cubicBezTo>
                  <a:cubicBezTo>
                    <a:pt x="7879" y="194704"/>
                    <a:pt x="3148" y="194108"/>
                    <a:pt x="931" y="189340"/>
                  </a:cubicBezTo>
                  <a:cubicBezTo>
                    <a:pt x="-1379" y="184385"/>
                    <a:pt x="1006" y="180380"/>
                    <a:pt x="3762" y="176301"/>
                  </a:cubicBezTo>
                  <a:cubicBezTo>
                    <a:pt x="8475" y="169316"/>
                    <a:pt x="14547" y="163728"/>
                    <a:pt x="21290" y="158904"/>
                  </a:cubicBezTo>
                  <a:cubicBezTo>
                    <a:pt x="24214" y="156818"/>
                    <a:pt x="25462" y="154433"/>
                    <a:pt x="25481" y="151099"/>
                  </a:cubicBezTo>
                  <a:cubicBezTo>
                    <a:pt x="30324" y="150708"/>
                    <a:pt x="34087" y="153949"/>
                    <a:pt x="37980" y="154452"/>
                  </a:cubicBezTo>
                  <a:cubicBezTo>
                    <a:pt x="34198" y="152366"/>
                    <a:pt x="28461" y="152701"/>
                    <a:pt x="24922" y="148454"/>
                  </a:cubicBezTo>
                  <a:cubicBezTo>
                    <a:pt x="24755" y="146350"/>
                    <a:pt x="26431" y="145586"/>
                    <a:pt x="27809" y="144673"/>
                  </a:cubicBezTo>
                  <a:cubicBezTo>
                    <a:pt x="43065" y="134652"/>
                    <a:pt x="56848" y="122731"/>
                    <a:pt x="70409" y="110661"/>
                  </a:cubicBezTo>
                  <a:cubicBezTo>
                    <a:pt x="75475" y="106153"/>
                    <a:pt x="81026" y="101105"/>
                    <a:pt x="82628" y="93711"/>
                  </a:cubicBezTo>
                  <a:cubicBezTo>
                    <a:pt x="82907" y="93450"/>
                    <a:pt x="83205" y="93189"/>
                    <a:pt x="83540" y="93152"/>
                  </a:cubicBezTo>
                  <a:cubicBezTo>
                    <a:pt x="85012" y="92966"/>
                    <a:pt x="85515" y="92351"/>
                    <a:pt x="85198" y="90973"/>
                  </a:cubicBezTo>
                  <a:cubicBezTo>
                    <a:pt x="97753" y="80504"/>
                    <a:pt x="104682" y="66702"/>
                    <a:pt x="108705" y="51186"/>
                  </a:cubicBezTo>
                  <a:cubicBezTo>
                    <a:pt x="108984" y="50106"/>
                    <a:pt x="109040" y="48895"/>
                    <a:pt x="109618" y="47945"/>
                  </a:cubicBezTo>
                  <a:cubicBezTo>
                    <a:pt x="113138" y="42264"/>
                    <a:pt x="114181" y="35819"/>
                    <a:pt x="115429" y="29430"/>
                  </a:cubicBezTo>
                  <a:cubicBezTo>
                    <a:pt x="115746" y="29207"/>
                    <a:pt x="116156" y="28890"/>
                    <a:pt x="116416" y="29020"/>
                  </a:cubicBezTo>
                  <a:cubicBezTo>
                    <a:pt x="123159" y="32168"/>
                    <a:pt x="129809" y="35558"/>
                    <a:pt x="136962" y="36303"/>
                  </a:cubicBezTo>
                  <a:cubicBezTo>
                    <a:pt x="135993" y="34925"/>
                    <a:pt x="133683" y="35651"/>
                    <a:pt x="131895" y="35130"/>
                  </a:cubicBezTo>
                  <a:cubicBezTo>
                    <a:pt x="126009" y="33453"/>
                    <a:pt x="119974" y="32131"/>
                    <a:pt x="116547" y="26245"/>
                  </a:cubicBezTo>
                  <a:cubicBezTo>
                    <a:pt x="121166" y="20210"/>
                    <a:pt x="125134" y="13635"/>
                    <a:pt x="131392" y="8941"/>
                  </a:cubicBezTo>
                  <a:cubicBezTo>
                    <a:pt x="136030" y="5458"/>
                    <a:pt x="140910" y="2738"/>
                    <a:pt x="146852" y="3967"/>
                  </a:cubicBezTo>
                  <a:cubicBezTo>
                    <a:pt x="150615" y="4768"/>
                    <a:pt x="150354" y="1416"/>
                    <a:pt x="151956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9BF047F1-C1FC-2CBF-2BA9-8B2442B34DDF}"/>
                </a:ext>
              </a:extLst>
            </p:cNvPr>
            <p:cNvSpPr/>
            <p:nvPr/>
          </p:nvSpPr>
          <p:spPr>
            <a:xfrm>
              <a:off x="2027145" y="5206918"/>
              <a:ext cx="300690" cy="88824"/>
            </a:xfrm>
            <a:custGeom>
              <a:avLst/>
              <a:gdLst>
                <a:gd name="csX0" fmla="*/ 0 w 300690"/>
                <a:gd name="csY0" fmla="*/ 0 h 88824"/>
                <a:gd name="csX1" fmla="*/ 10897 w 300690"/>
                <a:gd name="csY1" fmla="*/ 3632 h 88824"/>
                <a:gd name="csX2" fmla="*/ 36657 w 300690"/>
                <a:gd name="csY2" fmla="*/ 11120 h 88824"/>
                <a:gd name="csX3" fmla="*/ 60015 w 300690"/>
                <a:gd name="csY3" fmla="*/ 16671 h 88824"/>
                <a:gd name="csX4" fmla="*/ 69403 w 300690"/>
                <a:gd name="csY4" fmla="*/ 9928 h 88824"/>
                <a:gd name="csX5" fmla="*/ 70837 w 300690"/>
                <a:gd name="csY5" fmla="*/ 12480 h 88824"/>
                <a:gd name="csX6" fmla="*/ 71769 w 300690"/>
                <a:gd name="csY6" fmla="*/ 6631 h 88824"/>
                <a:gd name="csX7" fmla="*/ 72700 w 300690"/>
                <a:gd name="csY7" fmla="*/ 11437 h 88824"/>
                <a:gd name="csX8" fmla="*/ 80002 w 300690"/>
                <a:gd name="csY8" fmla="*/ 21141 h 88824"/>
                <a:gd name="csX9" fmla="*/ 115169 w 300690"/>
                <a:gd name="csY9" fmla="*/ 30678 h 88824"/>
                <a:gd name="csX10" fmla="*/ 133032 w 300690"/>
                <a:gd name="csY10" fmla="*/ 36657 h 88824"/>
                <a:gd name="csX11" fmla="*/ 140501 w 300690"/>
                <a:gd name="csY11" fmla="*/ 31758 h 88824"/>
                <a:gd name="csX12" fmla="*/ 141563 w 300690"/>
                <a:gd name="csY12" fmla="*/ 24699 h 88824"/>
                <a:gd name="csX13" fmla="*/ 142792 w 300690"/>
                <a:gd name="csY13" fmla="*/ 31069 h 88824"/>
                <a:gd name="csX14" fmla="*/ 143854 w 300690"/>
                <a:gd name="csY14" fmla="*/ 37011 h 88824"/>
                <a:gd name="csX15" fmla="*/ 147989 w 300690"/>
                <a:gd name="csY15" fmla="*/ 40718 h 88824"/>
                <a:gd name="csX16" fmla="*/ 197256 w 300690"/>
                <a:gd name="csY16" fmla="*/ 49882 h 88824"/>
                <a:gd name="csX17" fmla="*/ 219608 w 300690"/>
                <a:gd name="csY17" fmla="*/ 54520 h 88824"/>
                <a:gd name="csX18" fmla="*/ 236689 w 300690"/>
                <a:gd name="csY18" fmla="*/ 57258 h 88824"/>
                <a:gd name="csX19" fmla="*/ 256303 w 300690"/>
                <a:gd name="csY19" fmla="*/ 58562 h 88824"/>
                <a:gd name="csX20" fmla="*/ 263754 w 300690"/>
                <a:gd name="csY20" fmla="*/ 52415 h 88824"/>
                <a:gd name="csX21" fmla="*/ 265337 w 300690"/>
                <a:gd name="csY21" fmla="*/ 49882 h 88824"/>
                <a:gd name="csX22" fmla="*/ 267106 w 300690"/>
                <a:gd name="csY22" fmla="*/ 52229 h 88824"/>
                <a:gd name="csX23" fmla="*/ 275600 w 300690"/>
                <a:gd name="csY23" fmla="*/ 59754 h 88824"/>
                <a:gd name="csX24" fmla="*/ 293556 w 300690"/>
                <a:gd name="csY24" fmla="*/ 66367 h 88824"/>
                <a:gd name="csX25" fmla="*/ 296592 w 300690"/>
                <a:gd name="csY25" fmla="*/ 72122 h 88824"/>
                <a:gd name="csX26" fmla="*/ 300690 w 300690"/>
                <a:gd name="csY26" fmla="*/ 75550 h 88824"/>
                <a:gd name="csX27" fmla="*/ 265989 w 300690"/>
                <a:gd name="csY27" fmla="*/ 85794 h 88824"/>
                <a:gd name="csX28" fmla="*/ 120570 w 300690"/>
                <a:gd name="csY28" fmla="*/ 72309 h 88824"/>
                <a:gd name="csX29" fmla="*/ 36862 w 300690"/>
                <a:gd name="csY29" fmla="*/ 47274 h 88824"/>
                <a:gd name="csX30" fmla="*/ 23470 w 300690"/>
                <a:gd name="csY30" fmla="*/ 37663 h 88824"/>
                <a:gd name="csX31" fmla="*/ 7227 w 300690"/>
                <a:gd name="csY31" fmla="*/ 21290 h 88824"/>
                <a:gd name="csX32" fmla="*/ 782 w 300690"/>
                <a:gd name="csY32" fmla="*/ 8978 h 88824"/>
                <a:gd name="csX33" fmla="*/ 0 w 300690"/>
                <a:gd name="csY33" fmla="*/ 0 h 88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300690" h="88824">
                  <a:moveTo>
                    <a:pt x="0" y="0"/>
                  </a:moveTo>
                  <a:cubicBezTo>
                    <a:pt x="3129" y="2738"/>
                    <a:pt x="7004" y="2980"/>
                    <a:pt x="10897" y="3632"/>
                  </a:cubicBezTo>
                  <a:cubicBezTo>
                    <a:pt x="19744" y="5104"/>
                    <a:pt x="27754" y="9537"/>
                    <a:pt x="36657" y="11120"/>
                  </a:cubicBezTo>
                  <a:cubicBezTo>
                    <a:pt x="44518" y="12517"/>
                    <a:pt x="52304" y="14566"/>
                    <a:pt x="60015" y="16671"/>
                  </a:cubicBezTo>
                  <a:cubicBezTo>
                    <a:pt x="67354" y="18682"/>
                    <a:pt x="69068" y="17602"/>
                    <a:pt x="69403" y="9928"/>
                  </a:cubicBezTo>
                  <a:cubicBezTo>
                    <a:pt x="71415" y="9965"/>
                    <a:pt x="71023" y="11232"/>
                    <a:pt x="70837" y="12480"/>
                  </a:cubicBezTo>
                  <a:cubicBezTo>
                    <a:pt x="71638" y="10636"/>
                    <a:pt x="69422" y="8214"/>
                    <a:pt x="71769" y="6631"/>
                  </a:cubicBezTo>
                  <a:cubicBezTo>
                    <a:pt x="73147" y="8028"/>
                    <a:pt x="72923" y="9835"/>
                    <a:pt x="72700" y="11437"/>
                  </a:cubicBezTo>
                  <a:cubicBezTo>
                    <a:pt x="71918" y="17192"/>
                    <a:pt x="74283" y="19763"/>
                    <a:pt x="80002" y="21141"/>
                  </a:cubicBezTo>
                  <a:cubicBezTo>
                    <a:pt x="91792" y="23972"/>
                    <a:pt x="103639" y="26468"/>
                    <a:pt x="115169" y="30678"/>
                  </a:cubicBezTo>
                  <a:cubicBezTo>
                    <a:pt x="120962" y="32783"/>
                    <a:pt x="127220" y="34068"/>
                    <a:pt x="133032" y="36657"/>
                  </a:cubicBezTo>
                  <a:cubicBezTo>
                    <a:pt x="137055" y="38445"/>
                    <a:pt x="139756" y="36378"/>
                    <a:pt x="140501" y="31758"/>
                  </a:cubicBezTo>
                  <a:cubicBezTo>
                    <a:pt x="140873" y="29411"/>
                    <a:pt x="139681" y="26822"/>
                    <a:pt x="141563" y="24699"/>
                  </a:cubicBezTo>
                  <a:cubicBezTo>
                    <a:pt x="143556" y="26524"/>
                    <a:pt x="142550" y="28927"/>
                    <a:pt x="142792" y="31069"/>
                  </a:cubicBezTo>
                  <a:cubicBezTo>
                    <a:pt x="143016" y="33081"/>
                    <a:pt x="142308" y="35242"/>
                    <a:pt x="143854" y="37011"/>
                  </a:cubicBezTo>
                  <a:cubicBezTo>
                    <a:pt x="144059" y="39582"/>
                    <a:pt x="145772" y="40103"/>
                    <a:pt x="147989" y="40718"/>
                  </a:cubicBezTo>
                  <a:cubicBezTo>
                    <a:pt x="164175" y="45151"/>
                    <a:pt x="180958" y="46287"/>
                    <a:pt x="197256" y="49882"/>
                  </a:cubicBezTo>
                  <a:cubicBezTo>
                    <a:pt x="204670" y="51521"/>
                    <a:pt x="212549" y="50776"/>
                    <a:pt x="219608" y="54520"/>
                  </a:cubicBezTo>
                  <a:cubicBezTo>
                    <a:pt x="224842" y="57314"/>
                    <a:pt x="230989" y="56495"/>
                    <a:pt x="236689" y="57258"/>
                  </a:cubicBezTo>
                  <a:cubicBezTo>
                    <a:pt x="243134" y="58115"/>
                    <a:pt x="249765" y="57612"/>
                    <a:pt x="256303" y="58562"/>
                  </a:cubicBezTo>
                  <a:cubicBezTo>
                    <a:pt x="260624" y="59195"/>
                    <a:pt x="264406" y="58301"/>
                    <a:pt x="263754" y="52415"/>
                  </a:cubicBezTo>
                  <a:cubicBezTo>
                    <a:pt x="263623" y="51279"/>
                    <a:pt x="263884" y="49957"/>
                    <a:pt x="265337" y="49882"/>
                  </a:cubicBezTo>
                  <a:cubicBezTo>
                    <a:pt x="266808" y="49808"/>
                    <a:pt x="267181" y="51037"/>
                    <a:pt x="267106" y="52229"/>
                  </a:cubicBezTo>
                  <a:cubicBezTo>
                    <a:pt x="266715" y="58394"/>
                    <a:pt x="271242" y="59009"/>
                    <a:pt x="275600" y="59754"/>
                  </a:cubicBezTo>
                  <a:cubicBezTo>
                    <a:pt x="282008" y="60835"/>
                    <a:pt x="288788" y="60723"/>
                    <a:pt x="293556" y="66367"/>
                  </a:cubicBezTo>
                  <a:cubicBezTo>
                    <a:pt x="295028" y="68099"/>
                    <a:pt x="296686" y="69515"/>
                    <a:pt x="296592" y="72122"/>
                  </a:cubicBezTo>
                  <a:cubicBezTo>
                    <a:pt x="296481" y="74805"/>
                    <a:pt x="298269" y="75661"/>
                    <a:pt x="300690" y="75550"/>
                  </a:cubicBezTo>
                  <a:cubicBezTo>
                    <a:pt x="290278" y="82870"/>
                    <a:pt x="277984" y="83932"/>
                    <a:pt x="265989" y="85794"/>
                  </a:cubicBezTo>
                  <a:cubicBezTo>
                    <a:pt x="216405" y="93450"/>
                    <a:pt x="168311" y="85738"/>
                    <a:pt x="120570" y="72309"/>
                  </a:cubicBezTo>
                  <a:cubicBezTo>
                    <a:pt x="92519" y="64429"/>
                    <a:pt x="64802" y="55489"/>
                    <a:pt x="36862" y="47274"/>
                  </a:cubicBezTo>
                  <a:cubicBezTo>
                    <a:pt x="31125" y="45598"/>
                    <a:pt x="26934" y="42376"/>
                    <a:pt x="23470" y="37663"/>
                  </a:cubicBezTo>
                  <a:cubicBezTo>
                    <a:pt x="18869" y="31423"/>
                    <a:pt x="13504" y="25761"/>
                    <a:pt x="7227" y="21290"/>
                  </a:cubicBezTo>
                  <a:cubicBezTo>
                    <a:pt x="2682" y="18049"/>
                    <a:pt x="1006" y="14119"/>
                    <a:pt x="782" y="8978"/>
                  </a:cubicBezTo>
                  <a:cubicBezTo>
                    <a:pt x="577" y="5998"/>
                    <a:pt x="242" y="2999"/>
                    <a:pt x="0" y="0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7D785955-70F4-7799-12EE-C5EDE0268601}"/>
                </a:ext>
              </a:extLst>
            </p:cNvPr>
            <p:cNvSpPr/>
            <p:nvPr/>
          </p:nvSpPr>
          <p:spPr>
            <a:xfrm>
              <a:off x="1787742" y="5125126"/>
              <a:ext cx="127011" cy="147945"/>
            </a:xfrm>
            <a:custGeom>
              <a:avLst/>
              <a:gdLst>
                <a:gd name="csX0" fmla="*/ 89458 w 127011"/>
                <a:gd name="csY0" fmla="*/ 4808 h 147945"/>
                <a:gd name="csX1" fmla="*/ 117416 w 127011"/>
                <a:gd name="csY1" fmla="*/ 9092 h 147945"/>
                <a:gd name="csX2" fmla="*/ 126972 w 127011"/>
                <a:gd name="csY2" fmla="*/ 31649 h 147945"/>
                <a:gd name="csX3" fmla="*/ 119689 w 127011"/>
                <a:gd name="csY3" fmla="*/ 87957 h 147945"/>
                <a:gd name="csX4" fmla="*/ 87502 w 127011"/>
                <a:gd name="csY4" fmla="*/ 128060 h 147945"/>
                <a:gd name="csX5" fmla="*/ 43562 w 127011"/>
                <a:gd name="csY5" fmla="*/ 147674 h 147945"/>
                <a:gd name="csX6" fmla="*/ 18770 w 127011"/>
                <a:gd name="csY6" fmla="*/ 139199 h 147945"/>
                <a:gd name="csX7" fmla="*/ 31 w 127011"/>
                <a:gd name="csY7" fmla="*/ 99692 h 147945"/>
                <a:gd name="csX8" fmla="*/ 9959 w 127011"/>
                <a:gd name="csY8" fmla="*/ 50108 h 147945"/>
                <a:gd name="csX9" fmla="*/ 23985 w 127011"/>
                <a:gd name="csY9" fmla="*/ 36604 h 147945"/>
                <a:gd name="csX10" fmla="*/ 33708 w 127011"/>
                <a:gd name="csY10" fmla="*/ 28240 h 147945"/>
                <a:gd name="csX11" fmla="*/ 48684 w 127011"/>
                <a:gd name="csY11" fmla="*/ 2424 h 147945"/>
                <a:gd name="csX12" fmla="*/ 55762 w 127011"/>
                <a:gd name="csY12" fmla="*/ 170 h 147945"/>
                <a:gd name="csX13" fmla="*/ 81299 w 127011"/>
                <a:gd name="csY13" fmla="*/ 6503 h 147945"/>
                <a:gd name="csX14" fmla="*/ 89458 w 127011"/>
                <a:gd name="csY14" fmla="*/ 4808 h 147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011" h="147945">
                  <a:moveTo>
                    <a:pt x="89458" y="4808"/>
                  </a:moveTo>
                  <a:cubicBezTo>
                    <a:pt x="99088" y="4305"/>
                    <a:pt x="109239" y="2610"/>
                    <a:pt x="117416" y="9092"/>
                  </a:cubicBezTo>
                  <a:cubicBezTo>
                    <a:pt x="124364" y="14587"/>
                    <a:pt x="127400" y="22708"/>
                    <a:pt x="126972" y="31649"/>
                  </a:cubicBezTo>
                  <a:cubicBezTo>
                    <a:pt x="126096" y="50611"/>
                    <a:pt x="124811" y="69722"/>
                    <a:pt x="119689" y="87957"/>
                  </a:cubicBezTo>
                  <a:cubicBezTo>
                    <a:pt x="114790" y="105392"/>
                    <a:pt x="102515" y="118319"/>
                    <a:pt x="87502" y="128060"/>
                  </a:cubicBezTo>
                  <a:cubicBezTo>
                    <a:pt x="73960" y="136871"/>
                    <a:pt x="60102" y="145234"/>
                    <a:pt x="43562" y="147674"/>
                  </a:cubicBezTo>
                  <a:cubicBezTo>
                    <a:pt x="33634" y="149146"/>
                    <a:pt x="26313" y="144396"/>
                    <a:pt x="18770" y="139199"/>
                  </a:cubicBezTo>
                  <a:cubicBezTo>
                    <a:pt x="4837" y="129569"/>
                    <a:pt x="217" y="115767"/>
                    <a:pt x="31" y="99692"/>
                  </a:cubicBezTo>
                  <a:cubicBezTo>
                    <a:pt x="-174" y="82444"/>
                    <a:pt x="366" y="65401"/>
                    <a:pt x="9959" y="50108"/>
                  </a:cubicBezTo>
                  <a:cubicBezTo>
                    <a:pt x="13517" y="44427"/>
                    <a:pt x="17969" y="39658"/>
                    <a:pt x="23985" y="36604"/>
                  </a:cubicBezTo>
                  <a:cubicBezTo>
                    <a:pt x="27953" y="34592"/>
                    <a:pt x="31436" y="31910"/>
                    <a:pt x="33708" y="28240"/>
                  </a:cubicBezTo>
                  <a:cubicBezTo>
                    <a:pt x="38942" y="19784"/>
                    <a:pt x="43729" y="11048"/>
                    <a:pt x="48684" y="2424"/>
                  </a:cubicBezTo>
                  <a:cubicBezTo>
                    <a:pt x="50454" y="-165"/>
                    <a:pt x="53117" y="-203"/>
                    <a:pt x="55762" y="170"/>
                  </a:cubicBezTo>
                  <a:cubicBezTo>
                    <a:pt x="64479" y="1418"/>
                    <a:pt x="73308" y="2461"/>
                    <a:pt x="81299" y="6503"/>
                  </a:cubicBezTo>
                  <a:cubicBezTo>
                    <a:pt x="84764" y="8254"/>
                    <a:pt x="86980" y="6447"/>
                    <a:pt x="89458" y="4808"/>
                  </a:cubicBezTo>
                  <a:close/>
                </a:path>
              </a:pathLst>
            </a:custGeom>
            <a:solidFill>
              <a:srgbClr val="81B7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B05BF41F-C70F-EFA2-BE69-627D20DF24EE}"/>
                </a:ext>
              </a:extLst>
            </p:cNvPr>
            <p:cNvSpPr/>
            <p:nvPr/>
          </p:nvSpPr>
          <p:spPr>
            <a:xfrm>
              <a:off x="1881231" y="5037126"/>
              <a:ext cx="121922" cy="89318"/>
            </a:xfrm>
            <a:custGeom>
              <a:avLst/>
              <a:gdLst>
                <a:gd name="csX0" fmla="*/ 5357 w 121922"/>
                <a:gd name="csY0" fmla="*/ 88431 h 89318"/>
                <a:gd name="csX1" fmla="*/ 1222 w 121922"/>
                <a:gd name="csY1" fmla="*/ 81296 h 89318"/>
                <a:gd name="csX2" fmla="*/ 6828 w 121922"/>
                <a:gd name="csY2" fmla="*/ 75094 h 89318"/>
                <a:gd name="csX3" fmla="*/ 11857 w 121922"/>
                <a:gd name="csY3" fmla="*/ 68016 h 89318"/>
                <a:gd name="csX4" fmla="*/ 16197 w 121922"/>
                <a:gd name="csY4" fmla="*/ 54027 h 89318"/>
                <a:gd name="csX5" fmla="*/ 27206 w 121922"/>
                <a:gd name="csY5" fmla="*/ 27764 h 89318"/>
                <a:gd name="csX6" fmla="*/ 78653 w 121922"/>
                <a:gd name="csY6" fmla="*/ 252 h 89318"/>
                <a:gd name="csX7" fmla="*/ 104953 w 121922"/>
                <a:gd name="csY7" fmla="*/ 2264 h 89318"/>
                <a:gd name="csX8" fmla="*/ 120004 w 121922"/>
                <a:gd name="csY8" fmla="*/ 33277 h 89318"/>
                <a:gd name="csX9" fmla="*/ 116334 w 121922"/>
                <a:gd name="csY9" fmla="*/ 43950 h 89318"/>
                <a:gd name="csX10" fmla="*/ 82397 w 121922"/>
                <a:gd name="csY10" fmla="*/ 83830 h 89318"/>
                <a:gd name="csX11" fmla="*/ 44082 w 121922"/>
                <a:gd name="csY11" fmla="*/ 86437 h 89318"/>
                <a:gd name="csX12" fmla="*/ 29944 w 121922"/>
                <a:gd name="csY12" fmla="*/ 82619 h 89318"/>
                <a:gd name="csX13" fmla="*/ 5357 w 121922"/>
                <a:gd name="csY13" fmla="*/ 88431 h 89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1922" h="89318">
                  <a:moveTo>
                    <a:pt x="5357" y="88431"/>
                  </a:moveTo>
                  <a:cubicBezTo>
                    <a:pt x="-306" y="87760"/>
                    <a:pt x="-1107" y="86382"/>
                    <a:pt x="1222" y="81296"/>
                  </a:cubicBezTo>
                  <a:cubicBezTo>
                    <a:pt x="2432" y="78633"/>
                    <a:pt x="4425" y="76565"/>
                    <a:pt x="6828" y="75094"/>
                  </a:cubicBezTo>
                  <a:cubicBezTo>
                    <a:pt x="9604" y="73399"/>
                    <a:pt x="11317" y="71201"/>
                    <a:pt x="11857" y="68016"/>
                  </a:cubicBezTo>
                  <a:cubicBezTo>
                    <a:pt x="15601" y="64067"/>
                    <a:pt x="16980" y="59336"/>
                    <a:pt x="16197" y="54027"/>
                  </a:cubicBezTo>
                  <a:cubicBezTo>
                    <a:pt x="14577" y="43037"/>
                    <a:pt x="19327" y="34506"/>
                    <a:pt x="27206" y="27764"/>
                  </a:cubicBezTo>
                  <a:cubicBezTo>
                    <a:pt x="42275" y="14837"/>
                    <a:pt x="58685" y="4126"/>
                    <a:pt x="78653" y="252"/>
                  </a:cubicBezTo>
                  <a:cubicBezTo>
                    <a:pt x="87500" y="-251"/>
                    <a:pt x="96255" y="-195"/>
                    <a:pt x="104953" y="2264"/>
                  </a:cubicBezTo>
                  <a:cubicBezTo>
                    <a:pt x="118551" y="6119"/>
                    <a:pt x="125573" y="20331"/>
                    <a:pt x="120004" y="33277"/>
                  </a:cubicBezTo>
                  <a:cubicBezTo>
                    <a:pt x="118514" y="36723"/>
                    <a:pt x="117396" y="40337"/>
                    <a:pt x="116334" y="43950"/>
                  </a:cubicBezTo>
                  <a:cubicBezTo>
                    <a:pt x="110989" y="62335"/>
                    <a:pt x="97950" y="74479"/>
                    <a:pt x="82397" y="83830"/>
                  </a:cubicBezTo>
                  <a:cubicBezTo>
                    <a:pt x="70513" y="90945"/>
                    <a:pt x="57195" y="90386"/>
                    <a:pt x="44082" y="86437"/>
                  </a:cubicBezTo>
                  <a:cubicBezTo>
                    <a:pt x="39406" y="85040"/>
                    <a:pt x="34787" y="83532"/>
                    <a:pt x="29944" y="82619"/>
                  </a:cubicBezTo>
                  <a:cubicBezTo>
                    <a:pt x="20780" y="80943"/>
                    <a:pt x="12994" y="84221"/>
                    <a:pt x="5357" y="88431"/>
                  </a:cubicBezTo>
                  <a:close/>
                </a:path>
              </a:pathLst>
            </a:custGeom>
            <a:solidFill>
              <a:srgbClr val="84BB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9DEB7385-B9FC-2358-8679-0D77FE5D3A33}"/>
                </a:ext>
              </a:extLst>
            </p:cNvPr>
            <p:cNvSpPr/>
            <p:nvPr/>
          </p:nvSpPr>
          <p:spPr>
            <a:xfrm>
              <a:off x="1957297" y="4812061"/>
              <a:ext cx="151804" cy="223362"/>
            </a:xfrm>
            <a:custGeom>
              <a:avLst/>
              <a:gdLst>
                <a:gd name="csX0" fmla="*/ 151805 w 151804"/>
                <a:gd name="csY0" fmla="*/ 1388 h 223362"/>
                <a:gd name="csX1" fmla="*/ 139828 w 151804"/>
                <a:gd name="csY1" fmla="*/ 3865 h 223362"/>
                <a:gd name="csX2" fmla="*/ 138021 w 151804"/>
                <a:gd name="csY2" fmla="*/ 5728 h 223362"/>
                <a:gd name="csX3" fmla="*/ 122617 w 151804"/>
                <a:gd name="csY3" fmla="*/ 24410 h 223362"/>
                <a:gd name="csX4" fmla="*/ 70387 w 151804"/>
                <a:gd name="csY4" fmla="*/ 72877 h 223362"/>
                <a:gd name="csX5" fmla="*/ 50289 w 151804"/>
                <a:gd name="csY5" fmla="*/ 90814 h 223362"/>
                <a:gd name="csX6" fmla="*/ 36338 w 151804"/>
                <a:gd name="csY6" fmla="*/ 108994 h 223362"/>
                <a:gd name="csX7" fmla="*/ 34848 w 151804"/>
                <a:gd name="csY7" fmla="*/ 117413 h 223362"/>
                <a:gd name="csX8" fmla="*/ 33786 w 151804"/>
                <a:gd name="csY8" fmla="*/ 121343 h 223362"/>
                <a:gd name="csX9" fmla="*/ 22834 w 151804"/>
                <a:gd name="csY9" fmla="*/ 145222 h 223362"/>
                <a:gd name="csX10" fmla="*/ 21474 w 151804"/>
                <a:gd name="csY10" fmla="*/ 152319 h 223362"/>
                <a:gd name="csX11" fmla="*/ 30620 w 151804"/>
                <a:gd name="csY11" fmla="*/ 179440 h 223362"/>
                <a:gd name="csX12" fmla="*/ 50997 w 151804"/>
                <a:gd name="csY12" fmla="*/ 189908 h 223362"/>
                <a:gd name="csX13" fmla="*/ 61465 w 151804"/>
                <a:gd name="csY13" fmla="*/ 190299 h 223362"/>
                <a:gd name="csX14" fmla="*/ 26652 w 151804"/>
                <a:gd name="csY14" fmla="*/ 221759 h 223362"/>
                <a:gd name="csX15" fmla="*/ 22834 w 151804"/>
                <a:gd name="csY15" fmla="*/ 223324 h 223362"/>
                <a:gd name="csX16" fmla="*/ 4412 w 151804"/>
                <a:gd name="csY16" fmla="*/ 222653 h 223362"/>
                <a:gd name="csX17" fmla="*/ 12757 w 151804"/>
                <a:gd name="csY17" fmla="*/ 208590 h 223362"/>
                <a:gd name="csX18" fmla="*/ 14135 w 151804"/>
                <a:gd name="csY18" fmla="*/ 169512 h 223362"/>
                <a:gd name="csX19" fmla="*/ 4859 w 151804"/>
                <a:gd name="csY19" fmla="*/ 154685 h 223362"/>
                <a:gd name="csX20" fmla="*/ 1860 w 151804"/>
                <a:gd name="csY20" fmla="*/ 127602 h 223362"/>
                <a:gd name="csX21" fmla="*/ 11360 w 151804"/>
                <a:gd name="csY21" fmla="*/ 95769 h 223362"/>
                <a:gd name="csX22" fmla="*/ 33283 w 151804"/>
                <a:gd name="csY22" fmla="*/ 62017 h 223362"/>
                <a:gd name="csX23" fmla="*/ 96297 w 151804"/>
                <a:gd name="csY23" fmla="*/ 11576 h 223362"/>
                <a:gd name="csX24" fmla="*/ 145229 w 151804"/>
                <a:gd name="csY24" fmla="*/ 84 h 223362"/>
                <a:gd name="csX25" fmla="*/ 151805 w 151804"/>
                <a:gd name="csY25" fmla="*/ 1388 h 223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1804" h="223362">
                  <a:moveTo>
                    <a:pt x="151805" y="1388"/>
                  </a:moveTo>
                  <a:cubicBezTo>
                    <a:pt x="147483" y="624"/>
                    <a:pt x="143963" y="3735"/>
                    <a:pt x="139828" y="3865"/>
                  </a:cubicBezTo>
                  <a:cubicBezTo>
                    <a:pt x="138747" y="3902"/>
                    <a:pt x="138226" y="4759"/>
                    <a:pt x="138021" y="5728"/>
                  </a:cubicBezTo>
                  <a:cubicBezTo>
                    <a:pt x="136158" y="14650"/>
                    <a:pt x="128130" y="18524"/>
                    <a:pt x="122617" y="24410"/>
                  </a:cubicBezTo>
                  <a:cubicBezTo>
                    <a:pt x="106356" y="41789"/>
                    <a:pt x="86630" y="55423"/>
                    <a:pt x="70387" y="72877"/>
                  </a:cubicBezTo>
                  <a:cubicBezTo>
                    <a:pt x="64297" y="79415"/>
                    <a:pt x="57200" y="85077"/>
                    <a:pt x="50289" y="90814"/>
                  </a:cubicBezTo>
                  <a:cubicBezTo>
                    <a:pt x="44217" y="95862"/>
                    <a:pt x="40603" y="102661"/>
                    <a:pt x="36338" y="108994"/>
                  </a:cubicBezTo>
                  <a:cubicBezTo>
                    <a:pt x="34680" y="111452"/>
                    <a:pt x="33209" y="114153"/>
                    <a:pt x="34848" y="117413"/>
                  </a:cubicBezTo>
                  <a:cubicBezTo>
                    <a:pt x="35537" y="118773"/>
                    <a:pt x="35425" y="120337"/>
                    <a:pt x="33786" y="121343"/>
                  </a:cubicBezTo>
                  <a:cubicBezTo>
                    <a:pt x="24734" y="126801"/>
                    <a:pt x="23709" y="136021"/>
                    <a:pt x="22834" y="145222"/>
                  </a:cubicBezTo>
                  <a:cubicBezTo>
                    <a:pt x="22591" y="147663"/>
                    <a:pt x="22405" y="149972"/>
                    <a:pt x="21474" y="152319"/>
                  </a:cubicBezTo>
                  <a:cubicBezTo>
                    <a:pt x="17879" y="161521"/>
                    <a:pt x="22144" y="174485"/>
                    <a:pt x="30620" y="179440"/>
                  </a:cubicBezTo>
                  <a:cubicBezTo>
                    <a:pt x="37213" y="183295"/>
                    <a:pt x="43956" y="187002"/>
                    <a:pt x="50997" y="189908"/>
                  </a:cubicBezTo>
                  <a:cubicBezTo>
                    <a:pt x="54015" y="191156"/>
                    <a:pt x="57945" y="190243"/>
                    <a:pt x="61465" y="190299"/>
                  </a:cubicBezTo>
                  <a:cubicBezTo>
                    <a:pt x="47495" y="198159"/>
                    <a:pt x="35593" y="208330"/>
                    <a:pt x="26652" y="221759"/>
                  </a:cubicBezTo>
                  <a:cubicBezTo>
                    <a:pt x="25665" y="223231"/>
                    <a:pt x="24547" y="223473"/>
                    <a:pt x="22834" y="223324"/>
                  </a:cubicBezTo>
                  <a:cubicBezTo>
                    <a:pt x="16892" y="222821"/>
                    <a:pt x="11024" y="221499"/>
                    <a:pt x="4412" y="222653"/>
                  </a:cubicBezTo>
                  <a:cubicBezTo>
                    <a:pt x="6666" y="217047"/>
                    <a:pt x="9758" y="212837"/>
                    <a:pt x="12757" y="208590"/>
                  </a:cubicBezTo>
                  <a:cubicBezTo>
                    <a:pt x="21753" y="195831"/>
                    <a:pt x="24007" y="182997"/>
                    <a:pt x="14135" y="169512"/>
                  </a:cubicBezTo>
                  <a:cubicBezTo>
                    <a:pt x="10708" y="164818"/>
                    <a:pt x="8063" y="159565"/>
                    <a:pt x="4859" y="154685"/>
                  </a:cubicBezTo>
                  <a:cubicBezTo>
                    <a:pt x="-766" y="146135"/>
                    <a:pt x="-1139" y="136803"/>
                    <a:pt x="1860" y="127602"/>
                  </a:cubicBezTo>
                  <a:cubicBezTo>
                    <a:pt x="5306" y="117059"/>
                    <a:pt x="8286" y="106405"/>
                    <a:pt x="11360" y="95769"/>
                  </a:cubicBezTo>
                  <a:cubicBezTo>
                    <a:pt x="15253" y="82283"/>
                    <a:pt x="23970" y="71629"/>
                    <a:pt x="33283" y="62017"/>
                  </a:cubicBezTo>
                  <a:cubicBezTo>
                    <a:pt x="52096" y="42590"/>
                    <a:pt x="71635" y="23423"/>
                    <a:pt x="96297" y="11576"/>
                  </a:cubicBezTo>
                  <a:cubicBezTo>
                    <a:pt x="111422" y="4312"/>
                    <a:pt x="127851" y="-717"/>
                    <a:pt x="145229" y="84"/>
                  </a:cubicBezTo>
                  <a:cubicBezTo>
                    <a:pt x="147465" y="214"/>
                    <a:pt x="149812" y="-28"/>
                    <a:pt x="151805" y="138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934AF125-6DF2-58EE-9917-859762314661}"/>
                </a:ext>
              </a:extLst>
            </p:cNvPr>
            <p:cNvSpPr/>
            <p:nvPr/>
          </p:nvSpPr>
          <p:spPr>
            <a:xfrm>
              <a:off x="1546979" y="5227735"/>
              <a:ext cx="188472" cy="234314"/>
            </a:xfrm>
            <a:custGeom>
              <a:avLst/>
              <a:gdLst>
                <a:gd name="csX0" fmla="*/ 157683 w 188472"/>
                <a:gd name="csY0" fmla="*/ 436 h 234314"/>
                <a:gd name="csX1" fmla="*/ 166381 w 188472"/>
                <a:gd name="csY1" fmla="*/ 511 h 234314"/>
                <a:gd name="csX2" fmla="*/ 177520 w 188472"/>
                <a:gd name="csY2" fmla="*/ 7012 h 234314"/>
                <a:gd name="csX3" fmla="*/ 179476 w 188472"/>
                <a:gd name="csY3" fmla="*/ 49760 h 234314"/>
                <a:gd name="csX4" fmla="*/ 157720 w 188472"/>
                <a:gd name="csY4" fmla="*/ 72670 h 234314"/>
                <a:gd name="csX5" fmla="*/ 126241 w 188472"/>
                <a:gd name="csY5" fmla="*/ 110985 h 234314"/>
                <a:gd name="csX6" fmla="*/ 102641 w 188472"/>
                <a:gd name="csY6" fmla="*/ 141198 h 234314"/>
                <a:gd name="csX7" fmla="*/ 93178 w 188472"/>
                <a:gd name="csY7" fmla="*/ 155205 h 234314"/>
                <a:gd name="csX8" fmla="*/ 66412 w 188472"/>
                <a:gd name="csY8" fmla="*/ 191508 h 234314"/>
                <a:gd name="csX9" fmla="*/ 64829 w 188472"/>
                <a:gd name="csY9" fmla="*/ 195159 h 234314"/>
                <a:gd name="csX10" fmla="*/ 54230 w 188472"/>
                <a:gd name="csY10" fmla="*/ 211700 h 234314"/>
                <a:gd name="csX11" fmla="*/ 32102 w 188472"/>
                <a:gd name="csY11" fmla="*/ 232114 h 234314"/>
                <a:gd name="csX12" fmla="*/ 27 w 188472"/>
                <a:gd name="csY12" fmla="*/ 211774 h 234314"/>
                <a:gd name="csX13" fmla="*/ 14499 w 188472"/>
                <a:gd name="csY13" fmla="*/ 163215 h 234314"/>
                <a:gd name="csX14" fmla="*/ 15449 w 188472"/>
                <a:gd name="csY14" fmla="*/ 161799 h 234314"/>
                <a:gd name="csX15" fmla="*/ 33834 w 188472"/>
                <a:gd name="csY15" fmla="*/ 133393 h 234314"/>
                <a:gd name="csX16" fmla="*/ 61811 w 188472"/>
                <a:gd name="csY16" fmla="*/ 93085 h 234314"/>
                <a:gd name="csX17" fmla="*/ 120299 w 188472"/>
                <a:gd name="csY17" fmla="*/ 25266 h 234314"/>
                <a:gd name="csX18" fmla="*/ 143415 w 188472"/>
                <a:gd name="csY18" fmla="*/ 4050 h 234314"/>
                <a:gd name="csX19" fmla="*/ 157683 w 188472"/>
                <a:gd name="csY19" fmla="*/ 436 h 234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8472" h="234314">
                  <a:moveTo>
                    <a:pt x="157683" y="436"/>
                  </a:moveTo>
                  <a:cubicBezTo>
                    <a:pt x="160588" y="455"/>
                    <a:pt x="163475" y="492"/>
                    <a:pt x="166381" y="511"/>
                  </a:cubicBezTo>
                  <a:cubicBezTo>
                    <a:pt x="170293" y="2318"/>
                    <a:pt x="174204" y="4180"/>
                    <a:pt x="177520" y="7012"/>
                  </a:cubicBezTo>
                  <a:cubicBezTo>
                    <a:pt x="191322" y="18765"/>
                    <a:pt x="192198" y="36125"/>
                    <a:pt x="179476" y="49760"/>
                  </a:cubicBezTo>
                  <a:cubicBezTo>
                    <a:pt x="172286" y="57453"/>
                    <a:pt x="164556" y="64624"/>
                    <a:pt x="157720" y="72670"/>
                  </a:cubicBezTo>
                  <a:cubicBezTo>
                    <a:pt x="147028" y="85281"/>
                    <a:pt x="135927" y="97500"/>
                    <a:pt x="126241" y="110985"/>
                  </a:cubicBezTo>
                  <a:cubicBezTo>
                    <a:pt x="118790" y="121342"/>
                    <a:pt x="110166" y="130841"/>
                    <a:pt x="102641" y="141198"/>
                  </a:cubicBezTo>
                  <a:cubicBezTo>
                    <a:pt x="99307" y="145780"/>
                    <a:pt x="96326" y="150548"/>
                    <a:pt x="93178" y="155205"/>
                  </a:cubicBezTo>
                  <a:cubicBezTo>
                    <a:pt x="84741" y="167666"/>
                    <a:pt x="74626" y="178898"/>
                    <a:pt x="66412" y="191508"/>
                  </a:cubicBezTo>
                  <a:cubicBezTo>
                    <a:pt x="65611" y="192607"/>
                    <a:pt x="65034" y="193781"/>
                    <a:pt x="64829" y="195159"/>
                  </a:cubicBezTo>
                  <a:cubicBezTo>
                    <a:pt x="62742" y="201604"/>
                    <a:pt x="58235" y="206596"/>
                    <a:pt x="54230" y="211700"/>
                  </a:cubicBezTo>
                  <a:cubicBezTo>
                    <a:pt x="48027" y="219635"/>
                    <a:pt x="42086" y="227942"/>
                    <a:pt x="32102" y="232114"/>
                  </a:cubicBezTo>
                  <a:cubicBezTo>
                    <a:pt x="16828" y="238503"/>
                    <a:pt x="567" y="230755"/>
                    <a:pt x="27" y="211774"/>
                  </a:cubicBezTo>
                  <a:cubicBezTo>
                    <a:pt x="-458" y="194153"/>
                    <a:pt x="5745" y="178228"/>
                    <a:pt x="14499" y="163215"/>
                  </a:cubicBezTo>
                  <a:cubicBezTo>
                    <a:pt x="14760" y="162712"/>
                    <a:pt x="15095" y="162246"/>
                    <a:pt x="15449" y="161799"/>
                  </a:cubicBezTo>
                  <a:cubicBezTo>
                    <a:pt x="21894" y="152541"/>
                    <a:pt x="27594" y="142800"/>
                    <a:pt x="33834" y="133393"/>
                  </a:cubicBezTo>
                  <a:cubicBezTo>
                    <a:pt x="42886" y="119759"/>
                    <a:pt x="52461" y="106496"/>
                    <a:pt x="61811" y="93085"/>
                  </a:cubicBezTo>
                  <a:cubicBezTo>
                    <a:pt x="78985" y="68442"/>
                    <a:pt x="100052" y="47226"/>
                    <a:pt x="120299" y="25266"/>
                  </a:cubicBezTo>
                  <a:cubicBezTo>
                    <a:pt x="127396" y="17573"/>
                    <a:pt x="134083" y="9414"/>
                    <a:pt x="143415" y="4050"/>
                  </a:cubicBezTo>
                  <a:cubicBezTo>
                    <a:pt x="147959" y="1479"/>
                    <a:pt x="152244" y="-1035"/>
                    <a:pt x="157683" y="436"/>
                  </a:cubicBezTo>
                  <a:close/>
                </a:path>
              </a:pathLst>
            </a:custGeom>
            <a:solidFill>
              <a:srgbClr val="8C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C988E99F-78D6-539B-6A54-FAB0B8842D2D}"/>
                </a:ext>
              </a:extLst>
            </p:cNvPr>
            <p:cNvSpPr/>
            <p:nvPr/>
          </p:nvSpPr>
          <p:spPr>
            <a:xfrm>
              <a:off x="2021892" y="4839489"/>
              <a:ext cx="136818" cy="168384"/>
            </a:xfrm>
            <a:custGeom>
              <a:avLst/>
              <a:gdLst>
                <a:gd name="csX0" fmla="*/ 0 w 136818"/>
                <a:gd name="csY0" fmla="*/ 161567 h 168384"/>
                <a:gd name="csX1" fmla="*/ 30585 w 136818"/>
                <a:gd name="csY1" fmla="*/ 142233 h 168384"/>
                <a:gd name="csX2" fmla="*/ 63349 w 136818"/>
                <a:gd name="csY2" fmla="*/ 115522 h 168384"/>
                <a:gd name="csX3" fmla="*/ 84099 w 136818"/>
                <a:gd name="csY3" fmla="*/ 83615 h 168384"/>
                <a:gd name="csX4" fmla="*/ 93022 w 136818"/>
                <a:gd name="csY4" fmla="*/ 68788 h 168384"/>
                <a:gd name="csX5" fmla="*/ 104272 w 136818"/>
                <a:gd name="csY5" fmla="*/ 44443 h 168384"/>
                <a:gd name="csX6" fmla="*/ 102149 w 136818"/>
                <a:gd name="csY6" fmla="*/ 36564 h 168384"/>
                <a:gd name="csX7" fmla="*/ 98591 w 136818"/>
                <a:gd name="csY7" fmla="*/ 32597 h 168384"/>
                <a:gd name="csX8" fmla="*/ 99746 w 136818"/>
                <a:gd name="csY8" fmla="*/ 32112 h 168384"/>
                <a:gd name="csX9" fmla="*/ 110568 w 136818"/>
                <a:gd name="csY9" fmla="*/ 28182 h 168384"/>
                <a:gd name="csX10" fmla="*/ 117776 w 136818"/>
                <a:gd name="csY10" fmla="*/ 13057 h 168384"/>
                <a:gd name="csX11" fmla="*/ 119173 w 136818"/>
                <a:gd name="csY11" fmla="*/ 10692 h 168384"/>
                <a:gd name="csX12" fmla="*/ 123215 w 136818"/>
                <a:gd name="csY12" fmla="*/ 0 h 168384"/>
                <a:gd name="csX13" fmla="*/ 136534 w 136818"/>
                <a:gd name="csY13" fmla="*/ 39693 h 168384"/>
                <a:gd name="csX14" fmla="*/ 83746 w 136818"/>
                <a:gd name="csY14" fmla="*/ 142699 h 168384"/>
                <a:gd name="csX15" fmla="*/ 55545 w 136818"/>
                <a:gd name="csY15" fmla="*/ 163263 h 168384"/>
                <a:gd name="csX16" fmla="*/ 24364 w 136818"/>
                <a:gd name="csY16" fmla="*/ 164734 h 168384"/>
                <a:gd name="csX17" fmla="*/ 0 w 136818"/>
                <a:gd name="csY17" fmla="*/ 161567 h 168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6818" h="168384">
                  <a:moveTo>
                    <a:pt x="0" y="161567"/>
                  </a:moveTo>
                  <a:cubicBezTo>
                    <a:pt x="9779" y="154471"/>
                    <a:pt x="19800" y="147840"/>
                    <a:pt x="30585" y="142233"/>
                  </a:cubicBezTo>
                  <a:cubicBezTo>
                    <a:pt x="43251" y="135639"/>
                    <a:pt x="54632" y="126847"/>
                    <a:pt x="63349" y="115522"/>
                  </a:cubicBezTo>
                  <a:cubicBezTo>
                    <a:pt x="71079" y="105501"/>
                    <a:pt x="78996" y="95387"/>
                    <a:pt x="84099" y="83615"/>
                  </a:cubicBezTo>
                  <a:cubicBezTo>
                    <a:pt x="86428" y="78251"/>
                    <a:pt x="90004" y="73650"/>
                    <a:pt x="93022" y="68788"/>
                  </a:cubicBezTo>
                  <a:cubicBezTo>
                    <a:pt x="97827" y="61058"/>
                    <a:pt x="99727" y="52173"/>
                    <a:pt x="104272" y="44443"/>
                  </a:cubicBezTo>
                  <a:cubicBezTo>
                    <a:pt x="106098" y="41314"/>
                    <a:pt x="104719" y="38576"/>
                    <a:pt x="102149" y="36564"/>
                  </a:cubicBezTo>
                  <a:cubicBezTo>
                    <a:pt x="100677" y="35428"/>
                    <a:pt x="99001" y="34646"/>
                    <a:pt x="98591" y="32597"/>
                  </a:cubicBezTo>
                  <a:cubicBezTo>
                    <a:pt x="99113" y="32373"/>
                    <a:pt x="99578" y="32001"/>
                    <a:pt x="99746" y="32112"/>
                  </a:cubicBezTo>
                  <a:cubicBezTo>
                    <a:pt x="105054" y="35391"/>
                    <a:pt x="108072" y="33528"/>
                    <a:pt x="110568" y="28182"/>
                  </a:cubicBezTo>
                  <a:cubicBezTo>
                    <a:pt x="112915" y="23134"/>
                    <a:pt x="114275" y="17565"/>
                    <a:pt x="117776" y="13057"/>
                  </a:cubicBezTo>
                  <a:cubicBezTo>
                    <a:pt x="118335" y="12331"/>
                    <a:pt x="118540" y="10878"/>
                    <a:pt x="119173" y="10692"/>
                  </a:cubicBezTo>
                  <a:cubicBezTo>
                    <a:pt x="125395" y="8885"/>
                    <a:pt x="123495" y="4154"/>
                    <a:pt x="123215" y="0"/>
                  </a:cubicBezTo>
                  <a:cubicBezTo>
                    <a:pt x="135733" y="10524"/>
                    <a:pt x="137688" y="24289"/>
                    <a:pt x="136534" y="39693"/>
                  </a:cubicBezTo>
                  <a:cubicBezTo>
                    <a:pt x="133367" y="81547"/>
                    <a:pt x="114591" y="115280"/>
                    <a:pt x="83746" y="142699"/>
                  </a:cubicBezTo>
                  <a:cubicBezTo>
                    <a:pt x="75084" y="150391"/>
                    <a:pt x="65119" y="156650"/>
                    <a:pt x="55545" y="163263"/>
                  </a:cubicBezTo>
                  <a:cubicBezTo>
                    <a:pt x="45579" y="170136"/>
                    <a:pt x="34627" y="169540"/>
                    <a:pt x="24364" y="164734"/>
                  </a:cubicBezTo>
                  <a:cubicBezTo>
                    <a:pt x="16261" y="160897"/>
                    <a:pt x="8587" y="158904"/>
                    <a:pt x="0" y="161567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9450BB7-A878-B9CA-A47D-13B3B6E38C96}"/>
                </a:ext>
              </a:extLst>
            </p:cNvPr>
            <p:cNvSpPr/>
            <p:nvPr/>
          </p:nvSpPr>
          <p:spPr>
            <a:xfrm>
              <a:off x="1921893" y="5215242"/>
              <a:ext cx="152227" cy="170707"/>
            </a:xfrm>
            <a:custGeom>
              <a:avLst/>
              <a:gdLst>
                <a:gd name="csX0" fmla="*/ 131832 w 152227"/>
                <a:gd name="csY0" fmla="*/ 151045 h 170707"/>
                <a:gd name="csX1" fmla="*/ 118737 w 152227"/>
                <a:gd name="csY1" fmla="*/ 160377 h 170707"/>
                <a:gd name="csX2" fmla="*/ 93461 w 152227"/>
                <a:gd name="csY2" fmla="*/ 170231 h 170707"/>
                <a:gd name="csX3" fmla="*/ 84501 w 152227"/>
                <a:gd name="csY3" fmla="*/ 170678 h 170707"/>
                <a:gd name="csX4" fmla="*/ 81223 w 152227"/>
                <a:gd name="csY4" fmla="*/ 166952 h 170707"/>
                <a:gd name="csX5" fmla="*/ 68650 w 152227"/>
                <a:gd name="csY5" fmla="*/ 140186 h 170707"/>
                <a:gd name="csX6" fmla="*/ 49018 w 152227"/>
                <a:gd name="csY6" fmla="*/ 127036 h 170707"/>
                <a:gd name="csX7" fmla="*/ 28715 w 152227"/>
                <a:gd name="csY7" fmla="*/ 103044 h 170707"/>
                <a:gd name="csX8" fmla="*/ 15322 w 152227"/>
                <a:gd name="csY8" fmla="*/ 75198 h 170707"/>
                <a:gd name="csX9" fmla="*/ 3848 w 152227"/>
                <a:gd name="csY9" fmla="*/ 57335 h 170707"/>
                <a:gd name="csX10" fmla="*/ 421 w 152227"/>
                <a:gd name="csY10" fmla="*/ 47891 h 170707"/>
                <a:gd name="csX11" fmla="*/ 8113 w 152227"/>
                <a:gd name="csY11" fmla="*/ 34443 h 170707"/>
                <a:gd name="csX12" fmla="*/ 8318 w 152227"/>
                <a:gd name="csY12" fmla="*/ 19858 h 170707"/>
                <a:gd name="csX13" fmla="*/ 8356 w 152227"/>
                <a:gd name="csY13" fmla="*/ 19914 h 170707"/>
                <a:gd name="csX14" fmla="*/ 10554 w 152227"/>
                <a:gd name="csY14" fmla="*/ 14400 h 170707"/>
                <a:gd name="csX15" fmla="*/ 23909 w 152227"/>
                <a:gd name="csY15" fmla="*/ 2759 h 170707"/>
                <a:gd name="csX16" fmla="*/ 30130 w 152227"/>
                <a:gd name="csY16" fmla="*/ 505 h 170707"/>
                <a:gd name="csX17" fmla="*/ 55649 w 152227"/>
                <a:gd name="csY17" fmla="*/ 5012 h 170707"/>
                <a:gd name="csX18" fmla="*/ 80757 w 152227"/>
                <a:gd name="csY18" fmla="*/ 4565 h 170707"/>
                <a:gd name="csX19" fmla="*/ 84334 w 152227"/>
                <a:gd name="csY19" fmla="*/ 7955 h 170707"/>
                <a:gd name="csX20" fmla="*/ 87612 w 152227"/>
                <a:gd name="csY20" fmla="*/ 27700 h 170707"/>
                <a:gd name="csX21" fmla="*/ 88320 w 152227"/>
                <a:gd name="csY21" fmla="*/ 31518 h 170707"/>
                <a:gd name="csX22" fmla="*/ 102327 w 152227"/>
                <a:gd name="csY22" fmla="*/ 45544 h 170707"/>
                <a:gd name="csX23" fmla="*/ 120879 w 152227"/>
                <a:gd name="csY23" fmla="*/ 85200 h 170707"/>
                <a:gd name="csX24" fmla="*/ 135296 w 152227"/>
                <a:gd name="csY24" fmla="*/ 107869 h 170707"/>
                <a:gd name="csX25" fmla="*/ 145392 w 152227"/>
                <a:gd name="csY25" fmla="*/ 112637 h 170707"/>
                <a:gd name="csX26" fmla="*/ 152228 w 152227"/>
                <a:gd name="csY26" fmla="*/ 119343 h 170707"/>
                <a:gd name="csX27" fmla="*/ 131757 w 152227"/>
                <a:gd name="csY27" fmla="*/ 151064 h 170707"/>
                <a:gd name="csX28" fmla="*/ 133303 w 152227"/>
                <a:gd name="csY28" fmla="*/ 145532 h 170707"/>
                <a:gd name="csX29" fmla="*/ 132279 w 152227"/>
                <a:gd name="csY29" fmla="*/ 127855 h 170707"/>
                <a:gd name="csX30" fmla="*/ 118197 w 152227"/>
                <a:gd name="csY30" fmla="*/ 102169 h 170707"/>
                <a:gd name="csX31" fmla="*/ 89195 w 152227"/>
                <a:gd name="csY31" fmla="*/ 53237 h 170707"/>
                <a:gd name="csX32" fmla="*/ 54773 w 152227"/>
                <a:gd name="csY32" fmla="*/ 18442 h 170707"/>
                <a:gd name="csX33" fmla="*/ 39332 w 152227"/>
                <a:gd name="csY33" fmla="*/ 16561 h 170707"/>
                <a:gd name="csX34" fmla="*/ 25418 w 152227"/>
                <a:gd name="csY34" fmla="*/ 24310 h 170707"/>
                <a:gd name="csX35" fmla="*/ 22102 w 152227"/>
                <a:gd name="csY35" fmla="*/ 49288 h 170707"/>
                <a:gd name="csX36" fmla="*/ 30130 w 152227"/>
                <a:gd name="csY36" fmla="*/ 62234 h 170707"/>
                <a:gd name="csX37" fmla="*/ 49074 w 152227"/>
                <a:gd name="csY37" fmla="*/ 88702 h 170707"/>
                <a:gd name="csX38" fmla="*/ 66806 w 152227"/>
                <a:gd name="csY38" fmla="*/ 108949 h 170707"/>
                <a:gd name="csX39" fmla="*/ 86942 w 152227"/>
                <a:gd name="csY39" fmla="*/ 124353 h 170707"/>
                <a:gd name="csX40" fmla="*/ 87836 w 152227"/>
                <a:gd name="csY40" fmla="*/ 125695 h 170707"/>
                <a:gd name="csX41" fmla="*/ 76641 w 152227"/>
                <a:gd name="csY41" fmla="*/ 133555 h 170707"/>
                <a:gd name="csX42" fmla="*/ 83607 w 152227"/>
                <a:gd name="csY42" fmla="*/ 129029 h 170707"/>
                <a:gd name="csX43" fmla="*/ 88022 w 152227"/>
                <a:gd name="csY43" fmla="*/ 128339 h 170707"/>
                <a:gd name="csX44" fmla="*/ 107599 w 152227"/>
                <a:gd name="csY44" fmla="*/ 152219 h 170707"/>
                <a:gd name="csX45" fmla="*/ 124344 w 152227"/>
                <a:gd name="csY45" fmla="*/ 152312 h 170707"/>
                <a:gd name="csX46" fmla="*/ 131832 w 152227"/>
                <a:gd name="csY46" fmla="*/ 151045 h 17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2227" h="170707">
                  <a:moveTo>
                    <a:pt x="131832" y="151045"/>
                  </a:moveTo>
                  <a:cubicBezTo>
                    <a:pt x="128591" y="155721"/>
                    <a:pt x="123524" y="157993"/>
                    <a:pt x="118737" y="160377"/>
                  </a:cubicBezTo>
                  <a:cubicBezTo>
                    <a:pt x="110635" y="164419"/>
                    <a:pt x="102607" y="168778"/>
                    <a:pt x="93461" y="170231"/>
                  </a:cubicBezTo>
                  <a:cubicBezTo>
                    <a:pt x="90518" y="171143"/>
                    <a:pt x="87482" y="170417"/>
                    <a:pt x="84501" y="170678"/>
                  </a:cubicBezTo>
                  <a:cubicBezTo>
                    <a:pt x="81707" y="170901"/>
                    <a:pt x="80459" y="169504"/>
                    <a:pt x="81223" y="166952"/>
                  </a:cubicBezTo>
                  <a:cubicBezTo>
                    <a:pt x="85042" y="154212"/>
                    <a:pt x="77814" y="146817"/>
                    <a:pt x="68650" y="140186"/>
                  </a:cubicBezTo>
                  <a:cubicBezTo>
                    <a:pt x="62261" y="135548"/>
                    <a:pt x="55183" y="131879"/>
                    <a:pt x="49018" y="127036"/>
                  </a:cubicBezTo>
                  <a:cubicBezTo>
                    <a:pt x="40710" y="120516"/>
                    <a:pt x="34303" y="112097"/>
                    <a:pt x="28715" y="103044"/>
                  </a:cubicBezTo>
                  <a:cubicBezTo>
                    <a:pt x="23257" y="94215"/>
                    <a:pt x="18861" y="84902"/>
                    <a:pt x="15322" y="75198"/>
                  </a:cubicBezTo>
                  <a:cubicBezTo>
                    <a:pt x="12807" y="68324"/>
                    <a:pt x="8970" y="62457"/>
                    <a:pt x="3848" y="57335"/>
                  </a:cubicBezTo>
                  <a:cubicBezTo>
                    <a:pt x="1277" y="54746"/>
                    <a:pt x="-958" y="51952"/>
                    <a:pt x="421" y="47891"/>
                  </a:cubicBezTo>
                  <a:cubicBezTo>
                    <a:pt x="2935" y="43383"/>
                    <a:pt x="4742" y="38466"/>
                    <a:pt x="8113" y="34443"/>
                  </a:cubicBezTo>
                  <a:cubicBezTo>
                    <a:pt x="9697" y="29600"/>
                    <a:pt x="9343" y="24738"/>
                    <a:pt x="8318" y="19858"/>
                  </a:cubicBezTo>
                  <a:lnTo>
                    <a:pt x="8356" y="19914"/>
                  </a:lnTo>
                  <a:cubicBezTo>
                    <a:pt x="7108" y="17287"/>
                    <a:pt x="8374" y="15574"/>
                    <a:pt x="10554" y="14400"/>
                  </a:cubicBezTo>
                  <a:cubicBezTo>
                    <a:pt x="15881" y="11513"/>
                    <a:pt x="20444" y="7825"/>
                    <a:pt x="23909" y="2759"/>
                  </a:cubicBezTo>
                  <a:cubicBezTo>
                    <a:pt x="25287" y="747"/>
                    <a:pt x="27280" y="-855"/>
                    <a:pt x="30130" y="505"/>
                  </a:cubicBezTo>
                  <a:cubicBezTo>
                    <a:pt x="37860" y="6428"/>
                    <a:pt x="46838" y="5217"/>
                    <a:pt x="55649" y="5012"/>
                  </a:cubicBezTo>
                  <a:cubicBezTo>
                    <a:pt x="64012" y="4062"/>
                    <a:pt x="72394" y="4845"/>
                    <a:pt x="80757" y="4565"/>
                  </a:cubicBezTo>
                  <a:cubicBezTo>
                    <a:pt x="83160" y="4491"/>
                    <a:pt x="84371" y="5944"/>
                    <a:pt x="84334" y="7955"/>
                  </a:cubicBezTo>
                  <a:cubicBezTo>
                    <a:pt x="84222" y="14773"/>
                    <a:pt x="86345" y="21162"/>
                    <a:pt x="87612" y="27700"/>
                  </a:cubicBezTo>
                  <a:cubicBezTo>
                    <a:pt x="89251" y="28724"/>
                    <a:pt x="83943" y="30978"/>
                    <a:pt x="88320" y="31518"/>
                  </a:cubicBezTo>
                  <a:cubicBezTo>
                    <a:pt x="95491" y="33698"/>
                    <a:pt x="98714" y="39975"/>
                    <a:pt x="102327" y="45544"/>
                  </a:cubicBezTo>
                  <a:cubicBezTo>
                    <a:pt x="110299" y="57894"/>
                    <a:pt x="115533" y="71528"/>
                    <a:pt x="120879" y="85200"/>
                  </a:cubicBezTo>
                  <a:cubicBezTo>
                    <a:pt x="124120" y="93489"/>
                    <a:pt x="129038" y="101238"/>
                    <a:pt x="135296" y="107869"/>
                  </a:cubicBezTo>
                  <a:cubicBezTo>
                    <a:pt x="138053" y="110793"/>
                    <a:pt x="141965" y="111166"/>
                    <a:pt x="145392" y="112637"/>
                  </a:cubicBezTo>
                  <a:cubicBezTo>
                    <a:pt x="148577" y="113997"/>
                    <a:pt x="151688" y="115319"/>
                    <a:pt x="152228" y="119343"/>
                  </a:cubicBezTo>
                  <a:cubicBezTo>
                    <a:pt x="147143" y="131040"/>
                    <a:pt x="142337" y="142924"/>
                    <a:pt x="131757" y="151064"/>
                  </a:cubicBezTo>
                  <a:cubicBezTo>
                    <a:pt x="130398" y="148698"/>
                    <a:pt x="132316" y="147208"/>
                    <a:pt x="133303" y="145532"/>
                  </a:cubicBezTo>
                  <a:cubicBezTo>
                    <a:pt x="137159" y="138975"/>
                    <a:pt x="136600" y="134021"/>
                    <a:pt x="132279" y="127855"/>
                  </a:cubicBezTo>
                  <a:cubicBezTo>
                    <a:pt x="126635" y="119846"/>
                    <a:pt x="122686" y="110849"/>
                    <a:pt x="118197" y="102169"/>
                  </a:cubicBezTo>
                  <a:cubicBezTo>
                    <a:pt x="109480" y="85275"/>
                    <a:pt x="101638" y="67766"/>
                    <a:pt x="89195" y="53237"/>
                  </a:cubicBezTo>
                  <a:cubicBezTo>
                    <a:pt x="78597" y="40850"/>
                    <a:pt x="68352" y="27942"/>
                    <a:pt x="54773" y="18442"/>
                  </a:cubicBezTo>
                  <a:cubicBezTo>
                    <a:pt x="49949" y="15071"/>
                    <a:pt x="45683" y="13264"/>
                    <a:pt x="39332" y="16561"/>
                  </a:cubicBezTo>
                  <a:cubicBezTo>
                    <a:pt x="34601" y="19020"/>
                    <a:pt x="29720" y="20603"/>
                    <a:pt x="25418" y="24310"/>
                  </a:cubicBezTo>
                  <a:cubicBezTo>
                    <a:pt x="16104" y="32338"/>
                    <a:pt x="18265" y="41353"/>
                    <a:pt x="22102" y="49288"/>
                  </a:cubicBezTo>
                  <a:cubicBezTo>
                    <a:pt x="24300" y="53852"/>
                    <a:pt x="26982" y="58266"/>
                    <a:pt x="30130" y="62234"/>
                  </a:cubicBezTo>
                  <a:cubicBezTo>
                    <a:pt x="36892" y="70746"/>
                    <a:pt x="42517" y="80041"/>
                    <a:pt x="49074" y="88702"/>
                  </a:cubicBezTo>
                  <a:cubicBezTo>
                    <a:pt x="54550" y="95948"/>
                    <a:pt x="60976" y="102150"/>
                    <a:pt x="66806" y="108949"/>
                  </a:cubicBezTo>
                  <a:cubicBezTo>
                    <a:pt x="72357" y="115413"/>
                    <a:pt x="77833" y="122360"/>
                    <a:pt x="86942" y="124353"/>
                  </a:cubicBezTo>
                  <a:cubicBezTo>
                    <a:pt x="87463" y="124465"/>
                    <a:pt x="87724" y="125117"/>
                    <a:pt x="87836" y="125695"/>
                  </a:cubicBezTo>
                  <a:cubicBezTo>
                    <a:pt x="84408" y="128731"/>
                    <a:pt x="80646" y="131301"/>
                    <a:pt x="76641" y="133555"/>
                  </a:cubicBezTo>
                  <a:cubicBezTo>
                    <a:pt x="79156" y="132344"/>
                    <a:pt x="81577" y="131022"/>
                    <a:pt x="83607" y="129029"/>
                  </a:cubicBezTo>
                  <a:cubicBezTo>
                    <a:pt x="84799" y="127874"/>
                    <a:pt x="86308" y="126905"/>
                    <a:pt x="88022" y="128339"/>
                  </a:cubicBezTo>
                  <a:cubicBezTo>
                    <a:pt x="91989" y="138398"/>
                    <a:pt x="99626" y="145513"/>
                    <a:pt x="107599" y="152219"/>
                  </a:cubicBezTo>
                  <a:cubicBezTo>
                    <a:pt x="111845" y="155795"/>
                    <a:pt x="119389" y="155423"/>
                    <a:pt x="124344" y="152312"/>
                  </a:cubicBezTo>
                  <a:cubicBezTo>
                    <a:pt x="126635" y="150934"/>
                    <a:pt x="128833" y="148587"/>
                    <a:pt x="131832" y="151045"/>
                  </a:cubicBezTo>
                  <a:close/>
                </a:path>
              </a:pathLst>
            </a:custGeom>
            <a:solidFill>
              <a:srgbClr val="88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6BC26CEB-14EE-3D2D-6B7E-8B207E1157A7}"/>
                </a:ext>
              </a:extLst>
            </p:cNvPr>
            <p:cNvSpPr/>
            <p:nvPr/>
          </p:nvSpPr>
          <p:spPr>
            <a:xfrm>
              <a:off x="1536984" y="5229512"/>
              <a:ext cx="114919" cy="158584"/>
            </a:xfrm>
            <a:custGeom>
              <a:avLst/>
              <a:gdLst>
                <a:gd name="csX0" fmla="*/ 0 w 114919"/>
                <a:gd name="csY0" fmla="*/ 107122 h 158584"/>
                <a:gd name="csX1" fmla="*/ 21756 w 114919"/>
                <a:gd name="csY1" fmla="*/ 74805 h 158584"/>
                <a:gd name="csX2" fmla="*/ 40494 w 114919"/>
                <a:gd name="csY2" fmla="*/ 53198 h 158584"/>
                <a:gd name="csX3" fmla="*/ 69142 w 114919"/>
                <a:gd name="csY3" fmla="*/ 21383 h 158584"/>
                <a:gd name="csX4" fmla="*/ 100677 w 114919"/>
                <a:gd name="csY4" fmla="*/ 0 h 158584"/>
                <a:gd name="csX5" fmla="*/ 109748 w 114919"/>
                <a:gd name="csY5" fmla="*/ 8214 h 158584"/>
                <a:gd name="csX6" fmla="*/ 114517 w 114919"/>
                <a:gd name="csY6" fmla="*/ 20303 h 158584"/>
                <a:gd name="csX7" fmla="*/ 111332 w 114919"/>
                <a:gd name="csY7" fmla="*/ 33323 h 158584"/>
                <a:gd name="csX8" fmla="*/ 103676 w 114919"/>
                <a:gd name="csY8" fmla="*/ 31516 h 158584"/>
                <a:gd name="csX9" fmla="*/ 96542 w 114919"/>
                <a:gd name="csY9" fmla="*/ 27884 h 158584"/>
                <a:gd name="csX10" fmla="*/ 111145 w 114919"/>
                <a:gd name="csY10" fmla="*/ 33584 h 158584"/>
                <a:gd name="csX11" fmla="*/ 110531 w 114919"/>
                <a:gd name="csY11" fmla="*/ 36937 h 158584"/>
                <a:gd name="csX12" fmla="*/ 97231 w 114919"/>
                <a:gd name="csY12" fmla="*/ 46678 h 158584"/>
                <a:gd name="csX13" fmla="*/ 76965 w 114919"/>
                <a:gd name="csY13" fmla="*/ 70558 h 158584"/>
                <a:gd name="csX14" fmla="*/ 72700 w 114919"/>
                <a:gd name="csY14" fmla="*/ 81249 h 158584"/>
                <a:gd name="csX15" fmla="*/ 67894 w 114919"/>
                <a:gd name="csY15" fmla="*/ 80765 h 158584"/>
                <a:gd name="csX16" fmla="*/ 45915 w 114919"/>
                <a:gd name="csY16" fmla="*/ 67354 h 158584"/>
                <a:gd name="csX17" fmla="*/ 70353 w 114919"/>
                <a:gd name="csY17" fmla="*/ 82311 h 158584"/>
                <a:gd name="csX18" fmla="*/ 69813 w 114919"/>
                <a:gd name="csY18" fmla="*/ 84379 h 158584"/>
                <a:gd name="csX19" fmla="*/ 52322 w 114919"/>
                <a:gd name="csY19" fmla="*/ 108798 h 158584"/>
                <a:gd name="csX20" fmla="*/ 35167 w 114919"/>
                <a:gd name="csY20" fmla="*/ 135900 h 158584"/>
                <a:gd name="csX21" fmla="*/ 22818 w 114919"/>
                <a:gd name="csY21" fmla="*/ 158420 h 158584"/>
                <a:gd name="csX22" fmla="*/ 11511 w 114919"/>
                <a:gd name="csY22" fmla="*/ 153074 h 158584"/>
                <a:gd name="csX23" fmla="*/ 13355 w 114919"/>
                <a:gd name="csY23" fmla="*/ 141823 h 158584"/>
                <a:gd name="csX24" fmla="*/ 31330 w 114919"/>
                <a:gd name="csY24" fmla="*/ 102428 h 158584"/>
                <a:gd name="csX25" fmla="*/ 25835 w 114919"/>
                <a:gd name="csY25" fmla="*/ 98982 h 158584"/>
                <a:gd name="csX26" fmla="*/ 6203 w 114919"/>
                <a:gd name="csY26" fmla="*/ 108388 h 158584"/>
                <a:gd name="csX27" fmla="*/ 0 w 114919"/>
                <a:gd name="csY27" fmla="*/ 107122 h 15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4919" h="158584">
                  <a:moveTo>
                    <a:pt x="0" y="107122"/>
                  </a:moveTo>
                  <a:cubicBezTo>
                    <a:pt x="5625" y="95257"/>
                    <a:pt x="14473" y="85552"/>
                    <a:pt x="21756" y="74805"/>
                  </a:cubicBezTo>
                  <a:cubicBezTo>
                    <a:pt x="27158" y="66832"/>
                    <a:pt x="33416" y="59605"/>
                    <a:pt x="40494" y="53198"/>
                  </a:cubicBezTo>
                  <a:cubicBezTo>
                    <a:pt x="51149" y="43530"/>
                    <a:pt x="60295" y="32652"/>
                    <a:pt x="69142" y="21383"/>
                  </a:cubicBezTo>
                  <a:cubicBezTo>
                    <a:pt x="77338" y="10971"/>
                    <a:pt x="87322" y="2924"/>
                    <a:pt x="100677" y="0"/>
                  </a:cubicBezTo>
                  <a:cubicBezTo>
                    <a:pt x="102726" y="3800"/>
                    <a:pt x="106470" y="5793"/>
                    <a:pt x="109748" y="8214"/>
                  </a:cubicBezTo>
                  <a:cubicBezTo>
                    <a:pt x="113958" y="11344"/>
                    <a:pt x="115802" y="14864"/>
                    <a:pt x="114517" y="20303"/>
                  </a:cubicBezTo>
                  <a:cubicBezTo>
                    <a:pt x="113492" y="24662"/>
                    <a:pt x="112691" y="29058"/>
                    <a:pt x="111332" y="33323"/>
                  </a:cubicBezTo>
                  <a:cubicBezTo>
                    <a:pt x="108277" y="34962"/>
                    <a:pt x="106097" y="32578"/>
                    <a:pt x="103676" y="31516"/>
                  </a:cubicBezTo>
                  <a:cubicBezTo>
                    <a:pt x="101236" y="30436"/>
                    <a:pt x="99057" y="28797"/>
                    <a:pt x="96542" y="27884"/>
                  </a:cubicBezTo>
                  <a:cubicBezTo>
                    <a:pt x="101571" y="29374"/>
                    <a:pt x="105148" y="34534"/>
                    <a:pt x="111145" y="33584"/>
                  </a:cubicBezTo>
                  <a:cubicBezTo>
                    <a:pt x="113846" y="35242"/>
                    <a:pt x="112244" y="36639"/>
                    <a:pt x="110531" y="36937"/>
                  </a:cubicBezTo>
                  <a:cubicBezTo>
                    <a:pt x="104421" y="38017"/>
                    <a:pt x="100845" y="42525"/>
                    <a:pt x="97231" y="46678"/>
                  </a:cubicBezTo>
                  <a:cubicBezTo>
                    <a:pt x="90395" y="54557"/>
                    <a:pt x="82479" y="61505"/>
                    <a:pt x="76965" y="70558"/>
                  </a:cubicBezTo>
                  <a:cubicBezTo>
                    <a:pt x="74898" y="73948"/>
                    <a:pt x="72923" y="77207"/>
                    <a:pt x="72700" y="81249"/>
                  </a:cubicBezTo>
                  <a:cubicBezTo>
                    <a:pt x="71005" y="82181"/>
                    <a:pt x="69217" y="81529"/>
                    <a:pt x="67894" y="80765"/>
                  </a:cubicBezTo>
                  <a:cubicBezTo>
                    <a:pt x="60444" y="76518"/>
                    <a:pt x="52378" y="73240"/>
                    <a:pt x="45915" y="67354"/>
                  </a:cubicBezTo>
                  <a:cubicBezTo>
                    <a:pt x="52956" y="74134"/>
                    <a:pt x="62194" y="77338"/>
                    <a:pt x="70353" y="82311"/>
                  </a:cubicBezTo>
                  <a:cubicBezTo>
                    <a:pt x="70539" y="83093"/>
                    <a:pt x="70446" y="83932"/>
                    <a:pt x="69813" y="84379"/>
                  </a:cubicBezTo>
                  <a:cubicBezTo>
                    <a:pt x="61207" y="90525"/>
                    <a:pt x="57184" y="99988"/>
                    <a:pt x="52322" y="108798"/>
                  </a:cubicBezTo>
                  <a:cubicBezTo>
                    <a:pt x="47144" y="118186"/>
                    <a:pt x="39973" y="126326"/>
                    <a:pt x="35167" y="135900"/>
                  </a:cubicBezTo>
                  <a:cubicBezTo>
                    <a:pt x="31311" y="143574"/>
                    <a:pt x="25221" y="149982"/>
                    <a:pt x="22818" y="158420"/>
                  </a:cubicBezTo>
                  <a:cubicBezTo>
                    <a:pt x="17751" y="159370"/>
                    <a:pt x="14715" y="156035"/>
                    <a:pt x="11511" y="153074"/>
                  </a:cubicBezTo>
                  <a:cubicBezTo>
                    <a:pt x="8978" y="148808"/>
                    <a:pt x="10580" y="145400"/>
                    <a:pt x="13355" y="141823"/>
                  </a:cubicBezTo>
                  <a:cubicBezTo>
                    <a:pt x="22445" y="130144"/>
                    <a:pt x="29076" y="117255"/>
                    <a:pt x="31330" y="102428"/>
                  </a:cubicBezTo>
                  <a:cubicBezTo>
                    <a:pt x="32112" y="97306"/>
                    <a:pt x="28238" y="98367"/>
                    <a:pt x="25835" y="98982"/>
                  </a:cubicBezTo>
                  <a:cubicBezTo>
                    <a:pt x="18738" y="100863"/>
                    <a:pt x="11940" y="103620"/>
                    <a:pt x="6203" y="108388"/>
                  </a:cubicBezTo>
                  <a:cubicBezTo>
                    <a:pt x="3502" y="110605"/>
                    <a:pt x="1155" y="112039"/>
                    <a:pt x="0" y="107122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538FF909-48DC-EB97-61EB-78C278758920}"/>
                </a:ext>
              </a:extLst>
            </p:cNvPr>
            <p:cNvSpPr/>
            <p:nvPr/>
          </p:nvSpPr>
          <p:spPr>
            <a:xfrm>
              <a:off x="1613297" y="5220548"/>
              <a:ext cx="140818" cy="210001"/>
            </a:xfrm>
            <a:custGeom>
              <a:avLst/>
              <a:gdLst>
                <a:gd name="csX0" fmla="*/ 104551 w 140818"/>
                <a:gd name="csY0" fmla="*/ 91480 h 210001"/>
                <a:gd name="csX1" fmla="*/ 100994 w 140818"/>
                <a:gd name="csY1" fmla="*/ 107611 h 210001"/>
                <a:gd name="csX2" fmla="*/ 98554 w 140818"/>
                <a:gd name="csY2" fmla="*/ 115602 h 210001"/>
                <a:gd name="csX3" fmla="*/ 81864 w 140818"/>
                <a:gd name="csY3" fmla="*/ 148440 h 210001"/>
                <a:gd name="csX4" fmla="*/ 73929 w 140818"/>
                <a:gd name="csY4" fmla="*/ 153619 h 210001"/>
                <a:gd name="csX5" fmla="*/ 65603 w 140818"/>
                <a:gd name="csY5" fmla="*/ 152147 h 210001"/>
                <a:gd name="csX6" fmla="*/ 53757 w 140818"/>
                <a:gd name="csY6" fmla="*/ 143858 h 210001"/>
                <a:gd name="csX7" fmla="*/ 66665 w 140818"/>
                <a:gd name="csY7" fmla="*/ 152818 h 210001"/>
                <a:gd name="csX8" fmla="*/ 71787 w 140818"/>
                <a:gd name="csY8" fmla="*/ 155910 h 210001"/>
                <a:gd name="csX9" fmla="*/ 67931 w 140818"/>
                <a:gd name="csY9" fmla="*/ 165130 h 210001"/>
                <a:gd name="csX10" fmla="*/ 31442 w 140818"/>
                <a:gd name="csY10" fmla="*/ 197708 h 210001"/>
                <a:gd name="csX11" fmla="*/ 14175 w 140818"/>
                <a:gd name="csY11" fmla="*/ 210001 h 210001"/>
                <a:gd name="csX12" fmla="*/ 0 w 140818"/>
                <a:gd name="csY12" fmla="*/ 199980 h 210001"/>
                <a:gd name="csX13" fmla="*/ 23749 w 140818"/>
                <a:gd name="csY13" fmla="*/ 171109 h 210001"/>
                <a:gd name="csX14" fmla="*/ 46455 w 140818"/>
                <a:gd name="csY14" fmla="*/ 139760 h 210001"/>
                <a:gd name="csX15" fmla="*/ 49938 w 140818"/>
                <a:gd name="csY15" fmla="*/ 134713 h 210001"/>
                <a:gd name="csX16" fmla="*/ 63889 w 140818"/>
                <a:gd name="csY16" fmla="*/ 117166 h 210001"/>
                <a:gd name="csX17" fmla="*/ 73277 w 140818"/>
                <a:gd name="csY17" fmla="*/ 105301 h 210001"/>
                <a:gd name="csX18" fmla="*/ 90079 w 140818"/>
                <a:gd name="csY18" fmla="*/ 83545 h 210001"/>
                <a:gd name="csX19" fmla="*/ 107904 w 140818"/>
                <a:gd name="csY19" fmla="*/ 64825 h 210001"/>
                <a:gd name="csX20" fmla="*/ 120496 w 140818"/>
                <a:gd name="csY20" fmla="*/ 50427 h 210001"/>
                <a:gd name="csX21" fmla="*/ 117478 w 140818"/>
                <a:gd name="csY21" fmla="*/ 17216 h 210001"/>
                <a:gd name="csX22" fmla="*/ 107643 w 140818"/>
                <a:gd name="csY22" fmla="*/ 6449 h 210001"/>
                <a:gd name="csX23" fmla="*/ 120161 w 140818"/>
                <a:gd name="csY23" fmla="*/ 843 h 210001"/>
                <a:gd name="csX24" fmla="*/ 127667 w 140818"/>
                <a:gd name="csY24" fmla="*/ 2519 h 210001"/>
                <a:gd name="csX25" fmla="*/ 138191 w 140818"/>
                <a:gd name="csY25" fmla="*/ 13416 h 210001"/>
                <a:gd name="csX26" fmla="*/ 139644 w 140818"/>
                <a:gd name="csY26" fmla="*/ 17942 h 210001"/>
                <a:gd name="csX27" fmla="*/ 133646 w 140818"/>
                <a:gd name="csY27" fmla="*/ 38040 h 210001"/>
                <a:gd name="csX28" fmla="*/ 140743 w 140818"/>
                <a:gd name="csY28" fmla="*/ 62050 h 210001"/>
                <a:gd name="csX29" fmla="*/ 134429 w 140818"/>
                <a:gd name="csY29" fmla="*/ 67135 h 210001"/>
                <a:gd name="csX30" fmla="*/ 123066 w 140818"/>
                <a:gd name="csY30" fmla="*/ 70488 h 210001"/>
                <a:gd name="csX31" fmla="*/ 110680 w 140818"/>
                <a:gd name="csY31" fmla="*/ 83843 h 210001"/>
                <a:gd name="csX32" fmla="*/ 105669 w 140818"/>
                <a:gd name="csY32" fmla="*/ 88034 h 210001"/>
                <a:gd name="csX33" fmla="*/ 100938 w 140818"/>
                <a:gd name="csY33" fmla="*/ 85110 h 210001"/>
                <a:gd name="csX34" fmla="*/ 104551 w 140818"/>
                <a:gd name="csY34" fmla="*/ 91480 h 210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40818" h="210001">
                  <a:moveTo>
                    <a:pt x="104551" y="91480"/>
                  </a:moveTo>
                  <a:cubicBezTo>
                    <a:pt x="105185" y="97254"/>
                    <a:pt x="104272" y="102712"/>
                    <a:pt x="100994" y="107611"/>
                  </a:cubicBezTo>
                  <a:cubicBezTo>
                    <a:pt x="99373" y="110032"/>
                    <a:pt x="99168" y="112845"/>
                    <a:pt x="98554" y="115602"/>
                  </a:cubicBezTo>
                  <a:cubicBezTo>
                    <a:pt x="95834" y="127970"/>
                    <a:pt x="88365" y="137972"/>
                    <a:pt x="81864" y="148440"/>
                  </a:cubicBezTo>
                  <a:cubicBezTo>
                    <a:pt x="80113" y="151272"/>
                    <a:pt x="76723" y="152091"/>
                    <a:pt x="73929" y="153619"/>
                  </a:cubicBezTo>
                  <a:cubicBezTo>
                    <a:pt x="70725" y="155649"/>
                    <a:pt x="68211" y="153078"/>
                    <a:pt x="65603" y="152147"/>
                  </a:cubicBezTo>
                  <a:cubicBezTo>
                    <a:pt x="60444" y="150284"/>
                    <a:pt x="56346" y="146745"/>
                    <a:pt x="53757" y="143858"/>
                  </a:cubicBezTo>
                  <a:cubicBezTo>
                    <a:pt x="56569" y="147192"/>
                    <a:pt x="61133" y="150620"/>
                    <a:pt x="66665" y="152818"/>
                  </a:cubicBezTo>
                  <a:cubicBezTo>
                    <a:pt x="68527" y="153563"/>
                    <a:pt x="70688" y="153861"/>
                    <a:pt x="71787" y="155910"/>
                  </a:cubicBezTo>
                  <a:cubicBezTo>
                    <a:pt x="72197" y="159710"/>
                    <a:pt x="70409" y="162150"/>
                    <a:pt x="67931" y="165130"/>
                  </a:cubicBezTo>
                  <a:cubicBezTo>
                    <a:pt x="57370" y="177852"/>
                    <a:pt x="43959" y="187258"/>
                    <a:pt x="31442" y="197708"/>
                  </a:cubicBezTo>
                  <a:cubicBezTo>
                    <a:pt x="26040" y="202234"/>
                    <a:pt x="19949" y="205941"/>
                    <a:pt x="14175" y="210001"/>
                  </a:cubicBezTo>
                  <a:cubicBezTo>
                    <a:pt x="7171" y="209871"/>
                    <a:pt x="2924" y="205866"/>
                    <a:pt x="0" y="199980"/>
                  </a:cubicBezTo>
                  <a:cubicBezTo>
                    <a:pt x="9332" y="191561"/>
                    <a:pt x="15497" y="180515"/>
                    <a:pt x="23749" y="171109"/>
                  </a:cubicBezTo>
                  <a:cubicBezTo>
                    <a:pt x="32150" y="161535"/>
                    <a:pt x="40383" y="151290"/>
                    <a:pt x="46455" y="139760"/>
                  </a:cubicBezTo>
                  <a:cubicBezTo>
                    <a:pt x="47423" y="137916"/>
                    <a:pt x="48224" y="135942"/>
                    <a:pt x="49938" y="134713"/>
                  </a:cubicBezTo>
                  <a:cubicBezTo>
                    <a:pt x="56271" y="130205"/>
                    <a:pt x="59661" y="123294"/>
                    <a:pt x="63889" y="117166"/>
                  </a:cubicBezTo>
                  <a:cubicBezTo>
                    <a:pt x="66795" y="112957"/>
                    <a:pt x="70111" y="109231"/>
                    <a:pt x="73277" y="105301"/>
                  </a:cubicBezTo>
                  <a:cubicBezTo>
                    <a:pt x="79014" y="98167"/>
                    <a:pt x="84584" y="90865"/>
                    <a:pt x="90079" y="83545"/>
                  </a:cubicBezTo>
                  <a:cubicBezTo>
                    <a:pt x="95331" y="76542"/>
                    <a:pt x="102074" y="71159"/>
                    <a:pt x="107904" y="64825"/>
                  </a:cubicBezTo>
                  <a:cubicBezTo>
                    <a:pt x="112226" y="60131"/>
                    <a:pt x="116659" y="55512"/>
                    <a:pt x="120496" y="50427"/>
                  </a:cubicBezTo>
                  <a:cubicBezTo>
                    <a:pt x="129176" y="38916"/>
                    <a:pt x="128040" y="27237"/>
                    <a:pt x="117478" y="17216"/>
                  </a:cubicBezTo>
                  <a:cubicBezTo>
                    <a:pt x="113939" y="13863"/>
                    <a:pt x="110605" y="10324"/>
                    <a:pt x="107643" y="6449"/>
                  </a:cubicBezTo>
                  <a:cubicBezTo>
                    <a:pt x="111816" y="4587"/>
                    <a:pt x="115988" y="2706"/>
                    <a:pt x="120161" y="843"/>
                  </a:cubicBezTo>
                  <a:cubicBezTo>
                    <a:pt x="123160" y="-778"/>
                    <a:pt x="125767" y="23"/>
                    <a:pt x="127667" y="2519"/>
                  </a:cubicBezTo>
                  <a:cubicBezTo>
                    <a:pt x="130759" y="6580"/>
                    <a:pt x="133963" y="10436"/>
                    <a:pt x="138191" y="13416"/>
                  </a:cubicBezTo>
                  <a:cubicBezTo>
                    <a:pt x="139607" y="14403"/>
                    <a:pt x="140296" y="16061"/>
                    <a:pt x="139644" y="17942"/>
                  </a:cubicBezTo>
                  <a:cubicBezTo>
                    <a:pt x="133367" y="23362"/>
                    <a:pt x="131281" y="30031"/>
                    <a:pt x="133646" y="38040"/>
                  </a:cubicBezTo>
                  <a:cubicBezTo>
                    <a:pt x="136031" y="46031"/>
                    <a:pt x="138378" y="54041"/>
                    <a:pt x="140743" y="62050"/>
                  </a:cubicBezTo>
                  <a:cubicBezTo>
                    <a:pt x="141004" y="66651"/>
                    <a:pt x="140948" y="69855"/>
                    <a:pt x="134429" y="67135"/>
                  </a:cubicBezTo>
                  <a:cubicBezTo>
                    <a:pt x="130796" y="65626"/>
                    <a:pt x="126252" y="67936"/>
                    <a:pt x="123066" y="70488"/>
                  </a:cubicBezTo>
                  <a:cubicBezTo>
                    <a:pt x="118317" y="74288"/>
                    <a:pt x="113269" y="78032"/>
                    <a:pt x="110680" y="83843"/>
                  </a:cubicBezTo>
                  <a:cubicBezTo>
                    <a:pt x="109655" y="86153"/>
                    <a:pt x="107699" y="87066"/>
                    <a:pt x="105669" y="88034"/>
                  </a:cubicBezTo>
                  <a:cubicBezTo>
                    <a:pt x="102894" y="88630"/>
                    <a:pt x="102205" y="86172"/>
                    <a:pt x="100938" y="85110"/>
                  </a:cubicBezTo>
                  <a:cubicBezTo>
                    <a:pt x="101795" y="87103"/>
                    <a:pt x="104924" y="88332"/>
                    <a:pt x="104551" y="91480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D6C1D29C-06D6-CE05-7370-C187650B7E0D}"/>
                </a:ext>
              </a:extLst>
            </p:cNvPr>
            <p:cNvSpPr/>
            <p:nvPr/>
          </p:nvSpPr>
          <p:spPr>
            <a:xfrm>
              <a:off x="1916972" y="5151058"/>
              <a:ext cx="108374" cy="70742"/>
            </a:xfrm>
            <a:custGeom>
              <a:avLst/>
              <a:gdLst>
                <a:gd name="csX0" fmla="*/ 108310 w 108374"/>
                <a:gd name="csY0" fmla="*/ 70743 h 70742"/>
                <a:gd name="csX1" fmla="*/ 59489 w 108374"/>
                <a:gd name="csY1" fmla="*/ 66887 h 70742"/>
                <a:gd name="csX2" fmla="*/ 22236 w 108374"/>
                <a:gd name="csY2" fmla="*/ 50291 h 70742"/>
                <a:gd name="csX3" fmla="*/ 2957 w 108374"/>
                <a:gd name="csY3" fmla="*/ 24716 h 70742"/>
                <a:gd name="csX4" fmla="*/ 256 w 108374"/>
                <a:gd name="csY4" fmla="*/ 13131 h 70742"/>
                <a:gd name="csX5" fmla="*/ 554 w 108374"/>
                <a:gd name="csY5" fmla="*/ 10337 h 70742"/>
                <a:gd name="csX6" fmla="*/ 11768 w 108374"/>
                <a:gd name="csY6" fmla="*/ 371 h 70742"/>
                <a:gd name="csX7" fmla="*/ 64369 w 108374"/>
                <a:gd name="csY7" fmla="*/ 16353 h 70742"/>
                <a:gd name="csX8" fmla="*/ 84039 w 108374"/>
                <a:gd name="csY8" fmla="*/ 26132 h 70742"/>
                <a:gd name="csX9" fmla="*/ 108310 w 108374"/>
                <a:gd name="csY9" fmla="*/ 70743 h 70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8374" h="70742">
                  <a:moveTo>
                    <a:pt x="108310" y="70743"/>
                  </a:moveTo>
                  <a:cubicBezTo>
                    <a:pt x="92384" y="63590"/>
                    <a:pt x="75806" y="64391"/>
                    <a:pt x="59489" y="66887"/>
                  </a:cubicBezTo>
                  <a:cubicBezTo>
                    <a:pt x="43042" y="69402"/>
                    <a:pt x="32089" y="60796"/>
                    <a:pt x="22236" y="50291"/>
                  </a:cubicBezTo>
                  <a:cubicBezTo>
                    <a:pt x="14971" y="42561"/>
                    <a:pt x="8564" y="33881"/>
                    <a:pt x="2957" y="24716"/>
                  </a:cubicBezTo>
                  <a:cubicBezTo>
                    <a:pt x="648" y="20935"/>
                    <a:pt x="-563" y="17396"/>
                    <a:pt x="256" y="13131"/>
                  </a:cubicBezTo>
                  <a:cubicBezTo>
                    <a:pt x="424" y="12218"/>
                    <a:pt x="499" y="11268"/>
                    <a:pt x="554" y="10337"/>
                  </a:cubicBezTo>
                  <a:cubicBezTo>
                    <a:pt x="1150" y="-411"/>
                    <a:pt x="1169" y="-597"/>
                    <a:pt x="11768" y="371"/>
                  </a:cubicBezTo>
                  <a:cubicBezTo>
                    <a:pt x="30376" y="2066"/>
                    <a:pt x="47512" y="8865"/>
                    <a:pt x="64369" y="16353"/>
                  </a:cubicBezTo>
                  <a:cubicBezTo>
                    <a:pt x="71056" y="19315"/>
                    <a:pt x="77464" y="22910"/>
                    <a:pt x="84039" y="26132"/>
                  </a:cubicBezTo>
                  <a:cubicBezTo>
                    <a:pt x="102535" y="35222"/>
                    <a:pt x="109111" y="50812"/>
                    <a:pt x="108310" y="70743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6FDE277E-D5D8-66DB-8D86-7E68CCE0A7EA}"/>
                </a:ext>
              </a:extLst>
            </p:cNvPr>
            <p:cNvSpPr/>
            <p:nvPr/>
          </p:nvSpPr>
          <p:spPr>
            <a:xfrm>
              <a:off x="1517519" y="5383404"/>
              <a:ext cx="159649" cy="110090"/>
            </a:xfrm>
            <a:custGeom>
              <a:avLst/>
              <a:gdLst>
                <a:gd name="csX0" fmla="*/ 109953 w 159649"/>
                <a:gd name="csY0" fmla="*/ 50628 h 110090"/>
                <a:gd name="csX1" fmla="*/ 108985 w 159649"/>
                <a:gd name="csY1" fmla="*/ 57501 h 110090"/>
                <a:gd name="csX2" fmla="*/ 89259 w 159649"/>
                <a:gd name="csY2" fmla="*/ 76370 h 110090"/>
                <a:gd name="csX3" fmla="*/ 86633 w 159649"/>
                <a:gd name="csY3" fmla="*/ 88273 h 110090"/>
                <a:gd name="csX4" fmla="*/ 97343 w 159649"/>
                <a:gd name="csY4" fmla="*/ 93339 h 110090"/>
                <a:gd name="csX5" fmla="*/ 113064 w 159649"/>
                <a:gd name="csY5" fmla="*/ 89129 h 110090"/>
                <a:gd name="csX6" fmla="*/ 138955 w 159649"/>
                <a:gd name="csY6" fmla="*/ 75178 h 110090"/>
                <a:gd name="csX7" fmla="*/ 157023 w 159649"/>
                <a:gd name="csY7" fmla="*/ 61972 h 110090"/>
                <a:gd name="csX8" fmla="*/ 159649 w 159649"/>
                <a:gd name="csY8" fmla="*/ 65120 h 110090"/>
                <a:gd name="csX9" fmla="*/ 111350 w 159649"/>
                <a:gd name="csY9" fmla="*/ 95891 h 110090"/>
                <a:gd name="csX10" fmla="*/ 99802 w 159649"/>
                <a:gd name="csY10" fmla="*/ 100063 h 110090"/>
                <a:gd name="csX11" fmla="*/ 59289 w 159649"/>
                <a:gd name="csY11" fmla="*/ 109433 h 110090"/>
                <a:gd name="csX12" fmla="*/ 21700 w 159649"/>
                <a:gd name="csY12" fmla="*/ 108259 h 110090"/>
                <a:gd name="csX13" fmla="*/ 3558 w 159649"/>
                <a:gd name="csY13" fmla="*/ 93935 h 110090"/>
                <a:gd name="csX14" fmla="*/ 279 w 159649"/>
                <a:gd name="csY14" fmla="*/ 84957 h 110090"/>
                <a:gd name="csX15" fmla="*/ 559 w 159649"/>
                <a:gd name="csY15" fmla="*/ 82312 h 110090"/>
                <a:gd name="csX16" fmla="*/ 3595 w 159649"/>
                <a:gd name="csY16" fmla="*/ 82685 h 110090"/>
                <a:gd name="csX17" fmla="*/ 11679 w 159649"/>
                <a:gd name="csY17" fmla="*/ 86466 h 110090"/>
                <a:gd name="csX18" fmla="*/ 12368 w 159649"/>
                <a:gd name="csY18" fmla="*/ 51951 h 110090"/>
                <a:gd name="csX19" fmla="*/ 14622 w 159649"/>
                <a:gd name="csY19" fmla="*/ 19391 h 110090"/>
                <a:gd name="csX20" fmla="*/ 21644 w 159649"/>
                <a:gd name="csY20" fmla="*/ 3521 h 110090"/>
                <a:gd name="csX21" fmla="*/ 28927 w 159649"/>
                <a:gd name="csY21" fmla="*/ 1 h 110090"/>
                <a:gd name="csX22" fmla="*/ 39302 w 159649"/>
                <a:gd name="csY22" fmla="*/ 6390 h 110090"/>
                <a:gd name="csX23" fmla="*/ 26189 w 159649"/>
                <a:gd name="csY23" fmla="*/ 49473 h 110090"/>
                <a:gd name="csX24" fmla="*/ 27214 w 159649"/>
                <a:gd name="csY24" fmla="*/ 70168 h 110090"/>
                <a:gd name="csX25" fmla="*/ 47628 w 159649"/>
                <a:gd name="csY25" fmla="*/ 85628 h 110090"/>
                <a:gd name="csX26" fmla="*/ 75177 w 159649"/>
                <a:gd name="csY26" fmla="*/ 72347 h 110090"/>
                <a:gd name="csX27" fmla="*/ 86875 w 159649"/>
                <a:gd name="csY27" fmla="*/ 59420 h 110090"/>
                <a:gd name="csX28" fmla="*/ 95071 w 159649"/>
                <a:gd name="csY28" fmla="*/ 51783 h 110090"/>
                <a:gd name="csX29" fmla="*/ 100472 w 159649"/>
                <a:gd name="csY29" fmla="*/ 46158 h 110090"/>
                <a:gd name="csX30" fmla="*/ 109953 w 159649"/>
                <a:gd name="csY30" fmla="*/ 50628 h 1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9649" h="110090">
                  <a:moveTo>
                    <a:pt x="109953" y="50628"/>
                  </a:moveTo>
                  <a:cubicBezTo>
                    <a:pt x="112207" y="53273"/>
                    <a:pt x="112952" y="54931"/>
                    <a:pt x="108985" y="57501"/>
                  </a:cubicBezTo>
                  <a:cubicBezTo>
                    <a:pt x="101310" y="62475"/>
                    <a:pt x="94530" y="68677"/>
                    <a:pt x="89259" y="76370"/>
                  </a:cubicBezTo>
                  <a:cubicBezTo>
                    <a:pt x="86726" y="80077"/>
                    <a:pt x="84453" y="83802"/>
                    <a:pt x="86633" y="88273"/>
                  </a:cubicBezTo>
                  <a:cubicBezTo>
                    <a:pt x="88756" y="92594"/>
                    <a:pt x="93431" y="92370"/>
                    <a:pt x="97343" y="93339"/>
                  </a:cubicBezTo>
                  <a:cubicBezTo>
                    <a:pt x="103359" y="94829"/>
                    <a:pt x="107848" y="90638"/>
                    <a:pt x="113064" y="89129"/>
                  </a:cubicBezTo>
                  <a:cubicBezTo>
                    <a:pt x="122750" y="86298"/>
                    <a:pt x="130871" y="80766"/>
                    <a:pt x="138955" y="75178"/>
                  </a:cubicBezTo>
                  <a:cubicBezTo>
                    <a:pt x="145083" y="70931"/>
                    <a:pt x="150727" y="65939"/>
                    <a:pt x="157023" y="61972"/>
                  </a:cubicBezTo>
                  <a:cubicBezTo>
                    <a:pt x="161102" y="59401"/>
                    <a:pt x="158923" y="63890"/>
                    <a:pt x="159649" y="65120"/>
                  </a:cubicBezTo>
                  <a:cubicBezTo>
                    <a:pt x="146555" y="80096"/>
                    <a:pt x="130349" y="90173"/>
                    <a:pt x="111350" y="95891"/>
                  </a:cubicBezTo>
                  <a:cubicBezTo>
                    <a:pt x="107215" y="96487"/>
                    <a:pt x="103285" y="97623"/>
                    <a:pt x="99802" y="100063"/>
                  </a:cubicBezTo>
                  <a:cubicBezTo>
                    <a:pt x="86707" y="104906"/>
                    <a:pt x="73296" y="108483"/>
                    <a:pt x="59289" y="109433"/>
                  </a:cubicBezTo>
                  <a:cubicBezTo>
                    <a:pt x="46734" y="110010"/>
                    <a:pt x="34143" y="110997"/>
                    <a:pt x="21700" y="108259"/>
                  </a:cubicBezTo>
                  <a:cubicBezTo>
                    <a:pt x="13616" y="106061"/>
                    <a:pt x="7060" y="101926"/>
                    <a:pt x="3558" y="93935"/>
                  </a:cubicBezTo>
                  <a:cubicBezTo>
                    <a:pt x="2086" y="91085"/>
                    <a:pt x="1248" y="87993"/>
                    <a:pt x="279" y="84957"/>
                  </a:cubicBezTo>
                  <a:cubicBezTo>
                    <a:pt x="0" y="84100"/>
                    <a:pt x="-279" y="83057"/>
                    <a:pt x="559" y="82312"/>
                  </a:cubicBezTo>
                  <a:cubicBezTo>
                    <a:pt x="1639" y="81381"/>
                    <a:pt x="2682" y="82033"/>
                    <a:pt x="3595" y="82685"/>
                  </a:cubicBezTo>
                  <a:cubicBezTo>
                    <a:pt x="5867" y="84305"/>
                    <a:pt x="8158" y="85870"/>
                    <a:pt x="11679" y="86466"/>
                  </a:cubicBezTo>
                  <a:cubicBezTo>
                    <a:pt x="10897" y="74675"/>
                    <a:pt x="11567" y="63294"/>
                    <a:pt x="12368" y="51951"/>
                  </a:cubicBezTo>
                  <a:cubicBezTo>
                    <a:pt x="13150" y="41110"/>
                    <a:pt x="12964" y="30195"/>
                    <a:pt x="14622" y="19391"/>
                  </a:cubicBezTo>
                  <a:cubicBezTo>
                    <a:pt x="15535" y="13431"/>
                    <a:pt x="18683" y="8513"/>
                    <a:pt x="21644" y="3521"/>
                  </a:cubicBezTo>
                  <a:cubicBezTo>
                    <a:pt x="23172" y="951"/>
                    <a:pt x="25910" y="-36"/>
                    <a:pt x="28927" y="1"/>
                  </a:cubicBezTo>
                  <a:cubicBezTo>
                    <a:pt x="32802" y="1435"/>
                    <a:pt x="36918" y="2534"/>
                    <a:pt x="39302" y="6390"/>
                  </a:cubicBezTo>
                  <a:cubicBezTo>
                    <a:pt x="30380" y="19354"/>
                    <a:pt x="28070" y="34404"/>
                    <a:pt x="26189" y="49473"/>
                  </a:cubicBezTo>
                  <a:cubicBezTo>
                    <a:pt x="25332" y="56347"/>
                    <a:pt x="25649" y="63406"/>
                    <a:pt x="27214" y="70168"/>
                  </a:cubicBezTo>
                  <a:cubicBezTo>
                    <a:pt x="29281" y="79183"/>
                    <a:pt x="38632" y="85032"/>
                    <a:pt x="47628" y="85628"/>
                  </a:cubicBezTo>
                  <a:cubicBezTo>
                    <a:pt x="59661" y="86410"/>
                    <a:pt x="67224" y="79202"/>
                    <a:pt x="75177" y="72347"/>
                  </a:cubicBezTo>
                  <a:cubicBezTo>
                    <a:pt x="79592" y="68547"/>
                    <a:pt x="83783" y="64449"/>
                    <a:pt x="86875" y="59420"/>
                  </a:cubicBezTo>
                  <a:cubicBezTo>
                    <a:pt x="88905" y="56123"/>
                    <a:pt x="91941" y="53869"/>
                    <a:pt x="95071" y="51783"/>
                  </a:cubicBezTo>
                  <a:cubicBezTo>
                    <a:pt x="97324" y="50293"/>
                    <a:pt x="99168" y="48505"/>
                    <a:pt x="100472" y="46158"/>
                  </a:cubicBezTo>
                  <a:cubicBezTo>
                    <a:pt x="104738" y="45375"/>
                    <a:pt x="107662" y="47331"/>
                    <a:pt x="109953" y="50628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1D5C454E-9505-17BF-5BC3-AD87778FDE4E}"/>
                </a:ext>
              </a:extLst>
            </p:cNvPr>
            <p:cNvSpPr/>
            <p:nvPr/>
          </p:nvSpPr>
          <p:spPr>
            <a:xfrm>
              <a:off x="1914186" y="5263114"/>
              <a:ext cx="101149" cy="123515"/>
            </a:xfrm>
            <a:custGeom>
              <a:avLst/>
              <a:gdLst>
                <a:gd name="csX0" fmla="*/ 8146 w 101149"/>
                <a:gd name="csY0" fmla="*/ 0 h 123515"/>
                <a:gd name="csX1" fmla="*/ 16677 w 101149"/>
                <a:gd name="csY1" fmla="*/ 12778 h 123515"/>
                <a:gd name="csX2" fmla="*/ 30219 w 101149"/>
                <a:gd name="csY2" fmla="*/ 40904 h 123515"/>
                <a:gd name="csX3" fmla="*/ 58904 w 101149"/>
                <a:gd name="csY3" fmla="*/ 79107 h 123515"/>
                <a:gd name="csX4" fmla="*/ 85857 w 101149"/>
                <a:gd name="csY4" fmla="*/ 98777 h 123515"/>
                <a:gd name="csX5" fmla="*/ 90420 w 101149"/>
                <a:gd name="csY5" fmla="*/ 118186 h 123515"/>
                <a:gd name="csX6" fmla="*/ 93270 w 101149"/>
                <a:gd name="csY6" fmla="*/ 122228 h 123515"/>
                <a:gd name="csX7" fmla="*/ 101149 w 101149"/>
                <a:gd name="csY7" fmla="*/ 122358 h 123515"/>
                <a:gd name="csX8" fmla="*/ 84479 w 101149"/>
                <a:gd name="csY8" fmla="*/ 122657 h 123515"/>
                <a:gd name="csX9" fmla="*/ 19173 w 101149"/>
                <a:gd name="csY9" fmla="*/ 83596 h 123515"/>
                <a:gd name="csX10" fmla="*/ 416 w 101149"/>
                <a:gd name="csY10" fmla="*/ 23824 h 123515"/>
                <a:gd name="csX11" fmla="*/ 8146 w 101149"/>
                <a:gd name="csY11" fmla="*/ 0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1149" h="123515">
                  <a:moveTo>
                    <a:pt x="8146" y="0"/>
                  </a:moveTo>
                  <a:cubicBezTo>
                    <a:pt x="8594" y="5867"/>
                    <a:pt x="13362" y="8810"/>
                    <a:pt x="16677" y="12778"/>
                  </a:cubicBezTo>
                  <a:cubicBezTo>
                    <a:pt x="23551" y="20992"/>
                    <a:pt x="25711" y="31535"/>
                    <a:pt x="30219" y="40904"/>
                  </a:cubicBezTo>
                  <a:cubicBezTo>
                    <a:pt x="37279" y="55582"/>
                    <a:pt x="45884" y="69422"/>
                    <a:pt x="58904" y="79107"/>
                  </a:cubicBezTo>
                  <a:cubicBezTo>
                    <a:pt x="67808" y="85720"/>
                    <a:pt x="77978" y="90693"/>
                    <a:pt x="85857" y="98777"/>
                  </a:cubicBezTo>
                  <a:cubicBezTo>
                    <a:pt x="91221" y="104291"/>
                    <a:pt x="93028" y="110866"/>
                    <a:pt x="90420" y="118186"/>
                  </a:cubicBezTo>
                  <a:cubicBezTo>
                    <a:pt x="89266" y="121446"/>
                    <a:pt x="90253" y="122265"/>
                    <a:pt x="93270" y="122228"/>
                  </a:cubicBezTo>
                  <a:cubicBezTo>
                    <a:pt x="95897" y="122191"/>
                    <a:pt x="98523" y="122303"/>
                    <a:pt x="101149" y="122358"/>
                  </a:cubicBezTo>
                  <a:cubicBezTo>
                    <a:pt x="95636" y="124109"/>
                    <a:pt x="89992" y="123588"/>
                    <a:pt x="84479" y="122657"/>
                  </a:cubicBezTo>
                  <a:cubicBezTo>
                    <a:pt x="57656" y="118130"/>
                    <a:pt x="37092" y="103434"/>
                    <a:pt x="19173" y="83596"/>
                  </a:cubicBezTo>
                  <a:cubicBezTo>
                    <a:pt x="3527" y="66274"/>
                    <a:pt x="-1595" y="46306"/>
                    <a:pt x="416" y="23824"/>
                  </a:cubicBezTo>
                  <a:cubicBezTo>
                    <a:pt x="1199" y="15348"/>
                    <a:pt x="3229" y="7190"/>
                    <a:pt x="8146" y="0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7E71B167-8F57-70BA-29ED-3BED552E7C42}"/>
                </a:ext>
              </a:extLst>
            </p:cNvPr>
            <p:cNvSpPr/>
            <p:nvPr/>
          </p:nvSpPr>
          <p:spPr>
            <a:xfrm>
              <a:off x="1507969" y="5326535"/>
              <a:ext cx="62752" cy="150767"/>
            </a:xfrm>
            <a:custGeom>
              <a:avLst/>
              <a:gdLst>
                <a:gd name="csX0" fmla="*/ 39073 w 62752"/>
                <a:gd name="csY0" fmla="*/ 57708 h 150767"/>
                <a:gd name="csX1" fmla="*/ 27078 w 62752"/>
                <a:gd name="csY1" fmla="*/ 71641 h 150767"/>
                <a:gd name="csX2" fmla="*/ 24731 w 62752"/>
                <a:gd name="csY2" fmla="*/ 83078 h 150767"/>
                <a:gd name="csX3" fmla="*/ 23352 w 62752"/>
                <a:gd name="csY3" fmla="*/ 111185 h 150767"/>
                <a:gd name="csX4" fmla="*/ 22254 w 62752"/>
                <a:gd name="csY4" fmla="*/ 137878 h 150767"/>
                <a:gd name="csX5" fmla="*/ 22011 w 62752"/>
                <a:gd name="csY5" fmla="*/ 145719 h 150767"/>
                <a:gd name="csX6" fmla="*/ 10929 w 62752"/>
                <a:gd name="csY6" fmla="*/ 139722 h 150767"/>
                <a:gd name="csX7" fmla="*/ 13108 w 62752"/>
                <a:gd name="csY7" fmla="*/ 150767 h 150767"/>
                <a:gd name="csX8" fmla="*/ 870 w 62752"/>
                <a:gd name="csY8" fmla="*/ 118040 h 150767"/>
                <a:gd name="csX9" fmla="*/ 28978 w 62752"/>
                <a:gd name="csY9" fmla="*/ 10117 h 150767"/>
                <a:gd name="csX10" fmla="*/ 33281 w 62752"/>
                <a:gd name="csY10" fmla="*/ 11533 h 150767"/>
                <a:gd name="csX11" fmla="*/ 53528 w 62752"/>
                <a:gd name="csY11" fmla="*/ 525 h 150767"/>
                <a:gd name="csX12" fmla="*/ 60196 w 62752"/>
                <a:gd name="csY12" fmla="*/ 245 h 150767"/>
                <a:gd name="csX13" fmla="*/ 62673 w 62752"/>
                <a:gd name="csY13" fmla="*/ 3859 h 150767"/>
                <a:gd name="csX14" fmla="*/ 46356 w 62752"/>
                <a:gd name="csY14" fmla="*/ 42807 h 150767"/>
                <a:gd name="csX15" fmla="*/ 41458 w 62752"/>
                <a:gd name="csY15" fmla="*/ 55548 h 150767"/>
                <a:gd name="csX16" fmla="*/ 30729 w 62752"/>
                <a:gd name="csY16" fmla="*/ 49289 h 150767"/>
                <a:gd name="csX17" fmla="*/ 37583 w 62752"/>
                <a:gd name="csY17" fmla="*/ 54691 h 150767"/>
                <a:gd name="csX18" fmla="*/ 39073 w 62752"/>
                <a:gd name="csY18" fmla="*/ 57708 h 150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752" h="150767">
                  <a:moveTo>
                    <a:pt x="39073" y="57708"/>
                  </a:moveTo>
                  <a:cubicBezTo>
                    <a:pt x="30598" y="58435"/>
                    <a:pt x="29965" y="66239"/>
                    <a:pt x="27078" y="71641"/>
                  </a:cubicBezTo>
                  <a:cubicBezTo>
                    <a:pt x="25308" y="74957"/>
                    <a:pt x="24619" y="79260"/>
                    <a:pt x="24731" y="83078"/>
                  </a:cubicBezTo>
                  <a:cubicBezTo>
                    <a:pt x="25029" y="92503"/>
                    <a:pt x="23371" y="101779"/>
                    <a:pt x="23352" y="111185"/>
                  </a:cubicBezTo>
                  <a:cubicBezTo>
                    <a:pt x="23334" y="120089"/>
                    <a:pt x="22850" y="128993"/>
                    <a:pt x="22254" y="137878"/>
                  </a:cubicBezTo>
                  <a:cubicBezTo>
                    <a:pt x="22067" y="140690"/>
                    <a:pt x="25290" y="145663"/>
                    <a:pt x="22011" y="145719"/>
                  </a:cubicBezTo>
                  <a:cubicBezTo>
                    <a:pt x="18621" y="145775"/>
                    <a:pt x="13536" y="143931"/>
                    <a:pt x="10929" y="139722"/>
                  </a:cubicBezTo>
                  <a:cubicBezTo>
                    <a:pt x="11655" y="143410"/>
                    <a:pt x="12381" y="147079"/>
                    <a:pt x="13108" y="150767"/>
                  </a:cubicBezTo>
                  <a:cubicBezTo>
                    <a:pt x="6235" y="140914"/>
                    <a:pt x="2211" y="130185"/>
                    <a:pt x="870" y="118040"/>
                  </a:cubicBezTo>
                  <a:cubicBezTo>
                    <a:pt x="-3526" y="78365"/>
                    <a:pt x="9178" y="43366"/>
                    <a:pt x="28978" y="10117"/>
                  </a:cubicBezTo>
                  <a:cubicBezTo>
                    <a:pt x="30021" y="11868"/>
                    <a:pt x="31548" y="13694"/>
                    <a:pt x="33281" y="11533"/>
                  </a:cubicBezTo>
                  <a:cubicBezTo>
                    <a:pt x="38533" y="4976"/>
                    <a:pt x="46524" y="3673"/>
                    <a:pt x="53528" y="525"/>
                  </a:cubicBezTo>
                  <a:cubicBezTo>
                    <a:pt x="55428" y="-314"/>
                    <a:pt x="57979" y="59"/>
                    <a:pt x="60196" y="245"/>
                  </a:cubicBezTo>
                  <a:cubicBezTo>
                    <a:pt x="62189" y="413"/>
                    <a:pt x="63027" y="1810"/>
                    <a:pt x="62673" y="3859"/>
                  </a:cubicBezTo>
                  <a:cubicBezTo>
                    <a:pt x="60233" y="18090"/>
                    <a:pt x="53714" y="30700"/>
                    <a:pt x="46356" y="42807"/>
                  </a:cubicBezTo>
                  <a:cubicBezTo>
                    <a:pt x="43860" y="46924"/>
                    <a:pt x="38105" y="49308"/>
                    <a:pt x="41458" y="55548"/>
                  </a:cubicBezTo>
                  <a:cubicBezTo>
                    <a:pt x="36168" y="55827"/>
                    <a:pt x="34249" y="50574"/>
                    <a:pt x="30729" y="49289"/>
                  </a:cubicBezTo>
                  <a:cubicBezTo>
                    <a:pt x="32349" y="51133"/>
                    <a:pt x="35329" y="52474"/>
                    <a:pt x="37583" y="54691"/>
                  </a:cubicBezTo>
                  <a:cubicBezTo>
                    <a:pt x="38477" y="55473"/>
                    <a:pt x="40023" y="56013"/>
                    <a:pt x="39073" y="5770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CF6C1C9-EA5F-F235-CB2E-476615907DA4}"/>
                </a:ext>
              </a:extLst>
            </p:cNvPr>
            <p:cNvSpPr/>
            <p:nvPr/>
          </p:nvSpPr>
          <p:spPr>
            <a:xfrm>
              <a:off x="1977542" y="5217879"/>
              <a:ext cx="97882" cy="116743"/>
            </a:xfrm>
            <a:custGeom>
              <a:avLst/>
              <a:gdLst>
                <a:gd name="csX0" fmla="*/ 30715 w 97882"/>
                <a:gd name="csY0" fmla="*/ 27056 h 116743"/>
                <a:gd name="csX1" fmla="*/ 27176 w 97882"/>
                <a:gd name="csY1" fmla="*/ 4723 h 116743"/>
                <a:gd name="csX2" fmla="*/ 22929 w 97882"/>
                <a:gd name="csY2" fmla="*/ 2543 h 116743"/>
                <a:gd name="csX3" fmla="*/ 0 w 97882"/>
                <a:gd name="csY3" fmla="*/ 2394 h 116743"/>
                <a:gd name="csX4" fmla="*/ 68285 w 97882"/>
                <a:gd name="csY4" fmla="*/ 24951 h 116743"/>
                <a:gd name="csX5" fmla="*/ 91569 w 97882"/>
                <a:gd name="csY5" fmla="*/ 79397 h 116743"/>
                <a:gd name="csX6" fmla="*/ 97678 w 97882"/>
                <a:gd name="csY6" fmla="*/ 108007 h 116743"/>
                <a:gd name="csX7" fmla="*/ 96561 w 97882"/>
                <a:gd name="csY7" fmla="*/ 116743 h 116743"/>
                <a:gd name="csX8" fmla="*/ 88551 w 97882"/>
                <a:gd name="csY8" fmla="*/ 111099 h 116743"/>
                <a:gd name="csX9" fmla="*/ 69478 w 97882"/>
                <a:gd name="csY9" fmla="*/ 93609 h 116743"/>
                <a:gd name="csX10" fmla="*/ 57109 w 97882"/>
                <a:gd name="csY10" fmla="*/ 65129 h 116743"/>
                <a:gd name="csX11" fmla="*/ 37216 w 97882"/>
                <a:gd name="csY11" fmla="*/ 32793 h 116743"/>
                <a:gd name="csX12" fmla="*/ 31945 w 97882"/>
                <a:gd name="csY12" fmla="*/ 29664 h 116743"/>
                <a:gd name="csX13" fmla="*/ 30715 w 97882"/>
                <a:gd name="csY13" fmla="*/ 27056 h 116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882" h="116743">
                  <a:moveTo>
                    <a:pt x="30715" y="27056"/>
                  </a:moveTo>
                  <a:cubicBezTo>
                    <a:pt x="29784" y="19587"/>
                    <a:pt x="26096" y="12602"/>
                    <a:pt x="27176" y="4723"/>
                  </a:cubicBezTo>
                  <a:cubicBezTo>
                    <a:pt x="27530" y="2078"/>
                    <a:pt x="24680" y="2562"/>
                    <a:pt x="22929" y="2543"/>
                  </a:cubicBezTo>
                  <a:cubicBezTo>
                    <a:pt x="15292" y="2450"/>
                    <a:pt x="7656" y="2432"/>
                    <a:pt x="0" y="2394"/>
                  </a:cubicBezTo>
                  <a:cubicBezTo>
                    <a:pt x="25370" y="-4740"/>
                    <a:pt x="51000" y="4443"/>
                    <a:pt x="68285" y="24951"/>
                  </a:cubicBezTo>
                  <a:cubicBezTo>
                    <a:pt x="81771" y="40951"/>
                    <a:pt x="86092" y="60342"/>
                    <a:pt x="91569" y="79397"/>
                  </a:cubicBezTo>
                  <a:cubicBezTo>
                    <a:pt x="94270" y="88747"/>
                    <a:pt x="97753" y="98024"/>
                    <a:pt x="97678" y="108007"/>
                  </a:cubicBezTo>
                  <a:cubicBezTo>
                    <a:pt x="97660" y="110950"/>
                    <a:pt x="98610" y="114042"/>
                    <a:pt x="96561" y="116743"/>
                  </a:cubicBezTo>
                  <a:cubicBezTo>
                    <a:pt x="94400" y="114154"/>
                    <a:pt x="92072" y="111695"/>
                    <a:pt x="88551" y="111099"/>
                  </a:cubicBezTo>
                  <a:cubicBezTo>
                    <a:pt x="78381" y="109404"/>
                    <a:pt x="74190" y="101283"/>
                    <a:pt x="69478" y="93609"/>
                  </a:cubicBezTo>
                  <a:cubicBezTo>
                    <a:pt x="63983" y="84687"/>
                    <a:pt x="61189" y="74628"/>
                    <a:pt x="57109" y="65129"/>
                  </a:cubicBezTo>
                  <a:cubicBezTo>
                    <a:pt x="52136" y="53543"/>
                    <a:pt x="46008" y="42218"/>
                    <a:pt x="37216" y="32793"/>
                  </a:cubicBezTo>
                  <a:cubicBezTo>
                    <a:pt x="35875" y="31359"/>
                    <a:pt x="33733" y="30688"/>
                    <a:pt x="31945" y="29664"/>
                  </a:cubicBezTo>
                  <a:cubicBezTo>
                    <a:pt x="31051" y="29030"/>
                    <a:pt x="33547" y="26739"/>
                    <a:pt x="30715" y="27056"/>
                  </a:cubicBezTo>
                  <a:close/>
                </a:path>
              </a:pathLst>
            </a:custGeom>
            <a:solidFill>
              <a:srgbClr val="7AB0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0BDC35CF-5984-E955-3326-314123CE3089}"/>
                </a:ext>
              </a:extLst>
            </p:cNvPr>
            <p:cNvSpPr/>
            <p:nvPr/>
          </p:nvSpPr>
          <p:spPr>
            <a:xfrm>
              <a:off x="1559577" y="5227079"/>
              <a:ext cx="145065" cy="162808"/>
            </a:xfrm>
            <a:custGeom>
              <a:avLst/>
              <a:gdLst>
                <a:gd name="csX0" fmla="*/ 57 w 145065"/>
                <a:gd name="csY0" fmla="*/ 160648 h 162808"/>
                <a:gd name="csX1" fmla="*/ 3540 w 145065"/>
                <a:gd name="csY1" fmla="*/ 150496 h 162808"/>
                <a:gd name="csX2" fmla="*/ 11996 w 145065"/>
                <a:gd name="csY2" fmla="*/ 136601 h 162808"/>
                <a:gd name="csX3" fmla="*/ 39526 w 145065"/>
                <a:gd name="csY3" fmla="*/ 91580 h 162808"/>
                <a:gd name="csX4" fmla="*/ 47573 w 145065"/>
                <a:gd name="csY4" fmla="*/ 84968 h 162808"/>
                <a:gd name="csX5" fmla="*/ 49827 w 145065"/>
                <a:gd name="csY5" fmla="*/ 83590 h 162808"/>
                <a:gd name="csX6" fmla="*/ 51075 w 145065"/>
                <a:gd name="csY6" fmla="*/ 75357 h 162808"/>
                <a:gd name="csX7" fmla="*/ 79965 w 145065"/>
                <a:gd name="csY7" fmla="*/ 41680 h 162808"/>
                <a:gd name="csX8" fmla="*/ 86931 w 145065"/>
                <a:gd name="csY8" fmla="*/ 38476 h 162808"/>
                <a:gd name="csX9" fmla="*/ 88347 w 145065"/>
                <a:gd name="csY9" fmla="*/ 36203 h 162808"/>
                <a:gd name="csX10" fmla="*/ 88272 w 145065"/>
                <a:gd name="csY10" fmla="*/ 36147 h 162808"/>
                <a:gd name="csX11" fmla="*/ 90247 w 145065"/>
                <a:gd name="csY11" fmla="*/ 24245 h 162808"/>
                <a:gd name="csX12" fmla="*/ 81641 w 145065"/>
                <a:gd name="csY12" fmla="*/ 8468 h 162808"/>
                <a:gd name="csX13" fmla="*/ 78065 w 145065"/>
                <a:gd name="csY13" fmla="*/ 2433 h 162808"/>
                <a:gd name="csX14" fmla="*/ 85646 w 145065"/>
                <a:gd name="csY14" fmla="*/ 1092 h 162808"/>
                <a:gd name="csX15" fmla="*/ 113344 w 145065"/>
                <a:gd name="csY15" fmla="*/ 1111 h 162808"/>
                <a:gd name="csX16" fmla="*/ 135696 w 145065"/>
                <a:gd name="csY16" fmla="*/ 105 h 162808"/>
                <a:gd name="csX17" fmla="*/ 145065 w 145065"/>
                <a:gd name="csY17" fmla="*/ 1111 h 162808"/>
                <a:gd name="csX18" fmla="*/ 123775 w 145065"/>
                <a:gd name="csY18" fmla="*/ 11393 h 162808"/>
                <a:gd name="csX19" fmla="*/ 108333 w 145065"/>
                <a:gd name="csY19" fmla="*/ 27374 h 162808"/>
                <a:gd name="csX20" fmla="*/ 89465 w 145065"/>
                <a:gd name="csY20" fmla="*/ 47901 h 162808"/>
                <a:gd name="csX21" fmla="*/ 50945 w 145065"/>
                <a:gd name="csY21" fmla="*/ 93816 h 162808"/>
                <a:gd name="csX22" fmla="*/ 6110 w 145065"/>
                <a:gd name="csY22" fmla="*/ 160909 h 162808"/>
                <a:gd name="csX23" fmla="*/ 3558 w 145065"/>
                <a:gd name="csY23" fmla="*/ 162809 h 162808"/>
                <a:gd name="csX24" fmla="*/ 57 w 145065"/>
                <a:gd name="csY24" fmla="*/ 160648 h 1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065" h="162808">
                  <a:moveTo>
                    <a:pt x="57" y="160648"/>
                  </a:moveTo>
                  <a:cubicBezTo>
                    <a:pt x="-279" y="156736"/>
                    <a:pt x="876" y="153700"/>
                    <a:pt x="3540" y="150496"/>
                  </a:cubicBezTo>
                  <a:cubicBezTo>
                    <a:pt x="6986" y="146380"/>
                    <a:pt x="9165" y="141239"/>
                    <a:pt x="11996" y="136601"/>
                  </a:cubicBezTo>
                  <a:cubicBezTo>
                    <a:pt x="21179" y="121606"/>
                    <a:pt x="30567" y="106724"/>
                    <a:pt x="39526" y="91580"/>
                  </a:cubicBezTo>
                  <a:cubicBezTo>
                    <a:pt x="41557" y="88153"/>
                    <a:pt x="45450" y="87818"/>
                    <a:pt x="47573" y="84968"/>
                  </a:cubicBezTo>
                  <a:cubicBezTo>
                    <a:pt x="47946" y="83888"/>
                    <a:pt x="49473" y="84688"/>
                    <a:pt x="49827" y="83590"/>
                  </a:cubicBezTo>
                  <a:cubicBezTo>
                    <a:pt x="48281" y="80535"/>
                    <a:pt x="49361" y="78076"/>
                    <a:pt x="51075" y="75357"/>
                  </a:cubicBezTo>
                  <a:cubicBezTo>
                    <a:pt x="59084" y="62709"/>
                    <a:pt x="69590" y="52260"/>
                    <a:pt x="79965" y="41680"/>
                  </a:cubicBezTo>
                  <a:cubicBezTo>
                    <a:pt x="81884" y="39724"/>
                    <a:pt x="84100" y="38494"/>
                    <a:pt x="86931" y="38476"/>
                  </a:cubicBezTo>
                  <a:cubicBezTo>
                    <a:pt x="88384" y="38457"/>
                    <a:pt x="89818" y="38159"/>
                    <a:pt x="88347" y="36203"/>
                  </a:cubicBezTo>
                  <a:lnTo>
                    <a:pt x="88272" y="36147"/>
                  </a:lnTo>
                  <a:cubicBezTo>
                    <a:pt x="87062" y="31901"/>
                    <a:pt x="88980" y="27765"/>
                    <a:pt x="90247" y="24245"/>
                  </a:cubicBezTo>
                  <a:cubicBezTo>
                    <a:pt x="93525" y="15118"/>
                    <a:pt x="87062" y="11896"/>
                    <a:pt x="81641" y="8468"/>
                  </a:cubicBezTo>
                  <a:cubicBezTo>
                    <a:pt x="78922" y="6755"/>
                    <a:pt x="77804" y="5339"/>
                    <a:pt x="78065" y="2433"/>
                  </a:cubicBezTo>
                  <a:cubicBezTo>
                    <a:pt x="80505" y="1446"/>
                    <a:pt x="82964" y="608"/>
                    <a:pt x="85646" y="1092"/>
                  </a:cubicBezTo>
                  <a:cubicBezTo>
                    <a:pt x="94885" y="384"/>
                    <a:pt x="104105" y="366"/>
                    <a:pt x="113344" y="1111"/>
                  </a:cubicBezTo>
                  <a:cubicBezTo>
                    <a:pt x="120850" y="2117"/>
                    <a:pt x="128227" y="142"/>
                    <a:pt x="135696" y="105"/>
                  </a:cubicBezTo>
                  <a:cubicBezTo>
                    <a:pt x="138862" y="86"/>
                    <a:pt x="142066" y="-454"/>
                    <a:pt x="145065" y="1111"/>
                  </a:cubicBezTo>
                  <a:cubicBezTo>
                    <a:pt x="136068" y="626"/>
                    <a:pt x="130685" y="7556"/>
                    <a:pt x="123775" y="11393"/>
                  </a:cubicBezTo>
                  <a:cubicBezTo>
                    <a:pt x="116995" y="15174"/>
                    <a:pt x="113996" y="22438"/>
                    <a:pt x="108333" y="27374"/>
                  </a:cubicBezTo>
                  <a:cubicBezTo>
                    <a:pt x="101367" y="33447"/>
                    <a:pt x="95965" y="41270"/>
                    <a:pt x="89465" y="47901"/>
                  </a:cubicBezTo>
                  <a:cubicBezTo>
                    <a:pt x="75401" y="62206"/>
                    <a:pt x="62642" y="77555"/>
                    <a:pt x="50945" y="93816"/>
                  </a:cubicBezTo>
                  <a:cubicBezTo>
                    <a:pt x="35224" y="115665"/>
                    <a:pt x="19689" y="137625"/>
                    <a:pt x="6110" y="160909"/>
                  </a:cubicBezTo>
                  <a:cubicBezTo>
                    <a:pt x="5496" y="161970"/>
                    <a:pt x="4825" y="162716"/>
                    <a:pt x="3558" y="162809"/>
                  </a:cubicBezTo>
                  <a:cubicBezTo>
                    <a:pt x="1994" y="162734"/>
                    <a:pt x="150" y="163125"/>
                    <a:pt x="57" y="160648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66605068-FB6B-8904-171D-4D7D0BE38DCB}"/>
                </a:ext>
              </a:extLst>
            </p:cNvPr>
            <p:cNvSpPr/>
            <p:nvPr/>
          </p:nvSpPr>
          <p:spPr>
            <a:xfrm>
              <a:off x="1910207" y="5134176"/>
              <a:ext cx="113808" cy="41318"/>
            </a:xfrm>
            <a:custGeom>
              <a:avLst/>
              <a:gdLst>
                <a:gd name="csX0" fmla="*/ 113809 w 113808"/>
                <a:gd name="csY0" fmla="*/ 3488 h 41318"/>
                <a:gd name="csX1" fmla="*/ 102987 w 113808"/>
                <a:gd name="csY1" fmla="*/ 25784 h 41318"/>
                <a:gd name="csX2" fmla="*/ 96039 w 113808"/>
                <a:gd name="csY2" fmla="*/ 32899 h 41318"/>
                <a:gd name="csX3" fmla="*/ 93487 w 113808"/>
                <a:gd name="csY3" fmla="*/ 41319 h 41318"/>
                <a:gd name="csX4" fmla="*/ 33025 w 113808"/>
                <a:gd name="csY4" fmla="*/ 16787 h 41318"/>
                <a:gd name="csX5" fmla="*/ 11884 w 113808"/>
                <a:gd name="csY5" fmla="*/ 13956 h 41318"/>
                <a:gd name="csX6" fmla="*/ 4694 w 113808"/>
                <a:gd name="csY6" fmla="*/ 9542 h 41318"/>
                <a:gd name="csX7" fmla="*/ 0 w 113808"/>
                <a:gd name="csY7" fmla="*/ 154 h 41318"/>
                <a:gd name="csX8" fmla="*/ 53440 w 113808"/>
                <a:gd name="csY8" fmla="*/ 2352 h 41318"/>
                <a:gd name="csX9" fmla="*/ 93972 w 113808"/>
                <a:gd name="csY9" fmla="*/ 8871 h 41318"/>
                <a:gd name="csX10" fmla="*/ 113809 w 113808"/>
                <a:gd name="csY10" fmla="*/ 3488 h 41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808" h="41318">
                  <a:moveTo>
                    <a:pt x="113809" y="3488"/>
                  </a:moveTo>
                  <a:cubicBezTo>
                    <a:pt x="110978" y="11293"/>
                    <a:pt x="107960" y="18985"/>
                    <a:pt x="102987" y="25784"/>
                  </a:cubicBezTo>
                  <a:cubicBezTo>
                    <a:pt x="100975" y="28522"/>
                    <a:pt x="98926" y="31242"/>
                    <a:pt x="96039" y="32899"/>
                  </a:cubicBezTo>
                  <a:cubicBezTo>
                    <a:pt x="92314" y="35041"/>
                    <a:pt x="91848" y="37761"/>
                    <a:pt x="93487" y="41319"/>
                  </a:cubicBezTo>
                  <a:cubicBezTo>
                    <a:pt x="74134" y="31167"/>
                    <a:pt x="54408" y="21984"/>
                    <a:pt x="33025" y="16787"/>
                  </a:cubicBezTo>
                  <a:cubicBezTo>
                    <a:pt x="26040" y="15092"/>
                    <a:pt x="19055" y="13639"/>
                    <a:pt x="11884" y="13956"/>
                  </a:cubicBezTo>
                  <a:cubicBezTo>
                    <a:pt x="8233" y="14124"/>
                    <a:pt x="5905" y="13379"/>
                    <a:pt x="4694" y="9542"/>
                  </a:cubicBezTo>
                  <a:cubicBezTo>
                    <a:pt x="3763" y="6580"/>
                    <a:pt x="1937" y="3916"/>
                    <a:pt x="0" y="154"/>
                  </a:cubicBezTo>
                  <a:cubicBezTo>
                    <a:pt x="18403" y="1197"/>
                    <a:pt x="36154" y="-1970"/>
                    <a:pt x="53440" y="2352"/>
                  </a:cubicBezTo>
                  <a:cubicBezTo>
                    <a:pt x="66814" y="5686"/>
                    <a:pt x="80504" y="6431"/>
                    <a:pt x="93972" y="8871"/>
                  </a:cubicBezTo>
                  <a:cubicBezTo>
                    <a:pt x="101087" y="10156"/>
                    <a:pt x="107401" y="6096"/>
                    <a:pt x="113809" y="3488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086E6171-340C-5556-2B0C-855953708A63}"/>
                </a:ext>
              </a:extLst>
            </p:cNvPr>
            <p:cNvSpPr/>
            <p:nvPr/>
          </p:nvSpPr>
          <p:spPr>
            <a:xfrm>
              <a:off x="1810321" y="5090529"/>
              <a:ext cx="65650" cy="41636"/>
            </a:xfrm>
            <a:custGeom>
              <a:avLst/>
              <a:gdLst>
                <a:gd name="csX0" fmla="*/ 22697 w 65650"/>
                <a:gd name="csY0" fmla="*/ 34766 h 41636"/>
                <a:gd name="csX1" fmla="*/ 1369 w 65650"/>
                <a:gd name="csY1" fmla="*/ 36015 h 41636"/>
                <a:gd name="csX2" fmla="*/ 289 w 65650"/>
                <a:gd name="csY2" fmla="*/ 27893 h 41636"/>
                <a:gd name="csX3" fmla="*/ 9267 w 65650"/>
                <a:gd name="csY3" fmla="*/ 6417 h 41636"/>
                <a:gd name="csX4" fmla="*/ 19959 w 65650"/>
                <a:gd name="csY4" fmla="*/ 1090 h 41636"/>
                <a:gd name="csX5" fmla="*/ 35661 w 65650"/>
                <a:gd name="csY5" fmla="*/ 9 h 41636"/>
                <a:gd name="csX6" fmla="*/ 64495 w 65650"/>
                <a:gd name="csY6" fmla="*/ 24727 h 41636"/>
                <a:gd name="csX7" fmla="*/ 65650 w 65650"/>
                <a:gd name="csY7" fmla="*/ 35847 h 41636"/>
                <a:gd name="csX8" fmla="*/ 57287 w 65650"/>
                <a:gd name="csY8" fmla="*/ 40615 h 41636"/>
                <a:gd name="csX9" fmla="*/ 22771 w 65650"/>
                <a:gd name="csY9" fmla="*/ 34804 h 41636"/>
                <a:gd name="csX10" fmla="*/ 22697 w 65650"/>
                <a:gd name="csY10" fmla="*/ 34766 h 4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650" h="41636">
                  <a:moveTo>
                    <a:pt x="22697" y="34766"/>
                  </a:moveTo>
                  <a:cubicBezTo>
                    <a:pt x="15582" y="35176"/>
                    <a:pt x="8466" y="35605"/>
                    <a:pt x="1369" y="36015"/>
                  </a:cubicBezTo>
                  <a:cubicBezTo>
                    <a:pt x="-642" y="33518"/>
                    <a:pt x="103" y="30669"/>
                    <a:pt x="289" y="27893"/>
                  </a:cubicBezTo>
                  <a:cubicBezTo>
                    <a:pt x="811" y="19698"/>
                    <a:pt x="4573" y="12768"/>
                    <a:pt x="9267" y="6417"/>
                  </a:cubicBezTo>
                  <a:cubicBezTo>
                    <a:pt x="11689" y="3120"/>
                    <a:pt x="15377" y="1145"/>
                    <a:pt x="19959" y="1090"/>
                  </a:cubicBezTo>
                  <a:cubicBezTo>
                    <a:pt x="25193" y="1034"/>
                    <a:pt x="30408" y="158"/>
                    <a:pt x="35661" y="9"/>
                  </a:cubicBezTo>
                  <a:cubicBezTo>
                    <a:pt x="48663" y="-382"/>
                    <a:pt x="62782" y="11800"/>
                    <a:pt x="64495" y="24727"/>
                  </a:cubicBezTo>
                  <a:cubicBezTo>
                    <a:pt x="64979" y="28415"/>
                    <a:pt x="65278" y="32140"/>
                    <a:pt x="65650" y="35847"/>
                  </a:cubicBezTo>
                  <a:cubicBezTo>
                    <a:pt x="64421" y="41938"/>
                    <a:pt x="63117" y="42646"/>
                    <a:pt x="57287" y="40615"/>
                  </a:cubicBezTo>
                  <a:cubicBezTo>
                    <a:pt x="46111" y="36722"/>
                    <a:pt x="34767" y="33798"/>
                    <a:pt x="22771" y="34804"/>
                  </a:cubicBezTo>
                  <a:lnTo>
                    <a:pt x="22697" y="34766"/>
                  </a:lnTo>
                  <a:close/>
                </a:path>
              </a:pathLst>
            </a:custGeom>
            <a:solidFill>
              <a:srgbClr val="81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3263A4C1-B6EB-9C3A-1456-44647F0A0EF0}"/>
                </a:ext>
              </a:extLst>
            </p:cNvPr>
            <p:cNvSpPr/>
            <p:nvPr/>
          </p:nvSpPr>
          <p:spPr>
            <a:xfrm>
              <a:off x="1612430" y="5226979"/>
              <a:ext cx="129139" cy="193541"/>
            </a:xfrm>
            <a:custGeom>
              <a:avLst/>
              <a:gdLst>
                <a:gd name="csX0" fmla="*/ 108511 w 129139"/>
                <a:gd name="csY0" fmla="*/ 0 h 193541"/>
                <a:gd name="csX1" fmla="*/ 123226 w 129139"/>
                <a:gd name="csY1" fmla="*/ 15311 h 193541"/>
                <a:gd name="csX2" fmla="*/ 127957 w 129139"/>
                <a:gd name="csY2" fmla="*/ 23507 h 193541"/>
                <a:gd name="csX3" fmla="*/ 124120 w 129139"/>
                <a:gd name="csY3" fmla="*/ 42525 h 193541"/>
                <a:gd name="csX4" fmla="*/ 99961 w 129139"/>
                <a:gd name="csY4" fmla="*/ 68770 h 193541"/>
                <a:gd name="csX5" fmla="*/ 87630 w 129139"/>
                <a:gd name="csY5" fmla="*/ 83261 h 193541"/>
                <a:gd name="csX6" fmla="*/ 69991 w 129139"/>
                <a:gd name="csY6" fmla="*/ 105557 h 193541"/>
                <a:gd name="csX7" fmla="*/ 57790 w 129139"/>
                <a:gd name="csY7" fmla="*/ 122880 h 193541"/>
                <a:gd name="csX8" fmla="*/ 27727 w 129139"/>
                <a:gd name="csY8" fmla="*/ 163505 h 193541"/>
                <a:gd name="csX9" fmla="*/ 6027 w 129139"/>
                <a:gd name="csY9" fmla="*/ 190401 h 193541"/>
                <a:gd name="csX10" fmla="*/ 1482 w 129139"/>
                <a:gd name="csY10" fmla="*/ 193438 h 193541"/>
                <a:gd name="csX11" fmla="*/ 308 w 129139"/>
                <a:gd name="csY11" fmla="*/ 192469 h 193541"/>
                <a:gd name="csX12" fmla="*/ 550 w 129139"/>
                <a:gd name="csY12" fmla="*/ 189377 h 193541"/>
                <a:gd name="csX13" fmla="*/ 33445 w 129139"/>
                <a:gd name="csY13" fmla="*/ 144785 h 193541"/>
                <a:gd name="csX14" fmla="*/ 55685 w 129139"/>
                <a:gd name="csY14" fmla="*/ 115988 h 193541"/>
                <a:gd name="csX15" fmla="*/ 65725 w 129139"/>
                <a:gd name="csY15" fmla="*/ 103210 h 193541"/>
                <a:gd name="csX16" fmla="*/ 91914 w 129139"/>
                <a:gd name="csY16" fmla="*/ 71843 h 193541"/>
                <a:gd name="csX17" fmla="*/ 116315 w 129139"/>
                <a:gd name="csY17" fmla="*/ 45430 h 193541"/>
                <a:gd name="csX18" fmla="*/ 107095 w 129139"/>
                <a:gd name="csY18" fmla="*/ 5979 h 193541"/>
                <a:gd name="csX19" fmla="*/ 100948 w 129139"/>
                <a:gd name="csY19" fmla="*/ 1267 h 193541"/>
                <a:gd name="csX20" fmla="*/ 108511 w 129139"/>
                <a:gd name="csY20" fmla="*/ 0 h 193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9139" h="193541">
                  <a:moveTo>
                    <a:pt x="108511" y="0"/>
                  </a:moveTo>
                  <a:cubicBezTo>
                    <a:pt x="114527" y="4042"/>
                    <a:pt x="119538" y="9053"/>
                    <a:pt x="123226" y="15311"/>
                  </a:cubicBezTo>
                  <a:cubicBezTo>
                    <a:pt x="124828" y="18031"/>
                    <a:pt x="126765" y="20620"/>
                    <a:pt x="127957" y="23507"/>
                  </a:cubicBezTo>
                  <a:cubicBezTo>
                    <a:pt x="130881" y="30585"/>
                    <a:pt x="127920" y="37142"/>
                    <a:pt x="124120" y="42525"/>
                  </a:cubicBezTo>
                  <a:cubicBezTo>
                    <a:pt x="117247" y="52248"/>
                    <a:pt x="108976" y="60853"/>
                    <a:pt x="99961" y="68770"/>
                  </a:cubicBezTo>
                  <a:cubicBezTo>
                    <a:pt x="95248" y="72905"/>
                    <a:pt x="91858" y="78530"/>
                    <a:pt x="87630" y="83261"/>
                  </a:cubicBezTo>
                  <a:cubicBezTo>
                    <a:pt x="81316" y="90339"/>
                    <a:pt x="76920" y="98814"/>
                    <a:pt x="69991" y="105557"/>
                  </a:cubicBezTo>
                  <a:cubicBezTo>
                    <a:pt x="65017" y="110381"/>
                    <a:pt x="62317" y="117478"/>
                    <a:pt x="57790" y="122880"/>
                  </a:cubicBezTo>
                  <a:cubicBezTo>
                    <a:pt x="46931" y="135844"/>
                    <a:pt x="38605" y="150745"/>
                    <a:pt x="27727" y="163505"/>
                  </a:cubicBezTo>
                  <a:cubicBezTo>
                    <a:pt x="20220" y="172296"/>
                    <a:pt x="13384" y="181535"/>
                    <a:pt x="6027" y="190401"/>
                  </a:cubicBezTo>
                  <a:cubicBezTo>
                    <a:pt x="4909" y="191743"/>
                    <a:pt x="3009" y="192450"/>
                    <a:pt x="1482" y="193438"/>
                  </a:cubicBezTo>
                  <a:cubicBezTo>
                    <a:pt x="569" y="193754"/>
                    <a:pt x="252" y="193326"/>
                    <a:pt x="308" y="192469"/>
                  </a:cubicBezTo>
                  <a:cubicBezTo>
                    <a:pt x="85" y="191426"/>
                    <a:pt x="-362" y="190569"/>
                    <a:pt x="550" y="189377"/>
                  </a:cubicBezTo>
                  <a:cubicBezTo>
                    <a:pt x="11950" y="174830"/>
                    <a:pt x="23238" y="160245"/>
                    <a:pt x="33445" y="144785"/>
                  </a:cubicBezTo>
                  <a:cubicBezTo>
                    <a:pt x="40095" y="134708"/>
                    <a:pt x="47583" y="125078"/>
                    <a:pt x="55685" y="115988"/>
                  </a:cubicBezTo>
                  <a:cubicBezTo>
                    <a:pt x="59280" y="111946"/>
                    <a:pt x="62838" y="107774"/>
                    <a:pt x="65725" y="103210"/>
                  </a:cubicBezTo>
                  <a:cubicBezTo>
                    <a:pt x="73083" y="91569"/>
                    <a:pt x="83588" y="82628"/>
                    <a:pt x="91914" y="71843"/>
                  </a:cubicBezTo>
                  <a:cubicBezTo>
                    <a:pt x="99290" y="62306"/>
                    <a:pt x="109032" y="55023"/>
                    <a:pt x="116315" y="45430"/>
                  </a:cubicBezTo>
                  <a:cubicBezTo>
                    <a:pt x="126169" y="32448"/>
                    <a:pt x="121717" y="13840"/>
                    <a:pt x="107095" y="5979"/>
                  </a:cubicBezTo>
                  <a:cubicBezTo>
                    <a:pt x="104841" y="4768"/>
                    <a:pt x="102345" y="3707"/>
                    <a:pt x="100948" y="1267"/>
                  </a:cubicBezTo>
                  <a:cubicBezTo>
                    <a:pt x="103444" y="857"/>
                    <a:pt x="105977" y="428"/>
                    <a:pt x="108511" y="0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B0F7D883-78BF-D9E7-30B0-063DFB1EB9F7}"/>
                </a:ext>
              </a:extLst>
            </p:cNvPr>
            <p:cNvSpPr/>
            <p:nvPr/>
          </p:nvSpPr>
          <p:spPr>
            <a:xfrm>
              <a:off x="1733439" y="5182014"/>
              <a:ext cx="55991" cy="56457"/>
            </a:xfrm>
            <a:custGeom>
              <a:avLst/>
              <a:gdLst>
                <a:gd name="csX0" fmla="*/ 19483 w 55991"/>
                <a:gd name="csY0" fmla="*/ 56457 h 56457"/>
                <a:gd name="csX1" fmla="*/ 4768 w 55991"/>
                <a:gd name="csY1" fmla="*/ 40308 h 56457"/>
                <a:gd name="csX2" fmla="*/ 0 w 55991"/>
                <a:gd name="csY2" fmla="*/ 39339 h 56457"/>
                <a:gd name="csX3" fmla="*/ 55992 w 55991"/>
                <a:gd name="csY3" fmla="*/ 0 h 56457"/>
                <a:gd name="csX4" fmla="*/ 51167 w 55991"/>
                <a:gd name="csY4" fmla="*/ 29188 h 56457"/>
                <a:gd name="csX5" fmla="*/ 48671 w 55991"/>
                <a:gd name="csY5" fmla="*/ 32094 h 56457"/>
                <a:gd name="csX6" fmla="*/ 20955 w 55991"/>
                <a:gd name="csY6" fmla="*/ 55731 h 56457"/>
                <a:gd name="csX7" fmla="*/ 19483 w 55991"/>
                <a:gd name="csY7" fmla="*/ 56457 h 56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991" h="56457">
                  <a:moveTo>
                    <a:pt x="19483" y="56457"/>
                  </a:moveTo>
                  <a:cubicBezTo>
                    <a:pt x="15237" y="50478"/>
                    <a:pt x="8922" y="46418"/>
                    <a:pt x="4768" y="40308"/>
                  </a:cubicBezTo>
                  <a:cubicBezTo>
                    <a:pt x="3781" y="38855"/>
                    <a:pt x="1621" y="39637"/>
                    <a:pt x="0" y="39339"/>
                  </a:cubicBezTo>
                  <a:cubicBezTo>
                    <a:pt x="18664" y="26226"/>
                    <a:pt x="37328" y="13113"/>
                    <a:pt x="55992" y="0"/>
                  </a:cubicBezTo>
                  <a:cubicBezTo>
                    <a:pt x="53086" y="9649"/>
                    <a:pt x="52360" y="19446"/>
                    <a:pt x="51167" y="29188"/>
                  </a:cubicBezTo>
                  <a:cubicBezTo>
                    <a:pt x="51000" y="30585"/>
                    <a:pt x="49789" y="31423"/>
                    <a:pt x="48671" y="32094"/>
                  </a:cubicBezTo>
                  <a:cubicBezTo>
                    <a:pt x="38147" y="38464"/>
                    <a:pt x="28946" y="46380"/>
                    <a:pt x="20955" y="55731"/>
                  </a:cubicBezTo>
                  <a:cubicBezTo>
                    <a:pt x="20620" y="56122"/>
                    <a:pt x="19986" y="56234"/>
                    <a:pt x="19483" y="56457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2DBE8C0A-9793-1CBA-8CF3-D6C1095BD689}"/>
                </a:ext>
              </a:extLst>
            </p:cNvPr>
            <p:cNvSpPr/>
            <p:nvPr/>
          </p:nvSpPr>
          <p:spPr>
            <a:xfrm>
              <a:off x="1914602" y="5175849"/>
              <a:ext cx="37439" cy="59288"/>
            </a:xfrm>
            <a:custGeom>
              <a:avLst/>
              <a:gdLst>
                <a:gd name="csX0" fmla="*/ 37440 w 37439"/>
                <a:gd name="csY0" fmla="*/ 39898 h 59288"/>
                <a:gd name="csX1" fmla="*/ 15665 w 37439"/>
                <a:gd name="csY1" fmla="*/ 59289 h 59288"/>
                <a:gd name="csX2" fmla="*/ 10916 w 37439"/>
                <a:gd name="csY2" fmla="*/ 37365 h 59288"/>
                <a:gd name="csX3" fmla="*/ 4545 w 37439"/>
                <a:gd name="csY3" fmla="*/ 23712 h 59288"/>
                <a:gd name="csX4" fmla="*/ 2124 w 37439"/>
                <a:gd name="csY4" fmla="*/ 0 h 59288"/>
                <a:gd name="csX5" fmla="*/ 37440 w 37439"/>
                <a:gd name="csY5" fmla="*/ 39898 h 59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7439" h="59288">
                  <a:moveTo>
                    <a:pt x="37440" y="39898"/>
                  </a:moveTo>
                  <a:cubicBezTo>
                    <a:pt x="29691" y="45803"/>
                    <a:pt x="22259" y="52080"/>
                    <a:pt x="15665" y="59289"/>
                  </a:cubicBezTo>
                  <a:cubicBezTo>
                    <a:pt x="14101" y="51968"/>
                    <a:pt x="12760" y="44611"/>
                    <a:pt x="10916" y="37365"/>
                  </a:cubicBezTo>
                  <a:cubicBezTo>
                    <a:pt x="9668" y="32466"/>
                    <a:pt x="7898" y="27679"/>
                    <a:pt x="4545" y="23712"/>
                  </a:cubicBezTo>
                  <a:cubicBezTo>
                    <a:pt x="-1341" y="16764"/>
                    <a:pt x="-782" y="9015"/>
                    <a:pt x="2124" y="0"/>
                  </a:cubicBezTo>
                  <a:cubicBezTo>
                    <a:pt x="12741" y="14845"/>
                    <a:pt x="22539" y="29710"/>
                    <a:pt x="37440" y="39898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D55012AB-8969-0B9B-2B86-4947AF2D76E5}"/>
                </a:ext>
              </a:extLst>
            </p:cNvPr>
            <p:cNvSpPr/>
            <p:nvPr/>
          </p:nvSpPr>
          <p:spPr>
            <a:xfrm>
              <a:off x="1833055" y="5123768"/>
              <a:ext cx="44145" cy="10483"/>
            </a:xfrm>
            <a:custGeom>
              <a:avLst/>
              <a:gdLst>
                <a:gd name="csX0" fmla="*/ 0 w 44145"/>
                <a:gd name="csY0" fmla="*/ 1546 h 10483"/>
                <a:gd name="csX1" fmla="*/ 28741 w 44145"/>
                <a:gd name="csY1" fmla="*/ 4191 h 10483"/>
                <a:gd name="csX2" fmla="*/ 34515 w 44145"/>
                <a:gd name="csY2" fmla="*/ 6296 h 10483"/>
                <a:gd name="csX3" fmla="*/ 42879 w 44145"/>
                <a:gd name="csY3" fmla="*/ 2608 h 10483"/>
                <a:gd name="csX4" fmla="*/ 44145 w 44145"/>
                <a:gd name="csY4" fmla="*/ 6166 h 10483"/>
                <a:gd name="csX5" fmla="*/ 35950 w 44145"/>
                <a:gd name="csY5" fmla="*/ 9463 h 10483"/>
                <a:gd name="csX6" fmla="*/ 8829 w 44145"/>
                <a:gd name="csY6" fmla="*/ 2813 h 10483"/>
                <a:gd name="csX7" fmla="*/ 3371 w 44145"/>
                <a:gd name="csY7" fmla="*/ 3781 h 10483"/>
                <a:gd name="csX8" fmla="*/ 0 w 44145"/>
                <a:gd name="csY8" fmla="*/ 1546 h 10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145" h="10483">
                  <a:moveTo>
                    <a:pt x="0" y="1546"/>
                  </a:moveTo>
                  <a:cubicBezTo>
                    <a:pt x="10021" y="-2347"/>
                    <a:pt x="19279" y="2086"/>
                    <a:pt x="28741" y="4191"/>
                  </a:cubicBezTo>
                  <a:cubicBezTo>
                    <a:pt x="30734" y="4638"/>
                    <a:pt x="32690" y="5383"/>
                    <a:pt x="34515" y="6296"/>
                  </a:cubicBezTo>
                  <a:cubicBezTo>
                    <a:pt x="38892" y="8494"/>
                    <a:pt x="41593" y="7246"/>
                    <a:pt x="42879" y="2608"/>
                  </a:cubicBezTo>
                  <a:cubicBezTo>
                    <a:pt x="43233" y="3819"/>
                    <a:pt x="42674" y="5346"/>
                    <a:pt x="44145" y="6166"/>
                  </a:cubicBezTo>
                  <a:cubicBezTo>
                    <a:pt x="42674" y="10394"/>
                    <a:pt x="40141" y="11567"/>
                    <a:pt x="35950" y="9463"/>
                  </a:cubicBezTo>
                  <a:cubicBezTo>
                    <a:pt x="27456" y="5160"/>
                    <a:pt x="18105" y="4079"/>
                    <a:pt x="8829" y="2813"/>
                  </a:cubicBezTo>
                  <a:cubicBezTo>
                    <a:pt x="6948" y="2552"/>
                    <a:pt x="5085" y="2869"/>
                    <a:pt x="3371" y="3781"/>
                  </a:cubicBezTo>
                  <a:cubicBezTo>
                    <a:pt x="3409" y="1304"/>
                    <a:pt x="1453" y="1826"/>
                    <a:pt x="0" y="1546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15BAF663-B445-6052-E8EC-2243D70C6798}"/>
                </a:ext>
              </a:extLst>
            </p:cNvPr>
            <p:cNvSpPr/>
            <p:nvPr/>
          </p:nvSpPr>
          <p:spPr>
            <a:xfrm>
              <a:off x="1539238" y="5491626"/>
              <a:ext cx="37588" cy="2832"/>
            </a:xfrm>
            <a:custGeom>
              <a:avLst/>
              <a:gdLst>
                <a:gd name="csX0" fmla="*/ 0 w 37588"/>
                <a:gd name="csY0" fmla="*/ 0 h 2832"/>
                <a:gd name="csX1" fmla="*/ 37589 w 37588"/>
                <a:gd name="csY1" fmla="*/ 1173 h 2832"/>
                <a:gd name="csX2" fmla="*/ 0 w 37588"/>
                <a:gd name="csY2" fmla="*/ 0 h 2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588" h="2832">
                  <a:moveTo>
                    <a:pt x="0" y="0"/>
                  </a:moveTo>
                  <a:cubicBezTo>
                    <a:pt x="12499" y="1192"/>
                    <a:pt x="25053" y="1024"/>
                    <a:pt x="37589" y="1173"/>
                  </a:cubicBezTo>
                  <a:cubicBezTo>
                    <a:pt x="25034" y="2142"/>
                    <a:pt x="12405" y="4917"/>
                    <a:pt x="0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FB431156-FAE4-FDC2-E8A1-13FB778FB027}"/>
                </a:ext>
              </a:extLst>
            </p:cNvPr>
            <p:cNvSpPr/>
            <p:nvPr/>
          </p:nvSpPr>
          <p:spPr>
            <a:xfrm>
              <a:off x="1645242" y="5227032"/>
              <a:ext cx="27697" cy="1139"/>
            </a:xfrm>
            <a:custGeom>
              <a:avLst/>
              <a:gdLst>
                <a:gd name="csX0" fmla="*/ 27698 w 27697"/>
                <a:gd name="csY0" fmla="*/ 1139 h 1139"/>
                <a:gd name="csX1" fmla="*/ 0 w 27697"/>
                <a:gd name="csY1" fmla="*/ 1120 h 1139"/>
                <a:gd name="csX2" fmla="*/ 27698 w 27697"/>
                <a:gd name="csY2" fmla="*/ 1139 h 1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697" h="1139">
                  <a:moveTo>
                    <a:pt x="27698" y="1139"/>
                  </a:moveTo>
                  <a:cubicBezTo>
                    <a:pt x="18459" y="1139"/>
                    <a:pt x="9239" y="1139"/>
                    <a:pt x="0" y="1120"/>
                  </a:cubicBezTo>
                  <a:cubicBezTo>
                    <a:pt x="9239" y="-891"/>
                    <a:pt x="18478" y="245"/>
                    <a:pt x="27698" y="1139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0F978497-BA9C-3E6C-EA0B-4E5187C0E708}"/>
                </a:ext>
              </a:extLst>
            </p:cNvPr>
            <p:cNvSpPr/>
            <p:nvPr/>
          </p:nvSpPr>
          <p:spPr>
            <a:xfrm>
              <a:off x="1617339" y="5479125"/>
              <a:ext cx="11548" cy="4323"/>
            </a:xfrm>
            <a:custGeom>
              <a:avLst/>
              <a:gdLst>
                <a:gd name="csX0" fmla="*/ 0 w 11548"/>
                <a:gd name="csY0" fmla="*/ 4324 h 4323"/>
                <a:gd name="csX1" fmla="*/ 11549 w 11548"/>
                <a:gd name="csY1" fmla="*/ 151 h 4323"/>
                <a:gd name="csX2" fmla="*/ 0 w 11548"/>
                <a:gd name="csY2" fmla="*/ 4324 h 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548" h="4323">
                  <a:moveTo>
                    <a:pt x="0" y="4324"/>
                  </a:moveTo>
                  <a:cubicBezTo>
                    <a:pt x="2757" y="-54"/>
                    <a:pt x="7041" y="-277"/>
                    <a:pt x="11549" y="151"/>
                  </a:cubicBezTo>
                  <a:cubicBezTo>
                    <a:pt x="7916" y="2107"/>
                    <a:pt x="4042" y="3411"/>
                    <a:pt x="0" y="4324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161F9500-BFC9-A59D-4450-1A5819DA4CEF}"/>
                </a:ext>
              </a:extLst>
            </p:cNvPr>
            <p:cNvSpPr/>
            <p:nvPr/>
          </p:nvSpPr>
          <p:spPr>
            <a:xfrm>
              <a:off x="1930025" y="5235100"/>
              <a:ext cx="1773" cy="14584"/>
            </a:xfrm>
            <a:custGeom>
              <a:avLst/>
              <a:gdLst>
                <a:gd name="csX0" fmla="*/ 205 w 1773"/>
                <a:gd name="csY0" fmla="*/ 0 h 14584"/>
                <a:gd name="csX1" fmla="*/ 0 w 1773"/>
                <a:gd name="csY1" fmla="*/ 14585 h 14584"/>
                <a:gd name="csX2" fmla="*/ 205 w 1773"/>
                <a:gd name="csY2" fmla="*/ 0 h 1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3" h="14584">
                  <a:moveTo>
                    <a:pt x="205" y="0"/>
                  </a:moveTo>
                  <a:cubicBezTo>
                    <a:pt x="2086" y="4880"/>
                    <a:pt x="2570" y="9760"/>
                    <a:pt x="0" y="14585"/>
                  </a:cubicBezTo>
                  <a:cubicBezTo>
                    <a:pt x="689" y="9723"/>
                    <a:pt x="447" y="4862"/>
                    <a:pt x="205" y="0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8D3DFF27-0641-9255-7B67-BAABEF6EA9BD}"/>
                </a:ext>
              </a:extLst>
            </p:cNvPr>
            <p:cNvSpPr/>
            <p:nvPr/>
          </p:nvSpPr>
          <p:spPr>
            <a:xfrm>
              <a:off x="1775573" y="5007725"/>
              <a:ext cx="76516" cy="79566"/>
            </a:xfrm>
            <a:custGeom>
              <a:avLst/>
              <a:gdLst>
                <a:gd name="csX0" fmla="*/ 0 w 76516"/>
                <a:gd name="csY0" fmla="*/ 2347 h 79566"/>
                <a:gd name="csX1" fmla="*/ 1285 w 76516"/>
                <a:gd name="csY1" fmla="*/ 0 h 79566"/>
                <a:gd name="csX2" fmla="*/ 24047 w 76516"/>
                <a:gd name="csY2" fmla="*/ 12238 h 79566"/>
                <a:gd name="csX3" fmla="*/ 30846 w 76516"/>
                <a:gd name="csY3" fmla="*/ 16168 h 79566"/>
                <a:gd name="csX4" fmla="*/ 40941 w 76516"/>
                <a:gd name="csY4" fmla="*/ 18049 h 79566"/>
                <a:gd name="csX5" fmla="*/ 42562 w 76516"/>
                <a:gd name="csY5" fmla="*/ 17565 h 79566"/>
                <a:gd name="csX6" fmla="*/ 67242 w 76516"/>
                <a:gd name="csY6" fmla="*/ 29188 h 79566"/>
                <a:gd name="csX7" fmla="*/ 75736 w 76516"/>
                <a:gd name="csY7" fmla="*/ 45728 h 79566"/>
                <a:gd name="csX8" fmla="*/ 73966 w 76516"/>
                <a:gd name="csY8" fmla="*/ 49919 h 79566"/>
                <a:gd name="csX9" fmla="*/ 47517 w 76516"/>
                <a:gd name="csY9" fmla="*/ 59587 h 79566"/>
                <a:gd name="csX10" fmla="*/ 34813 w 76516"/>
                <a:gd name="csY10" fmla="*/ 75829 h 79566"/>
                <a:gd name="csX11" fmla="*/ 29784 w 76516"/>
                <a:gd name="csY11" fmla="*/ 77878 h 79566"/>
                <a:gd name="csX12" fmla="*/ 10524 w 76516"/>
                <a:gd name="csY12" fmla="*/ 64150 h 79566"/>
                <a:gd name="csX13" fmla="*/ 1714 w 76516"/>
                <a:gd name="csY13" fmla="*/ 39582 h 79566"/>
                <a:gd name="csX14" fmla="*/ 4116 w 76516"/>
                <a:gd name="csY14" fmla="*/ 24010 h 79566"/>
                <a:gd name="csX15" fmla="*/ 0 w 76516"/>
                <a:gd name="csY15" fmla="*/ 2347 h 79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6516" h="79566">
                  <a:moveTo>
                    <a:pt x="0" y="2347"/>
                  </a:moveTo>
                  <a:cubicBezTo>
                    <a:pt x="149" y="1416"/>
                    <a:pt x="242" y="447"/>
                    <a:pt x="1285" y="0"/>
                  </a:cubicBezTo>
                  <a:cubicBezTo>
                    <a:pt x="8270" y="5197"/>
                    <a:pt x="16205" y="8643"/>
                    <a:pt x="24047" y="12238"/>
                  </a:cubicBezTo>
                  <a:cubicBezTo>
                    <a:pt x="26450" y="13337"/>
                    <a:pt x="28741" y="14529"/>
                    <a:pt x="30846" y="16168"/>
                  </a:cubicBezTo>
                  <a:cubicBezTo>
                    <a:pt x="33826" y="18496"/>
                    <a:pt x="37235" y="19204"/>
                    <a:pt x="40941" y="18049"/>
                  </a:cubicBezTo>
                  <a:cubicBezTo>
                    <a:pt x="41482" y="17882"/>
                    <a:pt x="42003" y="17677"/>
                    <a:pt x="42562" y="17565"/>
                  </a:cubicBezTo>
                  <a:cubicBezTo>
                    <a:pt x="56551" y="14641"/>
                    <a:pt x="60518" y="16503"/>
                    <a:pt x="67242" y="29188"/>
                  </a:cubicBezTo>
                  <a:cubicBezTo>
                    <a:pt x="70148" y="34664"/>
                    <a:pt x="72830" y="40252"/>
                    <a:pt x="75736" y="45728"/>
                  </a:cubicBezTo>
                  <a:cubicBezTo>
                    <a:pt x="76984" y="48075"/>
                    <a:pt x="76965" y="48951"/>
                    <a:pt x="73966" y="49919"/>
                  </a:cubicBezTo>
                  <a:cubicBezTo>
                    <a:pt x="65044" y="52807"/>
                    <a:pt x="56253" y="56159"/>
                    <a:pt x="47517" y="59587"/>
                  </a:cubicBezTo>
                  <a:cubicBezTo>
                    <a:pt x="40178" y="62455"/>
                    <a:pt x="35111" y="67428"/>
                    <a:pt x="34813" y="75829"/>
                  </a:cubicBezTo>
                  <a:cubicBezTo>
                    <a:pt x="34646" y="80691"/>
                    <a:pt x="32690" y="80169"/>
                    <a:pt x="29784" y="77878"/>
                  </a:cubicBezTo>
                  <a:cubicBezTo>
                    <a:pt x="23600" y="72979"/>
                    <a:pt x="17025" y="68565"/>
                    <a:pt x="10524" y="64150"/>
                  </a:cubicBezTo>
                  <a:cubicBezTo>
                    <a:pt x="1211" y="57798"/>
                    <a:pt x="-75" y="49491"/>
                    <a:pt x="1714" y="39582"/>
                  </a:cubicBezTo>
                  <a:cubicBezTo>
                    <a:pt x="2645" y="34422"/>
                    <a:pt x="3446" y="29225"/>
                    <a:pt x="4116" y="24010"/>
                  </a:cubicBezTo>
                  <a:cubicBezTo>
                    <a:pt x="5122" y="16373"/>
                    <a:pt x="4191" y="9034"/>
                    <a:pt x="0" y="2347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C8FE8C9E-834B-96AD-BD32-7DEC95C7AC22}"/>
                </a:ext>
              </a:extLst>
            </p:cNvPr>
            <p:cNvSpPr/>
            <p:nvPr/>
          </p:nvSpPr>
          <p:spPr>
            <a:xfrm>
              <a:off x="1862504" y="5075674"/>
              <a:ext cx="4638" cy="13969"/>
            </a:xfrm>
            <a:custGeom>
              <a:avLst/>
              <a:gdLst>
                <a:gd name="csX0" fmla="*/ 1173 w 4638"/>
                <a:gd name="csY0" fmla="*/ 0 h 13969"/>
                <a:gd name="csX1" fmla="*/ 4638 w 4638"/>
                <a:gd name="csY1" fmla="*/ 13970 h 13969"/>
                <a:gd name="csX2" fmla="*/ 0 w 4638"/>
                <a:gd name="csY2" fmla="*/ 4582 h 13969"/>
                <a:gd name="csX3" fmla="*/ 1173 w 4638"/>
                <a:gd name="csY3" fmla="*/ 0 h 13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8" h="13969">
                  <a:moveTo>
                    <a:pt x="1173" y="0"/>
                  </a:moveTo>
                  <a:cubicBezTo>
                    <a:pt x="2813" y="4135"/>
                    <a:pt x="4005" y="8382"/>
                    <a:pt x="4638" y="13970"/>
                  </a:cubicBezTo>
                  <a:cubicBezTo>
                    <a:pt x="559" y="11027"/>
                    <a:pt x="559" y="7674"/>
                    <a:pt x="0" y="4582"/>
                  </a:cubicBezTo>
                  <a:cubicBezTo>
                    <a:pt x="1937" y="3465"/>
                    <a:pt x="820" y="1546"/>
                    <a:pt x="1173" y="0"/>
                  </a:cubicBezTo>
                  <a:close/>
                </a:path>
              </a:pathLst>
            </a:custGeom>
            <a:solidFill>
              <a:srgbClr val="516F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00A8F76E-7129-7955-0D67-B4BBDA4F46B3}"/>
                </a:ext>
              </a:extLst>
            </p:cNvPr>
            <p:cNvSpPr/>
            <p:nvPr/>
          </p:nvSpPr>
          <p:spPr>
            <a:xfrm>
              <a:off x="1759704" y="4831993"/>
              <a:ext cx="112433" cy="181201"/>
            </a:xfrm>
            <a:custGeom>
              <a:avLst/>
              <a:gdLst>
                <a:gd name="csX0" fmla="*/ 14510 w 112433"/>
                <a:gd name="csY0" fmla="*/ 106944 h 181201"/>
                <a:gd name="csX1" fmla="*/ 5979 w 112433"/>
                <a:gd name="csY1" fmla="*/ 98953 h 181201"/>
                <a:gd name="csX2" fmla="*/ 18 w 112433"/>
                <a:gd name="csY2" fmla="*/ 70007 h 181201"/>
                <a:gd name="csX3" fmla="*/ 8400 w 112433"/>
                <a:gd name="csY3" fmla="*/ 58011 h 181201"/>
                <a:gd name="csX4" fmla="*/ 12591 w 112433"/>
                <a:gd name="csY4" fmla="*/ 55385 h 181201"/>
                <a:gd name="csX5" fmla="*/ 7841 w 112433"/>
                <a:gd name="csY5" fmla="*/ 55199 h 181201"/>
                <a:gd name="csX6" fmla="*/ 1490 w 112433"/>
                <a:gd name="csY6" fmla="*/ 49126 h 181201"/>
                <a:gd name="csX7" fmla="*/ 9983 w 112433"/>
                <a:gd name="csY7" fmla="*/ 18411 h 181201"/>
                <a:gd name="csX8" fmla="*/ 20917 w 112433"/>
                <a:gd name="csY8" fmla="*/ 3659 h 181201"/>
                <a:gd name="csX9" fmla="*/ 41071 w 112433"/>
                <a:gd name="csY9" fmla="*/ 2169 h 181201"/>
                <a:gd name="csX10" fmla="*/ 66124 w 112433"/>
                <a:gd name="csY10" fmla="*/ 18877 h 181201"/>
                <a:gd name="csX11" fmla="*/ 74897 w 112433"/>
                <a:gd name="csY11" fmla="*/ 27445 h 181201"/>
                <a:gd name="csX12" fmla="*/ 73798 w 112433"/>
                <a:gd name="csY12" fmla="*/ 35156 h 181201"/>
                <a:gd name="csX13" fmla="*/ 72141 w 112433"/>
                <a:gd name="csY13" fmla="*/ 38155 h 181201"/>
                <a:gd name="csX14" fmla="*/ 75456 w 112433"/>
                <a:gd name="csY14" fmla="*/ 37801 h 181201"/>
                <a:gd name="csX15" fmla="*/ 82609 w 112433"/>
                <a:gd name="csY15" fmla="*/ 39180 h 181201"/>
                <a:gd name="csX16" fmla="*/ 98255 w 112433"/>
                <a:gd name="csY16" fmla="*/ 79730 h 181201"/>
                <a:gd name="csX17" fmla="*/ 97100 w 112433"/>
                <a:gd name="csY17" fmla="*/ 85486 h 181201"/>
                <a:gd name="csX18" fmla="*/ 102930 w 112433"/>
                <a:gd name="csY18" fmla="*/ 90310 h 181201"/>
                <a:gd name="csX19" fmla="*/ 111629 w 112433"/>
                <a:gd name="csY19" fmla="*/ 121137 h 181201"/>
                <a:gd name="csX20" fmla="*/ 107308 w 112433"/>
                <a:gd name="csY20" fmla="*/ 131661 h 181201"/>
                <a:gd name="csX21" fmla="*/ 100528 w 112433"/>
                <a:gd name="csY21" fmla="*/ 134548 h 181201"/>
                <a:gd name="csX22" fmla="*/ 96728 w 112433"/>
                <a:gd name="csY22" fmla="*/ 118175 h 181201"/>
                <a:gd name="csX23" fmla="*/ 66515 w 112433"/>
                <a:gd name="csY23" fmla="*/ 40055 h 181201"/>
                <a:gd name="csX24" fmla="*/ 39432 w 112433"/>
                <a:gd name="csY24" fmla="*/ 16921 h 181201"/>
                <a:gd name="csX25" fmla="*/ 31255 w 112433"/>
                <a:gd name="csY25" fmla="*/ 18877 h 181201"/>
                <a:gd name="csX26" fmla="*/ 29392 w 112433"/>
                <a:gd name="csY26" fmla="*/ 21801 h 181201"/>
                <a:gd name="csX27" fmla="*/ 26431 w 112433"/>
                <a:gd name="csY27" fmla="*/ 38435 h 181201"/>
                <a:gd name="csX28" fmla="*/ 35856 w 112433"/>
                <a:gd name="csY28" fmla="*/ 58924 h 181201"/>
                <a:gd name="csX29" fmla="*/ 60611 w 112433"/>
                <a:gd name="csY29" fmla="*/ 127079 h 181201"/>
                <a:gd name="csX30" fmla="*/ 72215 w 112433"/>
                <a:gd name="csY30" fmla="*/ 154348 h 181201"/>
                <a:gd name="csX31" fmla="*/ 84341 w 112433"/>
                <a:gd name="csY31" fmla="*/ 162879 h 181201"/>
                <a:gd name="csX32" fmla="*/ 87917 w 112433"/>
                <a:gd name="csY32" fmla="*/ 165394 h 181201"/>
                <a:gd name="csX33" fmla="*/ 87079 w 112433"/>
                <a:gd name="csY33" fmla="*/ 176942 h 181201"/>
                <a:gd name="csX34" fmla="*/ 82702 w 112433"/>
                <a:gd name="csY34" fmla="*/ 181152 h 181201"/>
                <a:gd name="csX35" fmla="*/ 68173 w 112433"/>
                <a:gd name="csY35" fmla="*/ 178246 h 181201"/>
                <a:gd name="csX36" fmla="*/ 48801 w 112433"/>
                <a:gd name="csY36" fmla="*/ 164146 h 181201"/>
                <a:gd name="csX37" fmla="*/ 46287 w 112433"/>
                <a:gd name="csY37" fmla="*/ 156583 h 181201"/>
                <a:gd name="csX38" fmla="*/ 49248 w 112433"/>
                <a:gd name="csY38" fmla="*/ 152728 h 181201"/>
                <a:gd name="csX39" fmla="*/ 43958 w 112433"/>
                <a:gd name="csY39" fmla="*/ 154404 h 181201"/>
                <a:gd name="csX40" fmla="*/ 39469 w 112433"/>
                <a:gd name="csY40" fmla="*/ 152616 h 181201"/>
                <a:gd name="csX41" fmla="*/ 21178 w 112433"/>
                <a:gd name="csY41" fmla="*/ 128085 h 181201"/>
                <a:gd name="csX42" fmla="*/ 14193 w 112433"/>
                <a:gd name="csY42" fmla="*/ 116071 h 181201"/>
                <a:gd name="csX43" fmla="*/ 15869 w 112433"/>
                <a:gd name="csY43" fmla="*/ 109365 h 181201"/>
                <a:gd name="csX44" fmla="*/ 21588 w 112433"/>
                <a:gd name="csY44" fmla="*/ 103814 h 181201"/>
                <a:gd name="csX45" fmla="*/ 14510 w 112433"/>
                <a:gd name="csY45" fmla="*/ 106944 h 18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12433" h="181201">
                  <a:moveTo>
                    <a:pt x="14510" y="106944"/>
                  </a:moveTo>
                  <a:cubicBezTo>
                    <a:pt x="8326" y="107931"/>
                    <a:pt x="7376" y="102380"/>
                    <a:pt x="5979" y="98953"/>
                  </a:cubicBezTo>
                  <a:cubicBezTo>
                    <a:pt x="2216" y="89770"/>
                    <a:pt x="298" y="79991"/>
                    <a:pt x="18" y="70007"/>
                  </a:cubicBezTo>
                  <a:cubicBezTo>
                    <a:pt x="-187" y="62426"/>
                    <a:pt x="1266" y="60712"/>
                    <a:pt x="8400" y="58011"/>
                  </a:cubicBezTo>
                  <a:cubicBezTo>
                    <a:pt x="9928" y="57434"/>
                    <a:pt x="13187" y="57788"/>
                    <a:pt x="12591" y="55385"/>
                  </a:cubicBezTo>
                  <a:cubicBezTo>
                    <a:pt x="11902" y="52610"/>
                    <a:pt x="9369" y="54826"/>
                    <a:pt x="7841" y="55199"/>
                  </a:cubicBezTo>
                  <a:cubicBezTo>
                    <a:pt x="2831" y="56372"/>
                    <a:pt x="-280" y="53876"/>
                    <a:pt x="1490" y="49126"/>
                  </a:cubicBezTo>
                  <a:cubicBezTo>
                    <a:pt x="5215" y="39124"/>
                    <a:pt x="5178" y="28171"/>
                    <a:pt x="9983" y="18411"/>
                  </a:cubicBezTo>
                  <a:cubicBezTo>
                    <a:pt x="12796" y="12730"/>
                    <a:pt x="16465" y="7682"/>
                    <a:pt x="20917" y="3659"/>
                  </a:cubicBezTo>
                  <a:cubicBezTo>
                    <a:pt x="26729" y="-1575"/>
                    <a:pt x="34217" y="-365"/>
                    <a:pt x="41071" y="2169"/>
                  </a:cubicBezTo>
                  <a:cubicBezTo>
                    <a:pt x="50720" y="5726"/>
                    <a:pt x="58301" y="12525"/>
                    <a:pt x="66124" y="18877"/>
                  </a:cubicBezTo>
                  <a:cubicBezTo>
                    <a:pt x="69309" y="21466"/>
                    <a:pt x="72439" y="23980"/>
                    <a:pt x="74897" y="27445"/>
                  </a:cubicBezTo>
                  <a:cubicBezTo>
                    <a:pt x="77282" y="30779"/>
                    <a:pt x="77691" y="32996"/>
                    <a:pt x="73798" y="35156"/>
                  </a:cubicBezTo>
                  <a:cubicBezTo>
                    <a:pt x="72793" y="35715"/>
                    <a:pt x="71135" y="36591"/>
                    <a:pt x="72141" y="38155"/>
                  </a:cubicBezTo>
                  <a:cubicBezTo>
                    <a:pt x="73165" y="39739"/>
                    <a:pt x="74450" y="38714"/>
                    <a:pt x="75456" y="37801"/>
                  </a:cubicBezTo>
                  <a:cubicBezTo>
                    <a:pt x="78474" y="35026"/>
                    <a:pt x="81454" y="37094"/>
                    <a:pt x="82609" y="39180"/>
                  </a:cubicBezTo>
                  <a:cubicBezTo>
                    <a:pt x="89650" y="51958"/>
                    <a:pt x="96430" y="64922"/>
                    <a:pt x="98255" y="79730"/>
                  </a:cubicBezTo>
                  <a:cubicBezTo>
                    <a:pt x="99149" y="81909"/>
                    <a:pt x="94679" y="83008"/>
                    <a:pt x="97100" y="85486"/>
                  </a:cubicBezTo>
                  <a:cubicBezTo>
                    <a:pt x="100434" y="85430"/>
                    <a:pt x="102055" y="86994"/>
                    <a:pt x="102930" y="90310"/>
                  </a:cubicBezTo>
                  <a:cubicBezTo>
                    <a:pt x="105631" y="100648"/>
                    <a:pt x="108407" y="110967"/>
                    <a:pt x="111629" y="121137"/>
                  </a:cubicBezTo>
                  <a:cubicBezTo>
                    <a:pt x="113268" y="126278"/>
                    <a:pt x="112672" y="129761"/>
                    <a:pt x="107308" y="131661"/>
                  </a:cubicBezTo>
                  <a:cubicBezTo>
                    <a:pt x="105762" y="134325"/>
                    <a:pt x="103638" y="135591"/>
                    <a:pt x="100528" y="134548"/>
                  </a:cubicBezTo>
                  <a:cubicBezTo>
                    <a:pt x="98069" y="129370"/>
                    <a:pt x="97976" y="123652"/>
                    <a:pt x="96728" y="118175"/>
                  </a:cubicBezTo>
                  <a:cubicBezTo>
                    <a:pt x="90395" y="90682"/>
                    <a:pt x="80783" y="64456"/>
                    <a:pt x="66515" y="40055"/>
                  </a:cubicBezTo>
                  <a:cubicBezTo>
                    <a:pt x="60182" y="29233"/>
                    <a:pt x="52434" y="20032"/>
                    <a:pt x="39432" y="16921"/>
                  </a:cubicBezTo>
                  <a:cubicBezTo>
                    <a:pt x="36247" y="16157"/>
                    <a:pt x="33490" y="16139"/>
                    <a:pt x="31255" y="18877"/>
                  </a:cubicBezTo>
                  <a:cubicBezTo>
                    <a:pt x="29243" y="18970"/>
                    <a:pt x="29597" y="20553"/>
                    <a:pt x="29392" y="21801"/>
                  </a:cubicBezTo>
                  <a:cubicBezTo>
                    <a:pt x="24121" y="26588"/>
                    <a:pt x="24419" y="32418"/>
                    <a:pt x="26431" y="38435"/>
                  </a:cubicBezTo>
                  <a:cubicBezTo>
                    <a:pt x="28815" y="45587"/>
                    <a:pt x="32317" y="52274"/>
                    <a:pt x="35856" y="58924"/>
                  </a:cubicBezTo>
                  <a:cubicBezTo>
                    <a:pt x="47293" y="80494"/>
                    <a:pt x="55302" y="103274"/>
                    <a:pt x="60611" y="127079"/>
                  </a:cubicBezTo>
                  <a:cubicBezTo>
                    <a:pt x="62790" y="136839"/>
                    <a:pt x="65752" y="146302"/>
                    <a:pt x="72215" y="154348"/>
                  </a:cubicBezTo>
                  <a:cubicBezTo>
                    <a:pt x="75512" y="158446"/>
                    <a:pt x="78958" y="161873"/>
                    <a:pt x="84341" y="162879"/>
                  </a:cubicBezTo>
                  <a:cubicBezTo>
                    <a:pt x="85813" y="163159"/>
                    <a:pt x="87210" y="163867"/>
                    <a:pt x="87917" y="165394"/>
                  </a:cubicBezTo>
                  <a:cubicBezTo>
                    <a:pt x="88811" y="169343"/>
                    <a:pt x="89501" y="173254"/>
                    <a:pt x="87079" y="176942"/>
                  </a:cubicBezTo>
                  <a:cubicBezTo>
                    <a:pt x="86967" y="179774"/>
                    <a:pt x="84583" y="181525"/>
                    <a:pt x="82702" y="181152"/>
                  </a:cubicBezTo>
                  <a:cubicBezTo>
                    <a:pt x="77896" y="180183"/>
                    <a:pt x="72867" y="181133"/>
                    <a:pt x="68173" y="178246"/>
                  </a:cubicBezTo>
                  <a:cubicBezTo>
                    <a:pt x="61281" y="174055"/>
                    <a:pt x="55134" y="169007"/>
                    <a:pt x="48801" y="164146"/>
                  </a:cubicBezTo>
                  <a:cubicBezTo>
                    <a:pt x="46063" y="162041"/>
                    <a:pt x="46380" y="159340"/>
                    <a:pt x="46287" y="156583"/>
                  </a:cubicBezTo>
                  <a:cubicBezTo>
                    <a:pt x="45914" y="154237"/>
                    <a:pt x="47963" y="153696"/>
                    <a:pt x="49248" y="152728"/>
                  </a:cubicBezTo>
                  <a:cubicBezTo>
                    <a:pt x="47404" y="152914"/>
                    <a:pt x="46343" y="155578"/>
                    <a:pt x="43958" y="154404"/>
                  </a:cubicBezTo>
                  <a:cubicBezTo>
                    <a:pt x="42133" y="154628"/>
                    <a:pt x="40587" y="154088"/>
                    <a:pt x="39469" y="152616"/>
                  </a:cubicBezTo>
                  <a:cubicBezTo>
                    <a:pt x="33304" y="144495"/>
                    <a:pt x="24996" y="138069"/>
                    <a:pt x="21178" y="128085"/>
                  </a:cubicBezTo>
                  <a:cubicBezTo>
                    <a:pt x="19539" y="123801"/>
                    <a:pt x="16819" y="119889"/>
                    <a:pt x="14193" y="116071"/>
                  </a:cubicBezTo>
                  <a:cubicBezTo>
                    <a:pt x="11995" y="112885"/>
                    <a:pt x="13038" y="111023"/>
                    <a:pt x="15869" y="109365"/>
                  </a:cubicBezTo>
                  <a:cubicBezTo>
                    <a:pt x="16559" y="106068"/>
                    <a:pt x="19818" y="105528"/>
                    <a:pt x="21588" y="103814"/>
                  </a:cubicBezTo>
                  <a:cubicBezTo>
                    <a:pt x="19315" y="104541"/>
                    <a:pt x="17527" y="107186"/>
                    <a:pt x="14510" y="106944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9BEA2541-9978-3F16-F7C4-5C6909267525}"/>
                </a:ext>
              </a:extLst>
            </p:cNvPr>
            <p:cNvSpPr/>
            <p:nvPr/>
          </p:nvSpPr>
          <p:spPr>
            <a:xfrm>
              <a:off x="1790214" y="4846599"/>
              <a:ext cx="76264" cy="156502"/>
            </a:xfrm>
            <a:custGeom>
              <a:avLst/>
              <a:gdLst>
                <a:gd name="csX0" fmla="*/ 0 w 76264"/>
                <a:gd name="csY0" fmla="*/ 4159 h 156502"/>
                <a:gd name="csX1" fmla="*/ 7078 w 76264"/>
                <a:gd name="csY1" fmla="*/ 284 h 156502"/>
                <a:gd name="csX2" fmla="*/ 37645 w 76264"/>
                <a:gd name="csY2" fmla="*/ 25356 h 156502"/>
                <a:gd name="csX3" fmla="*/ 69831 w 76264"/>
                <a:gd name="csY3" fmla="*/ 113981 h 156502"/>
                <a:gd name="csX4" fmla="*/ 70055 w 76264"/>
                <a:gd name="csY4" fmla="*/ 119607 h 156502"/>
                <a:gd name="csX5" fmla="*/ 68937 w 76264"/>
                <a:gd name="csY5" fmla="*/ 120668 h 156502"/>
                <a:gd name="csX6" fmla="*/ 70185 w 76264"/>
                <a:gd name="csY6" fmla="*/ 122866 h 156502"/>
                <a:gd name="csX7" fmla="*/ 76258 w 76264"/>
                <a:gd name="csY7" fmla="*/ 128920 h 156502"/>
                <a:gd name="csX8" fmla="*/ 68881 w 76264"/>
                <a:gd name="csY8" fmla="*/ 152837 h 156502"/>
                <a:gd name="csX9" fmla="*/ 59978 w 76264"/>
                <a:gd name="csY9" fmla="*/ 151123 h 156502"/>
                <a:gd name="csX10" fmla="*/ 57538 w 76264"/>
                <a:gd name="csY10" fmla="*/ 137563 h 156502"/>
                <a:gd name="csX11" fmla="*/ 19670 w 76264"/>
                <a:gd name="csY11" fmla="*/ 27759 h 156502"/>
                <a:gd name="csX12" fmla="*/ 2757 w 76264"/>
                <a:gd name="csY12" fmla="*/ 7530 h 156502"/>
                <a:gd name="csX13" fmla="*/ 0 w 76264"/>
                <a:gd name="csY13" fmla="*/ 4159 h 156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4" h="156502">
                  <a:moveTo>
                    <a:pt x="0" y="4159"/>
                  </a:moveTo>
                  <a:cubicBezTo>
                    <a:pt x="913" y="191"/>
                    <a:pt x="3129" y="-498"/>
                    <a:pt x="7078" y="284"/>
                  </a:cubicBezTo>
                  <a:cubicBezTo>
                    <a:pt x="21868" y="3171"/>
                    <a:pt x="30641" y="13118"/>
                    <a:pt x="37645" y="25356"/>
                  </a:cubicBezTo>
                  <a:cubicBezTo>
                    <a:pt x="53514" y="53035"/>
                    <a:pt x="63964" y="82670"/>
                    <a:pt x="69831" y="113981"/>
                  </a:cubicBezTo>
                  <a:cubicBezTo>
                    <a:pt x="70167" y="115807"/>
                    <a:pt x="69999" y="117725"/>
                    <a:pt x="70055" y="119607"/>
                  </a:cubicBezTo>
                  <a:cubicBezTo>
                    <a:pt x="70241" y="120557"/>
                    <a:pt x="70055" y="121115"/>
                    <a:pt x="68937" y="120668"/>
                  </a:cubicBezTo>
                  <a:cubicBezTo>
                    <a:pt x="67280" y="122587"/>
                    <a:pt x="68863" y="123071"/>
                    <a:pt x="70185" y="122866"/>
                  </a:cubicBezTo>
                  <a:cubicBezTo>
                    <a:pt x="75121" y="122084"/>
                    <a:pt x="76220" y="125530"/>
                    <a:pt x="76258" y="128920"/>
                  </a:cubicBezTo>
                  <a:cubicBezTo>
                    <a:pt x="76369" y="137600"/>
                    <a:pt x="75159" y="146056"/>
                    <a:pt x="68881" y="152837"/>
                  </a:cubicBezTo>
                  <a:cubicBezTo>
                    <a:pt x="64001" y="158108"/>
                    <a:pt x="62679" y="157828"/>
                    <a:pt x="59978" y="151123"/>
                  </a:cubicBezTo>
                  <a:cubicBezTo>
                    <a:pt x="56998" y="147006"/>
                    <a:pt x="58115" y="142052"/>
                    <a:pt x="57538" y="137563"/>
                  </a:cubicBezTo>
                  <a:cubicBezTo>
                    <a:pt x="52564" y="98298"/>
                    <a:pt x="40587" y="61492"/>
                    <a:pt x="19670" y="27759"/>
                  </a:cubicBezTo>
                  <a:cubicBezTo>
                    <a:pt x="14994" y="20233"/>
                    <a:pt x="9444" y="13398"/>
                    <a:pt x="2757" y="7530"/>
                  </a:cubicBezTo>
                  <a:cubicBezTo>
                    <a:pt x="1695" y="6562"/>
                    <a:pt x="298" y="5816"/>
                    <a:pt x="0" y="4159"/>
                  </a:cubicBezTo>
                  <a:close/>
                </a:path>
              </a:pathLst>
            </a:custGeom>
            <a:solidFill>
              <a:srgbClr val="9AC6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28A9B079-C030-EE19-DC21-DFEDFA80805C}"/>
                </a:ext>
              </a:extLst>
            </p:cNvPr>
            <p:cNvSpPr/>
            <p:nvPr/>
          </p:nvSpPr>
          <p:spPr>
            <a:xfrm>
              <a:off x="1788750" y="4850758"/>
              <a:ext cx="61478" cy="158335"/>
            </a:xfrm>
            <a:custGeom>
              <a:avLst/>
              <a:gdLst>
                <a:gd name="csX0" fmla="*/ 1464 w 61478"/>
                <a:gd name="csY0" fmla="*/ 0 h 158335"/>
                <a:gd name="csX1" fmla="*/ 25175 w 61478"/>
                <a:gd name="csY1" fmla="*/ 27381 h 158335"/>
                <a:gd name="csX2" fmla="*/ 61050 w 61478"/>
                <a:gd name="csY2" fmla="*/ 137371 h 158335"/>
                <a:gd name="csX3" fmla="*/ 61479 w 61478"/>
                <a:gd name="csY3" fmla="*/ 146946 h 158335"/>
                <a:gd name="csX4" fmla="*/ 61293 w 61478"/>
                <a:gd name="csY4" fmla="*/ 155234 h 158335"/>
                <a:gd name="csX5" fmla="*/ 58014 w 61478"/>
                <a:gd name="csY5" fmla="*/ 158140 h 158335"/>
                <a:gd name="csX6" fmla="*/ 57958 w 61478"/>
                <a:gd name="csY6" fmla="*/ 145828 h 158335"/>
                <a:gd name="csX7" fmla="*/ 55611 w 61478"/>
                <a:gd name="csY7" fmla="*/ 131579 h 158335"/>
                <a:gd name="csX8" fmla="*/ 41008 w 61478"/>
                <a:gd name="csY8" fmla="*/ 70353 h 158335"/>
                <a:gd name="csX9" fmla="*/ 12975 w 61478"/>
                <a:gd name="csY9" fmla="*/ 15926 h 158335"/>
                <a:gd name="csX10" fmla="*/ 551 w 61478"/>
                <a:gd name="csY10" fmla="*/ 2179 h 158335"/>
                <a:gd name="csX11" fmla="*/ 1464 w 61478"/>
                <a:gd name="csY11" fmla="*/ 0 h 158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1478" h="158335">
                  <a:moveTo>
                    <a:pt x="1464" y="0"/>
                  </a:moveTo>
                  <a:cubicBezTo>
                    <a:pt x="12379" y="6519"/>
                    <a:pt x="18898" y="16913"/>
                    <a:pt x="25175" y="27381"/>
                  </a:cubicBezTo>
                  <a:cubicBezTo>
                    <a:pt x="45478" y="61300"/>
                    <a:pt x="56599" y="98256"/>
                    <a:pt x="61050" y="137371"/>
                  </a:cubicBezTo>
                  <a:cubicBezTo>
                    <a:pt x="61404" y="140538"/>
                    <a:pt x="61348" y="143760"/>
                    <a:pt x="61479" y="146946"/>
                  </a:cubicBezTo>
                  <a:cubicBezTo>
                    <a:pt x="61404" y="149702"/>
                    <a:pt x="61311" y="152478"/>
                    <a:pt x="61293" y="155234"/>
                  </a:cubicBezTo>
                  <a:cubicBezTo>
                    <a:pt x="61293" y="157488"/>
                    <a:pt x="60622" y="158867"/>
                    <a:pt x="58014" y="158140"/>
                  </a:cubicBezTo>
                  <a:cubicBezTo>
                    <a:pt x="57996" y="154042"/>
                    <a:pt x="57977" y="149926"/>
                    <a:pt x="57958" y="145828"/>
                  </a:cubicBezTo>
                  <a:cubicBezTo>
                    <a:pt x="55332" y="141395"/>
                    <a:pt x="55928" y="136291"/>
                    <a:pt x="55611" y="131579"/>
                  </a:cubicBezTo>
                  <a:cubicBezTo>
                    <a:pt x="54233" y="110288"/>
                    <a:pt x="48142" y="90190"/>
                    <a:pt x="41008" y="70353"/>
                  </a:cubicBezTo>
                  <a:cubicBezTo>
                    <a:pt x="34042" y="51018"/>
                    <a:pt x="25809" y="32299"/>
                    <a:pt x="12975" y="15926"/>
                  </a:cubicBezTo>
                  <a:cubicBezTo>
                    <a:pt x="9138" y="11046"/>
                    <a:pt x="3922" y="7451"/>
                    <a:pt x="551" y="2179"/>
                  </a:cubicBezTo>
                  <a:cubicBezTo>
                    <a:pt x="-287" y="987"/>
                    <a:pt x="-306" y="112"/>
                    <a:pt x="1464" y="0"/>
                  </a:cubicBezTo>
                  <a:close/>
                </a:path>
              </a:pathLst>
            </a:custGeom>
            <a:solidFill>
              <a:srgbClr val="45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7BCB845B-21FF-9554-ED60-930C4DC804C9}"/>
                </a:ext>
              </a:extLst>
            </p:cNvPr>
            <p:cNvSpPr/>
            <p:nvPr/>
          </p:nvSpPr>
          <p:spPr>
            <a:xfrm>
              <a:off x="1853595" y="4908575"/>
              <a:ext cx="9839" cy="10673"/>
            </a:xfrm>
            <a:custGeom>
              <a:avLst/>
              <a:gdLst>
                <a:gd name="csX0" fmla="*/ 3227 w 9839"/>
                <a:gd name="csY0" fmla="*/ 8904 h 10673"/>
                <a:gd name="csX1" fmla="*/ 768 w 9839"/>
                <a:gd name="csY1" fmla="*/ 10543 h 10673"/>
                <a:gd name="csX2" fmla="*/ 731 w 9839"/>
                <a:gd name="csY2" fmla="*/ 7767 h 10673"/>
                <a:gd name="csX3" fmla="*/ 4382 w 9839"/>
                <a:gd name="csY3" fmla="*/ 3129 h 10673"/>
                <a:gd name="csX4" fmla="*/ 9839 w 9839"/>
                <a:gd name="csY4" fmla="*/ 0 h 10673"/>
                <a:gd name="csX5" fmla="*/ 3227 w 9839"/>
                <a:gd name="csY5" fmla="*/ 8904 h 10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839" h="10673">
                  <a:moveTo>
                    <a:pt x="3227" y="8904"/>
                  </a:moveTo>
                  <a:cubicBezTo>
                    <a:pt x="2221" y="9220"/>
                    <a:pt x="2072" y="11195"/>
                    <a:pt x="768" y="10543"/>
                  </a:cubicBezTo>
                  <a:cubicBezTo>
                    <a:pt x="-480" y="9928"/>
                    <a:pt x="5" y="8587"/>
                    <a:pt x="731" y="7767"/>
                  </a:cubicBezTo>
                  <a:cubicBezTo>
                    <a:pt x="2035" y="6277"/>
                    <a:pt x="2370" y="4042"/>
                    <a:pt x="4382" y="3129"/>
                  </a:cubicBezTo>
                  <a:cubicBezTo>
                    <a:pt x="5946" y="2235"/>
                    <a:pt x="7511" y="1322"/>
                    <a:pt x="9839" y="0"/>
                  </a:cubicBezTo>
                  <a:cubicBezTo>
                    <a:pt x="8685" y="4452"/>
                    <a:pt x="4736" y="5793"/>
                    <a:pt x="3227" y="8904"/>
                  </a:cubicBezTo>
                  <a:close/>
                </a:path>
              </a:pathLst>
            </a:custGeom>
            <a:solidFill>
              <a:srgbClr val="5E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A2F59E83-BED5-9DDF-279B-1B97DC15150E}"/>
                </a:ext>
              </a:extLst>
            </p:cNvPr>
            <p:cNvSpPr/>
            <p:nvPr/>
          </p:nvSpPr>
          <p:spPr>
            <a:xfrm>
              <a:off x="1773964" y="4933386"/>
              <a:ext cx="11648" cy="7990"/>
            </a:xfrm>
            <a:custGeom>
              <a:avLst/>
              <a:gdLst>
                <a:gd name="csX0" fmla="*/ 249 w 11648"/>
                <a:gd name="csY0" fmla="*/ 5551 h 7990"/>
                <a:gd name="csX1" fmla="*/ 11648 w 11648"/>
                <a:gd name="csY1" fmla="*/ 0 h 7990"/>
                <a:gd name="csX2" fmla="*/ 1590 w 11648"/>
                <a:gd name="csY2" fmla="*/ 7991 h 7990"/>
                <a:gd name="csX3" fmla="*/ 249 w 11648"/>
                <a:gd name="csY3" fmla="*/ 5551 h 7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48" h="7990">
                  <a:moveTo>
                    <a:pt x="249" y="5551"/>
                  </a:moveTo>
                  <a:cubicBezTo>
                    <a:pt x="3415" y="3073"/>
                    <a:pt x="6619" y="671"/>
                    <a:pt x="11648" y="0"/>
                  </a:cubicBezTo>
                  <a:cubicBezTo>
                    <a:pt x="8575" y="3967"/>
                    <a:pt x="4701" y="5495"/>
                    <a:pt x="1590" y="7991"/>
                  </a:cubicBezTo>
                  <a:cubicBezTo>
                    <a:pt x="-273" y="7954"/>
                    <a:pt x="-161" y="6836"/>
                    <a:pt x="249" y="5551"/>
                  </a:cubicBezTo>
                  <a:close/>
                </a:path>
              </a:pathLst>
            </a:custGeom>
            <a:solidFill>
              <a:srgbClr val="5B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CF5C9C87-3828-2226-B4FB-D664F9F0B911}"/>
                </a:ext>
              </a:extLst>
            </p:cNvPr>
            <p:cNvSpPr/>
            <p:nvPr/>
          </p:nvSpPr>
          <p:spPr>
            <a:xfrm>
              <a:off x="1803625" y="4982299"/>
              <a:ext cx="8437" cy="6298"/>
            </a:xfrm>
            <a:custGeom>
              <a:avLst/>
              <a:gdLst>
                <a:gd name="csX0" fmla="*/ 0 w 8437"/>
                <a:gd name="csY0" fmla="*/ 4098 h 6298"/>
                <a:gd name="csX1" fmla="*/ 8438 w 8437"/>
                <a:gd name="csY1" fmla="*/ 0 h 6298"/>
                <a:gd name="csX2" fmla="*/ 2347 w 8437"/>
                <a:gd name="csY2" fmla="*/ 6277 h 6298"/>
                <a:gd name="csX3" fmla="*/ 0 w 8437"/>
                <a:gd name="csY3" fmla="*/ 4098 h 6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37" h="6298">
                  <a:moveTo>
                    <a:pt x="0" y="4098"/>
                  </a:moveTo>
                  <a:cubicBezTo>
                    <a:pt x="2608" y="2496"/>
                    <a:pt x="5048" y="559"/>
                    <a:pt x="8438" y="0"/>
                  </a:cubicBezTo>
                  <a:cubicBezTo>
                    <a:pt x="7358" y="3297"/>
                    <a:pt x="3967" y="3930"/>
                    <a:pt x="2347" y="6277"/>
                  </a:cubicBezTo>
                  <a:cubicBezTo>
                    <a:pt x="726" y="6445"/>
                    <a:pt x="37" y="5625"/>
                    <a:pt x="0" y="4098"/>
                  </a:cubicBezTo>
                  <a:close/>
                </a:path>
              </a:pathLst>
            </a:custGeom>
            <a:solidFill>
              <a:srgbClr val="59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4B2350D2-5D59-4A05-794A-C72817E96BBD}"/>
                </a:ext>
              </a:extLst>
            </p:cNvPr>
            <p:cNvSpPr/>
            <p:nvPr/>
          </p:nvSpPr>
          <p:spPr>
            <a:xfrm>
              <a:off x="1859188" y="4963635"/>
              <a:ext cx="9592" cy="4611"/>
            </a:xfrm>
            <a:custGeom>
              <a:avLst/>
              <a:gdLst>
                <a:gd name="csX0" fmla="*/ 0 w 9592"/>
                <a:gd name="csY0" fmla="*/ 3614 h 4611"/>
                <a:gd name="csX1" fmla="*/ 1118 w 9592"/>
                <a:gd name="csY1" fmla="*/ 2552 h 4611"/>
                <a:gd name="csX2" fmla="*/ 7842 w 9592"/>
                <a:gd name="csY2" fmla="*/ 0 h 4611"/>
                <a:gd name="csX3" fmla="*/ 9593 w 9592"/>
                <a:gd name="csY3" fmla="*/ 1062 h 4611"/>
                <a:gd name="csX4" fmla="*/ 0 w 9592"/>
                <a:gd name="csY4" fmla="*/ 3614 h 4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92" h="4611">
                  <a:moveTo>
                    <a:pt x="0" y="3614"/>
                  </a:moveTo>
                  <a:cubicBezTo>
                    <a:pt x="373" y="3260"/>
                    <a:pt x="745" y="2906"/>
                    <a:pt x="1118" y="2552"/>
                  </a:cubicBezTo>
                  <a:cubicBezTo>
                    <a:pt x="3725" y="2664"/>
                    <a:pt x="5774" y="1341"/>
                    <a:pt x="7842" y="0"/>
                  </a:cubicBezTo>
                  <a:cubicBezTo>
                    <a:pt x="8419" y="354"/>
                    <a:pt x="9015" y="708"/>
                    <a:pt x="9593" y="1062"/>
                  </a:cubicBezTo>
                  <a:cubicBezTo>
                    <a:pt x="6706" y="3129"/>
                    <a:pt x="4117" y="6221"/>
                    <a:pt x="0" y="3614"/>
                  </a:cubicBezTo>
                  <a:close/>
                </a:path>
              </a:pathLst>
            </a:custGeom>
            <a:solidFill>
              <a:srgbClr val="5672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784BBDEF-EACB-FE00-C670-71F2FDB11E27}"/>
                </a:ext>
              </a:extLst>
            </p:cNvPr>
            <p:cNvSpPr/>
            <p:nvPr/>
          </p:nvSpPr>
          <p:spPr>
            <a:xfrm>
              <a:off x="1661430" y="5017946"/>
              <a:ext cx="95479" cy="63612"/>
            </a:xfrm>
            <a:custGeom>
              <a:avLst/>
              <a:gdLst>
                <a:gd name="csX0" fmla="*/ 85811 w 95479"/>
                <a:gd name="csY0" fmla="*/ 54562 h 63612"/>
                <a:gd name="csX1" fmla="*/ 84880 w 95479"/>
                <a:gd name="csY1" fmla="*/ 61081 h 63612"/>
                <a:gd name="csX2" fmla="*/ 60479 w 95479"/>
                <a:gd name="csY2" fmla="*/ 62999 h 63612"/>
                <a:gd name="csX3" fmla="*/ 37755 w 95479"/>
                <a:gd name="csY3" fmla="*/ 57113 h 63612"/>
                <a:gd name="csX4" fmla="*/ 1861 w 95479"/>
                <a:gd name="csY4" fmla="*/ 27236 h 63612"/>
                <a:gd name="csX5" fmla="*/ 18532 w 95479"/>
                <a:gd name="csY5" fmla="*/ 41 h 63612"/>
                <a:gd name="csX6" fmla="*/ 56120 w 95479"/>
                <a:gd name="csY6" fmla="*/ 15036 h 63612"/>
                <a:gd name="csX7" fmla="*/ 58784 w 95479"/>
                <a:gd name="csY7" fmla="*/ 17066 h 63612"/>
                <a:gd name="csX8" fmla="*/ 59771 w 95479"/>
                <a:gd name="csY8" fmla="*/ 17048 h 63612"/>
                <a:gd name="csX9" fmla="*/ 86854 w 95479"/>
                <a:gd name="csY9" fmla="*/ 31055 h 63612"/>
                <a:gd name="csX10" fmla="*/ 95125 w 95479"/>
                <a:gd name="csY10" fmla="*/ 42920 h 63612"/>
                <a:gd name="csX11" fmla="*/ 88661 w 95479"/>
                <a:gd name="csY11" fmla="*/ 50967 h 63612"/>
                <a:gd name="csX12" fmla="*/ 85849 w 95479"/>
                <a:gd name="csY12" fmla="*/ 50985 h 63612"/>
                <a:gd name="csX13" fmla="*/ 69830 w 95479"/>
                <a:gd name="csY13" fmla="*/ 46198 h 63612"/>
                <a:gd name="csX14" fmla="*/ 68135 w 95479"/>
                <a:gd name="csY14" fmla="*/ 39437 h 63612"/>
                <a:gd name="csX15" fmla="*/ 30080 w 95479"/>
                <a:gd name="csY15" fmla="*/ 17457 h 63612"/>
                <a:gd name="csX16" fmla="*/ 26169 w 95479"/>
                <a:gd name="csY16" fmla="*/ 20456 h 63612"/>
                <a:gd name="csX17" fmla="*/ 20674 w 95479"/>
                <a:gd name="csY17" fmla="*/ 18649 h 63612"/>
                <a:gd name="csX18" fmla="*/ 21475 w 95479"/>
                <a:gd name="csY18" fmla="*/ 21965 h 63612"/>
                <a:gd name="csX19" fmla="*/ 21885 w 95479"/>
                <a:gd name="csY19" fmla="*/ 28391 h 63612"/>
                <a:gd name="csX20" fmla="*/ 51836 w 95479"/>
                <a:gd name="csY20" fmla="*/ 46012 h 63612"/>
                <a:gd name="csX21" fmla="*/ 58933 w 95479"/>
                <a:gd name="csY21" fmla="*/ 43702 h 63612"/>
                <a:gd name="csX22" fmla="*/ 63236 w 95479"/>
                <a:gd name="csY22" fmla="*/ 44280 h 63612"/>
                <a:gd name="csX23" fmla="*/ 85811 w 95479"/>
                <a:gd name="csY23" fmla="*/ 54562 h 6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5479" h="63612">
                  <a:moveTo>
                    <a:pt x="85811" y="54562"/>
                  </a:moveTo>
                  <a:cubicBezTo>
                    <a:pt x="89350" y="57281"/>
                    <a:pt x="88661" y="59442"/>
                    <a:pt x="84880" y="61081"/>
                  </a:cubicBezTo>
                  <a:cubicBezTo>
                    <a:pt x="76982" y="64508"/>
                    <a:pt x="68693" y="63689"/>
                    <a:pt x="60479" y="62999"/>
                  </a:cubicBezTo>
                  <a:cubicBezTo>
                    <a:pt x="52600" y="62329"/>
                    <a:pt x="44721" y="60392"/>
                    <a:pt x="37755" y="57113"/>
                  </a:cubicBezTo>
                  <a:cubicBezTo>
                    <a:pt x="23375" y="50333"/>
                    <a:pt x="9479" y="42324"/>
                    <a:pt x="1861" y="27236"/>
                  </a:cubicBezTo>
                  <a:cubicBezTo>
                    <a:pt x="-4155" y="15315"/>
                    <a:pt x="5214" y="600"/>
                    <a:pt x="18532" y="41"/>
                  </a:cubicBezTo>
                  <a:cubicBezTo>
                    <a:pt x="33433" y="-573"/>
                    <a:pt x="45317" y="5704"/>
                    <a:pt x="56120" y="15036"/>
                  </a:cubicBezTo>
                  <a:cubicBezTo>
                    <a:pt x="56959" y="15762"/>
                    <a:pt x="57890" y="16377"/>
                    <a:pt x="58784" y="17066"/>
                  </a:cubicBezTo>
                  <a:cubicBezTo>
                    <a:pt x="59101" y="16563"/>
                    <a:pt x="59436" y="16526"/>
                    <a:pt x="59771" y="17048"/>
                  </a:cubicBezTo>
                  <a:cubicBezTo>
                    <a:pt x="69550" y="20270"/>
                    <a:pt x="78491" y="25150"/>
                    <a:pt x="86854" y="31055"/>
                  </a:cubicBezTo>
                  <a:cubicBezTo>
                    <a:pt x="90971" y="33961"/>
                    <a:pt x="94324" y="37407"/>
                    <a:pt x="95125" y="42920"/>
                  </a:cubicBezTo>
                  <a:cubicBezTo>
                    <a:pt x="96112" y="49663"/>
                    <a:pt x="95367" y="50911"/>
                    <a:pt x="88661" y="50967"/>
                  </a:cubicBezTo>
                  <a:cubicBezTo>
                    <a:pt x="87730" y="50967"/>
                    <a:pt x="86799" y="50985"/>
                    <a:pt x="85849" y="50985"/>
                  </a:cubicBezTo>
                  <a:cubicBezTo>
                    <a:pt x="79441" y="52941"/>
                    <a:pt x="74728" y="49234"/>
                    <a:pt x="69830" y="46198"/>
                  </a:cubicBezTo>
                  <a:cubicBezTo>
                    <a:pt x="70724" y="43591"/>
                    <a:pt x="71096" y="41095"/>
                    <a:pt x="68135" y="39437"/>
                  </a:cubicBezTo>
                  <a:cubicBezTo>
                    <a:pt x="55357" y="32266"/>
                    <a:pt x="44032" y="22617"/>
                    <a:pt x="30080" y="17457"/>
                  </a:cubicBezTo>
                  <a:cubicBezTo>
                    <a:pt x="26951" y="16302"/>
                    <a:pt x="25033" y="16265"/>
                    <a:pt x="26169" y="20456"/>
                  </a:cubicBezTo>
                  <a:cubicBezTo>
                    <a:pt x="23580" y="22207"/>
                    <a:pt x="22350" y="19860"/>
                    <a:pt x="20674" y="18649"/>
                  </a:cubicBezTo>
                  <a:cubicBezTo>
                    <a:pt x="20879" y="19767"/>
                    <a:pt x="22332" y="20605"/>
                    <a:pt x="21475" y="21965"/>
                  </a:cubicBezTo>
                  <a:cubicBezTo>
                    <a:pt x="19240" y="24256"/>
                    <a:pt x="20134" y="26380"/>
                    <a:pt x="21885" y="28391"/>
                  </a:cubicBezTo>
                  <a:cubicBezTo>
                    <a:pt x="29913" y="37593"/>
                    <a:pt x="40101" y="43106"/>
                    <a:pt x="51836" y="46012"/>
                  </a:cubicBezTo>
                  <a:cubicBezTo>
                    <a:pt x="54668" y="46701"/>
                    <a:pt x="56959" y="45695"/>
                    <a:pt x="58933" y="43702"/>
                  </a:cubicBezTo>
                  <a:cubicBezTo>
                    <a:pt x="60460" y="43162"/>
                    <a:pt x="61895" y="43646"/>
                    <a:pt x="63236" y="44280"/>
                  </a:cubicBezTo>
                  <a:cubicBezTo>
                    <a:pt x="70705" y="47819"/>
                    <a:pt x="78677" y="50277"/>
                    <a:pt x="85811" y="54562"/>
                  </a:cubicBezTo>
                  <a:close/>
                </a:path>
              </a:pathLst>
            </a:custGeom>
            <a:solidFill>
              <a:srgbClr val="98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FEC61188-753F-92EC-321F-FDD0120141EA}"/>
                </a:ext>
              </a:extLst>
            </p:cNvPr>
            <p:cNvSpPr/>
            <p:nvPr/>
          </p:nvSpPr>
          <p:spPr>
            <a:xfrm>
              <a:off x="1678528" y="5034257"/>
              <a:ext cx="81566" cy="39357"/>
            </a:xfrm>
            <a:custGeom>
              <a:avLst/>
              <a:gdLst>
                <a:gd name="csX0" fmla="*/ 68714 w 81566"/>
                <a:gd name="csY0" fmla="*/ 38251 h 39357"/>
                <a:gd name="csX1" fmla="*/ 45319 w 81566"/>
                <a:gd name="csY1" fmla="*/ 29142 h 39357"/>
                <a:gd name="csX2" fmla="*/ 41612 w 81566"/>
                <a:gd name="csY2" fmla="*/ 28043 h 39357"/>
                <a:gd name="csX3" fmla="*/ 40532 w 81566"/>
                <a:gd name="csY3" fmla="*/ 28267 h 39357"/>
                <a:gd name="csX4" fmla="*/ 5029 w 81566"/>
                <a:gd name="csY4" fmla="*/ 6809 h 39357"/>
                <a:gd name="csX5" fmla="*/ 4452 w 81566"/>
                <a:gd name="csY5" fmla="*/ 5244 h 39357"/>
                <a:gd name="csX6" fmla="*/ 0 w 81566"/>
                <a:gd name="csY6" fmla="*/ 141 h 39357"/>
                <a:gd name="csX7" fmla="*/ 8773 w 81566"/>
                <a:gd name="csY7" fmla="*/ 4555 h 39357"/>
                <a:gd name="csX8" fmla="*/ 26599 w 81566"/>
                <a:gd name="csY8" fmla="*/ 15079 h 39357"/>
                <a:gd name="csX9" fmla="*/ 49715 w 81566"/>
                <a:gd name="csY9" fmla="*/ 26758 h 39357"/>
                <a:gd name="csX10" fmla="*/ 52769 w 81566"/>
                <a:gd name="csY10" fmla="*/ 29086 h 39357"/>
                <a:gd name="csX11" fmla="*/ 68751 w 81566"/>
                <a:gd name="csY11" fmla="*/ 34674 h 39357"/>
                <a:gd name="csX12" fmla="*/ 81566 w 81566"/>
                <a:gd name="csY12" fmla="*/ 38102 h 39357"/>
                <a:gd name="csX13" fmla="*/ 68714 w 81566"/>
                <a:gd name="csY13" fmla="*/ 38251 h 39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1566" h="39357">
                  <a:moveTo>
                    <a:pt x="68714" y="38251"/>
                  </a:moveTo>
                  <a:cubicBezTo>
                    <a:pt x="60313" y="36761"/>
                    <a:pt x="53198" y="31955"/>
                    <a:pt x="45319" y="29142"/>
                  </a:cubicBezTo>
                  <a:cubicBezTo>
                    <a:pt x="44108" y="28714"/>
                    <a:pt x="43046" y="27745"/>
                    <a:pt x="41612" y="28043"/>
                  </a:cubicBezTo>
                  <a:cubicBezTo>
                    <a:pt x="41258" y="28211"/>
                    <a:pt x="40848" y="28397"/>
                    <a:pt x="40532" y="28267"/>
                  </a:cubicBezTo>
                  <a:cubicBezTo>
                    <a:pt x="27530" y="23051"/>
                    <a:pt x="15516" y="16197"/>
                    <a:pt x="5029" y="6809"/>
                  </a:cubicBezTo>
                  <a:cubicBezTo>
                    <a:pt x="4619" y="6436"/>
                    <a:pt x="4526" y="5822"/>
                    <a:pt x="4452" y="5244"/>
                  </a:cubicBezTo>
                  <a:cubicBezTo>
                    <a:pt x="3763" y="2972"/>
                    <a:pt x="466" y="3084"/>
                    <a:pt x="0" y="141"/>
                  </a:cubicBezTo>
                  <a:cubicBezTo>
                    <a:pt x="4266" y="-865"/>
                    <a:pt x="5588" y="3829"/>
                    <a:pt x="8773" y="4555"/>
                  </a:cubicBezTo>
                  <a:cubicBezTo>
                    <a:pt x="15460" y="6790"/>
                    <a:pt x="20489" y="11801"/>
                    <a:pt x="26599" y="15079"/>
                  </a:cubicBezTo>
                  <a:cubicBezTo>
                    <a:pt x="34217" y="19158"/>
                    <a:pt x="41817" y="23238"/>
                    <a:pt x="49715" y="26758"/>
                  </a:cubicBezTo>
                  <a:cubicBezTo>
                    <a:pt x="50925" y="27298"/>
                    <a:pt x="52155" y="27783"/>
                    <a:pt x="52769" y="29086"/>
                  </a:cubicBezTo>
                  <a:cubicBezTo>
                    <a:pt x="57780" y="31825"/>
                    <a:pt x="63089" y="33780"/>
                    <a:pt x="68751" y="34674"/>
                  </a:cubicBezTo>
                  <a:cubicBezTo>
                    <a:pt x="72439" y="36910"/>
                    <a:pt x="77152" y="35550"/>
                    <a:pt x="81566" y="38102"/>
                  </a:cubicBezTo>
                  <a:cubicBezTo>
                    <a:pt x="76798" y="40952"/>
                    <a:pt x="72719" y="38027"/>
                    <a:pt x="68714" y="38251"/>
                  </a:cubicBezTo>
                  <a:close/>
                </a:path>
              </a:pathLst>
            </a:custGeom>
            <a:solidFill>
              <a:srgbClr val="4A5F2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18FA222E-0930-514D-3B75-96909B526EE5}"/>
                </a:ext>
              </a:extLst>
            </p:cNvPr>
            <p:cNvSpPr/>
            <p:nvPr/>
          </p:nvSpPr>
          <p:spPr>
            <a:xfrm>
              <a:off x="1720215" y="5015287"/>
              <a:ext cx="7785" cy="19725"/>
            </a:xfrm>
            <a:custGeom>
              <a:avLst/>
              <a:gdLst>
                <a:gd name="csX0" fmla="*/ 969 w 7785"/>
                <a:gd name="csY0" fmla="*/ 19707 h 19725"/>
                <a:gd name="csX1" fmla="*/ 484 w 7785"/>
                <a:gd name="csY1" fmla="*/ 19726 h 19725"/>
                <a:gd name="csX2" fmla="*/ 0 w 7785"/>
                <a:gd name="csY2" fmla="*/ 19726 h 19725"/>
                <a:gd name="csX3" fmla="*/ 7786 w 7785"/>
                <a:gd name="csY3" fmla="*/ 0 h 19725"/>
                <a:gd name="csX4" fmla="*/ 969 w 7785"/>
                <a:gd name="csY4" fmla="*/ 19707 h 1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85" h="19725">
                  <a:moveTo>
                    <a:pt x="969" y="19707"/>
                  </a:moveTo>
                  <a:lnTo>
                    <a:pt x="484" y="19726"/>
                  </a:lnTo>
                  <a:cubicBezTo>
                    <a:pt x="484" y="19726"/>
                    <a:pt x="0" y="19726"/>
                    <a:pt x="0" y="19726"/>
                  </a:cubicBezTo>
                  <a:cubicBezTo>
                    <a:pt x="540" y="12349"/>
                    <a:pt x="4955" y="6501"/>
                    <a:pt x="7786" y="0"/>
                  </a:cubicBezTo>
                  <a:cubicBezTo>
                    <a:pt x="7022" y="7097"/>
                    <a:pt x="4005" y="13411"/>
                    <a:pt x="969" y="19707"/>
                  </a:cubicBezTo>
                  <a:close/>
                </a:path>
              </a:pathLst>
            </a:custGeom>
            <a:solidFill>
              <a:srgbClr val="58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B54F254-4CAB-15FF-1C91-B2B513AC993A}"/>
                </a:ext>
              </a:extLst>
            </p:cNvPr>
            <p:cNvSpPr/>
            <p:nvPr/>
          </p:nvSpPr>
          <p:spPr>
            <a:xfrm>
              <a:off x="1685486" y="5082362"/>
              <a:ext cx="3845" cy="12312"/>
            </a:xfrm>
            <a:custGeom>
              <a:avLst/>
              <a:gdLst>
                <a:gd name="csX0" fmla="*/ 3846 w 3845"/>
                <a:gd name="csY0" fmla="*/ 0 h 12312"/>
                <a:gd name="csX1" fmla="*/ 381 w 3845"/>
                <a:gd name="csY1" fmla="*/ 12312 h 12312"/>
                <a:gd name="csX2" fmla="*/ 3846 w 3845"/>
                <a:gd name="csY2" fmla="*/ 0 h 1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45" h="12312">
                  <a:moveTo>
                    <a:pt x="3846" y="0"/>
                  </a:moveTo>
                  <a:cubicBezTo>
                    <a:pt x="3082" y="4340"/>
                    <a:pt x="3026" y="7805"/>
                    <a:pt x="381" y="12312"/>
                  </a:cubicBezTo>
                  <a:cubicBezTo>
                    <a:pt x="-680" y="6966"/>
                    <a:pt x="475" y="3744"/>
                    <a:pt x="3846" y="0"/>
                  </a:cubicBezTo>
                  <a:close/>
                </a:path>
              </a:pathLst>
            </a:custGeom>
            <a:solidFill>
              <a:srgbClr val="5274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1EFA2655-C76B-1CE3-ADA2-D5CAAF3E13D3}"/>
                </a:ext>
              </a:extLst>
            </p:cNvPr>
            <p:cNvSpPr/>
            <p:nvPr/>
          </p:nvSpPr>
          <p:spPr>
            <a:xfrm>
              <a:off x="2024976" y="5143364"/>
              <a:ext cx="317636" cy="110940"/>
            </a:xfrm>
            <a:custGeom>
              <a:avLst/>
              <a:gdLst>
                <a:gd name="csX0" fmla="*/ 51063 w 317636"/>
                <a:gd name="csY0" fmla="*/ 37 h 110940"/>
                <a:gd name="csX1" fmla="*/ 123279 w 317636"/>
                <a:gd name="csY1" fmla="*/ 6575 h 110940"/>
                <a:gd name="csX2" fmla="*/ 162358 w 317636"/>
                <a:gd name="csY2" fmla="*/ 16316 h 110940"/>
                <a:gd name="csX3" fmla="*/ 209036 w 317636"/>
                <a:gd name="csY3" fmla="*/ 30212 h 110940"/>
                <a:gd name="csX4" fmla="*/ 249288 w 317636"/>
                <a:gd name="csY4" fmla="*/ 48634 h 110940"/>
                <a:gd name="csX5" fmla="*/ 273093 w 317636"/>
                <a:gd name="csY5" fmla="*/ 64559 h 110940"/>
                <a:gd name="csX6" fmla="*/ 301704 w 317636"/>
                <a:gd name="csY6" fmla="*/ 77263 h 110940"/>
                <a:gd name="csX7" fmla="*/ 313644 w 317636"/>
                <a:gd name="csY7" fmla="*/ 81901 h 110940"/>
                <a:gd name="csX8" fmla="*/ 315283 w 317636"/>
                <a:gd name="csY8" fmla="*/ 83354 h 110940"/>
                <a:gd name="csX9" fmla="*/ 314314 w 317636"/>
                <a:gd name="csY9" fmla="*/ 109040 h 110940"/>
                <a:gd name="csX10" fmla="*/ 308763 w 317636"/>
                <a:gd name="csY10" fmla="*/ 110940 h 110940"/>
                <a:gd name="csX11" fmla="*/ 271361 w 317636"/>
                <a:gd name="csY11" fmla="*/ 107587 h 110940"/>
                <a:gd name="csX12" fmla="*/ 223602 w 317636"/>
                <a:gd name="csY12" fmla="*/ 98367 h 110940"/>
                <a:gd name="csX13" fmla="*/ 196482 w 317636"/>
                <a:gd name="csY13" fmla="*/ 92406 h 110940"/>
                <a:gd name="csX14" fmla="*/ 178675 w 317636"/>
                <a:gd name="csY14" fmla="*/ 85906 h 110940"/>
                <a:gd name="csX15" fmla="*/ 157366 w 317636"/>
                <a:gd name="csY15" fmla="*/ 81621 h 110940"/>
                <a:gd name="csX16" fmla="*/ 149077 w 317636"/>
                <a:gd name="csY16" fmla="*/ 77859 h 110940"/>
                <a:gd name="csX17" fmla="*/ 136597 w 317636"/>
                <a:gd name="csY17" fmla="*/ 73854 h 110940"/>
                <a:gd name="csX18" fmla="*/ 114413 w 317636"/>
                <a:gd name="csY18" fmla="*/ 68210 h 110940"/>
                <a:gd name="csX19" fmla="*/ 104541 w 317636"/>
                <a:gd name="csY19" fmla="*/ 67186 h 110940"/>
                <a:gd name="csX20" fmla="*/ 81164 w 317636"/>
                <a:gd name="csY20" fmla="*/ 63330 h 110940"/>
                <a:gd name="csX21" fmla="*/ 23906 w 317636"/>
                <a:gd name="csY21" fmla="*/ 51912 h 110940"/>
                <a:gd name="csX22" fmla="*/ 7160 w 317636"/>
                <a:gd name="csY22" fmla="*/ 45355 h 110940"/>
                <a:gd name="csX23" fmla="*/ 809 w 317636"/>
                <a:gd name="csY23" fmla="*/ 28889 h 110940"/>
                <a:gd name="csX24" fmla="*/ 29531 w 317636"/>
                <a:gd name="csY24" fmla="*/ 3334 h 110940"/>
                <a:gd name="csX25" fmla="*/ 51063 w 317636"/>
                <a:gd name="csY25" fmla="*/ 37 h 11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17636" h="110940">
                  <a:moveTo>
                    <a:pt x="51063" y="37"/>
                  </a:moveTo>
                  <a:cubicBezTo>
                    <a:pt x="77513" y="558"/>
                    <a:pt x="100517" y="1769"/>
                    <a:pt x="123279" y="6575"/>
                  </a:cubicBezTo>
                  <a:cubicBezTo>
                    <a:pt x="136448" y="9369"/>
                    <a:pt x="149319" y="13262"/>
                    <a:pt x="162358" y="16316"/>
                  </a:cubicBezTo>
                  <a:cubicBezTo>
                    <a:pt x="178246" y="20042"/>
                    <a:pt x="193278" y="26207"/>
                    <a:pt x="209036" y="30212"/>
                  </a:cubicBezTo>
                  <a:cubicBezTo>
                    <a:pt x="223435" y="33863"/>
                    <a:pt x="236809" y="40457"/>
                    <a:pt x="249288" y="48634"/>
                  </a:cubicBezTo>
                  <a:cubicBezTo>
                    <a:pt x="257279" y="53868"/>
                    <a:pt x="265307" y="59027"/>
                    <a:pt x="273093" y="64559"/>
                  </a:cubicBezTo>
                  <a:cubicBezTo>
                    <a:pt x="281792" y="70762"/>
                    <a:pt x="291720" y="74152"/>
                    <a:pt x="301704" y="77263"/>
                  </a:cubicBezTo>
                  <a:cubicBezTo>
                    <a:pt x="305820" y="78548"/>
                    <a:pt x="309341" y="81174"/>
                    <a:pt x="313644" y="81901"/>
                  </a:cubicBezTo>
                  <a:cubicBezTo>
                    <a:pt x="314258" y="82013"/>
                    <a:pt x="314836" y="82776"/>
                    <a:pt x="315283" y="83354"/>
                  </a:cubicBezTo>
                  <a:cubicBezTo>
                    <a:pt x="318915" y="88085"/>
                    <a:pt x="318151" y="104197"/>
                    <a:pt x="314314" y="109040"/>
                  </a:cubicBezTo>
                  <a:cubicBezTo>
                    <a:pt x="312731" y="111052"/>
                    <a:pt x="310812" y="110940"/>
                    <a:pt x="308763" y="110940"/>
                  </a:cubicBezTo>
                  <a:cubicBezTo>
                    <a:pt x="296190" y="110940"/>
                    <a:pt x="283692" y="110269"/>
                    <a:pt x="271361" y="107587"/>
                  </a:cubicBezTo>
                  <a:cubicBezTo>
                    <a:pt x="255510" y="104122"/>
                    <a:pt x="239044" y="103470"/>
                    <a:pt x="223602" y="98367"/>
                  </a:cubicBezTo>
                  <a:cubicBezTo>
                    <a:pt x="214643" y="95386"/>
                    <a:pt x="205497" y="94437"/>
                    <a:pt x="196482" y="92406"/>
                  </a:cubicBezTo>
                  <a:cubicBezTo>
                    <a:pt x="190521" y="91065"/>
                    <a:pt x="184468" y="88476"/>
                    <a:pt x="178675" y="85906"/>
                  </a:cubicBezTo>
                  <a:cubicBezTo>
                    <a:pt x="171895" y="82888"/>
                    <a:pt x="164630" y="82106"/>
                    <a:pt x="157366" y="81621"/>
                  </a:cubicBezTo>
                  <a:cubicBezTo>
                    <a:pt x="154013" y="81398"/>
                    <a:pt x="151480" y="80634"/>
                    <a:pt x="149077" y="77859"/>
                  </a:cubicBezTo>
                  <a:cubicBezTo>
                    <a:pt x="145966" y="74264"/>
                    <a:pt x="140769" y="75233"/>
                    <a:pt x="136597" y="73854"/>
                  </a:cubicBezTo>
                  <a:cubicBezTo>
                    <a:pt x="129351" y="71470"/>
                    <a:pt x="121435" y="71712"/>
                    <a:pt x="114413" y="68210"/>
                  </a:cubicBezTo>
                  <a:cubicBezTo>
                    <a:pt x="111358" y="66683"/>
                    <a:pt x="107800" y="67484"/>
                    <a:pt x="104541" y="67186"/>
                  </a:cubicBezTo>
                  <a:cubicBezTo>
                    <a:pt x="96624" y="66441"/>
                    <a:pt x="88727" y="65360"/>
                    <a:pt x="81164" y="63330"/>
                  </a:cubicBezTo>
                  <a:cubicBezTo>
                    <a:pt x="62295" y="58264"/>
                    <a:pt x="42663" y="57239"/>
                    <a:pt x="23906" y="51912"/>
                  </a:cubicBezTo>
                  <a:cubicBezTo>
                    <a:pt x="18150" y="50273"/>
                    <a:pt x="12562" y="47926"/>
                    <a:pt x="7160" y="45355"/>
                  </a:cubicBezTo>
                  <a:cubicBezTo>
                    <a:pt x="1479" y="42636"/>
                    <a:pt x="-1557" y="34850"/>
                    <a:pt x="809" y="28889"/>
                  </a:cubicBezTo>
                  <a:cubicBezTo>
                    <a:pt x="6061" y="15646"/>
                    <a:pt x="14350" y="6128"/>
                    <a:pt x="29531" y="3334"/>
                  </a:cubicBezTo>
                  <a:cubicBezTo>
                    <a:pt x="37801" y="1732"/>
                    <a:pt x="45904" y="-299"/>
                    <a:pt x="51063" y="37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2578668D-A33F-8B4B-B538-33A93F83628F}"/>
                </a:ext>
              </a:extLst>
            </p:cNvPr>
            <p:cNvSpPr/>
            <p:nvPr/>
          </p:nvSpPr>
          <p:spPr>
            <a:xfrm>
              <a:off x="2095393" y="5121417"/>
              <a:ext cx="4417" cy="19375"/>
            </a:xfrm>
            <a:custGeom>
              <a:avLst/>
              <a:gdLst>
                <a:gd name="csX0" fmla="*/ 0 w 4417"/>
                <a:gd name="csY0" fmla="*/ 15408 h 19375"/>
                <a:gd name="csX1" fmla="*/ 1565 w 4417"/>
                <a:gd name="csY1" fmla="*/ 2929 h 19375"/>
                <a:gd name="csX2" fmla="*/ 2142 w 4417"/>
                <a:gd name="csY2" fmla="*/ 79 h 19375"/>
                <a:gd name="csX3" fmla="*/ 4415 w 4417"/>
                <a:gd name="csY3" fmla="*/ 2500 h 19375"/>
                <a:gd name="csX4" fmla="*/ 3520 w 4417"/>
                <a:gd name="csY4" fmla="*/ 14235 h 19375"/>
                <a:gd name="csX5" fmla="*/ 1099 w 4417"/>
                <a:gd name="csY5" fmla="*/ 19376 h 19375"/>
                <a:gd name="csX6" fmla="*/ 0 w 4417"/>
                <a:gd name="csY6" fmla="*/ 15408 h 19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17" h="19375">
                  <a:moveTo>
                    <a:pt x="0" y="15408"/>
                  </a:moveTo>
                  <a:cubicBezTo>
                    <a:pt x="1267" y="11348"/>
                    <a:pt x="2570" y="7269"/>
                    <a:pt x="1565" y="2929"/>
                  </a:cubicBezTo>
                  <a:cubicBezTo>
                    <a:pt x="1304" y="1830"/>
                    <a:pt x="764" y="451"/>
                    <a:pt x="2142" y="79"/>
                  </a:cubicBezTo>
                  <a:cubicBezTo>
                    <a:pt x="3837" y="-368"/>
                    <a:pt x="4470" y="1178"/>
                    <a:pt x="4415" y="2500"/>
                  </a:cubicBezTo>
                  <a:cubicBezTo>
                    <a:pt x="4228" y="6412"/>
                    <a:pt x="3837" y="10323"/>
                    <a:pt x="3520" y="14235"/>
                  </a:cubicBezTo>
                  <a:cubicBezTo>
                    <a:pt x="3204" y="16154"/>
                    <a:pt x="2999" y="18146"/>
                    <a:pt x="1099" y="19376"/>
                  </a:cubicBezTo>
                  <a:cubicBezTo>
                    <a:pt x="-559" y="18333"/>
                    <a:pt x="317" y="16712"/>
                    <a:pt x="0" y="15408"/>
                  </a:cubicBezTo>
                  <a:close/>
                </a:path>
              </a:pathLst>
            </a:custGeom>
            <a:solidFill>
              <a:srgbClr val="53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335BC69-425B-348C-124F-0AC5FE17B3CF}"/>
                </a:ext>
              </a:extLst>
            </p:cNvPr>
            <p:cNvSpPr/>
            <p:nvPr/>
          </p:nvSpPr>
          <p:spPr>
            <a:xfrm>
              <a:off x="2236620" y="5241141"/>
              <a:ext cx="5259" cy="10692"/>
            </a:xfrm>
            <a:custGeom>
              <a:avLst/>
              <a:gdLst>
                <a:gd name="csX0" fmla="*/ 5234 w 5259"/>
                <a:gd name="csY0" fmla="*/ 9214 h 10692"/>
                <a:gd name="csX1" fmla="*/ 3949 w 5259"/>
                <a:gd name="csY1" fmla="*/ 10574 h 10692"/>
                <a:gd name="csX2" fmla="*/ 75 w 5259"/>
                <a:gd name="csY2" fmla="*/ 1856 h 10692"/>
                <a:gd name="csX3" fmla="*/ 1528 w 5259"/>
                <a:gd name="csY3" fmla="*/ 68 h 10692"/>
                <a:gd name="csX4" fmla="*/ 5234 w 5259"/>
                <a:gd name="csY4" fmla="*/ 9214 h 10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59" h="10692">
                  <a:moveTo>
                    <a:pt x="5234" y="9214"/>
                  </a:moveTo>
                  <a:cubicBezTo>
                    <a:pt x="5421" y="9866"/>
                    <a:pt x="4527" y="11077"/>
                    <a:pt x="3949" y="10574"/>
                  </a:cubicBezTo>
                  <a:cubicBezTo>
                    <a:pt x="1379" y="8357"/>
                    <a:pt x="1081" y="4893"/>
                    <a:pt x="75" y="1856"/>
                  </a:cubicBezTo>
                  <a:cubicBezTo>
                    <a:pt x="-242" y="925"/>
                    <a:pt x="485" y="-304"/>
                    <a:pt x="1528" y="68"/>
                  </a:cubicBezTo>
                  <a:cubicBezTo>
                    <a:pt x="5793" y="1596"/>
                    <a:pt x="3875" y="5843"/>
                    <a:pt x="5234" y="9214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E21976F8-1C4A-7B23-8234-BC5D216DFF31}"/>
                </a:ext>
              </a:extLst>
            </p:cNvPr>
            <p:cNvSpPr/>
            <p:nvPr/>
          </p:nvSpPr>
          <p:spPr>
            <a:xfrm>
              <a:off x="2168689" y="5229236"/>
              <a:ext cx="2526" cy="14711"/>
            </a:xfrm>
            <a:custGeom>
              <a:avLst/>
              <a:gdLst>
                <a:gd name="csX0" fmla="*/ 2272 w 2526"/>
                <a:gd name="csY0" fmla="*/ 14711 h 14711"/>
                <a:gd name="csX1" fmla="*/ 205 w 2526"/>
                <a:gd name="csY1" fmla="*/ 9160 h 14711"/>
                <a:gd name="csX2" fmla="*/ 0 w 2526"/>
                <a:gd name="csY2" fmla="*/ 2399 h 14711"/>
                <a:gd name="csX3" fmla="*/ 1211 w 2526"/>
                <a:gd name="csY3" fmla="*/ 71 h 14711"/>
                <a:gd name="csX4" fmla="*/ 2515 w 2526"/>
                <a:gd name="csY4" fmla="*/ 1822 h 14711"/>
                <a:gd name="csX5" fmla="*/ 2272 w 2526"/>
                <a:gd name="csY5" fmla="*/ 14711 h 14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26" h="14711">
                  <a:moveTo>
                    <a:pt x="2272" y="14711"/>
                  </a:moveTo>
                  <a:cubicBezTo>
                    <a:pt x="-1248" y="13947"/>
                    <a:pt x="484" y="11098"/>
                    <a:pt x="205" y="9160"/>
                  </a:cubicBezTo>
                  <a:cubicBezTo>
                    <a:pt x="-112" y="6944"/>
                    <a:pt x="56" y="4653"/>
                    <a:pt x="0" y="2399"/>
                  </a:cubicBezTo>
                  <a:cubicBezTo>
                    <a:pt x="168" y="1505"/>
                    <a:pt x="130" y="350"/>
                    <a:pt x="1211" y="71"/>
                  </a:cubicBezTo>
                  <a:cubicBezTo>
                    <a:pt x="2738" y="-320"/>
                    <a:pt x="2515" y="1002"/>
                    <a:pt x="2515" y="1822"/>
                  </a:cubicBezTo>
                  <a:cubicBezTo>
                    <a:pt x="2459" y="6124"/>
                    <a:pt x="2347" y="10408"/>
                    <a:pt x="2272" y="14711"/>
                  </a:cubicBezTo>
                  <a:close/>
                </a:path>
              </a:pathLst>
            </a:custGeom>
            <a:solidFill>
              <a:srgbClr val="5F873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A202E8E2-915F-E8A5-ACD6-2325211A75AA}"/>
                </a:ext>
              </a:extLst>
            </p:cNvPr>
            <p:cNvSpPr/>
            <p:nvPr/>
          </p:nvSpPr>
          <p:spPr>
            <a:xfrm>
              <a:off x="2094630" y="5208031"/>
              <a:ext cx="4283" cy="13304"/>
            </a:xfrm>
            <a:custGeom>
              <a:avLst/>
              <a:gdLst>
                <a:gd name="csX0" fmla="*/ 4283 w 4283"/>
                <a:gd name="csY0" fmla="*/ 5518 h 13304"/>
                <a:gd name="csX1" fmla="*/ 4283 w 4283"/>
                <a:gd name="csY1" fmla="*/ 13304 h 13304"/>
                <a:gd name="csX2" fmla="*/ 1918 w 4283"/>
                <a:gd name="csY2" fmla="*/ 8815 h 13304"/>
                <a:gd name="csX3" fmla="*/ 688 w 4283"/>
                <a:gd name="csY3" fmla="*/ 2929 h 13304"/>
                <a:gd name="csX4" fmla="*/ 819 w 4283"/>
                <a:gd name="csY4" fmla="*/ 154 h 13304"/>
                <a:gd name="csX5" fmla="*/ 3091 w 4283"/>
                <a:gd name="csY5" fmla="*/ 1849 h 13304"/>
                <a:gd name="csX6" fmla="*/ 4283 w 4283"/>
                <a:gd name="csY6" fmla="*/ 5518 h 13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283" h="13304">
                  <a:moveTo>
                    <a:pt x="4283" y="5518"/>
                  </a:moveTo>
                  <a:cubicBezTo>
                    <a:pt x="4283" y="7735"/>
                    <a:pt x="4283" y="9970"/>
                    <a:pt x="4283" y="13304"/>
                  </a:cubicBezTo>
                  <a:cubicBezTo>
                    <a:pt x="3147" y="11144"/>
                    <a:pt x="2532" y="9970"/>
                    <a:pt x="1918" y="8815"/>
                  </a:cubicBezTo>
                  <a:cubicBezTo>
                    <a:pt x="1936" y="6766"/>
                    <a:pt x="1601" y="4810"/>
                    <a:pt x="688" y="2929"/>
                  </a:cubicBezTo>
                  <a:cubicBezTo>
                    <a:pt x="241" y="2016"/>
                    <a:pt x="-671" y="806"/>
                    <a:pt x="819" y="154"/>
                  </a:cubicBezTo>
                  <a:cubicBezTo>
                    <a:pt x="2160" y="-424"/>
                    <a:pt x="2719" y="731"/>
                    <a:pt x="3091" y="1849"/>
                  </a:cubicBezTo>
                  <a:cubicBezTo>
                    <a:pt x="3482" y="3078"/>
                    <a:pt x="3874" y="4308"/>
                    <a:pt x="4283" y="5518"/>
                  </a:cubicBezTo>
                  <a:close/>
                </a:path>
              </a:pathLst>
            </a:custGeom>
            <a:solidFill>
              <a:srgbClr val="5273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E3DD055D-1549-077F-8223-F133CE44F44D}"/>
                </a:ext>
              </a:extLst>
            </p:cNvPr>
            <p:cNvSpPr/>
            <p:nvPr/>
          </p:nvSpPr>
          <p:spPr>
            <a:xfrm>
              <a:off x="2243446" y="5154914"/>
              <a:ext cx="4508" cy="13577"/>
            </a:xfrm>
            <a:custGeom>
              <a:avLst/>
              <a:gdLst>
                <a:gd name="csX0" fmla="*/ 1109 w 4508"/>
                <a:gd name="csY0" fmla="*/ 13577 h 13577"/>
                <a:gd name="csX1" fmla="*/ 848 w 4508"/>
                <a:gd name="csY1" fmla="*/ 7915 h 13577"/>
                <a:gd name="csX2" fmla="*/ 1500 w 4508"/>
                <a:gd name="csY2" fmla="*/ 2606 h 13577"/>
                <a:gd name="csX3" fmla="*/ 2077 w 4508"/>
                <a:gd name="csY3" fmla="*/ 36 h 13577"/>
                <a:gd name="csX4" fmla="*/ 4499 w 4508"/>
                <a:gd name="csY4" fmla="*/ 2364 h 13577"/>
                <a:gd name="csX5" fmla="*/ 1165 w 4508"/>
                <a:gd name="csY5" fmla="*/ 13522 h 13577"/>
                <a:gd name="csX6" fmla="*/ 1109 w 4508"/>
                <a:gd name="csY6" fmla="*/ 13577 h 13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08" h="13577">
                  <a:moveTo>
                    <a:pt x="1109" y="13577"/>
                  </a:moveTo>
                  <a:cubicBezTo>
                    <a:pt x="-1033" y="11771"/>
                    <a:pt x="531" y="9852"/>
                    <a:pt x="848" y="7915"/>
                  </a:cubicBezTo>
                  <a:cubicBezTo>
                    <a:pt x="1146" y="6145"/>
                    <a:pt x="2860" y="4413"/>
                    <a:pt x="1500" y="2606"/>
                  </a:cubicBezTo>
                  <a:cubicBezTo>
                    <a:pt x="494" y="1265"/>
                    <a:pt x="-139" y="353"/>
                    <a:pt x="2077" y="36"/>
                  </a:cubicBezTo>
                  <a:cubicBezTo>
                    <a:pt x="3716" y="-206"/>
                    <a:pt x="4443" y="800"/>
                    <a:pt x="4499" y="2364"/>
                  </a:cubicBezTo>
                  <a:cubicBezTo>
                    <a:pt x="4666" y="6462"/>
                    <a:pt x="2711" y="9927"/>
                    <a:pt x="1165" y="13522"/>
                  </a:cubicBezTo>
                  <a:cubicBezTo>
                    <a:pt x="1146" y="13522"/>
                    <a:pt x="1109" y="13577"/>
                    <a:pt x="1109" y="13577"/>
                  </a:cubicBezTo>
                  <a:close/>
                </a:path>
              </a:pathLst>
            </a:custGeom>
            <a:solidFill>
              <a:srgbClr val="54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5D440500-3655-5A63-8765-E7DB550101D6}"/>
                </a:ext>
              </a:extLst>
            </p:cNvPr>
            <p:cNvSpPr/>
            <p:nvPr/>
          </p:nvSpPr>
          <p:spPr>
            <a:xfrm>
              <a:off x="2169896" y="5132542"/>
              <a:ext cx="2855" cy="13187"/>
            </a:xfrm>
            <a:custGeom>
              <a:avLst/>
              <a:gdLst>
                <a:gd name="csX0" fmla="*/ 96 w 2855"/>
                <a:gd name="csY0" fmla="*/ 13188 h 13187"/>
                <a:gd name="csX1" fmla="*/ 1698 w 2855"/>
                <a:gd name="csY1" fmla="*/ 0 h 13187"/>
                <a:gd name="csX2" fmla="*/ 78 w 2855"/>
                <a:gd name="csY2" fmla="*/ 13150 h 13187"/>
                <a:gd name="csX3" fmla="*/ 96 w 2855"/>
                <a:gd name="csY3" fmla="*/ 13188 h 1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5" h="13187">
                  <a:moveTo>
                    <a:pt x="96" y="13188"/>
                  </a:moveTo>
                  <a:cubicBezTo>
                    <a:pt x="-314" y="8717"/>
                    <a:pt x="655" y="4433"/>
                    <a:pt x="1698" y="0"/>
                  </a:cubicBezTo>
                  <a:cubicBezTo>
                    <a:pt x="3766" y="2868"/>
                    <a:pt x="2965" y="8773"/>
                    <a:pt x="78" y="13150"/>
                  </a:cubicBezTo>
                  <a:cubicBezTo>
                    <a:pt x="78" y="13150"/>
                    <a:pt x="96" y="13188"/>
                    <a:pt x="96" y="13188"/>
                  </a:cubicBezTo>
                  <a:close/>
                </a:path>
              </a:pathLst>
            </a:custGeom>
            <a:solidFill>
              <a:srgbClr val="4763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046736D3-2AC5-8FB9-5C69-657CA16E45EC}"/>
                </a:ext>
              </a:extLst>
            </p:cNvPr>
            <p:cNvSpPr/>
            <p:nvPr/>
          </p:nvSpPr>
          <p:spPr>
            <a:xfrm>
              <a:off x="2004465" y="4840612"/>
              <a:ext cx="112301" cy="139911"/>
            </a:xfrm>
            <a:custGeom>
              <a:avLst/>
              <a:gdLst>
                <a:gd name="csX0" fmla="*/ 5263 w 112301"/>
                <a:gd name="csY0" fmla="*/ 135746 h 139911"/>
                <a:gd name="csX1" fmla="*/ 346 w 112301"/>
                <a:gd name="csY1" fmla="*/ 122502 h 139911"/>
                <a:gd name="csX2" fmla="*/ 14204 w 112301"/>
                <a:gd name="csY2" fmla="*/ 85882 h 139911"/>
                <a:gd name="csX3" fmla="*/ 57194 w 112301"/>
                <a:gd name="csY3" fmla="*/ 29891 h 139911"/>
                <a:gd name="csX4" fmla="*/ 88003 w 112301"/>
                <a:gd name="csY4" fmla="*/ 4596 h 139911"/>
                <a:gd name="csX5" fmla="*/ 102215 w 112301"/>
                <a:gd name="csY5" fmla="*/ 32 h 139911"/>
                <a:gd name="csX6" fmla="*/ 112031 w 112301"/>
                <a:gd name="csY6" fmla="*/ 12922 h 139911"/>
                <a:gd name="csX7" fmla="*/ 106518 w 112301"/>
                <a:gd name="csY7" fmla="*/ 25755 h 139911"/>
                <a:gd name="csX8" fmla="*/ 85339 w 112301"/>
                <a:gd name="csY8" fmla="*/ 50417 h 139911"/>
                <a:gd name="csX9" fmla="*/ 48310 w 112301"/>
                <a:gd name="csY9" fmla="*/ 99070 h 139911"/>
                <a:gd name="csX10" fmla="*/ 24710 w 112301"/>
                <a:gd name="csY10" fmla="*/ 132374 h 139911"/>
                <a:gd name="csX11" fmla="*/ 16085 w 112301"/>
                <a:gd name="csY11" fmla="*/ 138633 h 139911"/>
                <a:gd name="csX12" fmla="*/ 8299 w 112301"/>
                <a:gd name="csY12" fmla="*/ 136603 h 139911"/>
                <a:gd name="csX13" fmla="*/ 9790 w 112301"/>
                <a:gd name="csY13" fmla="*/ 129934 h 139911"/>
                <a:gd name="csX14" fmla="*/ 19345 w 112301"/>
                <a:gd name="csY14" fmla="*/ 112779 h 139911"/>
                <a:gd name="csX15" fmla="*/ 21971 w 112301"/>
                <a:gd name="csY15" fmla="*/ 117715 h 139911"/>
                <a:gd name="csX16" fmla="*/ 35979 w 112301"/>
                <a:gd name="csY16" fmla="*/ 98437 h 139911"/>
                <a:gd name="csX17" fmla="*/ 63975 w 112301"/>
                <a:gd name="csY17" fmla="*/ 59190 h 139911"/>
                <a:gd name="csX18" fmla="*/ 91486 w 112301"/>
                <a:gd name="csY18" fmla="*/ 27152 h 139911"/>
                <a:gd name="csX19" fmla="*/ 91952 w 112301"/>
                <a:gd name="csY19" fmla="*/ 18379 h 139911"/>
                <a:gd name="csX20" fmla="*/ 100818 w 112301"/>
                <a:gd name="csY20" fmla="*/ 10649 h 139911"/>
                <a:gd name="csX21" fmla="*/ 83290 w 112301"/>
                <a:gd name="csY21" fmla="*/ 23762 h 139911"/>
                <a:gd name="csX22" fmla="*/ 39611 w 112301"/>
                <a:gd name="csY22" fmla="*/ 77444 h 139911"/>
                <a:gd name="csX23" fmla="*/ 8542 w 112301"/>
                <a:gd name="csY23" fmla="*/ 132300 h 139911"/>
                <a:gd name="csX24" fmla="*/ 5263 w 112301"/>
                <a:gd name="csY24" fmla="*/ 135746 h 13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2301" h="139911">
                  <a:moveTo>
                    <a:pt x="5263" y="135746"/>
                  </a:moveTo>
                  <a:cubicBezTo>
                    <a:pt x="-1051" y="133101"/>
                    <a:pt x="-138" y="127271"/>
                    <a:pt x="346" y="122502"/>
                  </a:cubicBezTo>
                  <a:cubicBezTo>
                    <a:pt x="1668" y="109147"/>
                    <a:pt x="7648" y="97263"/>
                    <a:pt x="14204" y="85882"/>
                  </a:cubicBezTo>
                  <a:cubicBezTo>
                    <a:pt x="26051" y="65374"/>
                    <a:pt x="39350" y="45816"/>
                    <a:pt x="57194" y="29891"/>
                  </a:cubicBezTo>
                  <a:cubicBezTo>
                    <a:pt x="67104" y="21043"/>
                    <a:pt x="76771" y="11860"/>
                    <a:pt x="88003" y="4596"/>
                  </a:cubicBezTo>
                  <a:cubicBezTo>
                    <a:pt x="92343" y="1783"/>
                    <a:pt x="96888" y="-285"/>
                    <a:pt x="102215" y="32"/>
                  </a:cubicBezTo>
                  <a:cubicBezTo>
                    <a:pt x="109033" y="442"/>
                    <a:pt x="113466" y="6235"/>
                    <a:pt x="112031" y="12922"/>
                  </a:cubicBezTo>
                  <a:cubicBezTo>
                    <a:pt x="111026" y="17560"/>
                    <a:pt x="109014" y="21732"/>
                    <a:pt x="106518" y="25755"/>
                  </a:cubicBezTo>
                  <a:cubicBezTo>
                    <a:pt x="100725" y="35106"/>
                    <a:pt x="92269" y="42110"/>
                    <a:pt x="85339" y="50417"/>
                  </a:cubicBezTo>
                  <a:cubicBezTo>
                    <a:pt x="72282" y="66064"/>
                    <a:pt x="58051" y="80946"/>
                    <a:pt x="48310" y="99070"/>
                  </a:cubicBezTo>
                  <a:cubicBezTo>
                    <a:pt x="41790" y="111196"/>
                    <a:pt x="34470" y="122614"/>
                    <a:pt x="24710" y="132374"/>
                  </a:cubicBezTo>
                  <a:cubicBezTo>
                    <a:pt x="22139" y="134945"/>
                    <a:pt x="19122" y="136752"/>
                    <a:pt x="16085" y="138633"/>
                  </a:cubicBezTo>
                  <a:cubicBezTo>
                    <a:pt x="12677" y="140738"/>
                    <a:pt x="10088" y="140365"/>
                    <a:pt x="8299" y="136603"/>
                  </a:cubicBezTo>
                  <a:cubicBezTo>
                    <a:pt x="6772" y="133939"/>
                    <a:pt x="8914" y="131983"/>
                    <a:pt x="9790" y="129934"/>
                  </a:cubicBezTo>
                  <a:cubicBezTo>
                    <a:pt x="12360" y="123899"/>
                    <a:pt x="14651" y="117659"/>
                    <a:pt x="19345" y="112779"/>
                  </a:cubicBezTo>
                  <a:cubicBezTo>
                    <a:pt x="21450" y="113673"/>
                    <a:pt x="20314" y="116281"/>
                    <a:pt x="21971" y="117715"/>
                  </a:cubicBezTo>
                  <a:cubicBezTo>
                    <a:pt x="28193" y="112388"/>
                    <a:pt x="32645" y="105720"/>
                    <a:pt x="35979" y="98437"/>
                  </a:cubicBezTo>
                  <a:cubicBezTo>
                    <a:pt x="42815" y="83517"/>
                    <a:pt x="53357" y="71447"/>
                    <a:pt x="63975" y="59190"/>
                  </a:cubicBezTo>
                  <a:cubicBezTo>
                    <a:pt x="73195" y="48573"/>
                    <a:pt x="81707" y="37341"/>
                    <a:pt x="91486" y="27152"/>
                  </a:cubicBezTo>
                  <a:cubicBezTo>
                    <a:pt x="93777" y="24768"/>
                    <a:pt x="96888" y="21546"/>
                    <a:pt x="91952" y="18379"/>
                  </a:cubicBezTo>
                  <a:cubicBezTo>
                    <a:pt x="93051" y="13965"/>
                    <a:pt x="97242" y="13164"/>
                    <a:pt x="100818" y="10649"/>
                  </a:cubicBezTo>
                  <a:cubicBezTo>
                    <a:pt x="93759" y="14077"/>
                    <a:pt x="88487" y="18938"/>
                    <a:pt x="83290" y="23762"/>
                  </a:cubicBezTo>
                  <a:cubicBezTo>
                    <a:pt x="66228" y="39595"/>
                    <a:pt x="52445" y="58147"/>
                    <a:pt x="39611" y="77444"/>
                  </a:cubicBezTo>
                  <a:cubicBezTo>
                    <a:pt x="27951" y="94991"/>
                    <a:pt x="17129" y="113021"/>
                    <a:pt x="8542" y="132300"/>
                  </a:cubicBezTo>
                  <a:cubicBezTo>
                    <a:pt x="7871" y="133771"/>
                    <a:pt x="7368" y="135578"/>
                    <a:pt x="5263" y="135746"/>
                  </a:cubicBezTo>
                  <a:close/>
                </a:path>
              </a:pathLst>
            </a:custGeom>
            <a:solidFill>
              <a:srgbClr val="9A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E02D3AD-80F4-F8B6-6198-2E72525308F9}"/>
                </a:ext>
              </a:extLst>
            </p:cNvPr>
            <p:cNvSpPr/>
            <p:nvPr/>
          </p:nvSpPr>
          <p:spPr>
            <a:xfrm>
              <a:off x="2008414" y="4848746"/>
              <a:ext cx="101396" cy="134465"/>
            </a:xfrm>
            <a:custGeom>
              <a:avLst/>
              <a:gdLst>
                <a:gd name="csX0" fmla="*/ 1315 w 101396"/>
                <a:gd name="csY0" fmla="*/ 127611 h 134465"/>
                <a:gd name="csX1" fmla="*/ 29404 w 101396"/>
                <a:gd name="csY1" fmla="*/ 76276 h 134465"/>
                <a:gd name="csX2" fmla="*/ 85601 w 101396"/>
                <a:gd name="csY2" fmla="*/ 8475 h 134465"/>
                <a:gd name="csX3" fmla="*/ 101396 w 101396"/>
                <a:gd name="csY3" fmla="*/ 0 h 134465"/>
                <a:gd name="csX4" fmla="*/ 88115 w 101396"/>
                <a:gd name="csY4" fmla="*/ 9984 h 134465"/>
                <a:gd name="csX5" fmla="*/ 79510 w 101396"/>
                <a:gd name="csY5" fmla="*/ 18627 h 134465"/>
                <a:gd name="csX6" fmla="*/ 30987 w 101396"/>
                <a:gd name="csY6" fmla="*/ 80579 h 134465"/>
                <a:gd name="csX7" fmla="*/ 15676 w 101396"/>
                <a:gd name="csY7" fmla="*/ 104738 h 134465"/>
                <a:gd name="csX8" fmla="*/ 4333 w 101396"/>
                <a:gd name="csY8" fmla="*/ 128431 h 134465"/>
                <a:gd name="csX9" fmla="*/ 458 w 101396"/>
                <a:gd name="csY9" fmla="*/ 134466 h 134465"/>
                <a:gd name="csX10" fmla="*/ 1315 w 101396"/>
                <a:gd name="csY10" fmla="*/ 127611 h 13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396" h="134465">
                  <a:moveTo>
                    <a:pt x="1315" y="127611"/>
                  </a:moveTo>
                  <a:cubicBezTo>
                    <a:pt x="9921" y="110102"/>
                    <a:pt x="18675" y="92649"/>
                    <a:pt x="29404" y="76276"/>
                  </a:cubicBezTo>
                  <a:cubicBezTo>
                    <a:pt x="45591" y="51577"/>
                    <a:pt x="62522" y="27456"/>
                    <a:pt x="85601" y="8475"/>
                  </a:cubicBezTo>
                  <a:cubicBezTo>
                    <a:pt x="89848" y="4992"/>
                    <a:pt x="94132" y="1378"/>
                    <a:pt x="101396" y="0"/>
                  </a:cubicBezTo>
                  <a:cubicBezTo>
                    <a:pt x="97205" y="5327"/>
                    <a:pt x="91356" y="6016"/>
                    <a:pt x="88115" y="9984"/>
                  </a:cubicBezTo>
                  <a:cubicBezTo>
                    <a:pt x="86607" y="14212"/>
                    <a:pt x="82378" y="15740"/>
                    <a:pt x="79510" y="18627"/>
                  </a:cubicBezTo>
                  <a:cubicBezTo>
                    <a:pt x="60902" y="37402"/>
                    <a:pt x="45106" y="58283"/>
                    <a:pt x="30987" y="80579"/>
                  </a:cubicBezTo>
                  <a:cubicBezTo>
                    <a:pt x="25884" y="88644"/>
                    <a:pt x="22047" y="97492"/>
                    <a:pt x="15676" y="104738"/>
                  </a:cubicBezTo>
                  <a:cubicBezTo>
                    <a:pt x="11224" y="112319"/>
                    <a:pt x="7406" y="120198"/>
                    <a:pt x="4333" y="128431"/>
                  </a:cubicBezTo>
                  <a:cubicBezTo>
                    <a:pt x="3066" y="130405"/>
                    <a:pt x="1799" y="132380"/>
                    <a:pt x="458" y="134466"/>
                  </a:cubicBezTo>
                  <a:cubicBezTo>
                    <a:pt x="-753" y="131858"/>
                    <a:pt x="756" y="129809"/>
                    <a:pt x="1315" y="127611"/>
                  </a:cubicBezTo>
                  <a:close/>
                </a:path>
              </a:pathLst>
            </a:custGeom>
            <a:solidFill>
              <a:srgbClr val="52682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0C618FB9-8476-7E66-54B7-82EE862F1465}"/>
                </a:ext>
              </a:extLst>
            </p:cNvPr>
            <p:cNvSpPr/>
            <p:nvPr/>
          </p:nvSpPr>
          <p:spPr>
            <a:xfrm>
              <a:off x="2077389" y="4914495"/>
              <a:ext cx="12471" cy="8422"/>
            </a:xfrm>
            <a:custGeom>
              <a:avLst/>
              <a:gdLst>
                <a:gd name="csX0" fmla="*/ 12471 w 12471"/>
                <a:gd name="csY0" fmla="*/ 8422 h 8422"/>
                <a:gd name="csX1" fmla="*/ 1556 w 12471"/>
                <a:gd name="csY1" fmla="*/ 3244 h 8422"/>
                <a:gd name="csX2" fmla="*/ 234 w 12471"/>
                <a:gd name="csY2" fmla="*/ 618 h 8422"/>
                <a:gd name="csX3" fmla="*/ 2692 w 12471"/>
                <a:gd name="csY3" fmla="*/ 469 h 8422"/>
                <a:gd name="csX4" fmla="*/ 12471 w 12471"/>
                <a:gd name="csY4" fmla="*/ 8422 h 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71" h="8422">
                  <a:moveTo>
                    <a:pt x="12471" y="8422"/>
                  </a:moveTo>
                  <a:cubicBezTo>
                    <a:pt x="8839" y="6709"/>
                    <a:pt x="5188" y="4976"/>
                    <a:pt x="1556" y="3244"/>
                  </a:cubicBezTo>
                  <a:cubicBezTo>
                    <a:pt x="439" y="2723"/>
                    <a:pt x="-437" y="1866"/>
                    <a:pt x="234" y="618"/>
                  </a:cubicBezTo>
                  <a:cubicBezTo>
                    <a:pt x="792" y="-463"/>
                    <a:pt x="1817" y="133"/>
                    <a:pt x="2692" y="469"/>
                  </a:cubicBezTo>
                  <a:cubicBezTo>
                    <a:pt x="6679" y="2015"/>
                    <a:pt x="10404" y="3896"/>
                    <a:pt x="12471" y="8422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9083BD8-5D05-529A-E9F0-BADBE1A52F05}"/>
                </a:ext>
              </a:extLst>
            </p:cNvPr>
            <p:cNvSpPr/>
            <p:nvPr/>
          </p:nvSpPr>
          <p:spPr>
            <a:xfrm>
              <a:off x="2054058" y="4957165"/>
              <a:ext cx="13897" cy="5104"/>
            </a:xfrm>
            <a:custGeom>
              <a:avLst/>
              <a:gdLst>
                <a:gd name="csX0" fmla="*/ 10787 w 13897"/>
                <a:gd name="csY0" fmla="*/ 4533 h 5104"/>
                <a:gd name="csX1" fmla="*/ 2069 w 13897"/>
                <a:gd name="csY1" fmla="*/ 3192 h 5104"/>
                <a:gd name="csX2" fmla="*/ 20 w 13897"/>
                <a:gd name="csY2" fmla="*/ 1106 h 5104"/>
                <a:gd name="csX3" fmla="*/ 2274 w 13897"/>
                <a:gd name="csY3" fmla="*/ 7 h 5104"/>
                <a:gd name="csX4" fmla="*/ 13897 w 13897"/>
                <a:gd name="csY4" fmla="*/ 3378 h 5104"/>
                <a:gd name="csX5" fmla="*/ 10787 w 13897"/>
                <a:gd name="csY5" fmla="*/ 4533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897" h="5104">
                  <a:moveTo>
                    <a:pt x="10787" y="4533"/>
                  </a:moveTo>
                  <a:cubicBezTo>
                    <a:pt x="7974" y="3415"/>
                    <a:pt x="5106" y="2987"/>
                    <a:pt x="2069" y="3192"/>
                  </a:cubicBezTo>
                  <a:cubicBezTo>
                    <a:pt x="952" y="3266"/>
                    <a:pt x="-166" y="2447"/>
                    <a:pt x="20" y="1106"/>
                  </a:cubicBezTo>
                  <a:cubicBezTo>
                    <a:pt x="169" y="-68"/>
                    <a:pt x="1417" y="-12"/>
                    <a:pt x="2274" y="7"/>
                  </a:cubicBezTo>
                  <a:cubicBezTo>
                    <a:pt x="6428" y="100"/>
                    <a:pt x="10321" y="1199"/>
                    <a:pt x="13897" y="3378"/>
                  </a:cubicBezTo>
                  <a:cubicBezTo>
                    <a:pt x="13823" y="6358"/>
                    <a:pt x="11979" y="4589"/>
                    <a:pt x="10787" y="4533"/>
                  </a:cubicBezTo>
                  <a:close/>
                </a:path>
              </a:pathLst>
            </a:custGeom>
            <a:solidFill>
              <a:srgbClr val="4864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1C10A212-5BE7-EC9C-A791-E92E7E5DF5C4}"/>
                </a:ext>
              </a:extLst>
            </p:cNvPr>
            <p:cNvSpPr/>
            <p:nvPr/>
          </p:nvSpPr>
          <p:spPr>
            <a:xfrm>
              <a:off x="2064845" y="4960525"/>
              <a:ext cx="6095" cy="4070"/>
            </a:xfrm>
            <a:custGeom>
              <a:avLst/>
              <a:gdLst>
                <a:gd name="csX0" fmla="*/ 0 w 6095"/>
                <a:gd name="csY0" fmla="*/ 1173 h 4070"/>
                <a:gd name="csX1" fmla="*/ 3092 w 6095"/>
                <a:gd name="csY1" fmla="*/ 0 h 4070"/>
                <a:gd name="csX2" fmla="*/ 5756 w 6095"/>
                <a:gd name="csY2" fmla="*/ 3204 h 4070"/>
                <a:gd name="csX3" fmla="*/ 0 w 6095"/>
                <a:gd name="csY3" fmla="*/ 1173 h 4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5" h="4070">
                  <a:moveTo>
                    <a:pt x="0" y="1173"/>
                  </a:moveTo>
                  <a:cubicBezTo>
                    <a:pt x="1099" y="969"/>
                    <a:pt x="2515" y="1602"/>
                    <a:pt x="3092" y="0"/>
                  </a:cubicBezTo>
                  <a:cubicBezTo>
                    <a:pt x="4675" y="577"/>
                    <a:pt x="6966" y="1956"/>
                    <a:pt x="5756" y="3204"/>
                  </a:cubicBezTo>
                  <a:cubicBezTo>
                    <a:pt x="3297" y="5756"/>
                    <a:pt x="1956" y="1937"/>
                    <a:pt x="0" y="1173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11564FAB-1F3D-A5C2-522F-16C575A81781}"/>
                </a:ext>
              </a:extLst>
            </p:cNvPr>
            <p:cNvSpPr/>
            <p:nvPr/>
          </p:nvSpPr>
          <p:spPr>
            <a:xfrm>
              <a:off x="1610597" y="5419422"/>
              <a:ext cx="30715" cy="17844"/>
            </a:xfrm>
            <a:custGeom>
              <a:avLst/>
              <a:gdLst>
                <a:gd name="csX0" fmla="*/ 2142 w 30715"/>
                <a:gd name="csY0" fmla="*/ 26 h 17844"/>
                <a:gd name="csX1" fmla="*/ 3316 w 30715"/>
                <a:gd name="csY1" fmla="*/ 994 h 17844"/>
                <a:gd name="csX2" fmla="*/ 16876 w 30715"/>
                <a:gd name="csY2" fmla="*/ 11127 h 17844"/>
                <a:gd name="csX3" fmla="*/ 30715 w 30715"/>
                <a:gd name="csY3" fmla="*/ 17554 h 17844"/>
                <a:gd name="csX4" fmla="*/ 16857 w 30715"/>
                <a:gd name="csY4" fmla="*/ 14610 h 17844"/>
                <a:gd name="csX5" fmla="*/ 7842 w 30715"/>
                <a:gd name="csY5" fmla="*/ 9972 h 17844"/>
                <a:gd name="csX6" fmla="*/ 0 w 30715"/>
                <a:gd name="csY6" fmla="*/ 1907 h 17844"/>
                <a:gd name="csX7" fmla="*/ 2142 w 30715"/>
                <a:gd name="csY7" fmla="*/ 26 h 17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715" h="17844">
                  <a:moveTo>
                    <a:pt x="2142" y="26"/>
                  </a:moveTo>
                  <a:cubicBezTo>
                    <a:pt x="2533" y="343"/>
                    <a:pt x="2924" y="678"/>
                    <a:pt x="3316" y="994"/>
                  </a:cubicBezTo>
                  <a:cubicBezTo>
                    <a:pt x="6668" y="5931"/>
                    <a:pt x="11437" y="8985"/>
                    <a:pt x="16876" y="11127"/>
                  </a:cubicBezTo>
                  <a:cubicBezTo>
                    <a:pt x="20862" y="14350"/>
                    <a:pt x="26245" y="14536"/>
                    <a:pt x="30715" y="17554"/>
                  </a:cubicBezTo>
                  <a:cubicBezTo>
                    <a:pt x="25407" y="18820"/>
                    <a:pt x="21365" y="15598"/>
                    <a:pt x="16857" y="14610"/>
                  </a:cubicBezTo>
                  <a:cubicBezTo>
                    <a:pt x="13858" y="13064"/>
                    <a:pt x="10841" y="11519"/>
                    <a:pt x="7842" y="9972"/>
                  </a:cubicBezTo>
                  <a:cubicBezTo>
                    <a:pt x="3334" y="9134"/>
                    <a:pt x="1695" y="5502"/>
                    <a:pt x="0" y="1907"/>
                  </a:cubicBezTo>
                  <a:cubicBezTo>
                    <a:pt x="19" y="510"/>
                    <a:pt x="726" y="-142"/>
                    <a:pt x="2142" y="26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E2A5A15F-5ECF-6325-54F5-A349BA2722C5}"/>
                </a:ext>
              </a:extLst>
            </p:cNvPr>
            <p:cNvSpPr/>
            <p:nvPr/>
          </p:nvSpPr>
          <p:spPr>
            <a:xfrm>
              <a:off x="1712646" y="5300275"/>
              <a:ext cx="28859" cy="18986"/>
            </a:xfrm>
            <a:custGeom>
              <a:avLst/>
              <a:gdLst>
                <a:gd name="csX0" fmla="*/ 5203 w 28859"/>
                <a:gd name="csY0" fmla="*/ 11753 h 18986"/>
                <a:gd name="csX1" fmla="*/ 435 w 28859"/>
                <a:gd name="csY1" fmla="*/ 0 h 18986"/>
                <a:gd name="csX2" fmla="*/ 6302 w 28859"/>
                <a:gd name="csY2" fmla="*/ 8270 h 18986"/>
                <a:gd name="csX3" fmla="*/ 28859 w 28859"/>
                <a:gd name="csY3" fmla="*/ 18925 h 18986"/>
                <a:gd name="csX4" fmla="*/ 5203 w 28859"/>
                <a:gd name="csY4" fmla="*/ 11753 h 1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859" h="18986">
                  <a:moveTo>
                    <a:pt x="5203" y="11753"/>
                  </a:moveTo>
                  <a:cubicBezTo>
                    <a:pt x="3173" y="8363"/>
                    <a:pt x="-1428" y="6128"/>
                    <a:pt x="435" y="0"/>
                  </a:cubicBezTo>
                  <a:cubicBezTo>
                    <a:pt x="2223" y="3539"/>
                    <a:pt x="3210" y="6761"/>
                    <a:pt x="6302" y="8270"/>
                  </a:cubicBezTo>
                  <a:cubicBezTo>
                    <a:pt x="12039" y="14901"/>
                    <a:pt x="20663" y="15628"/>
                    <a:pt x="28859" y="18925"/>
                  </a:cubicBezTo>
                  <a:cubicBezTo>
                    <a:pt x="19490" y="19484"/>
                    <a:pt x="12188" y="16168"/>
                    <a:pt x="5203" y="11753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AB985897-20F3-A89B-F932-DFA835271518}"/>
                </a:ext>
              </a:extLst>
            </p:cNvPr>
            <p:cNvSpPr/>
            <p:nvPr/>
          </p:nvSpPr>
          <p:spPr>
            <a:xfrm>
              <a:off x="1664204" y="5359116"/>
              <a:ext cx="24438" cy="17322"/>
            </a:xfrm>
            <a:custGeom>
              <a:avLst/>
              <a:gdLst>
                <a:gd name="csX0" fmla="*/ 20881 w 24438"/>
                <a:gd name="csY0" fmla="*/ 17323 h 17322"/>
                <a:gd name="csX1" fmla="*/ 0 w 24438"/>
                <a:gd name="csY1" fmla="*/ 0 h 17322"/>
                <a:gd name="csX2" fmla="*/ 23023 w 24438"/>
                <a:gd name="csY2" fmla="*/ 15050 h 17322"/>
                <a:gd name="csX3" fmla="*/ 24438 w 24438"/>
                <a:gd name="csY3" fmla="*/ 16987 h 17322"/>
                <a:gd name="csX4" fmla="*/ 20881 w 24438"/>
                <a:gd name="csY4" fmla="*/ 17323 h 17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38" h="17322">
                  <a:moveTo>
                    <a:pt x="20881" y="17323"/>
                  </a:moveTo>
                  <a:cubicBezTo>
                    <a:pt x="11586" y="14324"/>
                    <a:pt x="3073" y="10394"/>
                    <a:pt x="0" y="0"/>
                  </a:cubicBezTo>
                  <a:cubicBezTo>
                    <a:pt x="5104" y="8959"/>
                    <a:pt x="13672" y="12592"/>
                    <a:pt x="23023" y="15050"/>
                  </a:cubicBezTo>
                  <a:cubicBezTo>
                    <a:pt x="23488" y="15702"/>
                    <a:pt x="23973" y="16335"/>
                    <a:pt x="24438" y="16987"/>
                  </a:cubicBezTo>
                  <a:cubicBezTo>
                    <a:pt x="23246" y="17099"/>
                    <a:pt x="22073" y="17211"/>
                    <a:pt x="20881" y="17323"/>
                  </a:cubicBezTo>
                  <a:close/>
                </a:path>
              </a:pathLst>
            </a:custGeom>
            <a:solidFill>
              <a:srgbClr val="57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497B0F2A-504C-6117-B21B-1BFF8146A2C9}"/>
                </a:ext>
              </a:extLst>
            </p:cNvPr>
            <p:cNvSpPr/>
            <p:nvPr/>
          </p:nvSpPr>
          <p:spPr>
            <a:xfrm>
              <a:off x="1824530" y="5137454"/>
              <a:ext cx="60381" cy="122910"/>
            </a:xfrm>
            <a:custGeom>
              <a:avLst/>
              <a:gdLst>
                <a:gd name="csX0" fmla="*/ 34546 w 60381"/>
                <a:gd name="csY0" fmla="*/ 6264 h 122910"/>
                <a:gd name="csX1" fmla="*/ 41587 w 60381"/>
                <a:gd name="csY1" fmla="*/ 24 h 122910"/>
                <a:gd name="csX2" fmla="*/ 60065 w 60381"/>
                <a:gd name="csY2" fmla="*/ 19247 h 122910"/>
                <a:gd name="csX3" fmla="*/ 60307 w 60381"/>
                <a:gd name="csY3" fmla="*/ 33887 h 122910"/>
                <a:gd name="csX4" fmla="*/ 37806 w 60381"/>
                <a:gd name="csY4" fmla="*/ 106662 h 122910"/>
                <a:gd name="csX5" fmla="*/ 26630 w 60381"/>
                <a:gd name="csY5" fmla="*/ 119067 h 122910"/>
                <a:gd name="csX6" fmla="*/ 2546 w 60381"/>
                <a:gd name="csY6" fmla="*/ 111020 h 122910"/>
                <a:gd name="csX7" fmla="*/ 3533 w 60381"/>
                <a:gd name="csY7" fmla="*/ 80025 h 122910"/>
                <a:gd name="csX8" fmla="*/ 18844 w 60381"/>
                <a:gd name="csY8" fmla="*/ 28541 h 122910"/>
                <a:gd name="csX9" fmla="*/ 25978 w 60381"/>
                <a:gd name="csY9" fmla="*/ 10846 h 122910"/>
                <a:gd name="csX10" fmla="*/ 31194 w 60381"/>
                <a:gd name="csY10" fmla="*/ 7158 h 122910"/>
                <a:gd name="csX11" fmla="*/ 40395 w 60381"/>
                <a:gd name="csY11" fmla="*/ 14367 h 122910"/>
                <a:gd name="csX12" fmla="*/ 43338 w 60381"/>
                <a:gd name="csY12" fmla="*/ 39792 h 122910"/>
                <a:gd name="csX13" fmla="*/ 18751 w 60381"/>
                <a:gd name="csY13" fmla="*/ 100701 h 122910"/>
                <a:gd name="csX14" fmla="*/ 43375 w 60381"/>
                <a:gd name="csY14" fmla="*/ 40165 h 122910"/>
                <a:gd name="csX15" fmla="*/ 42202 w 60381"/>
                <a:gd name="csY15" fmla="*/ 18315 h 122910"/>
                <a:gd name="csX16" fmla="*/ 34546 w 60381"/>
                <a:gd name="csY16" fmla="*/ 6264 h 12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381" h="122910">
                  <a:moveTo>
                    <a:pt x="34546" y="6264"/>
                  </a:moveTo>
                  <a:cubicBezTo>
                    <a:pt x="33950" y="2222"/>
                    <a:pt x="36763" y="-274"/>
                    <a:pt x="41587" y="24"/>
                  </a:cubicBezTo>
                  <a:cubicBezTo>
                    <a:pt x="52018" y="657"/>
                    <a:pt x="61369" y="9151"/>
                    <a:pt x="60065" y="19247"/>
                  </a:cubicBezTo>
                  <a:cubicBezTo>
                    <a:pt x="59394" y="24481"/>
                    <a:pt x="60698" y="29212"/>
                    <a:pt x="60307" y="33887"/>
                  </a:cubicBezTo>
                  <a:cubicBezTo>
                    <a:pt x="58202" y="59704"/>
                    <a:pt x="54887" y="85278"/>
                    <a:pt x="37806" y="106662"/>
                  </a:cubicBezTo>
                  <a:cubicBezTo>
                    <a:pt x="34286" y="111058"/>
                    <a:pt x="31287" y="115826"/>
                    <a:pt x="26630" y="119067"/>
                  </a:cubicBezTo>
                  <a:cubicBezTo>
                    <a:pt x="16050" y="126462"/>
                    <a:pt x="7333" y="122867"/>
                    <a:pt x="2546" y="111020"/>
                  </a:cubicBezTo>
                  <a:cubicBezTo>
                    <a:pt x="-1850" y="100142"/>
                    <a:pt x="87" y="90550"/>
                    <a:pt x="3533" y="80025"/>
                  </a:cubicBezTo>
                  <a:cubicBezTo>
                    <a:pt x="9121" y="63038"/>
                    <a:pt x="15026" y="46088"/>
                    <a:pt x="18844" y="28541"/>
                  </a:cubicBezTo>
                  <a:cubicBezTo>
                    <a:pt x="20204" y="22283"/>
                    <a:pt x="23426" y="16676"/>
                    <a:pt x="25978" y="10846"/>
                  </a:cubicBezTo>
                  <a:cubicBezTo>
                    <a:pt x="26984" y="8555"/>
                    <a:pt x="28753" y="7382"/>
                    <a:pt x="31194" y="7158"/>
                  </a:cubicBezTo>
                  <a:cubicBezTo>
                    <a:pt x="36074" y="7233"/>
                    <a:pt x="38477" y="10567"/>
                    <a:pt x="40395" y="14367"/>
                  </a:cubicBezTo>
                  <a:cubicBezTo>
                    <a:pt x="44474" y="22469"/>
                    <a:pt x="44567" y="31317"/>
                    <a:pt x="43338" y="39792"/>
                  </a:cubicBezTo>
                  <a:cubicBezTo>
                    <a:pt x="40134" y="62014"/>
                    <a:pt x="32162" y="82503"/>
                    <a:pt x="18751" y="100701"/>
                  </a:cubicBezTo>
                  <a:cubicBezTo>
                    <a:pt x="32144" y="82633"/>
                    <a:pt x="40078" y="62274"/>
                    <a:pt x="43375" y="40165"/>
                  </a:cubicBezTo>
                  <a:cubicBezTo>
                    <a:pt x="44437" y="32975"/>
                    <a:pt x="44046" y="25561"/>
                    <a:pt x="42202" y="18315"/>
                  </a:cubicBezTo>
                  <a:cubicBezTo>
                    <a:pt x="40935" y="13417"/>
                    <a:pt x="36968" y="10380"/>
                    <a:pt x="34546" y="6264"/>
                  </a:cubicBezTo>
                  <a:close/>
                </a:path>
              </a:pathLst>
            </a:custGeom>
            <a:solidFill>
              <a:srgbClr val="96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01A18B9-D0EF-1576-1FBF-F9D2ABFCED80}"/>
                </a:ext>
              </a:extLst>
            </p:cNvPr>
            <p:cNvSpPr/>
            <p:nvPr/>
          </p:nvSpPr>
          <p:spPr>
            <a:xfrm>
              <a:off x="1839207" y="5143567"/>
              <a:ext cx="30062" cy="99430"/>
            </a:xfrm>
            <a:custGeom>
              <a:avLst/>
              <a:gdLst>
                <a:gd name="csX0" fmla="*/ 19869 w 30062"/>
                <a:gd name="csY0" fmla="*/ 151 h 99430"/>
                <a:gd name="csX1" fmla="*/ 30058 w 30062"/>
                <a:gd name="csY1" fmla="*/ 23323 h 99430"/>
                <a:gd name="csX2" fmla="*/ 7557 w 30062"/>
                <a:gd name="csY2" fmla="*/ 91924 h 99430"/>
                <a:gd name="csX3" fmla="*/ 3292 w 30062"/>
                <a:gd name="csY3" fmla="*/ 97885 h 99430"/>
                <a:gd name="csX4" fmla="*/ 628 w 30062"/>
                <a:gd name="csY4" fmla="*/ 99133 h 99430"/>
                <a:gd name="csX5" fmla="*/ 1112 w 30062"/>
                <a:gd name="csY5" fmla="*/ 96358 h 99430"/>
                <a:gd name="csX6" fmla="*/ 21378 w 30062"/>
                <a:gd name="csY6" fmla="*/ 58825 h 99430"/>
                <a:gd name="csX7" fmla="*/ 26817 w 30062"/>
                <a:gd name="csY7" fmla="*/ 14140 h 99430"/>
                <a:gd name="csX8" fmla="*/ 16554 w 30062"/>
                <a:gd name="csY8" fmla="*/ 1120 h 99430"/>
                <a:gd name="csX9" fmla="*/ 19869 w 30062"/>
                <a:gd name="csY9" fmla="*/ 151 h 9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0062" h="99430">
                  <a:moveTo>
                    <a:pt x="19869" y="151"/>
                  </a:moveTo>
                  <a:cubicBezTo>
                    <a:pt x="28233" y="5683"/>
                    <a:pt x="29984" y="14363"/>
                    <a:pt x="30058" y="23323"/>
                  </a:cubicBezTo>
                  <a:cubicBezTo>
                    <a:pt x="30300" y="48655"/>
                    <a:pt x="21155" y="71044"/>
                    <a:pt x="7557" y="91924"/>
                  </a:cubicBezTo>
                  <a:cubicBezTo>
                    <a:pt x="6216" y="93973"/>
                    <a:pt x="4707" y="95911"/>
                    <a:pt x="3292" y="97885"/>
                  </a:cubicBezTo>
                  <a:cubicBezTo>
                    <a:pt x="2621" y="98816"/>
                    <a:pt x="1820" y="99990"/>
                    <a:pt x="628" y="99133"/>
                  </a:cubicBezTo>
                  <a:cubicBezTo>
                    <a:pt x="-713" y="98183"/>
                    <a:pt x="404" y="97196"/>
                    <a:pt x="1112" y="96358"/>
                  </a:cubicBezTo>
                  <a:cubicBezTo>
                    <a:pt x="10314" y="85163"/>
                    <a:pt x="16740" y="72441"/>
                    <a:pt x="21378" y="58825"/>
                  </a:cubicBezTo>
                  <a:cubicBezTo>
                    <a:pt x="26296" y="44352"/>
                    <a:pt x="30002" y="29656"/>
                    <a:pt x="26817" y="14140"/>
                  </a:cubicBezTo>
                  <a:cubicBezTo>
                    <a:pt x="25550" y="8011"/>
                    <a:pt x="22328" y="3616"/>
                    <a:pt x="16554" y="1120"/>
                  </a:cubicBezTo>
                  <a:cubicBezTo>
                    <a:pt x="17336" y="-240"/>
                    <a:pt x="18603" y="-72"/>
                    <a:pt x="19869" y="151"/>
                  </a:cubicBezTo>
                  <a:close/>
                </a:path>
              </a:pathLst>
            </a:custGeom>
            <a:solidFill>
              <a:srgbClr val="5B75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69B5DCED-1FAB-7DF2-56DE-71DEF8115106}"/>
                </a:ext>
              </a:extLst>
            </p:cNvPr>
            <p:cNvSpPr/>
            <p:nvPr/>
          </p:nvSpPr>
          <p:spPr>
            <a:xfrm>
              <a:off x="1807531" y="5213581"/>
              <a:ext cx="14347" cy="4411"/>
            </a:xfrm>
            <a:custGeom>
              <a:avLst/>
              <a:gdLst>
                <a:gd name="csX0" fmla="*/ 14348 w 14347"/>
                <a:gd name="csY0" fmla="*/ 434 h 4411"/>
                <a:gd name="csX1" fmla="*/ 2315 w 14347"/>
                <a:gd name="csY1" fmla="*/ 4196 h 4411"/>
                <a:gd name="csX2" fmla="*/ 43 w 14347"/>
                <a:gd name="csY2" fmla="*/ 3451 h 4411"/>
                <a:gd name="csX3" fmla="*/ 1644 w 14347"/>
                <a:gd name="csY3" fmla="*/ 1477 h 4411"/>
                <a:gd name="csX4" fmla="*/ 14348 w 14347"/>
                <a:gd name="csY4" fmla="*/ 434 h 4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47" h="4411">
                  <a:moveTo>
                    <a:pt x="14348" y="434"/>
                  </a:moveTo>
                  <a:cubicBezTo>
                    <a:pt x="9691" y="1905"/>
                    <a:pt x="6022" y="3079"/>
                    <a:pt x="2315" y="4196"/>
                  </a:cubicBezTo>
                  <a:cubicBezTo>
                    <a:pt x="1440" y="4457"/>
                    <a:pt x="322" y="4718"/>
                    <a:pt x="43" y="3451"/>
                  </a:cubicBezTo>
                  <a:cubicBezTo>
                    <a:pt x="-218" y="2315"/>
                    <a:pt x="769" y="1682"/>
                    <a:pt x="1644" y="1477"/>
                  </a:cubicBezTo>
                  <a:cubicBezTo>
                    <a:pt x="5444" y="564"/>
                    <a:pt x="9226" y="-665"/>
                    <a:pt x="14348" y="434"/>
                  </a:cubicBezTo>
                  <a:close/>
                </a:path>
              </a:pathLst>
            </a:custGeom>
            <a:solidFill>
              <a:srgbClr val="5A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A4EB76F-B3B9-698B-C64D-51457A910497}"/>
                </a:ext>
              </a:extLst>
            </p:cNvPr>
            <p:cNvSpPr/>
            <p:nvPr/>
          </p:nvSpPr>
          <p:spPr>
            <a:xfrm>
              <a:off x="1881447" y="5211966"/>
              <a:ext cx="9592" cy="6742"/>
            </a:xfrm>
            <a:custGeom>
              <a:avLst/>
              <a:gdLst>
                <a:gd name="csX0" fmla="*/ 0 w 9592"/>
                <a:gd name="csY0" fmla="*/ 6743 h 6742"/>
                <a:gd name="csX1" fmla="*/ 9593 w 9592"/>
                <a:gd name="csY1" fmla="*/ 0 h 6742"/>
                <a:gd name="csX2" fmla="*/ 0 w 9592"/>
                <a:gd name="csY2" fmla="*/ 6743 h 6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92" h="6742">
                  <a:moveTo>
                    <a:pt x="0" y="6743"/>
                  </a:moveTo>
                  <a:cubicBezTo>
                    <a:pt x="2161" y="3036"/>
                    <a:pt x="5681" y="1248"/>
                    <a:pt x="9593" y="0"/>
                  </a:cubicBezTo>
                  <a:cubicBezTo>
                    <a:pt x="7283" y="3446"/>
                    <a:pt x="3930" y="5476"/>
                    <a:pt x="0" y="6743"/>
                  </a:cubicBezTo>
                  <a:close/>
                </a:path>
              </a:pathLst>
            </a:custGeom>
            <a:solidFill>
              <a:srgbClr val="5E83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B5F581F4-C998-5733-778C-C6D91D540732}"/>
                </a:ext>
              </a:extLst>
            </p:cNvPr>
            <p:cNvSpPr/>
            <p:nvPr/>
          </p:nvSpPr>
          <p:spPr>
            <a:xfrm>
              <a:off x="1920470" y="5057998"/>
              <a:ext cx="69328" cy="39354"/>
            </a:xfrm>
            <a:custGeom>
              <a:avLst/>
              <a:gdLst>
                <a:gd name="csX0" fmla="*/ 69328 w 69328"/>
                <a:gd name="csY0" fmla="*/ 0 h 39354"/>
                <a:gd name="csX1" fmla="*/ 0 w 69328"/>
                <a:gd name="csY1" fmla="*/ 39265 h 39354"/>
                <a:gd name="csX2" fmla="*/ 69328 w 69328"/>
                <a:gd name="csY2" fmla="*/ 0 h 3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328" h="39354">
                  <a:moveTo>
                    <a:pt x="69328" y="0"/>
                  </a:moveTo>
                  <a:cubicBezTo>
                    <a:pt x="65696" y="12890"/>
                    <a:pt x="15553" y="41146"/>
                    <a:pt x="0" y="39265"/>
                  </a:cubicBezTo>
                  <a:cubicBezTo>
                    <a:pt x="26375" y="31162"/>
                    <a:pt x="49323" y="19204"/>
                    <a:pt x="69328" y="0"/>
                  </a:cubicBezTo>
                  <a:close/>
                </a:path>
              </a:pathLst>
            </a:custGeom>
            <a:solidFill>
              <a:srgbClr val="40532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4549369B-0EBD-4CBB-B211-99FD38C32289}"/>
                </a:ext>
              </a:extLst>
            </p:cNvPr>
            <p:cNvSpPr/>
            <p:nvPr/>
          </p:nvSpPr>
          <p:spPr>
            <a:xfrm>
              <a:off x="1957202" y="5095530"/>
              <a:ext cx="6109" cy="11883"/>
            </a:xfrm>
            <a:custGeom>
              <a:avLst/>
              <a:gdLst>
                <a:gd name="csX0" fmla="*/ 0 w 6109"/>
                <a:gd name="csY0" fmla="*/ 0 h 11883"/>
                <a:gd name="csX1" fmla="*/ 6110 w 6109"/>
                <a:gd name="csY1" fmla="*/ 11884 h 11883"/>
                <a:gd name="csX2" fmla="*/ 0 w 6109"/>
                <a:gd name="csY2" fmla="*/ 0 h 11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09" h="11883">
                  <a:moveTo>
                    <a:pt x="0" y="0"/>
                  </a:moveTo>
                  <a:cubicBezTo>
                    <a:pt x="3912" y="2570"/>
                    <a:pt x="4955" y="6557"/>
                    <a:pt x="6110" y="11884"/>
                  </a:cubicBezTo>
                  <a:cubicBezTo>
                    <a:pt x="2459" y="7842"/>
                    <a:pt x="745" y="4191"/>
                    <a:pt x="0" y="0"/>
                  </a:cubicBezTo>
                  <a:close/>
                </a:path>
              </a:pathLst>
            </a:custGeom>
            <a:solidFill>
              <a:srgbClr val="6083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4364E7CD-0CF7-0BD0-D21F-5675ACD02666}"/>
                </a:ext>
              </a:extLst>
            </p:cNvPr>
            <p:cNvSpPr/>
            <p:nvPr/>
          </p:nvSpPr>
          <p:spPr>
            <a:xfrm>
              <a:off x="1937763" y="5055651"/>
              <a:ext cx="3622" cy="11213"/>
            </a:xfrm>
            <a:custGeom>
              <a:avLst/>
              <a:gdLst>
                <a:gd name="csX0" fmla="*/ 3494 w 3622"/>
                <a:gd name="csY0" fmla="*/ 11213 h 11213"/>
                <a:gd name="csX1" fmla="*/ 235 w 3622"/>
                <a:gd name="csY1" fmla="*/ 0 h 11213"/>
                <a:gd name="csX2" fmla="*/ 3494 w 3622"/>
                <a:gd name="csY2" fmla="*/ 11213 h 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22" h="11213">
                  <a:moveTo>
                    <a:pt x="3494" y="11213"/>
                  </a:moveTo>
                  <a:cubicBezTo>
                    <a:pt x="1483" y="8177"/>
                    <a:pt x="-734" y="5234"/>
                    <a:pt x="235" y="0"/>
                  </a:cubicBezTo>
                  <a:cubicBezTo>
                    <a:pt x="2861" y="4172"/>
                    <a:pt x="4034" y="7451"/>
                    <a:pt x="3494" y="11213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A45DCB02-7D73-2642-F3B8-1AD2C1242C35}"/>
                </a:ext>
              </a:extLst>
            </p:cNvPr>
            <p:cNvSpPr/>
            <p:nvPr/>
          </p:nvSpPr>
          <p:spPr>
            <a:xfrm>
              <a:off x="2055681" y="4842293"/>
              <a:ext cx="10617" cy="4497"/>
            </a:xfrm>
            <a:custGeom>
              <a:avLst/>
              <a:gdLst>
                <a:gd name="csX0" fmla="*/ 0 w 10617"/>
                <a:gd name="csY0" fmla="*/ 64 h 4497"/>
                <a:gd name="csX1" fmla="*/ 10617 w 10617"/>
                <a:gd name="csY1" fmla="*/ 4498 h 4497"/>
                <a:gd name="csX2" fmla="*/ 0 w 10617"/>
                <a:gd name="csY2" fmla="*/ 64 h 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7" h="4497">
                  <a:moveTo>
                    <a:pt x="0" y="64"/>
                  </a:moveTo>
                  <a:cubicBezTo>
                    <a:pt x="4489" y="-439"/>
                    <a:pt x="7525" y="2095"/>
                    <a:pt x="10617" y="4498"/>
                  </a:cubicBezTo>
                  <a:cubicBezTo>
                    <a:pt x="6445" y="4479"/>
                    <a:pt x="2962" y="2840"/>
                    <a:pt x="0" y="64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FC360A19-F808-1412-FD98-AB42F30079F0}"/>
                </a:ext>
              </a:extLst>
            </p:cNvPr>
            <p:cNvSpPr/>
            <p:nvPr/>
          </p:nvSpPr>
          <p:spPr>
            <a:xfrm>
              <a:off x="2014539" y="4877072"/>
              <a:ext cx="9178" cy="4224"/>
            </a:xfrm>
            <a:custGeom>
              <a:avLst/>
              <a:gdLst>
                <a:gd name="csX0" fmla="*/ 9178 w 9178"/>
                <a:gd name="csY0" fmla="*/ 3581 h 4224"/>
                <a:gd name="csX1" fmla="*/ 7875 w 9178"/>
                <a:gd name="csY1" fmla="*/ 4214 h 4224"/>
                <a:gd name="csX2" fmla="*/ 14 w 9178"/>
                <a:gd name="csY2" fmla="*/ 1216 h 4224"/>
                <a:gd name="csX3" fmla="*/ 796 w 9178"/>
                <a:gd name="csY3" fmla="*/ 42 h 4224"/>
                <a:gd name="csX4" fmla="*/ 9178 w 9178"/>
                <a:gd name="csY4" fmla="*/ 3581 h 4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78" h="4224">
                  <a:moveTo>
                    <a:pt x="9178" y="3581"/>
                  </a:moveTo>
                  <a:cubicBezTo>
                    <a:pt x="8489" y="3935"/>
                    <a:pt x="8117" y="4289"/>
                    <a:pt x="7875" y="4214"/>
                  </a:cubicBezTo>
                  <a:cubicBezTo>
                    <a:pt x="5174" y="3413"/>
                    <a:pt x="1895" y="4084"/>
                    <a:pt x="14" y="1216"/>
                  </a:cubicBezTo>
                  <a:cubicBezTo>
                    <a:pt x="-98" y="1048"/>
                    <a:pt x="480" y="79"/>
                    <a:pt x="796" y="42"/>
                  </a:cubicBezTo>
                  <a:cubicBezTo>
                    <a:pt x="4168" y="-293"/>
                    <a:pt x="6645" y="1420"/>
                    <a:pt x="9178" y="3581"/>
                  </a:cubicBezTo>
                  <a:close/>
                </a:path>
              </a:pathLst>
            </a:custGeom>
            <a:solidFill>
              <a:srgbClr val="5578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879AFE0-B2D7-A199-3389-1343F53E221A}"/>
                </a:ext>
              </a:extLst>
            </p:cNvPr>
            <p:cNvSpPr/>
            <p:nvPr/>
          </p:nvSpPr>
          <p:spPr>
            <a:xfrm>
              <a:off x="1981360" y="4928131"/>
              <a:ext cx="9052" cy="3564"/>
            </a:xfrm>
            <a:custGeom>
              <a:avLst/>
              <a:gdLst>
                <a:gd name="csX0" fmla="*/ 0 w 9052"/>
                <a:gd name="csY0" fmla="*/ 169 h 3564"/>
                <a:gd name="csX1" fmla="*/ 9053 w 9052"/>
                <a:gd name="csY1" fmla="*/ 3261 h 3564"/>
                <a:gd name="csX2" fmla="*/ 0 w 9052"/>
                <a:gd name="csY2" fmla="*/ 169 h 3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52" h="3564">
                  <a:moveTo>
                    <a:pt x="0" y="169"/>
                  </a:moveTo>
                  <a:cubicBezTo>
                    <a:pt x="4750" y="-613"/>
                    <a:pt x="6836" y="1473"/>
                    <a:pt x="9053" y="3261"/>
                  </a:cubicBezTo>
                  <a:cubicBezTo>
                    <a:pt x="5905" y="4230"/>
                    <a:pt x="3558" y="2795"/>
                    <a:pt x="0" y="169"/>
                  </a:cubicBezTo>
                  <a:close/>
                </a:path>
              </a:pathLst>
            </a:custGeom>
            <a:solidFill>
              <a:srgbClr val="5579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9D2A0CBB-E50F-3927-1AA1-89858B8587DC}"/>
                </a:ext>
              </a:extLst>
            </p:cNvPr>
            <p:cNvSpPr/>
            <p:nvPr/>
          </p:nvSpPr>
          <p:spPr>
            <a:xfrm>
              <a:off x="1558582" y="5242281"/>
              <a:ext cx="163965" cy="205329"/>
            </a:xfrm>
            <a:custGeom>
              <a:avLst/>
              <a:gdLst>
                <a:gd name="csX0" fmla="*/ 12339 w 163965"/>
                <a:gd name="csY0" fmla="*/ 205330 h 205329"/>
                <a:gd name="csX1" fmla="*/ 325 w 163965"/>
                <a:gd name="csY1" fmla="*/ 187541 h 205329"/>
                <a:gd name="csX2" fmla="*/ 23553 w 163965"/>
                <a:gd name="csY2" fmla="*/ 135443 h 205329"/>
                <a:gd name="csX3" fmla="*/ 55348 w 163965"/>
                <a:gd name="csY3" fmla="*/ 89062 h 205329"/>
                <a:gd name="csX4" fmla="*/ 87666 w 163965"/>
                <a:gd name="csY4" fmla="*/ 50189 h 205329"/>
                <a:gd name="csX5" fmla="*/ 114376 w 163965"/>
                <a:gd name="csY5" fmla="*/ 22696 h 205329"/>
                <a:gd name="csX6" fmla="*/ 138796 w 163965"/>
                <a:gd name="csY6" fmla="*/ 3044 h 205329"/>
                <a:gd name="csX7" fmla="*/ 153865 w 163965"/>
                <a:gd name="csY7" fmla="*/ 791 h 205329"/>
                <a:gd name="csX8" fmla="*/ 162489 w 163965"/>
                <a:gd name="csY8" fmla="*/ 21299 h 205329"/>
                <a:gd name="csX9" fmla="*/ 148742 w 163965"/>
                <a:gd name="csY9" fmla="*/ 38137 h 205329"/>
                <a:gd name="csX10" fmla="*/ 112551 w 163965"/>
                <a:gd name="csY10" fmla="*/ 74534 h 205329"/>
                <a:gd name="csX11" fmla="*/ 86008 w 163965"/>
                <a:gd name="csY11" fmla="*/ 108676 h 205329"/>
                <a:gd name="csX12" fmla="*/ 73453 w 163965"/>
                <a:gd name="csY12" fmla="*/ 126558 h 205329"/>
                <a:gd name="csX13" fmla="*/ 32624 w 163965"/>
                <a:gd name="csY13" fmla="*/ 191229 h 205329"/>
                <a:gd name="csX14" fmla="*/ 12339 w 163965"/>
                <a:gd name="csY14" fmla="*/ 205330 h 20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3965" h="205329">
                  <a:moveTo>
                    <a:pt x="12339" y="205330"/>
                  </a:moveTo>
                  <a:cubicBezTo>
                    <a:pt x="3827" y="205218"/>
                    <a:pt x="-1389" y="197078"/>
                    <a:pt x="325" y="187541"/>
                  </a:cubicBezTo>
                  <a:cubicBezTo>
                    <a:pt x="3808" y="168226"/>
                    <a:pt x="13122" y="151611"/>
                    <a:pt x="23553" y="135443"/>
                  </a:cubicBezTo>
                  <a:cubicBezTo>
                    <a:pt x="33741" y="119703"/>
                    <a:pt x="43856" y="103871"/>
                    <a:pt x="55348" y="89062"/>
                  </a:cubicBezTo>
                  <a:cubicBezTo>
                    <a:pt x="65667" y="75763"/>
                    <a:pt x="76992" y="63246"/>
                    <a:pt x="87666" y="50189"/>
                  </a:cubicBezTo>
                  <a:cubicBezTo>
                    <a:pt x="95787" y="40242"/>
                    <a:pt x="104988" y="31320"/>
                    <a:pt x="114376" y="22696"/>
                  </a:cubicBezTo>
                  <a:cubicBezTo>
                    <a:pt x="122050" y="15655"/>
                    <a:pt x="128812" y="7217"/>
                    <a:pt x="138796" y="3044"/>
                  </a:cubicBezTo>
                  <a:cubicBezTo>
                    <a:pt x="143546" y="1051"/>
                    <a:pt x="148277" y="-1240"/>
                    <a:pt x="153865" y="791"/>
                  </a:cubicBezTo>
                  <a:cubicBezTo>
                    <a:pt x="162154" y="3808"/>
                    <a:pt x="166419" y="13308"/>
                    <a:pt x="162489" y="21299"/>
                  </a:cubicBezTo>
                  <a:cubicBezTo>
                    <a:pt x="159229" y="27948"/>
                    <a:pt x="153976" y="33052"/>
                    <a:pt x="148742" y="38137"/>
                  </a:cubicBezTo>
                  <a:cubicBezTo>
                    <a:pt x="136467" y="50058"/>
                    <a:pt x="124360" y="62147"/>
                    <a:pt x="112551" y="74534"/>
                  </a:cubicBezTo>
                  <a:cubicBezTo>
                    <a:pt x="102511" y="85058"/>
                    <a:pt x="95656" y="97891"/>
                    <a:pt x="86008" y="108676"/>
                  </a:cubicBezTo>
                  <a:cubicBezTo>
                    <a:pt x="81183" y="114078"/>
                    <a:pt x="77775" y="120690"/>
                    <a:pt x="73453" y="126558"/>
                  </a:cubicBezTo>
                  <a:cubicBezTo>
                    <a:pt x="58235" y="147103"/>
                    <a:pt x="45402" y="169138"/>
                    <a:pt x="32624" y="191229"/>
                  </a:cubicBezTo>
                  <a:cubicBezTo>
                    <a:pt x="28433" y="198550"/>
                    <a:pt x="22193" y="205181"/>
                    <a:pt x="12339" y="205330"/>
                  </a:cubicBezTo>
                  <a:close/>
                </a:path>
              </a:pathLst>
            </a:custGeom>
            <a:solidFill>
              <a:srgbClr val="9E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EE55C36B-5638-2CCB-9D4E-03E7BE5042C9}"/>
                </a:ext>
              </a:extLst>
            </p:cNvPr>
            <p:cNvSpPr/>
            <p:nvPr/>
          </p:nvSpPr>
          <p:spPr>
            <a:xfrm>
              <a:off x="1542214" y="5389310"/>
              <a:ext cx="76268" cy="81506"/>
            </a:xfrm>
            <a:custGeom>
              <a:avLst/>
              <a:gdLst>
                <a:gd name="csX0" fmla="*/ 68383 w 76268"/>
                <a:gd name="csY0" fmla="*/ 32019 h 81506"/>
                <a:gd name="csX1" fmla="*/ 76225 w 76268"/>
                <a:gd name="csY1" fmla="*/ 40084 h 81506"/>
                <a:gd name="csX2" fmla="*/ 73449 w 76268"/>
                <a:gd name="csY2" fmla="*/ 45579 h 81506"/>
                <a:gd name="csX3" fmla="*/ 61379 w 76268"/>
                <a:gd name="csY3" fmla="*/ 56997 h 81506"/>
                <a:gd name="csX4" fmla="*/ 35618 w 76268"/>
                <a:gd name="csY4" fmla="*/ 79088 h 81506"/>
                <a:gd name="csX5" fmla="*/ 4 w 76268"/>
                <a:gd name="csY5" fmla="*/ 54278 h 81506"/>
                <a:gd name="csX6" fmla="*/ 3022 w 76268"/>
                <a:gd name="csY6" fmla="*/ 25649 h 81506"/>
                <a:gd name="csX7" fmla="*/ 14049 w 76268"/>
                <a:gd name="csY7" fmla="*/ 540 h 81506"/>
                <a:gd name="csX8" fmla="*/ 20754 w 76268"/>
                <a:gd name="csY8" fmla="*/ 1564 h 81506"/>
                <a:gd name="csX9" fmla="*/ 6933 w 76268"/>
                <a:gd name="csY9" fmla="*/ 38687 h 81506"/>
                <a:gd name="csX10" fmla="*/ 8461 w 76268"/>
                <a:gd name="csY10" fmla="*/ 60089 h 81506"/>
                <a:gd name="csX11" fmla="*/ 35525 w 76268"/>
                <a:gd name="csY11" fmla="*/ 69663 h 81506"/>
                <a:gd name="csX12" fmla="*/ 58250 w 76268"/>
                <a:gd name="csY12" fmla="*/ 48559 h 81506"/>
                <a:gd name="csX13" fmla="*/ 68383 w 76268"/>
                <a:gd name="csY13" fmla="*/ 32019 h 81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8" h="81506">
                  <a:moveTo>
                    <a:pt x="68383" y="32019"/>
                  </a:moveTo>
                  <a:cubicBezTo>
                    <a:pt x="70990" y="34701"/>
                    <a:pt x="73617" y="37383"/>
                    <a:pt x="76225" y="40084"/>
                  </a:cubicBezTo>
                  <a:cubicBezTo>
                    <a:pt x="76448" y="42506"/>
                    <a:pt x="75871" y="44238"/>
                    <a:pt x="73449" y="45579"/>
                  </a:cubicBezTo>
                  <a:cubicBezTo>
                    <a:pt x="68495" y="48317"/>
                    <a:pt x="64825" y="52378"/>
                    <a:pt x="61379" y="56997"/>
                  </a:cubicBezTo>
                  <a:cubicBezTo>
                    <a:pt x="54487" y="66199"/>
                    <a:pt x="46143" y="74953"/>
                    <a:pt x="35618" y="79088"/>
                  </a:cubicBezTo>
                  <a:cubicBezTo>
                    <a:pt x="17048" y="86409"/>
                    <a:pt x="-312" y="76816"/>
                    <a:pt x="4" y="54278"/>
                  </a:cubicBezTo>
                  <a:cubicBezTo>
                    <a:pt x="135" y="44499"/>
                    <a:pt x="936" y="34943"/>
                    <a:pt x="3022" y="25649"/>
                  </a:cubicBezTo>
                  <a:cubicBezTo>
                    <a:pt x="5015" y="16764"/>
                    <a:pt x="6244" y="7059"/>
                    <a:pt x="14049" y="540"/>
                  </a:cubicBezTo>
                  <a:cubicBezTo>
                    <a:pt x="16545" y="-801"/>
                    <a:pt x="18612" y="670"/>
                    <a:pt x="20754" y="1564"/>
                  </a:cubicBezTo>
                  <a:cubicBezTo>
                    <a:pt x="13769" y="13057"/>
                    <a:pt x="9411" y="25555"/>
                    <a:pt x="6933" y="38687"/>
                  </a:cubicBezTo>
                  <a:cubicBezTo>
                    <a:pt x="5574" y="45840"/>
                    <a:pt x="5704" y="52806"/>
                    <a:pt x="8461" y="60089"/>
                  </a:cubicBezTo>
                  <a:cubicBezTo>
                    <a:pt x="12391" y="70520"/>
                    <a:pt x="26566" y="73333"/>
                    <a:pt x="35525" y="69663"/>
                  </a:cubicBezTo>
                  <a:cubicBezTo>
                    <a:pt x="45882" y="65416"/>
                    <a:pt x="52010" y="56867"/>
                    <a:pt x="58250" y="48559"/>
                  </a:cubicBezTo>
                  <a:cubicBezTo>
                    <a:pt x="62106" y="43418"/>
                    <a:pt x="67191" y="38836"/>
                    <a:pt x="68383" y="32019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ED57F81A-604E-8C66-B223-05F963B598B4}"/>
                </a:ext>
              </a:extLst>
            </p:cNvPr>
            <p:cNvSpPr/>
            <p:nvPr/>
          </p:nvSpPr>
          <p:spPr>
            <a:xfrm>
              <a:off x="1535028" y="5371652"/>
              <a:ext cx="28126" cy="19355"/>
            </a:xfrm>
            <a:custGeom>
              <a:avLst/>
              <a:gdLst>
                <a:gd name="csX0" fmla="*/ 27977 w 28126"/>
                <a:gd name="csY0" fmla="*/ 19204 h 19355"/>
                <a:gd name="csX1" fmla="*/ 21272 w 28126"/>
                <a:gd name="csY1" fmla="*/ 18180 h 19355"/>
                <a:gd name="csX2" fmla="*/ 12033 w 28126"/>
                <a:gd name="csY2" fmla="*/ 12610 h 19355"/>
                <a:gd name="csX3" fmla="*/ 0 w 28126"/>
                <a:gd name="csY3" fmla="*/ 0 h 19355"/>
                <a:gd name="csX4" fmla="*/ 14454 w 28126"/>
                <a:gd name="csY4" fmla="*/ 10412 h 19355"/>
                <a:gd name="csX5" fmla="*/ 24606 w 28126"/>
                <a:gd name="csY5" fmla="*/ 16075 h 19355"/>
                <a:gd name="csX6" fmla="*/ 28126 w 28126"/>
                <a:gd name="csY6" fmla="*/ 18235 h 19355"/>
                <a:gd name="csX7" fmla="*/ 27977 w 28126"/>
                <a:gd name="csY7" fmla="*/ 19204 h 1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126" h="19355">
                  <a:moveTo>
                    <a:pt x="27977" y="19204"/>
                  </a:moveTo>
                  <a:cubicBezTo>
                    <a:pt x="25593" y="19781"/>
                    <a:pt x="23507" y="18552"/>
                    <a:pt x="21272" y="18180"/>
                  </a:cubicBezTo>
                  <a:cubicBezTo>
                    <a:pt x="18198" y="16317"/>
                    <a:pt x="15106" y="14454"/>
                    <a:pt x="12033" y="12610"/>
                  </a:cubicBezTo>
                  <a:cubicBezTo>
                    <a:pt x="8792" y="8177"/>
                    <a:pt x="2515" y="6668"/>
                    <a:pt x="0" y="0"/>
                  </a:cubicBezTo>
                  <a:cubicBezTo>
                    <a:pt x="5793" y="3260"/>
                    <a:pt x="9164" y="8233"/>
                    <a:pt x="14454" y="10412"/>
                  </a:cubicBezTo>
                  <a:cubicBezTo>
                    <a:pt x="17453" y="13001"/>
                    <a:pt x="20731" y="15088"/>
                    <a:pt x="24606" y="16075"/>
                  </a:cubicBezTo>
                  <a:cubicBezTo>
                    <a:pt x="25779" y="16801"/>
                    <a:pt x="26953" y="17509"/>
                    <a:pt x="28126" y="18235"/>
                  </a:cubicBezTo>
                  <a:cubicBezTo>
                    <a:pt x="28033" y="18552"/>
                    <a:pt x="27977" y="18869"/>
                    <a:pt x="27977" y="19204"/>
                  </a:cubicBezTo>
                  <a:close/>
                </a:path>
              </a:pathLst>
            </a:custGeom>
            <a:solidFill>
              <a:srgbClr val="587C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5227D210-47C8-3742-E19A-BC33AD0318CF}"/>
                </a:ext>
              </a:extLst>
            </p:cNvPr>
            <p:cNvSpPr/>
            <p:nvPr/>
          </p:nvSpPr>
          <p:spPr>
            <a:xfrm>
              <a:off x="1939419" y="5227407"/>
              <a:ext cx="120029" cy="144068"/>
            </a:xfrm>
            <a:custGeom>
              <a:avLst/>
              <a:gdLst>
                <a:gd name="csX0" fmla="*/ 70068 w 120029"/>
                <a:gd name="csY0" fmla="*/ 113753 h 144068"/>
                <a:gd name="csX1" fmla="*/ 47231 w 120029"/>
                <a:gd name="csY1" fmla="*/ 96411 h 144068"/>
                <a:gd name="csX2" fmla="*/ 36707 w 120029"/>
                <a:gd name="csY2" fmla="*/ 86371 h 144068"/>
                <a:gd name="csX3" fmla="*/ 3887 w 120029"/>
                <a:gd name="csY3" fmla="*/ 39190 h 144068"/>
                <a:gd name="csX4" fmla="*/ 14169 w 120029"/>
                <a:gd name="csY4" fmla="*/ 5290 h 144068"/>
                <a:gd name="csX5" fmla="*/ 27096 w 120029"/>
                <a:gd name="csY5" fmla="*/ 447 h 144068"/>
                <a:gd name="csX6" fmla="*/ 31753 w 120029"/>
                <a:gd name="csY6" fmla="*/ 1546 h 144068"/>
                <a:gd name="csX7" fmla="*/ 57476 w 120029"/>
                <a:gd name="csY7" fmla="*/ 23097 h 144068"/>
                <a:gd name="csX8" fmla="*/ 75749 w 120029"/>
                <a:gd name="csY8" fmla="*/ 43679 h 144068"/>
                <a:gd name="csX9" fmla="*/ 96070 w 120029"/>
                <a:gd name="csY9" fmla="*/ 77933 h 144068"/>
                <a:gd name="csX10" fmla="*/ 112332 w 120029"/>
                <a:gd name="csY10" fmla="*/ 110083 h 144068"/>
                <a:gd name="csX11" fmla="*/ 115144 w 120029"/>
                <a:gd name="csY11" fmla="*/ 114293 h 144068"/>
                <a:gd name="csX12" fmla="*/ 115945 w 120029"/>
                <a:gd name="csY12" fmla="*/ 135415 h 144068"/>
                <a:gd name="csX13" fmla="*/ 114231 w 120029"/>
                <a:gd name="csY13" fmla="*/ 138954 h 144068"/>
                <a:gd name="csX14" fmla="*/ 114325 w 120029"/>
                <a:gd name="csY14" fmla="*/ 138917 h 144068"/>
                <a:gd name="csX15" fmla="*/ 109556 w 120029"/>
                <a:gd name="csY15" fmla="*/ 140016 h 144068"/>
                <a:gd name="csX16" fmla="*/ 93575 w 120029"/>
                <a:gd name="csY16" fmla="*/ 143499 h 144068"/>
                <a:gd name="csX17" fmla="*/ 84671 w 120029"/>
                <a:gd name="csY17" fmla="*/ 137315 h 144068"/>
                <a:gd name="csX18" fmla="*/ 69956 w 120029"/>
                <a:gd name="csY18" fmla="*/ 115969 h 144068"/>
                <a:gd name="csX19" fmla="*/ 70068 w 120029"/>
                <a:gd name="csY19" fmla="*/ 113753 h 144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029" h="144068">
                  <a:moveTo>
                    <a:pt x="70068" y="113753"/>
                  </a:moveTo>
                  <a:cubicBezTo>
                    <a:pt x="59618" y="111722"/>
                    <a:pt x="53490" y="103899"/>
                    <a:pt x="47231" y="96411"/>
                  </a:cubicBezTo>
                  <a:cubicBezTo>
                    <a:pt x="44065" y="92611"/>
                    <a:pt x="39464" y="90264"/>
                    <a:pt x="36707" y="86371"/>
                  </a:cubicBezTo>
                  <a:cubicBezTo>
                    <a:pt x="25643" y="70725"/>
                    <a:pt x="13796" y="55637"/>
                    <a:pt x="3887" y="39190"/>
                  </a:cubicBezTo>
                  <a:cubicBezTo>
                    <a:pt x="-3899" y="26245"/>
                    <a:pt x="255" y="11343"/>
                    <a:pt x="14169" y="5290"/>
                  </a:cubicBezTo>
                  <a:cubicBezTo>
                    <a:pt x="18341" y="3483"/>
                    <a:pt x="23222" y="3464"/>
                    <a:pt x="27096" y="447"/>
                  </a:cubicBezTo>
                  <a:cubicBezTo>
                    <a:pt x="28679" y="-801"/>
                    <a:pt x="30262" y="894"/>
                    <a:pt x="31753" y="1546"/>
                  </a:cubicBezTo>
                  <a:cubicBezTo>
                    <a:pt x="42370" y="6258"/>
                    <a:pt x="50118" y="14640"/>
                    <a:pt x="57476" y="23097"/>
                  </a:cubicBezTo>
                  <a:cubicBezTo>
                    <a:pt x="63492" y="30007"/>
                    <a:pt x="70366" y="36135"/>
                    <a:pt x="75749" y="43679"/>
                  </a:cubicBezTo>
                  <a:cubicBezTo>
                    <a:pt x="83497" y="54557"/>
                    <a:pt x="89905" y="66162"/>
                    <a:pt x="96070" y="77933"/>
                  </a:cubicBezTo>
                  <a:cubicBezTo>
                    <a:pt x="101640" y="88569"/>
                    <a:pt x="106893" y="99373"/>
                    <a:pt x="112332" y="110083"/>
                  </a:cubicBezTo>
                  <a:cubicBezTo>
                    <a:pt x="113095" y="111573"/>
                    <a:pt x="114101" y="112970"/>
                    <a:pt x="115144" y="114293"/>
                  </a:cubicBezTo>
                  <a:cubicBezTo>
                    <a:pt x="121421" y="122209"/>
                    <a:pt x="121608" y="127276"/>
                    <a:pt x="115945" y="135415"/>
                  </a:cubicBezTo>
                  <a:cubicBezTo>
                    <a:pt x="115200" y="136477"/>
                    <a:pt x="114790" y="137762"/>
                    <a:pt x="114231" y="138954"/>
                  </a:cubicBezTo>
                  <a:cubicBezTo>
                    <a:pt x="114231" y="138954"/>
                    <a:pt x="114306" y="138917"/>
                    <a:pt x="114325" y="138917"/>
                  </a:cubicBezTo>
                  <a:cubicBezTo>
                    <a:pt x="112574" y="138582"/>
                    <a:pt x="110692" y="138824"/>
                    <a:pt x="109556" y="140016"/>
                  </a:cubicBezTo>
                  <a:cubicBezTo>
                    <a:pt x="104955" y="144915"/>
                    <a:pt x="99572" y="144356"/>
                    <a:pt x="93575" y="143499"/>
                  </a:cubicBezTo>
                  <a:cubicBezTo>
                    <a:pt x="89216" y="142866"/>
                    <a:pt x="86664" y="139811"/>
                    <a:pt x="84671" y="137315"/>
                  </a:cubicBezTo>
                  <a:cubicBezTo>
                    <a:pt x="79288" y="130591"/>
                    <a:pt x="70384" y="126102"/>
                    <a:pt x="69956" y="115969"/>
                  </a:cubicBezTo>
                  <a:cubicBezTo>
                    <a:pt x="69341" y="115168"/>
                    <a:pt x="69360" y="114442"/>
                    <a:pt x="70068" y="113753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5FA72149-56D4-DB6E-842F-C32FEE4C1095}"/>
                </a:ext>
              </a:extLst>
            </p:cNvPr>
            <p:cNvSpPr/>
            <p:nvPr/>
          </p:nvSpPr>
          <p:spPr>
            <a:xfrm>
              <a:off x="1995163" y="5341160"/>
              <a:ext cx="14323" cy="9304"/>
            </a:xfrm>
            <a:custGeom>
              <a:avLst/>
              <a:gdLst>
                <a:gd name="csX0" fmla="*/ 14324 w 14323"/>
                <a:gd name="csY0" fmla="*/ 0 h 9304"/>
                <a:gd name="csX1" fmla="*/ 14194 w 14323"/>
                <a:gd name="csY1" fmla="*/ 2179 h 9304"/>
                <a:gd name="csX2" fmla="*/ 0 w 14323"/>
                <a:gd name="csY2" fmla="*/ 9239 h 9304"/>
                <a:gd name="csX3" fmla="*/ 14324 w 14323"/>
                <a:gd name="csY3" fmla="*/ 0 h 9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323" h="9304">
                  <a:moveTo>
                    <a:pt x="14324" y="0"/>
                  </a:moveTo>
                  <a:cubicBezTo>
                    <a:pt x="14287" y="726"/>
                    <a:pt x="14249" y="1453"/>
                    <a:pt x="14194" y="2179"/>
                  </a:cubicBezTo>
                  <a:cubicBezTo>
                    <a:pt x="9313" y="4210"/>
                    <a:pt x="6352" y="9984"/>
                    <a:pt x="0" y="9239"/>
                  </a:cubicBezTo>
                  <a:cubicBezTo>
                    <a:pt x="4266" y="5364"/>
                    <a:pt x="8829" y="1993"/>
                    <a:pt x="14324" y="0"/>
                  </a:cubicBezTo>
                  <a:close/>
                </a:path>
              </a:pathLst>
            </a:custGeom>
            <a:solidFill>
              <a:srgbClr val="4E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8318E921-17ED-8A91-0899-76EAA33A3A07}"/>
                </a:ext>
              </a:extLst>
            </p:cNvPr>
            <p:cNvSpPr/>
            <p:nvPr/>
          </p:nvSpPr>
          <p:spPr>
            <a:xfrm>
              <a:off x="1949658" y="5289766"/>
              <a:ext cx="6848" cy="8459"/>
            </a:xfrm>
            <a:custGeom>
              <a:avLst/>
              <a:gdLst>
                <a:gd name="csX0" fmla="*/ 0 w 6848"/>
                <a:gd name="csY0" fmla="*/ 8460 h 8459"/>
                <a:gd name="csX1" fmla="*/ 4117 w 6848"/>
                <a:gd name="csY1" fmla="*/ 1344 h 8459"/>
                <a:gd name="csX2" fmla="*/ 6147 w 6848"/>
                <a:gd name="csY2" fmla="*/ 227 h 8459"/>
                <a:gd name="csX3" fmla="*/ 6557 w 6848"/>
                <a:gd name="csY3" fmla="*/ 2760 h 8459"/>
                <a:gd name="csX4" fmla="*/ 0 w 6848"/>
                <a:gd name="csY4" fmla="*/ 8460 h 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48" h="8459">
                  <a:moveTo>
                    <a:pt x="0" y="8460"/>
                  </a:moveTo>
                  <a:cubicBezTo>
                    <a:pt x="1378" y="6094"/>
                    <a:pt x="2775" y="3729"/>
                    <a:pt x="4117" y="1344"/>
                  </a:cubicBezTo>
                  <a:cubicBezTo>
                    <a:pt x="4582" y="506"/>
                    <a:pt x="5066" y="-444"/>
                    <a:pt x="6147" y="227"/>
                  </a:cubicBezTo>
                  <a:cubicBezTo>
                    <a:pt x="7041" y="786"/>
                    <a:pt x="6966" y="1903"/>
                    <a:pt x="6557" y="2760"/>
                  </a:cubicBezTo>
                  <a:cubicBezTo>
                    <a:pt x="5271" y="5479"/>
                    <a:pt x="3353" y="7659"/>
                    <a:pt x="0" y="8460"/>
                  </a:cubicBezTo>
                  <a:close/>
                </a:path>
              </a:pathLst>
            </a:custGeom>
            <a:solidFill>
              <a:srgbClr val="4E6D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C15CE1EF-4C4E-30D8-A1E1-A356071AD163}"/>
                </a:ext>
              </a:extLst>
            </p:cNvPr>
            <p:cNvSpPr/>
            <p:nvPr/>
          </p:nvSpPr>
          <p:spPr>
            <a:xfrm>
              <a:off x="2005743" y="5242256"/>
              <a:ext cx="7737" cy="6237"/>
            </a:xfrm>
            <a:custGeom>
              <a:avLst/>
              <a:gdLst>
                <a:gd name="csX0" fmla="*/ 2515 w 7737"/>
                <a:gd name="csY0" fmla="*/ 2679 h 6237"/>
                <a:gd name="csX1" fmla="*/ 7693 w 7737"/>
                <a:gd name="csY1" fmla="*/ 71 h 6237"/>
                <a:gd name="csX2" fmla="*/ 3781 w 7737"/>
                <a:gd name="csY2" fmla="*/ 5268 h 6237"/>
                <a:gd name="csX3" fmla="*/ 0 w 7737"/>
                <a:gd name="csY3" fmla="*/ 5938 h 6237"/>
                <a:gd name="csX4" fmla="*/ 2515 w 7737"/>
                <a:gd name="csY4" fmla="*/ 2679 h 6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37" h="6237">
                  <a:moveTo>
                    <a:pt x="2515" y="2679"/>
                  </a:moveTo>
                  <a:cubicBezTo>
                    <a:pt x="4601" y="2623"/>
                    <a:pt x="5066" y="-506"/>
                    <a:pt x="7693" y="71"/>
                  </a:cubicBezTo>
                  <a:cubicBezTo>
                    <a:pt x="8158" y="3182"/>
                    <a:pt x="4880" y="3442"/>
                    <a:pt x="3781" y="5268"/>
                  </a:cubicBezTo>
                  <a:cubicBezTo>
                    <a:pt x="2552" y="5510"/>
                    <a:pt x="1527" y="6814"/>
                    <a:pt x="0" y="5938"/>
                  </a:cubicBezTo>
                  <a:cubicBezTo>
                    <a:pt x="112" y="4299"/>
                    <a:pt x="1453" y="3591"/>
                    <a:pt x="2515" y="2679"/>
                  </a:cubicBezTo>
                  <a:close/>
                </a:path>
              </a:pathLst>
            </a:custGeom>
            <a:solidFill>
              <a:srgbClr val="4D6D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66FEB40D-993A-5EEF-9DFB-AC2B0B0E1935}"/>
                </a:ext>
              </a:extLst>
            </p:cNvPr>
            <p:cNvSpPr/>
            <p:nvPr/>
          </p:nvSpPr>
          <p:spPr>
            <a:xfrm>
              <a:off x="1580906" y="5295301"/>
              <a:ext cx="28579" cy="16745"/>
            </a:xfrm>
            <a:custGeom>
              <a:avLst/>
              <a:gdLst>
                <a:gd name="csX0" fmla="*/ 28517 w 28579"/>
                <a:gd name="csY0" fmla="*/ 15367 h 16745"/>
                <a:gd name="csX1" fmla="*/ 26264 w 28579"/>
                <a:gd name="csY1" fmla="*/ 16745 h 16745"/>
                <a:gd name="csX2" fmla="*/ 0 w 28579"/>
                <a:gd name="csY2" fmla="*/ 0 h 16745"/>
                <a:gd name="csX3" fmla="*/ 28517 w 28579"/>
                <a:gd name="csY3" fmla="*/ 15367 h 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79" h="16745">
                  <a:moveTo>
                    <a:pt x="28517" y="15367"/>
                  </a:moveTo>
                  <a:cubicBezTo>
                    <a:pt x="28964" y="17788"/>
                    <a:pt x="26878" y="16056"/>
                    <a:pt x="26264" y="16745"/>
                  </a:cubicBezTo>
                  <a:cubicBezTo>
                    <a:pt x="16410" y="12945"/>
                    <a:pt x="6761" y="8810"/>
                    <a:pt x="0" y="0"/>
                  </a:cubicBezTo>
                  <a:cubicBezTo>
                    <a:pt x="9500" y="5141"/>
                    <a:pt x="18254" y="11660"/>
                    <a:pt x="28517" y="15367"/>
                  </a:cubicBezTo>
                  <a:close/>
                </a:path>
              </a:pathLst>
            </a:custGeom>
            <a:solidFill>
              <a:srgbClr val="5C82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69E087AF-C493-020D-97E6-13B60AF728A7}"/>
                </a:ext>
              </a:extLst>
            </p:cNvPr>
            <p:cNvSpPr/>
            <p:nvPr/>
          </p:nvSpPr>
          <p:spPr>
            <a:xfrm>
              <a:off x="1630583" y="5254658"/>
              <a:ext cx="17360" cy="9855"/>
            </a:xfrm>
            <a:custGeom>
              <a:avLst/>
              <a:gdLst>
                <a:gd name="csX0" fmla="*/ 17360 w 17360"/>
                <a:gd name="csY0" fmla="*/ 8605 h 9855"/>
                <a:gd name="csX1" fmla="*/ 14436 w 17360"/>
                <a:gd name="csY1" fmla="*/ 9704 h 9855"/>
                <a:gd name="csX2" fmla="*/ 0 w 17360"/>
                <a:gd name="csY2" fmla="*/ 0 h 9855"/>
                <a:gd name="csX3" fmla="*/ 17267 w 17360"/>
                <a:gd name="csY3" fmla="*/ 8550 h 9855"/>
                <a:gd name="csX4" fmla="*/ 17360 w 17360"/>
                <a:gd name="csY4" fmla="*/ 8605 h 9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60" h="9855">
                  <a:moveTo>
                    <a:pt x="17360" y="8605"/>
                  </a:moveTo>
                  <a:cubicBezTo>
                    <a:pt x="16689" y="9779"/>
                    <a:pt x="15516" y="10077"/>
                    <a:pt x="14436" y="9704"/>
                  </a:cubicBezTo>
                  <a:cubicBezTo>
                    <a:pt x="8829" y="7786"/>
                    <a:pt x="4116" y="4396"/>
                    <a:pt x="0" y="0"/>
                  </a:cubicBezTo>
                  <a:cubicBezTo>
                    <a:pt x="5756" y="2850"/>
                    <a:pt x="11511" y="5700"/>
                    <a:pt x="17267" y="8550"/>
                  </a:cubicBezTo>
                  <a:cubicBezTo>
                    <a:pt x="17286" y="8568"/>
                    <a:pt x="17360" y="8605"/>
                    <a:pt x="17360" y="8605"/>
                  </a:cubicBezTo>
                  <a:close/>
                </a:path>
              </a:pathLst>
            </a:custGeom>
            <a:solidFill>
              <a:srgbClr val="60893C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C1400E1D-4451-A88D-18D0-9C77A4D3E99C}"/>
                </a:ext>
              </a:extLst>
            </p:cNvPr>
            <p:cNvSpPr/>
            <p:nvPr/>
          </p:nvSpPr>
          <p:spPr>
            <a:xfrm>
              <a:off x="2043816" y="5295488"/>
              <a:ext cx="5303" cy="7655"/>
            </a:xfrm>
            <a:custGeom>
              <a:avLst/>
              <a:gdLst>
                <a:gd name="csX0" fmla="*/ 0 w 5303"/>
                <a:gd name="csY0" fmla="*/ 7656 h 7655"/>
                <a:gd name="csX1" fmla="*/ 4657 w 5303"/>
                <a:gd name="csY1" fmla="*/ 0 h 7655"/>
                <a:gd name="csX2" fmla="*/ 0 w 5303"/>
                <a:gd name="csY2" fmla="*/ 7656 h 7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03" h="7655">
                  <a:moveTo>
                    <a:pt x="0" y="7656"/>
                  </a:moveTo>
                  <a:cubicBezTo>
                    <a:pt x="1546" y="5104"/>
                    <a:pt x="3111" y="2552"/>
                    <a:pt x="4657" y="0"/>
                  </a:cubicBezTo>
                  <a:cubicBezTo>
                    <a:pt x="6799" y="4713"/>
                    <a:pt x="3204" y="6072"/>
                    <a:pt x="0" y="7656"/>
                  </a:cubicBezTo>
                  <a:close/>
                </a:path>
              </a:pathLst>
            </a:custGeom>
            <a:solidFill>
              <a:srgbClr val="4D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17F6374A-996C-E91C-6A1E-5268EDE0B1F6}"/>
                </a:ext>
              </a:extLst>
            </p:cNvPr>
            <p:cNvSpPr/>
            <p:nvPr/>
          </p:nvSpPr>
          <p:spPr>
            <a:xfrm>
              <a:off x="1783022" y="4852956"/>
              <a:ext cx="63955" cy="143648"/>
            </a:xfrm>
            <a:custGeom>
              <a:avLst/>
              <a:gdLst>
                <a:gd name="csX0" fmla="*/ 6279 w 63955"/>
                <a:gd name="csY0" fmla="*/ 0 h 143648"/>
                <a:gd name="csX1" fmla="*/ 26508 w 63955"/>
                <a:gd name="csY1" fmla="*/ 22259 h 143648"/>
                <a:gd name="csX2" fmla="*/ 62122 w 63955"/>
                <a:gd name="csY2" fmla="*/ 120775 h 143648"/>
                <a:gd name="csX3" fmla="*/ 63705 w 63955"/>
                <a:gd name="csY3" fmla="*/ 143649 h 143648"/>
                <a:gd name="csX4" fmla="*/ 39956 w 63955"/>
                <a:gd name="csY4" fmla="*/ 120328 h 143648"/>
                <a:gd name="csX5" fmla="*/ 32170 w 63955"/>
                <a:gd name="csY5" fmla="*/ 91047 h 143648"/>
                <a:gd name="csX6" fmla="*/ 11681 w 63955"/>
                <a:gd name="csY6" fmla="*/ 39433 h 143648"/>
                <a:gd name="csX7" fmla="*/ 1194 w 63955"/>
                <a:gd name="csY7" fmla="*/ 16373 h 143648"/>
                <a:gd name="csX8" fmla="*/ 6279 w 63955"/>
                <a:gd name="csY8" fmla="*/ 0 h 143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955" h="143648">
                  <a:moveTo>
                    <a:pt x="6279" y="0"/>
                  </a:moveTo>
                  <a:cubicBezTo>
                    <a:pt x="15369" y="5271"/>
                    <a:pt x="21218" y="13728"/>
                    <a:pt x="26508" y="22259"/>
                  </a:cubicBezTo>
                  <a:cubicBezTo>
                    <a:pt x="45284" y="52546"/>
                    <a:pt x="56366" y="85776"/>
                    <a:pt x="62122" y="120775"/>
                  </a:cubicBezTo>
                  <a:cubicBezTo>
                    <a:pt x="63351" y="128226"/>
                    <a:pt x="64469" y="135937"/>
                    <a:pt x="63705" y="143649"/>
                  </a:cubicBezTo>
                  <a:cubicBezTo>
                    <a:pt x="49400" y="142382"/>
                    <a:pt x="44818" y="131150"/>
                    <a:pt x="39956" y="120328"/>
                  </a:cubicBezTo>
                  <a:cubicBezTo>
                    <a:pt x="35765" y="111015"/>
                    <a:pt x="35356" y="100677"/>
                    <a:pt x="32170" y="91047"/>
                  </a:cubicBezTo>
                  <a:cubicBezTo>
                    <a:pt x="26322" y="73445"/>
                    <a:pt x="20789" y="55750"/>
                    <a:pt x="11681" y="39433"/>
                  </a:cubicBezTo>
                  <a:cubicBezTo>
                    <a:pt x="7565" y="32056"/>
                    <a:pt x="3709" y="24494"/>
                    <a:pt x="1194" y="16373"/>
                  </a:cubicBezTo>
                  <a:cubicBezTo>
                    <a:pt x="-1376" y="8103"/>
                    <a:pt x="151" y="3390"/>
                    <a:pt x="6279" y="0"/>
                  </a:cubicBezTo>
                  <a:close/>
                </a:path>
              </a:pathLst>
            </a:custGeom>
            <a:solidFill>
              <a:srgbClr val="9F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B80B7D53-D7B9-F9F5-40BB-C7B24E28CA63}"/>
                </a:ext>
              </a:extLst>
            </p:cNvPr>
            <p:cNvSpPr/>
            <p:nvPr/>
          </p:nvSpPr>
          <p:spPr>
            <a:xfrm>
              <a:off x="1684742" y="5032650"/>
              <a:ext cx="49805" cy="30693"/>
            </a:xfrm>
            <a:custGeom>
              <a:avLst/>
              <a:gdLst>
                <a:gd name="csX0" fmla="*/ 46555 w 49805"/>
                <a:gd name="csY0" fmla="*/ 30694 h 30693"/>
                <a:gd name="csX1" fmla="*/ 2559 w 49805"/>
                <a:gd name="csY1" fmla="*/ 6162 h 30693"/>
                <a:gd name="csX2" fmla="*/ 454 w 49805"/>
                <a:gd name="csY2" fmla="*/ 1021 h 30693"/>
                <a:gd name="csX3" fmla="*/ 6750 w 49805"/>
                <a:gd name="csY3" fmla="*/ 1319 h 30693"/>
                <a:gd name="csX4" fmla="*/ 26625 w 49805"/>
                <a:gd name="csY4" fmla="*/ 11713 h 30693"/>
                <a:gd name="csX5" fmla="*/ 47803 w 49805"/>
                <a:gd name="csY5" fmla="*/ 25534 h 30693"/>
                <a:gd name="csX6" fmla="*/ 46555 w 49805"/>
                <a:gd name="csY6" fmla="*/ 30694 h 30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805" h="30693">
                  <a:moveTo>
                    <a:pt x="46555" y="30694"/>
                  </a:moveTo>
                  <a:cubicBezTo>
                    <a:pt x="30704" y="24659"/>
                    <a:pt x="15877" y="16761"/>
                    <a:pt x="2559" y="6162"/>
                  </a:cubicBezTo>
                  <a:cubicBezTo>
                    <a:pt x="2745" y="4020"/>
                    <a:pt x="-1334" y="3219"/>
                    <a:pt x="454" y="1021"/>
                  </a:cubicBezTo>
                  <a:cubicBezTo>
                    <a:pt x="2187" y="-1139"/>
                    <a:pt x="4664" y="705"/>
                    <a:pt x="6750" y="1319"/>
                  </a:cubicBezTo>
                  <a:cubicBezTo>
                    <a:pt x="14070" y="3443"/>
                    <a:pt x="20515" y="7429"/>
                    <a:pt x="26625" y="11713"/>
                  </a:cubicBezTo>
                  <a:cubicBezTo>
                    <a:pt x="33535" y="16575"/>
                    <a:pt x="41508" y="19760"/>
                    <a:pt x="47803" y="25534"/>
                  </a:cubicBezTo>
                  <a:cubicBezTo>
                    <a:pt x="50392" y="27918"/>
                    <a:pt x="50951" y="29911"/>
                    <a:pt x="46555" y="30694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32C567B4-779C-810F-872D-DC0D7AEAE993}"/>
                </a:ext>
              </a:extLst>
            </p:cNvPr>
            <p:cNvSpPr/>
            <p:nvPr/>
          </p:nvSpPr>
          <p:spPr>
            <a:xfrm>
              <a:off x="1679505" y="5039517"/>
              <a:ext cx="40634" cy="26684"/>
            </a:xfrm>
            <a:custGeom>
              <a:avLst/>
              <a:gdLst>
                <a:gd name="csX0" fmla="*/ 3493 w 40634"/>
                <a:gd name="csY0" fmla="*/ 3 h 26684"/>
                <a:gd name="csX1" fmla="*/ 40635 w 40634"/>
                <a:gd name="csY1" fmla="*/ 22802 h 26684"/>
                <a:gd name="csX2" fmla="*/ 32812 w 40634"/>
                <a:gd name="csY2" fmla="*/ 25671 h 26684"/>
                <a:gd name="csX3" fmla="*/ 6381 w 40634"/>
                <a:gd name="csY3" fmla="*/ 11533 h 26684"/>
                <a:gd name="csX4" fmla="*/ 606 w 40634"/>
                <a:gd name="csY4" fmla="*/ 4716 h 26684"/>
                <a:gd name="csX5" fmla="*/ 3493 w 40634"/>
                <a:gd name="csY5" fmla="*/ 3 h 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0634" h="26684">
                  <a:moveTo>
                    <a:pt x="3493" y="3"/>
                  </a:moveTo>
                  <a:cubicBezTo>
                    <a:pt x="14837" y="9298"/>
                    <a:pt x="27727" y="16060"/>
                    <a:pt x="40635" y="22802"/>
                  </a:cubicBezTo>
                  <a:cubicBezTo>
                    <a:pt x="39909" y="28707"/>
                    <a:pt x="35177" y="26286"/>
                    <a:pt x="32812" y="25671"/>
                  </a:cubicBezTo>
                  <a:cubicBezTo>
                    <a:pt x="22940" y="23119"/>
                    <a:pt x="13813" y="18779"/>
                    <a:pt x="6381" y="11533"/>
                  </a:cubicBezTo>
                  <a:cubicBezTo>
                    <a:pt x="4257" y="9466"/>
                    <a:pt x="1798" y="7622"/>
                    <a:pt x="606" y="4716"/>
                  </a:cubicBezTo>
                  <a:cubicBezTo>
                    <a:pt x="-604" y="1754"/>
                    <a:pt x="-176" y="-90"/>
                    <a:pt x="3493" y="3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2EAD97C6-B927-6621-0771-F8EC5786E481}"/>
                </a:ext>
              </a:extLst>
            </p:cNvPr>
            <p:cNvSpPr/>
            <p:nvPr/>
          </p:nvSpPr>
          <p:spPr>
            <a:xfrm>
              <a:off x="2039386" y="5151487"/>
              <a:ext cx="284050" cy="86928"/>
            </a:xfrm>
            <a:custGeom>
              <a:avLst/>
              <a:gdLst>
                <a:gd name="csX0" fmla="*/ 25441 w 284050"/>
                <a:gd name="csY0" fmla="*/ 16762 h 86928"/>
                <a:gd name="csX1" fmla="*/ 4840 w 284050"/>
                <a:gd name="csY1" fmla="*/ 15719 h 86928"/>
                <a:gd name="csX2" fmla="*/ 220 w 284050"/>
                <a:gd name="csY2" fmla="*/ 14825 h 86928"/>
                <a:gd name="csX3" fmla="*/ 2437 w 284050"/>
                <a:gd name="csY3" fmla="*/ 9405 h 86928"/>
                <a:gd name="csX4" fmla="*/ 22740 w 284050"/>
                <a:gd name="csY4" fmla="*/ 1190 h 86928"/>
                <a:gd name="csX5" fmla="*/ 48799 w 284050"/>
                <a:gd name="csY5" fmla="*/ 54 h 86928"/>
                <a:gd name="csX6" fmla="*/ 79533 w 284050"/>
                <a:gd name="csY6" fmla="*/ 2401 h 86928"/>
                <a:gd name="csX7" fmla="*/ 106150 w 284050"/>
                <a:gd name="csY7" fmla="*/ 5922 h 86928"/>
                <a:gd name="csX8" fmla="*/ 141522 w 284050"/>
                <a:gd name="csY8" fmla="*/ 14751 h 86928"/>
                <a:gd name="csX9" fmla="*/ 206566 w 284050"/>
                <a:gd name="csY9" fmla="*/ 34234 h 86928"/>
                <a:gd name="csX10" fmla="*/ 243689 w 284050"/>
                <a:gd name="csY10" fmla="*/ 51799 h 86928"/>
                <a:gd name="csX11" fmla="*/ 278447 w 284050"/>
                <a:gd name="csY11" fmla="*/ 75474 h 86928"/>
                <a:gd name="csX12" fmla="*/ 283215 w 284050"/>
                <a:gd name="csY12" fmla="*/ 81564 h 86928"/>
                <a:gd name="csX13" fmla="*/ 279881 w 284050"/>
                <a:gd name="csY13" fmla="*/ 86929 h 86928"/>
                <a:gd name="csX14" fmla="*/ 276416 w 284050"/>
                <a:gd name="csY14" fmla="*/ 85215 h 86928"/>
                <a:gd name="csX15" fmla="*/ 228211 w 284050"/>
                <a:gd name="csY15" fmla="*/ 58840 h 86928"/>
                <a:gd name="csX16" fmla="*/ 146514 w 284050"/>
                <a:gd name="csY16" fmla="*/ 35016 h 86928"/>
                <a:gd name="csX17" fmla="*/ 65376 w 284050"/>
                <a:gd name="csY17" fmla="*/ 21680 h 86928"/>
                <a:gd name="csX18" fmla="*/ 31196 w 284050"/>
                <a:gd name="csY18" fmla="*/ 18327 h 86928"/>
                <a:gd name="csX19" fmla="*/ 25441 w 284050"/>
                <a:gd name="csY19" fmla="*/ 16762 h 8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4050" h="86928">
                  <a:moveTo>
                    <a:pt x="25441" y="16762"/>
                  </a:moveTo>
                  <a:cubicBezTo>
                    <a:pt x="18661" y="14490"/>
                    <a:pt x="11694" y="16371"/>
                    <a:pt x="4840" y="15719"/>
                  </a:cubicBezTo>
                  <a:cubicBezTo>
                    <a:pt x="3238" y="15570"/>
                    <a:pt x="947" y="16613"/>
                    <a:pt x="220" y="14825"/>
                  </a:cubicBezTo>
                  <a:cubicBezTo>
                    <a:pt x="-618" y="12795"/>
                    <a:pt x="1114" y="10895"/>
                    <a:pt x="2437" y="9405"/>
                  </a:cubicBezTo>
                  <a:cubicBezTo>
                    <a:pt x="7838" y="3370"/>
                    <a:pt x="15308" y="1935"/>
                    <a:pt x="22740" y="1190"/>
                  </a:cubicBezTo>
                  <a:cubicBezTo>
                    <a:pt x="31383" y="315"/>
                    <a:pt x="40137" y="-169"/>
                    <a:pt x="48799" y="54"/>
                  </a:cubicBezTo>
                  <a:cubicBezTo>
                    <a:pt x="59062" y="334"/>
                    <a:pt x="69307" y="1414"/>
                    <a:pt x="79533" y="2401"/>
                  </a:cubicBezTo>
                  <a:cubicBezTo>
                    <a:pt x="88436" y="3258"/>
                    <a:pt x="97377" y="4432"/>
                    <a:pt x="106150" y="5922"/>
                  </a:cubicBezTo>
                  <a:cubicBezTo>
                    <a:pt x="118090" y="7933"/>
                    <a:pt x="129843" y="11398"/>
                    <a:pt x="141522" y="14751"/>
                  </a:cubicBezTo>
                  <a:cubicBezTo>
                    <a:pt x="163278" y="21009"/>
                    <a:pt x="185034" y="27268"/>
                    <a:pt x="206566" y="34234"/>
                  </a:cubicBezTo>
                  <a:cubicBezTo>
                    <a:pt x="219605" y="38462"/>
                    <a:pt x="232010" y="44646"/>
                    <a:pt x="243689" y="51799"/>
                  </a:cubicBezTo>
                  <a:cubicBezTo>
                    <a:pt x="255629" y="59119"/>
                    <a:pt x="267327" y="66868"/>
                    <a:pt x="278447" y="75474"/>
                  </a:cubicBezTo>
                  <a:cubicBezTo>
                    <a:pt x="280663" y="77187"/>
                    <a:pt x="282042" y="79199"/>
                    <a:pt x="283215" y="81564"/>
                  </a:cubicBezTo>
                  <a:cubicBezTo>
                    <a:pt x="285041" y="85197"/>
                    <a:pt x="283848" y="86910"/>
                    <a:pt x="279881" y="86929"/>
                  </a:cubicBezTo>
                  <a:cubicBezTo>
                    <a:pt x="278465" y="86910"/>
                    <a:pt x="277385" y="86109"/>
                    <a:pt x="276416" y="85215"/>
                  </a:cubicBezTo>
                  <a:cubicBezTo>
                    <a:pt x="262614" y="72288"/>
                    <a:pt x="245366" y="65639"/>
                    <a:pt x="228211" y="58840"/>
                  </a:cubicBezTo>
                  <a:cubicBezTo>
                    <a:pt x="201742" y="48335"/>
                    <a:pt x="174212" y="41275"/>
                    <a:pt x="146514" y="35016"/>
                  </a:cubicBezTo>
                  <a:cubicBezTo>
                    <a:pt x="119748" y="28981"/>
                    <a:pt x="92683" y="24604"/>
                    <a:pt x="65376" y="21680"/>
                  </a:cubicBezTo>
                  <a:cubicBezTo>
                    <a:pt x="53995" y="20450"/>
                    <a:pt x="42559" y="19780"/>
                    <a:pt x="31196" y="18327"/>
                  </a:cubicBezTo>
                  <a:cubicBezTo>
                    <a:pt x="29296" y="18085"/>
                    <a:pt x="27005" y="18644"/>
                    <a:pt x="25441" y="16762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C79FC412-86A1-A3A6-8FE3-B2819F11896D}"/>
                </a:ext>
              </a:extLst>
            </p:cNvPr>
            <p:cNvSpPr/>
            <p:nvPr/>
          </p:nvSpPr>
          <p:spPr>
            <a:xfrm>
              <a:off x="2041370" y="5170294"/>
              <a:ext cx="272178" cy="70945"/>
            </a:xfrm>
            <a:custGeom>
              <a:avLst/>
              <a:gdLst>
                <a:gd name="csX0" fmla="*/ 272178 w 272178"/>
                <a:gd name="csY0" fmla="*/ 67879 h 70945"/>
                <a:gd name="csX1" fmla="*/ 258171 w 272178"/>
                <a:gd name="csY1" fmla="*/ 69555 h 70945"/>
                <a:gd name="csX2" fmla="*/ 203353 w 272178"/>
                <a:gd name="csY2" fmla="*/ 52922 h 70945"/>
                <a:gd name="csX3" fmla="*/ 139706 w 272178"/>
                <a:gd name="csY3" fmla="*/ 32600 h 70945"/>
                <a:gd name="csX4" fmla="*/ 68477 w 272178"/>
                <a:gd name="csY4" fmla="*/ 17680 h 70945"/>
                <a:gd name="csX5" fmla="*/ 32397 w 272178"/>
                <a:gd name="csY5" fmla="*/ 13694 h 70945"/>
                <a:gd name="csX6" fmla="*/ 3638 w 272178"/>
                <a:gd name="csY6" fmla="*/ 7398 h 70945"/>
                <a:gd name="csX7" fmla="*/ 99 w 272178"/>
                <a:gd name="csY7" fmla="*/ 2928 h 70945"/>
                <a:gd name="csX8" fmla="*/ 4998 w 272178"/>
                <a:gd name="csY8" fmla="*/ 1531 h 70945"/>
                <a:gd name="csX9" fmla="*/ 28132 w 272178"/>
                <a:gd name="csY9" fmla="*/ 1400 h 70945"/>
                <a:gd name="csX10" fmla="*/ 35676 w 272178"/>
                <a:gd name="csY10" fmla="*/ 451 h 70945"/>
                <a:gd name="csX11" fmla="*/ 46945 w 272178"/>
                <a:gd name="csY11" fmla="*/ 1084 h 70945"/>
                <a:gd name="csX12" fmla="*/ 130448 w 272178"/>
                <a:gd name="csY12" fmla="*/ 13396 h 70945"/>
                <a:gd name="csX13" fmla="*/ 228424 w 272178"/>
                <a:gd name="csY13" fmla="*/ 40516 h 70945"/>
                <a:gd name="csX14" fmla="*/ 263703 w 272178"/>
                <a:gd name="csY14" fmla="*/ 57970 h 70945"/>
                <a:gd name="csX15" fmla="*/ 272178 w 272178"/>
                <a:gd name="csY15" fmla="*/ 67879 h 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72178" h="70945">
                  <a:moveTo>
                    <a:pt x="272178" y="67879"/>
                  </a:moveTo>
                  <a:cubicBezTo>
                    <a:pt x="268025" y="72517"/>
                    <a:pt x="262716" y="70859"/>
                    <a:pt x="258171" y="69555"/>
                  </a:cubicBezTo>
                  <a:cubicBezTo>
                    <a:pt x="239805" y="64303"/>
                    <a:pt x="221514" y="58789"/>
                    <a:pt x="203353" y="52922"/>
                  </a:cubicBezTo>
                  <a:cubicBezTo>
                    <a:pt x="182156" y="46086"/>
                    <a:pt x="161406" y="37797"/>
                    <a:pt x="139706" y="32600"/>
                  </a:cubicBezTo>
                  <a:cubicBezTo>
                    <a:pt x="116106" y="26956"/>
                    <a:pt x="92562" y="20828"/>
                    <a:pt x="68477" y="17680"/>
                  </a:cubicBezTo>
                  <a:cubicBezTo>
                    <a:pt x="56519" y="16116"/>
                    <a:pt x="44523" y="14402"/>
                    <a:pt x="32397" y="13694"/>
                  </a:cubicBezTo>
                  <a:cubicBezTo>
                    <a:pt x="22637" y="13117"/>
                    <a:pt x="12486" y="12875"/>
                    <a:pt x="3638" y="7398"/>
                  </a:cubicBezTo>
                  <a:cubicBezTo>
                    <a:pt x="1868" y="6299"/>
                    <a:pt x="-516" y="5312"/>
                    <a:pt x="99" y="2928"/>
                  </a:cubicBezTo>
                  <a:cubicBezTo>
                    <a:pt x="713" y="525"/>
                    <a:pt x="3284" y="1568"/>
                    <a:pt x="4998" y="1531"/>
                  </a:cubicBezTo>
                  <a:cubicBezTo>
                    <a:pt x="12709" y="1400"/>
                    <a:pt x="20420" y="1419"/>
                    <a:pt x="28132" y="1400"/>
                  </a:cubicBezTo>
                  <a:cubicBezTo>
                    <a:pt x="30442" y="-630"/>
                    <a:pt x="33068" y="22"/>
                    <a:pt x="35676" y="451"/>
                  </a:cubicBezTo>
                  <a:cubicBezTo>
                    <a:pt x="39382" y="1475"/>
                    <a:pt x="43182" y="953"/>
                    <a:pt x="46945" y="1084"/>
                  </a:cubicBezTo>
                  <a:cubicBezTo>
                    <a:pt x="74903" y="4399"/>
                    <a:pt x="102862" y="7696"/>
                    <a:pt x="130448" y="13396"/>
                  </a:cubicBezTo>
                  <a:cubicBezTo>
                    <a:pt x="163715" y="20251"/>
                    <a:pt x="196685" y="28186"/>
                    <a:pt x="228424" y="40516"/>
                  </a:cubicBezTo>
                  <a:cubicBezTo>
                    <a:pt x="240681" y="45285"/>
                    <a:pt x="252788" y="50482"/>
                    <a:pt x="263703" y="57970"/>
                  </a:cubicBezTo>
                  <a:cubicBezTo>
                    <a:pt x="267336" y="60428"/>
                    <a:pt x="271359" y="62868"/>
                    <a:pt x="272178" y="67879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DD7BB74F-2A58-AEC8-B832-99669D95D2DE}"/>
                </a:ext>
              </a:extLst>
            </p:cNvPr>
            <p:cNvSpPr/>
            <p:nvPr/>
          </p:nvSpPr>
          <p:spPr>
            <a:xfrm>
              <a:off x="2033925" y="5168113"/>
              <a:ext cx="285341" cy="72641"/>
            </a:xfrm>
            <a:custGeom>
              <a:avLst/>
              <a:gdLst>
                <a:gd name="csX0" fmla="*/ 279623 w 285341"/>
                <a:gd name="csY0" fmla="*/ 70060 h 72641"/>
                <a:gd name="csX1" fmla="*/ 252596 w 285341"/>
                <a:gd name="csY1" fmla="*/ 51247 h 72641"/>
                <a:gd name="csX2" fmla="*/ 182970 w 285341"/>
                <a:gd name="csY2" fmla="*/ 27349 h 72641"/>
                <a:gd name="csX3" fmla="*/ 123979 w 285341"/>
                <a:gd name="csY3" fmla="*/ 14236 h 72641"/>
                <a:gd name="csX4" fmla="*/ 72905 w 285341"/>
                <a:gd name="csY4" fmla="*/ 7084 h 72641"/>
                <a:gd name="csX5" fmla="*/ 54818 w 285341"/>
                <a:gd name="csY5" fmla="*/ 4718 h 72641"/>
                <a:gd name="csX6" fmla="*/ 43344 w 285341"/>
                <a:gd name="csY6" fmla="*/ 3693 h 72641"/>
                <a:gd name="csX7" fmla="*/ 35577 w 285341"/>
                <a:gd name="csY7" fmla="*/ 3563 h 72641"/>
                <a:gd name="csX8" fmla="*/ 8084 w 285341"/>
                <a:gd name="csY8" fmla="*/ 2483 h 72641"/>
                <a:gd name="csX9" fmla="*/ 0 w 285341"/>
                <a:gd name="csY9" fmla="*/ 844 h 72641"/>
                <a:gd name="csX10" fmla="*/ 30883 w 285341"/>
                <a:gd name="csY10" fmla="*/ 136 h 72641"/>
                <a:gd name="csX11" fmla="*/ 223054 w 285341"/>
                <a:gd name="csY11" fmla="*/ 36663 h 72641"/>
                <a:gd name="csX12" fmla="*/ 270310 w 285341"/>
                <a:gd name="csY12" fmla="*/ 57748 h 72641"/>
                <a:gd name="csX13" fmla="*/ 285342 w 285341"/>
                <a:gd name="csY13" fmla="*/ 70321 h 72641"/>
                <a:gd name="csX14" fmla="*/ 279623 w 285341"/>
                <a:gd name="csY14" fmla="*/ 70060 h 72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5341" h="72641">
                  <a:moveTo>
                    <a:pt x="279623" y="70060"/>
                  </a:moveTo>
                  <a:cubicBezTo>
                    <a:pt x="272545" y="61026"/>
                    <a:pt x="262655" y="55941"/>
                    <a:pt x="252596" y="51247"/>
                  </a:cubicBezTo>
                  <a:cubicBezTo>
                    <a:pt x="230244" y="40816"/>
                    <a:pt x="206905" y="33310"/>
                    <a:pt x="182970" y="27349"/>
                  </a:cubicBezTo>
                  <a:cubicBezTo>
                    <a:pt x="163412" y="22469"/>
                    <a:pt x="143816" y="17589"/>
                    <a:pt x="123979" y="14236"/>
                  </a:cubicBezTo>
                  <a:cubicBezTo>
                    <a:pt x="107047" y="11368"/>
                    <a:pt x="90079" y="8369"/>
                    <a:pt x="72905" y="7084"/>
                  </a:cubicBezTo>
                  <a:cubicBezTo>
                    <a:pt x="66851" y="6636"/>
                    <a:pt x="60835" y="5519"/>
                    <a:pt x="54818" y="4718"/>
                  </a:cubicBezTo>
                  <a:cubicBezTo>
                    <a:pt x="51093" y="3302"/>
                    <a:pt x="47070" y="5128"/>
                    <a:pt x="43344" y="3693"/>
                  </a:cubicBezTo>
                  <a:cubicBezTo>
                    <a:pt x="40755" y="3656"/>
                    <a:pt x="38166" y="3619"/>
                    <a:pt x="35577" y="3563"/>
                  </a:cubicBezTo>
                  <a:cubicBezTo>
                    <a:pt x="26487" y="1533"/>
                    <a:pt x="17248" y="3023"/>
                    <a:pt x="8084" y="2483"/>
                  </a:cubicBezTo>
                  <a:cubicBezTo>
                    <a:pt x="5774" y="2352"/>
                    <a:pt x="3297" y="3191"/>
                    <a:pt x="0" y="844"/>
                  </a:cubicBezTo>
                  <a:cubicBezTo>
                    <a:pt x="11008" y="-740"/>
                    <a:pt x="20974" y="452"/>
                    <a:pt x="30883" y="136"/>
                  </a:cubicBezTo>
                  <a:cubicBezTo>
                    <a:pt x="96542" y="3898"/>
                    <a:pt x="160711" y="15521"/>
                    <a:pt x="223054" y="36663"/>
                  </a:cubicBezTo>
                  <a:cubicBezTo>
                    <a:pt x="239427" y="42213"/>
                    <a:pt x="255483" y="48658"/>
                    <a:pt x="270310" y="57748"/>
                  </a:cubicBezTo>
                  <a:cubicBezTo>
                    <a:pt x="275935" y="61194"/>
                    <a:pt x="281039" y="65273"/>
                    <a:pt x="285342" y="70321"/>
                  </a:cubicBezTo>
                  <a:cubicBezTo>
                    <a:pt x="283218" y="75499"/>
                    <a:pt x="281523" y="70451"/>
                    <a:pt x="279623" y="70060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E0650228-74E5-07B6-9359-0292B496A66A}"/>
                </a:ext>
              </a:extLst>
            </p:cNvPr>
            <p:cNvSpPr/>
            <p:nvPr/>
          </p:nvSpPr>
          <p:spPr>
            <a:xfrm>
              <a:off x="2024090" y="4858700"/>
              <a:ext cx="76852" cy="102398"/>
            </a:xfrm>
            <a:custGeom>
              <a:avLst/>
              <a:gdLst>
                <a:gd name="csX0" fmla="*/ 0 w 76852"/>
                <a:gd name="csY0" fmla="*/ 94821 h 102398"/>
                <a:gd name="csX1" fmla="*/ 33044 w 76852"/>
                <a:gd name="csY1" fmla="*/ 42462 h 102398"/>
                <a:gd name="csX2" fmla="*/ 70092 w 76852"/>
                <a:gd name="csY2" fmla="*/ 1595 h 102398"/>
                <a:gd name="csX3" fmla="*/ 72420 w 76852"/>
                <a:gd name="csY3" fmla="*/ 49 h 102398"/>
                <a:gd name="csX4" fmla="*/ 75866 w 76852"/>
                <a:gd name="csY4" fmla="*/ 5413 h 102398"/>
                <a:gd name="csX5" fmla="*/ 73277 w 76852"/>
                <a:gd name="csY5" fmla="*/ 9735 h 102398"/>
                <a:gd name="csX6" fmla="*/ 52676 w 76852"/>
                <a:gd name="csY6" fmla="*/ 32776 h 102398"/>
                <a:gd name="csX7" fmla="*/ 13448 w 76852"/>
                <a:gd name="csY7" fmla="*/ 88451 h 102398"/>
                <a:gd name="csX8" fmla="*/ 3390 w 76852"/>
                <a:gd name="csY8" fmla="*/ 101173 h 102398"/>
                <a:gd name="csX9" fmla="*/ 1043 w 76852"/>
                <a:gd name="csY9" fmla="*/ 102309 h 102398"/>
                <a:gd name="csX10" fmla="*/ 74 w 76852"/>
                <a:gd name="csY10" fmla="*/ 99925 h 102398"/>
                <a:gd name="csX11" fmla="*/ 0 w 76852"/>
                <a:gd name="csY11" fmla="*/ 94821 h 102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852" h="102398">
                  <a:moveTo>
                    <a:pt x="0" y="94821"/>
                  </a:moveTo>
                  <a:cubicBezTo>
                    <a:pt x="9295" y="76288"/>
                    <a:pt x="20601" y="58984"/>
                    <a:pt x="33044" y="42462"/>
                  </a:cubicBezTo>
                  <a:cubicBezTo>
                    <a:pt x="44145" y="27747"/>
                    <a:pt x="55638" y="13311"/>
                    <a:pt x="70092" y="1595"/>
                  </a:cubicBezTo>
                  <a:cubicBezTo>
                    <a:pt x="70819" y="1017"/>
                    <a:pt x="71638" y="552"/>
                    <a:pt x="72420" y="49"/>
                  </a:cubicBezTo>
                  <a:cubicBezTo>
                    <a:pt x="76928" y="-342"/>
                    <a:pt x="77841" y="1632"/>
                    <a:pt x="75866" y="5413"/>
                  </a:cubicBezTo>
                  <a:cubicBezTo>
                    <a:pt x="75084" y="6903"/>
                    <a:pt x="74451" y="8617"/>
                    <a:pt x="73277" y="9735"/>
                  </a:cubicBezTo>
                  <a:cubicBezTo>
                    <a:pt x="65827" y="16906"/>
                    <a:pt x="59121" y="24729"/>
                    <a:pt x="52676" y="32776"/>
                  </a:cubicBezTo>
                  <a:cubicBezTo>
                    <a:pt x="38464" y="50508"/>
                    <a:pt x="22352" y="66937"/>
                    <a:pt x="13448" y="88451"/>
                  </a:cubicBezTo>
                  <a:cubicBezTo>
                    <a:pt x="11325" y="93573"/>
                    <a:pt x="6352" y="96609"/>
                    <a:pt x="3390" y="101173"/>
                  </a:cubicBezTo>
                  <a:cubicBezTo>
                    <a:pt x="2924" y="101899"/>
                    <a:pt x="2105" y="102663"/>
                    <a:pt x="1043" y="102309"/>
                  </a:cubicBezTo>
                  <a:cubicBezTo>
                    <a:pt x="-112" y="101918"/>
                    <a:pt x="112" y="100819"/>
                    <a:pt x="74" y="99925"/>
                  </a:cubicBezTo>
                  <a:cubicBezTo>
                    <a:pt x="0" y="98211"/>
                    <a:pt x="19" y="96516"/>
                    <a:pt x="0" y="94821"/>
                  </a:cubicBezTo>
                  <a:close/>
                </a:path>
              </a:pathLst>
            </a:custGeom>
            <a:solidFill>
              <a:srgbClr val="9DC8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2E39AA18-B887-B484-C771-1822A427E5B2}"/>
                </a:ext>
              </a:extLst>
            </p:cNvPr>
            <p:cNvSpPr/>
            <p:nvPr/>
          </p:nvSpPr>
          <p:spPr>
            <a:xfrm>
              <a:off x="1574704" y="5263096"/>
              <a:ext cx="133552" cy="167828"/>
            </a:xfrm>
            <a:custGeom>
              <a:avLst/>
              <a:gdLst>
                <a:gd name="csX0" fmla="*/ 128299 w 133552"/>
                <a:gd name="csY0" fmla="*/ 149 h 167828"/>
                <a:gd name="csX1" fmla="*/ 133552 w 133552"/>
                <a:gd name="csY1" fmla="*/ 466 h 167828"/>
                <a:gd name="csX2" fmla="*/ 128765 w 133552"/>
                <a:gd name="csY2" fmla="*/ 8270 h 167828"/>
                <a:gd name="csX3" fmla="*/ 87265 w 133552"/>
                <a:gd name="csY3" fmla="*/ 47032 h 167828"/>
                <a:gd name="csX4" fmla="*/ 77635 w 133552"/>
                <a:gd name="csY4" fmla="*/ 60089 h 167828"/>
                <a:gd name="csX5" fmla="*/ 31031 w 133552"/>
                <a:gd name="csY5" fmla="*/ 126754 h 167828"/>
                <a:gd name="csX6" fmla="*/ 15962 w 133552"/>
                <a:gd name="csY6" fmla="*/ 153092 h 167828"/>
                <a:gd name="csX7" fmla="*/ 7990 w 133552"/>
                <a:gd name="csY7" fmla="*/ 164585 h 167828"/>
                <a:gd name="csX8" fmla="*/ 3277 w 133552"/>
                <a:gd name="csY8" fmla="*/ 167658 h 167828"/>
                <a:gd name="csX9" fmla="*/ 781 w 133552"/>
                <a:gd name="csY9" fmla="*/ 162368 h 167828"/>
                <a:gd name="csX10" fmla="*/ 763 w 133552"/>
                <a:gd name="csY10" fmla="*/ 159556 h 167828"/>
                <a:gd name="csX11" fmla="*/ 1433 w 133552"/>
                <a:gd name="csY11" fmla="*/ 153875 h 167828"/>
                <a:gd name="csX12" fmla="*/ 32856 w 133552"/>
                <a:gd name="csY12" fmla="*/ 101646 h 167828"/>
                <a:gd name="csX13" fmla="*/ 39469 w 133552"/>
                <a:gd name="csY13" fmla="*/ 92630 h 167828"/>
                <a:gd name="csX14" fmla="*/ 71581 w 133552"/>
                <a:gd name="csY14" fmla="*/ 53589 h 167828"/>
                <a:gd name="csX15" fmla="*/ 99912 w 133552"/>
                <a:gd name="csY15" fmla="*/ 23134 h 167828"/>
                <a:gd name="csX16" fmla="*/ 122842 w 133552"/>
                <a:gd name="csY16" fmla="*/ 2366 h 167828"/>
                <a:gd name="csX17" fmla="*/ 128299 w 133552"/>
                <a:gd name="csY17" fmla="*/ 149 h 16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3552" h="167828">
                  <a:moveTo>
                    <a:pt x="128299" y="149"/>
                  </a:moveTo>
                  <a:cubicBezTo>
                    <a:pt x="129938" y="242"/>
                    <a:pt x="131596" y="354"/>
                    <a:pt x="133552" y="466"/>
                  </a:cubicBezTo>
                  <a:cubicBezTo>
                    <a:pt x="132621" y="3763"/>
                    <a:pt x="131019" y="6407"/>
                    <a:pt x="128765" y="8270"/>
                  </a:cubicBezTo>
                  <a:cubicBezTo>
                    <a:pt x="114199" y="20415"/>
                    <a:pt x="101179" y="34180"/>
                    <a:pt x="87265" y="47032"/>
                  </a:cubicBezTo>
                  <a:cubicBezTo>
                    <a:pt x="83372" y="50627"/>
                    <a:pt x="80745" y="55656"/>
                    <a:pt x="77635" y="60089"/>
                  </a:cubicBezTo>
                  <a:cubicBezTo>
                    <a:pt x="62044" y="82274"/>
                    <a:pt x="46286" y="104346"/>
                    <a:pt x="31031" y="126754"/>
                  </a:cubicBezTo>
                  <a:cubicBezTo>
                    <a:pt x="25350" y="135099"/>
                    <a:pt x="20693" y="144152"/>
                    <a:pt x="15962" y="153092"/>
                  </a:cubicBezTo>
                  <a:cubicBezTo>
                    <a:pt x="13745" y="157302"/>
                    <a:pt x="11138" y="161065"/>
                    <a:pt x="7990" y="164585"/>
                  </a:cubicBezTo>
                  <a:cubicBezTo>
                    <a:pt x="6593" y="166150"/>
                    <a:pt x="5531" y="168478"/>
                    <a:pt x="3277" y="167658"/>
                  </a:cubicBezTo>
                  <a:cubicBezTo>
                    <a:pt x="1284" y="166932"/>
                    <a:pt x="856" y="164510"/>
                    <a:pt x="781" y="162368"/>
                  </a:cubicBezTo>
                  <a:cubicBezTo>
                    <a:pt x="744" y="161437"/>
                    <a:pt x="763" y="160487"/>
                    <a:pt x="763" y="159556"/>
                  </a:cubicBezTo>
                  <a:cubicBezTo>
                    <a:pt x="-970" y="157432"/>
                    <a:pt x="688" y="155644"/>
                    <a:pt x="1433" y="153875"/>
                  </a:cubicBezTo>
                  <a:cubicBezTo>
                    <a:pt x="9219" y="134857"/>
                    <a:pt x="20972" y="118205"/>
                    <a:pt x="32856" y="101646"/>
                  </a:cubicBezTo>
                  <a:cubicBezTo>
                    <a:pt x="35017" y="98628"/>
                    <a:pt x="36712" y="95219"/>
                    <a:pt x="39469" y="92630"/>
                  </a:cubicBezTo>
                  <a:cubicBezTo>
                    <a:pt x="49844" y="79349"/>
                    <a:pt x="60275" y="66143"/>
                    <a:pt x="71581" y="53589"/>
                  </a:cubicBezTo>
                  <a:cubicBezTo>
                    <a:pt x="80857" y="43270"/>
                    <a:pt x="90077" y="32932"/>
                    <a:pt x="99912" y="23134"/>
                  </a:cubicBezTo>
                  <a:cubicBezTo>
                    <a:pt x="107233" y="15833"/>
                    <a:pt x="115056" y="9127"/>
                    <a:pt x="122842" y="2366"/>
                  </a:cubicBezTo>
                  <a:cubicBezTo>
                    <a:pt x="124388" y="1024"/>
                    <a:pt x="125934" y="-484"/>
                    <a:pt x="128299" y="149"/>
                  </a:cubicBezTo>
                  <a:close/>
                </a:path>
              </a:pathLst>
            </a:custGeom>
            <a:solidFill>
              <a:srgbClr val="A1CA4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2C667B17-1BC2-503F-CF93-C0673215F513}"/>
                </a:ext>
              </a:extLst>
            </p:cNvPr>
            <p:cNvSpPr/>
            <p:nvPr/>
          </p:nvSpPr>
          <p:spPr>
            <a:xfrm>
              <a:off x="1613686" y="5252296"/>
              <a:ext cx="100735" cy="103811"/>
            </a:xfrm>
            <a:custGeom>
              <a:avLst/>
              <a:gdLst>
                <a:gd name="csX0" fmla="*/ 89318 w 100735"/>
                <a:gd name="csY0" fmla="*/ 10949 h 103811"/>
                <a:gd name="csX1" fmla="*/ 44912 w 100735"/>
                <a:gd name="csY1" fmla="*/ 52225 h 103811"/>
                <a:gd name="csX2" fmla="*/ 1437 w 100735"/>
                <a:gd name="csY2" fmla="*/ 103747 h 103811"/>
                <a:gd name="csX3" fmla="*/ 77 w 100735"/>
                <a:gd name="csY3" fmla="*/ 102387 h 103811"/>
                <a:gd name="csX4" fmla="*/ 74882 w 100735"/>
                <a:gd name="csY4" fmla="*/ 18921 h 103811"/>
                <a:gd name="csX5" fmla="*/ 96470 w 100735"/>
                <a:gd name="csY5" fmla="*/ 1132 h 103811"/>
                <a:gd name="csX6" fmla="*/ 100736 w 100735"/>
                <a:gd name="csY6" fmla="*/ 630 h 103811"/>
                <a:gd name="csX7" fmla="*/ 89318 w 100735"/>
                <a:gd name="csY7" fmla="*/ 10949 h 103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0735" h="103811">
                  <a:moveTo>
                    <a:pt x="89318" y="10949"/>
                  </a:moveTo>
                  <a:cubicBezTo>
                    <a:pt x="72926" y="23000"/>
                    <a:pt x="58658" y="37361"/>
                    <a:pt x="44912" y="52225"/>
                  </a:cubicBezTo>
                  <a:cubicBezTo>
                    <a:pt x="29656" y="68729"/>
                    <a:pt x="15277" y="86014"/>
                    <a:pt x="1437" y="103747"/>
                  </a:cubicBezTo>
                  <a:cubicBezTo>
                    <a:pt x="282" y="103989"/>
                    <a:pt x="-202" y="103560"/>
                    <a:pt x="77" y="102387"/>
                  </a:cubicBezTo>
                  <a:cubicBezTo>
                    <a:pt x="22280" y="72119"/>
                    <a:pt x="47445" y="44495"/>
                    <a:pt x="74882" y="18921"/>
                  </a:cubicBezTo>
                  <a:cubicBezTo>
                    <a:pt x="81699" y="12569"/>
                    <a:pt x="88610" y="6255"/>
                    <a:pt x="96470" y="1132"/>
                  </a:cubicBezTo>
                  <a:cubicBezTo>
                    <a:pt x="97811" y="257"/>
                    <a:pt x="98873" y="-637"/>
                    <a:pt x="100736" y="630"/>
                  </a:cubicBezTo>
                  <a:cubicBezTo>
                    <a:pt x="97960" y="5230"/>
                    <a:pt x="92615" y="7018"/>
                    <a:pt x="89318" y="10949"/>
                  </a:cubicBezTo>
                  <a:close/>
                </a:path>
              </a:pathLst>
            </a:custGeom>
            <a:solidFill>
              <a:srgbClr val="46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2CB77E6A-C0AB-88C0-12A8-4A453B5912BD}"/>
                </a:ext>
              </a:extLst>
            </p:cNvPr>
            <p:cNvSpPr/>
            <p:nvPr/>
          </p:nvSpPr>
          <p:spPr>
            <a:xfrm>
              <a:off x="1570678" y="5354683"/>
              <a:ext cx="44463" cy="80243"/>
            </a:xfrm>
            <a:custGeom>
              <a:avLst/>
              <a:gdLst>
                <a:gd name="csX0" fmla="*/ 43104 w 44463"/>
                <a:gd name="csY0" fmla="*/ 0 h 80243"/>
                <a:gd name="csX1" fmla="*/ 44464 w 44463"/>
                <a:gd name="csY1" fmla="*/ 1360 h 80243"/>
                <a:gd name="csX2" fmla="*/ 12705 w 44463"/>
                <a:gd name="csY2" fmla="*/ 49528 h 80243"/>
                <a:gd name="csX3" fmla="*/ 4826 w 44463"/>
                <a:gd name="csY3" fmla="*/ 67969 h 80243"/>
                <a:gd name="csX4" fmla="*/ 4621 w 44463"/>
                <a:gd name="csY4" fmla="*/ 80243 h 80243"/>
                <a:gd name="csX5" fmla="*/ 766 w 44463"/>
                <a:gd name="csY5" fmla="*/ 70912 h 80243"/>
                <a:gd name="csX6" fmla="*/ 41819 w 44463"/>
                <a:gd name="csY6" fmla="*/ 1062 h 80243"/>
                <a:gd name="csX7" fmla="*/ 43104 w 44463"/>
                <a:gd name="csY7" fmla="*/ 0 h 80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4463" h="80243">
                  <a:moveTo>
                    <a:pt x="43104" y="0"/>
                  </a:moveTo>
                  <a:cubicBezTo>
                    <a:pt x="43551" y="447"/>
                    <a:pt x="43998" y="913"/>
                    <a:pt x="44464" y="1360"/>
                  </a:cubicBezTo>
                  <a:cubicBezTo>
                    <a:pt x="33455" y="17136"/>
                    <a:pt x="21777" y="32466"/>
                    <a:pt x="12705" y="49528"/>
                  </a:cubicBezTo>
                  <a:cubicBezTo>
                    <a:pt x="9557" y="55433"/>
                    <a:pt x="6223" y="61300"/>
                    <a:pt x="4826" y="67969"/>
                  </a:cubicBezTo>
                  <a:cubicBezTo>
                    <a:pt x="2572" y="71768"/>
                    <a:pt x="3709" y="75792"/>
                    <a:pt x="4621" y="80243"/>
                  </a:cubicBezTo>
                  <a:cubicBezTo>
                    <a:pt x="-948" y="78306"/>
                    <a:pt x="-408" y="74153"/>
                    <a:pt x="766" y="70912"/>
                  </a:cubicBezTo>
                  <a:cubicBezTo>
                    <a:pt x="10098" y="45095"/>
                    <a:pt x="25725" y="22929"/>
                    <a:pt x="41819" y="1062"/>
                  </a:cubicBezTo>
                  <a:cubicBezTo>
                    <a:pt x="42135" y="633"/>
                    <a:pt x="42657" y="354"/>
                    <a:pt x="43104" y="0"/>
                  </a:cubicBezTo>
                  <a:close/>
                </a:path>
              </a:pathLst>
            </a:custGeom>
            <a:solidFill>
              <a:srgbClr val="5C74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2B2FDF72-BF3B-41B7-172E-6EB6FF414F93}"/>
                </a:ext>
              </a:extLst>
            </p:cNvPr>
            <p:cNvSpPr/>
            <p:nvPr/>
          </p:nvSpPr>
          <p:spPr>
            <a:xfrm>
              <a:off x="1951267" y="5249309"/>
              <a:ext cx="82415" cy="100510"/>
            </a:xfrm>
            <a:custGeom>
              <a:avLst/>
              <a:gdLst>
                <a:gd name="csX0" fmla="*/ 81950 w 82415"/>
                <a:gd name="csY0" fmla="*/ 96414 h 100510"/>
                <a:gd name="csX1" fmla="*/ 75487 w 82415"/>
                <a:gd name="csY1" fmla="*/ 98780 h 100510"/>
                <a:gd name="csX2" fmla="*/ 59803 w 82415"/>
                <a:gd name="csY2" fmla="*/ 82202 h 100510"/>
                <a:gd name="csX3" fmla="*/ 42182 w 82415"/>
                <a:gd name="csY3" fmla="*/ 62626 h 100510"/>
                <a:gd name="csX4" fmla="*/ 15993 w 82415"/>
                <a:gd name="csY4" fmla="*/ 32096 h 100510"/>
                <a:gd name="csX5" fmla="*/ 1539 w 82415"/>
                <a:gd name="csY5" fmla="*/ 11514 h 100510"/>
                <a:gd name="csX6" fmla="*/ 3942 w 82415"/>
                <a:gd name="csY6" fmla="*/ 413 h 100510"/>
                <a:gd name="csX7" fmla="*/ 14801 w 82415"/>
                <a:gd name="csY7" fmla="*/ 4734 h 100510"/>
                <a:gd name="csX8" fmla="*/ 45405 w 82415"/>
                <a:gd name="csY8" fmla="*/ 33717 h 100510"/>
                <a:gd name="csX9" fmla="*/ 79156 w 82415"/>
                <a:gd name="csY9" fmla="*/ 84810 h 100510"/>
                <a:gd name="csX10" fmla="*/ 81950 w 82415"/>
                <a:gd name="csY10" fmla="*/ 96414 h 10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415" h="100510">
                  <a:moveTo>
                    <a:pt x="81950" y="96414"/>
                  </a:moveTo>
                  <a:cubicBezTo>
                    <a:pt x="80926" y="100251"/>
                    <a:pt x="79659" y="102114"/>
                    <a:pt x="75487" y="98780"/>
                  </a:cubicBezTo>
                  <a:cubicBezTo>
                    <a:pt x="69470" y="93937"/>
                    <a:pt x="64180" y="88312"/>
                    <a:pt x="59803" y="82202"/>
                  </a:cubicBezTo>
                  <a:cubicBezTo>
                    <a:pt x="54606" y="74938"/>
                    <a:pt x="47826" y="69350"/>
                    <a:pt x="42182" y="62626"/>
                  </a:cubicBezTo>
                  <a:cubicBezTo>
                    <a:pt x="33558" y="52362"/>
                    <a:pt x="24562" y="42397"/>
                    <a:pt x="15993" y="32096"/>
                  </a:cubicBezTo>
                  <a:cubicBezTo>
                    <a:pt x="10629" y="25652"/>
                    <a:pt x="4855" y="19449"/>
                    <a:pt x="1539" y="11514"/>
                  </a:cubicBezTo>
                  <a:cubicBezTo>
                    <a:pt x="-1013" y="5367"/>
                    <a:pt x="-510" y="2722"/>
                    <a:pt x="3942" y="413"/>
                  </a:cubicBezTo>
                  <a:cubicBezTo>
                    <a:pt x="8766" y="-1245"/>
                    <a:pt x="11672" y="2480"/>
                    <a:pt x="14801" y="4734"/>
                  </a:cubicBezTo>
                  <a:cubicBezTo>
                    <a:pt x="26275" y="13023"/>
                    <a:pt x="36296" y="22858"/>
                    <a:pt x="45405" y="33717"/>
                  </a:cubicBezTo>
                  <a:cubicBezTo>
                    <a:pt x="58630" y="49475"/>
                    <a:pt x="70588" y="66034"/>
                    <a:pt x="79156" y="84810"/>
                  </a:cubicBezTo>
                  <a:cubicBezTo>
                    <a:pt x="80833" y="88423"/>
                    <a:pt x="83496" y="91963"/>
                    <a:pt x="81950" y="96414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58AE08CD-8CBC-06EA-19E3-5C5D3870A6FF}"/>
                </a:ext>
              </a:extLst>
            </p:cNvPr>
            <p:cNvSpPr/>
            <p:nvPr/>
          </p:nvSpPr>
          <p:spPr>
            <a:xfrm>
              <a:off x="1957367" y="5240771"/>
              <a:ext cx="86194" cy="108027"/>
            </a:xfrm>
            <a:custGeom>
              <a:avLst/>
              <a:gdLst>
                <a:gd name="csX0" fmla="*/ 3 w 86194"/>
                <a:gd name="csY0" fmla="*/ 5859 h 108027"/>
                <a:gd name="csX1" fmla="*/ 8459 w 86194"/>
                <a:gd name="csY1" fmla="*/ 234 h 108027"/>
                <a:gd name="csX2" fmla="*/ 27253 w 86194"/>
                <a:gd name="csY2" fmla="*/ 9771 h 108027"/>
                <a:gd name="csX3" fmla="*/ 78141 w 86194"/>
                <a:gd name="csY3" fmla="*/ 81241 h 108027"/>
                <a:gd name="csX4" fmla="*/ 83599 w 86194"/>
                <a:gd name="csY4" fmla="*/ 94802 h 108027"/>
                <a:gd name="csX5" fmla="*/ 85778 w 86194"/>
                <a:gd name="csY5" fmla="*/ 101153 h 108027"/>
                <a:gd name="csX6" fmla="*/ 84791 w 86194"/>
                <a:gd name="csY6" fmla="*/ 107505 h 108027"/>
                <a:gd name="csX7" fmla="*/ 79278 w 86194"/>
                <a:gd name="csY7" fmla="*/ 105046 h 108027"/>
                <a:gd name="csX8" fmla="*/ 72255 w 86194"/>
                <a:gd name="csY8" fmla="*/ 91933 h 108027"/>
                <a:gd name="csX9" fmla="*/ 43831 w 86194"/>
                <a:gd name="csY9" fmla="*/ 48086 h 108027"/>
                <a:gd name="csX10" fmla="*/ 1716 w 86194"/>
                <a:gd name="csY10" fmla="*/ 8597 h 108027"/>
                <a:gd name="csX11" fmla="*/ 3 w 86194"/>
                <a:gd name="csY11" fmla="*/ 5859 h 108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194" h="108027">
                  <a:moveTo>
                    <a:pt x="3" y="5859"/>
                  </a:moveTo>
                  <a:cubicBezTo>
                    <a:pt x="599" y="1054"/>
                    <a:pt x="3355" y="-679"/>
                    <a:pt x="8459" y="234"/>
                  </a:cubicBezTo>
                  <a:cubicBezTo>
                    <a:pt x="15705" y="1519"/>
                    <a:pt x="21703" y="5319"/>
                    <a:pt x="27253" y="9771"/>
                  </a:cubicBezTo>
                  <a:cubicBezTo>
                    <a:pt x="50984" y="28751"/>
                    <a:pt x="67226" y="53115"/>
                    <a:pt x="78141" y="81241"/>
                  </a:cubicBezTo>
                  <a:cubicBezTo>
                    <a:pt x="79911" y="85786"/>
                    <a:pt x="81289" y="90462"/>
                    <a:pt x="83599" y="94802"/>
                  </a:cubicBezTo>
                  <a:cubicBezTo>
                    <a:pt x="84642" y="96757"/>
                    <a:pt x="85462" y="98974"/>
                    <a:pt x="85778" y="101153"/>
                  </a:cubicBezTo>
                  <a:cubicBezTo>
                    <a:pt x="86095" y="103277"/>
                    <a:pt x="86896" y="106015"/>
                    <a:pt x="84791" y="107505"/>
                  </a:cubicBezTo>
                  <a:cubicBezTo>
                    <a:pt x="82090" y="109405"/>
                    <a:pt x="81289" y="105549"/>
                    <a:pt x="79278" y="105046"/>
                  </a:cubicBezTo>
                  <a:cubicBezTo>
                    <a:pt x="74938" y="101768"/>
                    <a:pt x="74397" y="96366"/>
                    <a:pt x="72255" y="91933"/>
                  </a:cubicBezTo>
                  <a:cubicBezTo>
                    <a:pt x="64581" y="76119"/>
                    <a:pt x="54765" y="61795"/>
                    <a:pt x="43831" y="48086"/>
                  </a:cubicBezTo>
                  <a:cubicBezTo>
                    <a:pt x="31686" y="32849"/>
                    <a:pt x="18052" y="19308"/>
                    <a:pt x="1716" y="8597"/>
                  </a:cubicBezTo>
                  <a:cubicBezTo>
                    <a:pt x="822" y="7946"/>
                    <a:pt x="-53" y="7182"/>
                    <a:pt x="3" y="5859"/>
                  </a:cubicBezTo>
                  <a:close/>
                </a:path>
              </a:pathLst>
            </a:custGeom>
            <a:solidFill>
              <a:srgbClr val="97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21F80F31-77B2-29AB-8897-D4DEA9846E52}"/>
                </a:ext>
              </a:extLst>
            </p:cNvPr>
            <p:cNvSpPr/>
            <p:nvPr/>
          </p:nvSpPr>
          <p:spPr>
            <a:xfrm>
              <a:off x="1952209" y="5245596"/>
              <a:ext cx="85781" cy="107284"/>
            </a:xfrm>
            <a:custGeom>
              <a:avLst/>
              <a:gdLst>
                <a:gd name="csX0" fmla="*/ 5161 w 85781"/>
                <a:gd name="csY0" fmla="*/ 1034 h 107284"/>
                <a:gd name="csX1" fmla="*/ 84454 w 85781"/>
                <a:gd name="csY1" fmla="*/ 100202 h 107284"/>
                <a:gd name="csX2" fmla="*/ 84380 w 85781"/>
                <a:gd name="csY2" fmla="*/ 107224 h 107284"/>
                <a:gd name="csX3" fmla="*/ 81642 w 85781"/>
                <a:gd name="csY3" fmla="*/ 100984 h 107284"/>
                <a:gd name="csX4" fmla="*/ 80990 w 85781"/>
                <a:gd name="csY4" fmla="*/ 100128 h 107284"/>
                <a:gd name="csX5" fmla="*/ 61879 w 85781"/>
                <a:gd name="csY5" fmla="*/ 62632 h 107284"/>
                <a:gd name="csX6" fmla="*/ 13729 w 85781"/>
                <a:gd name="csY6" fmla="*/ 10030 h 107284"/>
                <a:gd name="csX7" fmla="*/ 3018 w 85781"/>
                <a:gd name="csY7" fmla="*/ 4126 h 107284"/>
                <a:gd name="csX8" fmla="*/ 1 w 85781"/>
                <a:gd name="csY8" fmla="*/ 643 h 107284"/>
                <a:gd name="csX9" fmla="*/ 5161 w 85781"/>
                <a:gd name="csY9" fmla="*/ 1034 h 107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781" h="107284">
                  <a:moveTo>
                    <a:pt x="5161" y="1034"/>
                  </a:moveTo>
                  <a:cubicBezTo>
                    <a:pt x="41836" y="25900"/>
                    <a:pt x="67225" y="59801"/>
                    <a:pt x="84454" y="100202"/>
                  </a:cubicBezTo>
                  <a:cubicBezTo>
                    <a:pt x="84268" y="102679"/>
                    <a:pt x="87584" y="106200"/>
                    <a:pt x="84380" y="107224"/>
                  </a:cubicBezTo>
                  <a:cubicBezTo>
                    <a:pt x="82387" y="107876"/>
                    <a:pt x="82834" y="103108"/>
                    <a:pt x="81642" y="100984"/>
                  </a:cubicBezTo>
                  <a:cubicBezTo>
                    <a:pt x="81474" y="100668"/>
                    <a:pt x="81213" y="100407"/>
                    <a:pt x="80990" y="100128"/>
                  </a:cubicBezTo>
                  <a:cubicBezTo>
                    <a:pt x="77115" y="86362"/>
                    <a:pt x="69776" y="74348"/>
                    <a:pt x="61879" y="62632"/>
                  </a:cubicBezTo>
                  <a:cubicBezTo>
                    <a:pt x="48449" y="42720"/>
                    <a:pt x="33007" y="24596"/>
                    <a:pt x="13729" y="10030"/>
                  </a:cubicBezTo>
                  <a:cubicBezTo>
                    <a:pt x="10469" y="7572"/>
                    <a:pt x="7358" y="4703"/>
                    <a:pt x="3018" y="4126"/>
                  </a:cubicBezTo>
                  <a:cubicBezTo>
                    <a:pt x="2478" y="2598"/>
                    <a:pt x="-55" y="2729"/>
                    <a:pt x="1" y="643"/>
                  </a:cubicBezTo>
                  <a:cubicBezTo>
                    <a:pt x="1957" y="-997"/>
                    <a:pt x="3484" y="1015"/>
                    <a:pt x="5161" y="1034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2CB875BB-BC5B-CD76-61DA-148B67CBD766}"/>
                </a:ext>
              </a:extLst>
            </p:cNvPr>
            <p:cNvSpPr/>
            <p:nvPr/>
          </p:nvSpPr>
          <p:spPr>
            <a:xfrm>
              <a:off x="2077269" y="5171807"/>
              <a:ext cx="11474" cy="1235"/>
            </a:xfrm>
            <a:custGeom>
              <a:avLst/>
              <a:gdLst>
                <a:gd name="csX0" fmla="*/ 0 w 11474"/>
                <a:gd name="csY0" fmla="*/ 0 h 1235"/>
                <a:gd name="csX1" fmla="*/ 11474 w 11474"/>
                <a:gd name="csY1" fmla="*/ 1025 h 1235"/>
                <a:gd name="csX2" fmla="*/ 0 w 11474"/>
                <a:gd name="csY2" fmla="*/ 0 h 1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74" h="1235">
                  <a:moveTo>
                    <a:pt x="0" y="0"/>
                  </a:moveTo>
                  <a:cubicBezTo>
                    <a:pt x="3837" y="130"/>
                    <a:pt x="7730" y="-335"/>
                    <a:pt x="11474" y="1025"/>
                  </a:cubicBezTo>
                  <a:cubicBezTo>
                    <a:pt x="7637" y="708"/>
                    <a:pt x="3651" y="2217"/>
                    <a:pt x="0" y="0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</p:grpSp>
      <p:grpSp>
        <p:nvGrpSpPr>
          <p:cNvPr id="622" name="Graphic 9">
            <a:extLst>
              <a:ext uri="{FF2B5EF4-FFF2-40B4-BE49-F238E27FC236}">
                <a16:creationId xmlns:a16="http://schemas.microsoft.com/office/drawing/2014/main" id="{B18AFC79-7349-DFF3-7BE7-3559DC63F157}"/>
              </a:ext>
            </a:extLst>
          </p:cNvPr>
          <p:cNvGrpSpPr/>
          <p:nvPr/>
        </p:nvGrpSpPr>
        <p:grpSpPr>
          <a:xfrm>
            <a:off x="3454879" y="5938769"/>
            <a:ext cx="265192" cy="216464"/>
            <a:chOff x="1505087" y="4809315"/>
            <a:chExt cx="842483" cy="687679"/>
          </a:xfrm>
        </p:grpSpPr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54AE63F-EBAE-B376-AB5E-AB5D9EE51EC9}"/>
                </a:ext>
              </a:extLst>
            </p:cNvPr>
            <p:cNvSpPr/>
            <p:nvPr/>
          </p:nvSpPr>
          <p:spPr>
            <a:xfrm>
              <a:off x="1505087" y="4809315"/>
              <a:ext cx="842483" cy="687679"/>
            </a:xfrm>
            <a:custGeom>
              <a:avLst/>
              <a:gdLst>
                <a:gd name="csX0" fmla="*/ 320275 w 842483"/>
                <a:gd name="csY0" fmla="*/ 319221 h 687679"/>
                <a:gd name="csX1" fmla="*/ 309025 w 842483"/>
                <a:gd name="csY1" fmla="*/ 319799 h 687679"/>
                <a:gd name="csX2" fmla="*/ 302747 w 842483"/>
                <a:gd name="csY2" fmla="*/ 313633 h 687679"/>
                <a:gd name="csX3" fmla="*/ 303660 w 842483"/>
                <a:gd name="csY3" fmla="*/ 304693 h 687679"/>
                <a:gd name="csX4" fmla="*/ 299227 w 842483"/>
                <a:gd name="csY4" fmla="*/ 295789 h 687679"/>
                <a:gd name="csX5" fmla="*/ 269219 w 842483"/>
                <a:gd name="csY5" fmla="*/ 282844 h 687679"/>
                <a:gd name="csX6" fmla="*/ 260390 w 842483"/>
                <a:gd name="csY6" fmla="*/ 281167 h 687679"/>
                <a:gd name="csX7" fmla="*/ 257689 w 842483"/>
                <a:gd name="csY7" fmla="*/ 280199 h 687679"/>
                <a:gd name="csX8" fmla="*/ 267226 w 842483"/>
                <a:gd name="csY8" fmla="*/ 278094 h 687679"/>
                <a:gd name="csX9" fmla="*/ 294980 w 842483"/>
                <a:gd name="csY9" fmla="*/ 289084 h 687679"/>
                <a:gd name="csX10" fmla="*/ 296917 w 842483"/>
                <a:gd name="csY10" fmla="*/ 290238 h 687679"/>
                <a:gd name="csX11" fmla="*/ 309881 w 842483"/>
                <a:gd name="csY11" fmla="*/ 287314 h 687679"/>
                <a:gd name="csX12" fmla="*/ 315115 w 842483"/>
                <a:gd name="csY12" fmla="*/ 281745 h 687679"/>
                <a:gd name="csX13" fmla="*/ 331730 w 842483"/>
                <a:gd name="csY13" fmla="*/ 277684 h 687679"/>
                <a:gd name="csX14" fmla="*/ 369468 w 842483"/>
                <a:gd name="csY14" fmla="*/ 294280 h 687679"/>
                <a:gd name="csX15" fmla="*/ 374516 w 842483"/>
                <a:gd name="csY15" fmla="*/ 310821 h 687679"/>
                <a:gd name="csX16" fmla="*/ 380476 w 842483"/>
                <a:gd name="csY16" fmla="*/ 314826 h 687679"/>
                <a:gd name="csX17" fmla="*/ 417879 w 842483"/>
                <a:gd name="csY17" fmla="*/ 311864 h 687679"/>
                <a:gd name="csX18" fmla="*/ 442764 w 842483"/>
                <a:gd name="csY18" fmla="*/ 315012 h 687679"/>
                <a:gd name="csX19" fmla="*/ 470406 w 842483"/>
                <a:gd name="csY19" fmla="*/ 301042 h 687679"/>
                <a:gd name="csX20" fmla="*/ 492590 w 842483"/>
                <a:gd name="csY20" fmla="*/ 265968 h 687679"/>
                <a:gd name="csX21" fmla="*/ 494043 w 842483"/>
                <a:gd name="csY21" fmla="*/ 262317 h 687679"/>
                <a:gd name="csX22" fmla="*/ 478304 w 842483"/>
                <a:gd name="csY22" fmla="*/ 230652 h 687679"/>
                <a:gd name="csX23" fmla="*/ 454182 w 842483"/>
                <a:gd name="csY23" fmla="*/ 229124 h 687679"/>
                <a:gd name="csX24" fmla="*/ 452208 w 842483"/>
                <a:gd name="csY24" fmla="*/ 226535 h 687679"/>
                <a:gd name="csX25" fmla="*/ 468320 w 842483"/>
                <a:gd name="csY25" fmla="*/ 198819 h 687679"/>
                <a:gd name="csX26" fmla="*/ 466141 w 842483"/>
                <a:gd name="csY26" fmla="*/ 177286 h 687679"/>
                <a:gd name="csX27" fmla="*/ 454294 w 842483"/>
                <a:gd name="csY27" fmla="*/ 158064 h 687679"/>
                <a:gd name="csX28" fmla="*/ 450289 w 842483"/>
                <a:gd name="csY28" fmla="*/ 135879 h 687679"/>
                <a:gd name="csX29" fmla="*/ 463812 w 842483"/>
                <a:gd name="csY29" fmla="*/ 91138 h 687679"/>
                <a:gd name="csX30" fmla="*/ 492795 w 842483"/>
                <a:gd name="csY30" fmla="*/ 53270 h 687679"/>
                <a:gd name="csX31" fmla="*/ 529080 w 842483"/>
                <a:gd name="csY31" fmla="*/ 22797 h 687679"/>
                <a:gd name="csX32" fmla="*/ 575833 w 842483"/>
                <a:gd name="csY32" fmla="*/ 2624 h 687679"/>
                <a:gd name="csX33" fmla="*/ 638456 w 842483"/>
                <a:gd name="csY33" fmla="*/ 23579 h 687679"/>
                <a:gd name="csX34" fmla="*/ 645050 w 842483"/>
                <a:gd name="csY34" fmla="*/ 31291 h 687679"/>
                <a:gd name="csX35" fmla="*/ 655425 w 842483"/>
                <a:gd name="csY35" fmla="*/ 75641 h 687679"/>
                <a:gd name="csX36" fmla="*/ 607238 w 842483"/>
                <a:gd name="csY36" fmla="*/ 170711 h 687679"/>
                <a:gd name="csX37" fmla="*/ 574045 w 842483"/>
                <a:gd name="csY37" fmla="*/ 195988 h 687679"/>
                <a:gd name="csX38" fmla="*/ 537630 w 842483"/>
                <a:gd name="csY38" fmla="*/ 196286 h 687679"/>
                <a:gd name="csX39" fmla="*/ 515538 w 842483"/>
                <a:gd name="csY39" fmla="*/ 195596 h 687679"/>
                <a:gd name="csX40" fmla="*/ 481955 w 842483"/>
                <a:gd name="csY40" fmla="*/ 224281 h 687679"/>
                <a:gd name="csX41" fmla="*/ 483221 w 842483"/>
                <a:gd name="csY41" fmla="*/ 228100 h 687679"/>
                <a:gd name="csX42" fmla="*/ 500693 w 842483"/>
                <a:gd name="csY42" fmla="*/ 250415 h 687679"/>
                <a:gd name="csX43" fmla="*/ 500507 w 842483"/>
                <a:gd name="csY43" fmla="*/ 256543 h 687679"/>
                <a:gd name="csX44" fmla="*/ 487803 w 842483"/>
                <a:gd name="csY44" fmla="*/ 287780 h 687679"/>
                <a:gd name="csX45" fmla="*/ 432333 w 842483"/>
                <a:gd name="csY45" fmla="*/ 319650 h 687679"/>
                <a:gd name="csX46" fmla="*/ 414787 w 842483"/>
                <a:gd name="csY46" fmla="*/ 315627 h 687679"/>
                <a:gd name="csX47" fmla="*/ 399289 w 842483"/>
                <a:gd name="csY47" fmla="*/ 312888 h 687679"/>
                <a:gd name="csX48" fmla="*/ 387536 w 842483"/>
                <a:gd name="csY48" fmla="*/ 317452 h 687679"/>
                <a:gd name="csX49" fmla="*/ 408770 w 842483"/>
                <a:gd name="csY49" fmla="*/ 322928 h 687679"/>
                <a:gd name="csX50" fmla="*/ 454424 w 842483"/>
                <a:gd name="csY50" fmla="*/ 323841 h 687679"/>
                <a:gd name="csX51" fmla="*/ 497228 w 842483"/>
                <a:gd name="csY51" fmla="*/ 330751 h 687679"/>
                <a:gd name="csX52" fmla="*/ 522840 w 842483"/>
                <a:gd name="csY52" fmla="*/ 320265 h 687679"/>
                <a:gd name="csX53" fmla="*/ 546477 w 842483"/>
                <a:gd name="csY53" fmla="*/ 295398 h 687679"/>
                <a:gd name="csX54" fmla="*/ 587605 w 842483"/>
                <a:gd name="csY54" fmla="*/ 280832 h 687679"/>
                <a:gd name="csX55" fmla="*/ 665669 w 842483"/>
                <a:gd name="csY55" fmla="*/ 287985 h 687679"/>
                <a:gd name="csX56" fmla="*/ 752712 w 842483"/>
                <a:gd name="csY56" fmla="*/ 319911 h 687679"/>
                <a:gd name="csX57" fmla="*/ 817197 w 842483"/>
                <a:gd name="csY57" fmla="*/ 369532 h 687679"/>
                <a:gd name="csX58" fmla="*/ 840704 w 842483"/>
                <a:gd name="csY58" fmla="*/ 410883 h 687679"/>
                <a:gd name="csX59" fmla="*/ 834930 w 842483"/>
                <a:gd name="csY59" fmla="*/ 459201 h 687679"/>
                <a:gd name="csX60" fmla="*/ 803414 w 842483"/>
                <a:gd name="csY60" fmla="*/ 483471 h 687679"/>
                <a:gd name="csX61" fmla="*/ 679006 w 842483"/>
                <a:gd name="csY61" fmla="*/ 481609 h 687679"/>
                <a:gd name="csX62" fmla="*/ 578050 w 842483"/>
                <a:gd name="csY62" fmla="*/ 453184 h 687679"/>
                <a:gd name="csX63" fmla="*/ 553611 w 842483"/>
                <a:gd name="csY63" fmla="*/ 445957 h 687679"/>
                <a:gd name="csX64" fmla="*/ 561863 w 842483"/>
                <a:gd name="csY64" fmla="*/ 470135 h 687679"/>
                <a:gd name="csX65" fmla="*/ 572871 w 842483"/>
                <a:gd name="csY65" fmla="*/ 513255 h 687679"/>
                <a:gd name="csX66" fmla="*/ 570170 w 842483"/>
                <a:gd name="csY66" fmla="*/ 529628 h 687679"/>
                <a:gd name="csX67" fmla="*/ 550277 w 842483"/>
                <a:gd name="csY67" fmla="*/ 559449 h 687679"/>
                <a:gd name="csX68" fmla="*/ 464855 w 842483"/>
                <a:gd name="csY68" fmla="*/ 569843 h 687679"/>
                <a:gd name="csX69" fmla="*/ 411732 w 842483"/>
                <a:gd name="csY69" fmla="*/ 515863 h 687679"/>
                <a:gd name="csX70" fmla="*/ 414470 w 842483"/>
                <a:gd name="csY70" fmla="*/ 452551 h 687679"/>
                <a:gd name="csX71" fmla="*/ 420915 w 842483"/>
                <a:gd name="csY71" fmla="*/ 440630 h 687679"/>
                <a:gd name="csX72" fmla="*/ 422740 w 842483"/>
                <a:gd name="csY72" fmla="*/ 431391 h 687679"/>
                <a:gd name="csX73" fmla="*/ 414899 w 842483"/>
                <a:gd name="csY73" fmla="*/ 396187 h 687679"/>
                <a:gd name="csX74" fmla="*/ 408714 w 842483"/>
                <a:gd name="csY74" fmla="*/ 385979 h 687679"/>
                <a:gd name="csX75" fmla="*/ 406926 w 842483"/>
                <a:gd name="csY75" fmla="*/ 396652 h 687679"/>
                <a:gd name="csX76" fmla="*/ 366227 w 842483"/>
                <a:gd name="csY76" fmla="*/ 449552 h 687679"/>
                <a:gd name="csX77" fmla="*/ 347489 w 842483"/>
                <a:gd name="csY77" fmla="*/ 459964 h 687679"/>
                <a:gd name="csX78" fmla="*/ 324280 w 842483"/>
                <a:gd name="csY78" fmla="*/ 466465 h 687679"/>
                <a:gd name="csX79" fmla="*/ 299152 w 842483"/>
                <a:gd name="csY79" fmla="*/ 456872 h 687679"/>
                <a:gd name="csX80" fmla="*/ 279781 w 842483"/>
                <a:gd name="csY80" fmla="*/ 415111 h 687679"/>
                <a:gd name="csX81" fmla="*/ 279669 w 842483"/>
                <a:gd name="csY81" fmla="*/ 410585 h 687679"/>
                <a:gd name="csX82" fmla="*/ 276447 w 842483"/>
                <a:gd name="csY82" fmla="*/ 408592 h 687679"/>
                <a:gd name="csX83" fmla="*/ 245713 w 842483"/>
                <a:gd name="csY83" fmla="*/ 436607 h 687679"/>
                <a:gd name="csX84" fmla="*/ 245061 w 842483"/>
                <a:gd name="csY84" fmla="*/ 451266 h 687679"/>
                <a:gd name="csX85" fmla="*/ 260223 w 842483"/>
                <a:gd name="csY85" fmla="*/ 491928 h 687679"/>
                <a:gd name="csX86" fmla="*/ 267189 w 842483"/>
                <a:gd name="csY86" fmla="*/ 538718 h 687679"/>
                <a:gd name="csX87" fmla="*/ 262588 w 842483"/>
                <a:gd name="csY87" fmla="*/ 549484 h 687679"/>
                <a:gd name="csX88" fmla="*/ 201158 w 842483"/>
                <a:gd name="csY88" fmla="*/ 616074 h 687679"/>
                <a:gd name="csX89" fmla="*/ 170312 w 842483"/>
                <a:gd name="csY89" fmla="*/ 645746 h 687679"/>
                <a:gd name="csX90" fmla="*/ 134865 w 842483"/>
                <a:gd name="csY90" fmla="*/ 669123 h 687679"/>
                <a:gd name="csX91" fmla="*/ 74217 w 842483"/>
                <a:gd name="csY91" fmla="*/ 686148 h 687679"/>
                <a:gd name="csX92" fmla="*/ 29662 w 842483"/>
                <a:gd name="csY92" fmla="*/ 683708 h 687679"/>
                <a:gd name="csX93" fmla="*/ 14872 w 842483"/>
                <a:gd name="csY93" fmla="*/ 671973 h 687679"/>
                <a:gd name="csX94" fmla="*/ 269 w 842483"/>
                <a:gd name="csY94" fmla="*/ 625928 h 687679"/>
                <a:gd name="csX95" fmla="*/ 28079 w 842483"/>
                <a:gd name="csY95" fmla="*/ 528156 h 687679"/>
                <a:gd name="csX96" fmla="*/ 74645 w 842483"/>
                <a:gd name="csY96" fmla="*/ 467545 h 687679"/>
                <a:gd name="csX97" fmla="*/ 99661 w 842483"/>
                <a:gd name="csY97" fmla="*/ 439233 h 687679"/>
                <a:gd name="csX98" fmla="*/ 151350 w 842483"/>
                <a:gd name="csY98" fmla="*/ 415149 h 687679"/>
                <a:gd name="csX99" fmla="*/ 183406 w 842483"/>
                <a:gd name="csY99" fmla="*/ 415391 h 687679"/>
                <a:gd name="csX100" fmla="*/ 200841 w 842483"/>
                <a:gd name="csY100" fmla="*/ 415409 h 687679"/>
                <a:gd name="csX101" fmla="*/ 233959 w 842483"/>
                <a:gd name="csY101" fmla="*/ 404867 h 687679"/>
                <a:gd name="csX102" fmla="*/ 281550 w 842483"/>
                <a:gd name="csY102" fmla="*/ 371506 h 687679"/>
                <a:gd name="csX103" fmla="*/ 298277 w 842483"/>
                <a:gd name="csY103" fmla="*/ 354873 h 687679"/>
                <a:gd name="csX104" fmla="*/ 302617 w 842483"/>
                <a:gd name="csY104" fmla="*/ 351297 h 687679"/>
                <a:gd name="csX105" fmla="*/ 327893 w 842483"/>
                <a:gd name="csY105" fmla="*/ 318123 h 687679"/>
                <a:gd name="csX106" fmla="*/ 327577 w 842483"/>
                <a:gd name="csY106" fmla="*/ 316427 h 687679"/>
                <a:gd name="csX107" fmla="*/ 328936 w 842483"/>
                <a:gd name="csY107" fmla="*/ 315329 h 687679"/>
                <a:gd name="csX108" fmla="*/ 332308 w 842483"/>
                <a:gd name="csY108" fmla="*/ 318514 h 687679"/>
                <a:gd name="csX109" fmla="*/ 316922 w 842483"/>
                <a:gd name="csY109" fmla="*/ 345373 h 687679"/>
                <a:gd name="csX110" fmla="*/ 309006 w 842483"/>
                <a:gd name="csY110" fmla="*/ 352507 h 687679"/>
                <a:gd name="csX111" fmla="*/ 286058 w 842483"/>
                <a:gd name="csY111" fmla="*/ 386482 h 687679"/>
                <a:gd name="csX112" fmla="*/ 285425 w 842483"/>
                <a:gd name="csY112" fmla="*/ 427498 h 687679"/>
                <a:gd name="csX113" fmla="*/ 318859 w 842483"/>
                <a:gd name="csY113" fmla="*/ 461883 h 687679"/>
                <a:gd name="csX114" fmla="*/ 339740 w 842483"/>
                <a:gd name="csY114" fmla="*/ 458400 h 687679"/>
                <a:gd name="csX115" fmla="*/ 383848 w 842483"/>
                <a:gd name="csY115" fmla="*/ 430534 h 687679"/>
                <a:gd name="csX116" fmla="*/ 404673 w 842483"/>
                <a:gd name="csY116" fmla="*/ 383074 h 687679"/>
                <a:gd name="csX117" fmla="*/ 407932 w 842483"/>
                <a:gd name="csY117" fmla="*/ 347143 h 687679"/>
                <a:gd name="csX118" fmla="*/ 406870 w 842483"/>
                <a:gd name="csY118" fmla="*/ 338202 h 687679"/>
                <a:gd name="csX119" fmla="*/ 385841 w 842483"/>
                <a:gd name="csY119" fmla="*/ 322127 h 687679"/>
                <a:gd name="csX120" fmla="*/ 371778 w 842483"/>
                <a:gd name="csY120" fmla="*/ 321066 h 687679"/>
                <a:gd name="csX121" fmla="*/ 369543 w 842483"/>
                <a:gd name="csY121" fmla="*/ 317415 h 687679"/>
                <a:gd name="csX122" fmla="*/ 361477 w 842483"/>
                <a:gd name="csY122" fmla="*/ 292772 h 687679"/>
                <a:gd name="csX123" fmla="*/ 334785 w 842483"/>
                <a:gd name="csY123" fmla="*/ 282769 h 687679"/>
                <a:gd name="csX124" fmla="*/ 330892 w 842483"/>
                <a:gd name="csY124" fmla="*/ 283421 h 687679"/>
                <a:gd name="csX125" fmla="*/ 307032 w 842483"/>
                <a:gd name="csY125" fmla="*/ 308232 h 687679"/>
                <a:gd name="csX126" fmla="*/ 308354 w 842483"/>
                <a:gd name="csY126" fmla="*/ 315794 h 687679"/>
                <a:gd name="csX127" fmla="*/ 314687 w 842483"/>
                <a:gd name="csY127" fmla="*/ 316875 h 687679"/>
                <a:gd name="csX128" fmla="*/ 320275 w 842483"/>
                <a:gd name="csY128" fmla="*/ 319221 h 68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842483" h="687679">
                  <a:moveTo>
                    <a:pt x="320275" y="319221"/>
                  </a:moveTo>
                  <a:cubicBezTo>
                    <a:pt x="316531" y="319408"/>
                    <a:pt x="312769" y="319557"/>
                    <a:pt x="309025" y="319799"/>
                  </a:cubicBezTo>
                  <a:cubicBezTo>
                    <a:pt x="304573" y="320097"/>
                    <a:pt x="302803" y="317526"/>
                    <a:pt x="302747" y="313633"/>
                  </a:cubicBezTo>
                  <a:cubicBezTo>
                    <a:pt x="302710" y="310635"/>
                    <a:pt x="302673" y="307431"/>
                    <a:pt x="303660" y="304693"/>
                  </a:cubicBezTo>
                  <a:cubicBezTo>
                    <a:pt x="305467" y="299775"/>
                    <a:pt x="303511" y="297819"/>
                    <a:pt x="299227" y="295789"/>
                  </a:cubicBezTo>
                  <a:cubicBezTo>
                    <a:pt x="289373" y="291114"/>
                    <a:pt x="279594" y="286290"/>
                    <a:pt x="269219" y="282844"/>
                  </a:cubicBezTo>
                  <a:cubicBezTo>
                    <a:pt x="266332" y="281894"/>
                    <a:pt x="263426" y="281223"/>
                    <a:pt x="260390" y="281167"/>
                  </a:cubicBezTo>
                  <a:cubicBezTo>
                    <a:pt x="259124" y="281838"/>
                    <a:pt x="258155" y="281707"/>
                    <a:pt x="257689" y="280199"/>
                  </a:cubicBezTo>
                  <a:cubicBezTo>
                    <a:pt x="260111" y="276119"/>
                    <a:pt x="263892" y="277237"/>
                    <a:pt x="267226" y="278094"/>
                  </a:cubicBezTo>
                  <a:cubicBezTo>
                    <a:pt x="276931" y="280590"/>
                    <a:pt x="286058" y="284576"/>
                    <a:pt x="294980" y="289084"/>
                  </a:cubicBezTo>
                  <a:cubicBezTo>
                    <a:pt x="295651" y="289419"/>
                    <a:pt x="296265" y="289866"/>
                    <a:pt x="296917" y="290238"/>
                  </a:cubicBezTo>
                  <a:cubicBezTo>
                    <a:pt x="304536" y="294504"/>
                    <a:pt x="304983" y="294411"/>
                    <a:pt x="309881" y="287314"/>
                  </a:cubicBezTo>
                  <a:cubicBezTo>
                    <a:pt x="311073" y="284948"/>
                    <a:pt x="313029" y="283291"/>
                    <a:pt x="315115" y="281745"/>
                  </a:cubicBezTo>
                  <a:cubicBezTo>
                    <a:pt x="319809" y="277032"/>
                    <a:pt x="326124" y="278522"/>
                    <a:pt x="331730" y="277684"/>
                  </a:cubicBezTo>
                  <a:cubicBezTo>
                    <a:pt x="347619" y="275337"/>
                    <a:pt x="360658" y="279957"/>
                    <a:pt x="369468" y="294280"/>
                  </a:cubicBezTo>
                  <a:cubicBezTo>
                    <a:pt x="372635" y="299440"/>
                    <a:pt x="374125" y="304991"/>
                    <a:pt x="374516" y="310821"/>
                  </a:cubicBezTo>
                  <a:cubicBezTo>
                    <a:pt x="374814" y="315217"/>
                    <a:pt x="376323" y="316707"/>
                    <a:pt x="380476" y="314826"/>
                  </a:cubicBezTo>
                  <a:cubicBezTo>
                    <a:pt x="392453" y="307729"/>
                    <a:pt x="404859" y="307449"/>
                    <a:pt x="417879" y="311864"/>
                  </a:cubicBezTo>
                  <a:cubicBezTo>
                    <a:pt x="425870" y="314565"/>
                    <a:pt x="434010" y="316055"/>
                    <a:pt x="442764" y="315012"/>
                  </a:cubicBezTo>
                  <a:cubicBezTo>
                    <a:pt x="453903" y="313671"/>
                    <a:pt x="462303" y="308008"/>
                    <a:pt x="470406" y="301042"/>
                  </a:cubicBezTo>
                  <a:cubicBezTo>
                    <a:pt x="481396" y="291580"/>
                    <a:pt x="489349" y="280292"/>
                    <a:pt x="492590" y="265968"/>
                  </a:cubicBezTo>
                  <a:cubicBezTo>
                    <a:pt x="492870" y="264683"/>
                    <a:pt x="493298" y="263379"/>
                    <a:pt x="494043" y="262317"/>
                  </a:cubicBezTo>
                  <a:cubicBezTo>
                    <a:pt x="502258" y="250694"/>
                    <a:pt x="491082" y="232626"/>
                    <a:pt x="478304" y="230652"/>
                  </a:cubicBezTo>
                  <a:cubicBezTo>
                    <a:pt x="470220" y="229404"/>
                    <a:pt x="462192" y="230149"/>
                    <a:pt x="454182" y="229124"/>
                  </a:cubicBezTo>
                  <a:cubicBezTo>
                    <a:pt x="453046" y="228640"/>
                    <a:pt x="451686" y="228286"/>
                    <a:pt x="452208" y="226535"/>
                  </a:cubicBezTo>
                  <a:cubicBezTo>
                    <a:pt x="457460" y="217222"/>
                    <a:pt x="464520" y="208989"/>
                    <a:pt x="468320" y="198819"/>
                  </a:cubicBezTo>
                  <a:cubicBezTo>
                    <a:pt x="471170" y="191238"/>
                    <a:pt x="470536" y="184141"/>
                    <a:pt x="466141" y="177286"/>
                  </a:cubicBezTo>
                  <a:cubicBezTo>
                    <a:pt x="462080" y="170953"/>
                    <a:pt x="458280" y="164453"/>
                    <a:pt x="454294" y="158064"/>
                  </a:cubicBezTo>
                  <a:cubicBezTo>
                    <a:pt x="450010" y="151191"/>
                    <a:pt x="448278" y="143665"/>
                    <a:pt x="450289" y="135879"/>
                  </a:cubicBezTo>
                  <a:cubicBezTo>
                    <a:pt x="454182" y="120792"/>
                    <a:pt x="457609" y="105462"/>
                    <a:pt x="463812" y="91138"/>
                  </a:cubicBezTo>
                  <a:cubicBezTo>
                    <a:pt x="470238" y="76274"/>
                    <a:pt x="481265" y="64297"/>
                    <a:pt x="492795" y="53270"/>
                  </a:cubicBezTo>
                  <a:cubicBezTo>
                    <a:pt x="504176" y="42374"/>
                    <a:pt x="516824" y="32762"/>
                    <a:pt x="529080" y="22797"/>
                  </a:cubicBezTo>
                  <a:cubicBezTo>
                    <a:pt x="542733" y="11696"/>
                    <a:pt x="559311" y="7300"/>
                    <a:pt x="575833" y="2624"/>
                  </a:cubicBezTo>
                  <a:cubicBezTo>
                    <a:pt x="601612" y="-4659"/>
                    <a:pt x="621953" y="3500"/>
                    <a:pt x="638456" y="23579"/>
                  </a:cubicBezTo>
                  <a:cubicBezTo>
                    <a:pt x="640598" y="26187"/>
                    <a:pt x="642610" y="28981"/>
                    <a:pt x="645050" y="31291"/>
                  </a:cubicBezTo>
                  <a:cubicBezTo>
                    <a:pt x="658386" y="43808"/>
                    <a:pt x="656784" y="59845"/>
                    <a:pt x="655425" y="75641"/>
                  </a:cubicBezTo>
                  <a:cubicBezTo>
                    <a:pt x="652128" y="113714"/>
                    <a:pt x="633818" y="144522"/>
                    <a:pt x="607238" y="170711"/>
                  </a:cubicBezTo>
                  <a:cubicBezTo>
                    <a:pt x="597365" y="180434"/>
                    <a:pt x="585500" y="188053"/>
                    <a:pt x="574045" y="195988"/>
                  </a:cubicBezTo>
                  <a:cubicBezTo>
                    <a:pt x="561956" y="204351"/>
                    <a:pt x="549476" y="201874"/>
                    <a:pt x="537630" y="196286"/>
                  </a:cubicBezTo>
                  <a:cubicBezTo>
                    <a:pt x="529937" y="192653"/>
                    <a:pt x="522952" y="191964"/>
                    <a:pt x="515538" y="195596"/>
                  </a:cubicBezTo>
                  <a:cubicBezTo>
                    <a:pt x="501904" y="202265"/>
                    <a:pt x="490933" y="212118"/>
                    <a:pt x="481955" y="224281"/>
                  </a:cubicBezTo>
                  <a:cubicBezTo>
                    <a:pt x="480409" y="226368"/>
                    <a:pt x="480483" y="227206"/>
                    <a:pt x="483221" y="228100"/>
                  </a:cubicBezTo>
                  <a:cubicBezTo>
                    <a:pt x="493931" y="231602"/>
                    <a:pt x="498495" y="240189"/>
                    <a:pt x="500693" y="250415"/>
                  </a:cubicBezTo>
                  <a:cubicBezTo>
                    <a:pt x="501121" y="252370"/>
                    <a:pt x="501326" y="254848"/>
                    <a:pt x="500507" y="256543"/>
                  </a:cubicBezTo>
                  <a:cubicBezTo>
                    <a:pt x="495571" y="266694"/>
                    <a:pt x="494546" y="278615"/>
                    <a:pt x="487803" y="287780"/>
                  </a:cubicBezTo>
                  <a:cubicBezTo>
                    <a:pt x="474113" y="306406"/>
                    <a:pt x="457945" y="321419"/>
                    <a:pt x="432333" y="319650"/>
                  </a:cubicBezTo>
                  <a:cubicBezTo>
                    <a:pt x="426261" y="319240"/>
                    <a:pt x="420449" y="317694"/>
                    <a:pt x="414787" y="315627"/>
                  </a:cubicBezTo>
                  <a:cubicBezTo>
                    <a:pt x="409758" y="313801"/>
                    <a:pt x="404542" y="313280"/>
                    <a:pt x="399289" y="312888"/>
                  </a:cubicBezTo>
                  <a:cubicBezTo>
                    <a:pt x="395192" y="312590"/>
                    <a:pt x="391485" y="313708"/>
                    <a:pt x="387536" y="317452"/>
                  </a:cubicBezTo>
                  <a:cubicBezTo>
                    <a:pt x="395322" y="318458"/>
                    <a:pt x="401059" y="323021"/>
                    <a:pt x="408770" y="322928"/>
                  </a:cubicBezTo>
                  <a:cubicBezTo>
                    <a:pt x="423988" y="322742"/>
                    <a:pt x="439374" y="320991"/>
                    <a:pt x="454424" y="323841"/>
                  </a:cubicBezTo>
                  <a:cubicBezTo>
                    <a:pt x="468636" y="326523"/>
                    <a:pt x="482830" y="329243"/>
                    <a:pt x="497228" y="330751"/>
                  </a:cubicBezTo>
                  <a:cubicBezTo>
                    <a:pt x="507510" y="331832"/>
                    <a:pt x="515892" y="327734"/>
                    <a:pt x="522840" y="320265"/>
                  </a:cubicBezTo>
                  <a:cubicBezTo>
                    <a:pt x="530626" y="311883"/>
                    <a:pt x="538002" y="303016"/>
                    <a:pt x="546477" y="295398"/>
                  </a:cubicBezTo>
                  <a:cubicBezTo>
                    <a:pt x="557989" y="285060"/>
                    <a:pt x="572462" y="280590"/>
                    <a:pt x="587605" y="280832"/>
                  </a:cubicBezTo>
                  <a:cubicBezTo>
                    <a:pt x="613757" y="281260"/>
                    <a:pt x="639965" y="283309"/>
                    <a:pt x="665669" y="287985"/>
                  </a:cubicBezTo>
                  <a:cubicBezTo>
                    <a:pt x="696348" y="293573"/>
                    <a:pt x="725237" y="304898"/>
                    <a:pt x="752712" y="319911"/>
                  </a:cubicBezTo>
                  <a:cubicBezTo>
                    <a:pt x="776852" y="333117"/>
                    <a:pt x="798962" y="348875"/>
                    <a:pt x="817197" y="369532"/>
                  </a:cubicBezTo>
                  <a:cubicBezTo>
                    <a:pt x="827833" y="381583"/>
                    <a:pt x="836606" y="395013"/>
                    <a:pt x="840704" y="410883"/>
                  </a:cubicBezTo>
                  <a:cubicBezTo>
                    <a:pt x="845044" y="427722"/>
                    <a:pt x="840797" y="443219"/>
                    <a:pt x="834930" y="459201"/>
                  </a:cubicBezTo>
                  <a:cubicBezTo>
                    <a:pt x="829193" y="474847"/>
                    <a:pt x="817849" y="480435"/>
                    <a:pt x="803414" y="483471"/>
                  </a:cubicBezTo>
                  <a:cubicBezTo>
                    <a:pt x="761802" y="492244"/>
                    <a:pt x="720245" y="490531"/>
                    <a:pt x="679006" y="481609"/>
                  </a:cubicBezTo>
                  <a:cubicBezTo>
                    <a:pt x="644807" y="474214"/>
                    <a:pt x="611131" y="464751"/>
                    <a:pt x="578050" y="453184"/>
                  </a:cubicBezTo>
                  <a:cubicBezTo>
                    <a:pt x="570301" y="450483"/>
                    <a:pt x="562124" y="448881"/>
                    <a:pt x="553611" y="445957"/>
                  </a:cubicBezTo>
                  <a:cubicBezTo>
                    <a:pt x="556517" y="454395"/>
                    <a:pt x="559479" y="462181"/>
                    <a:pt x="561863" y="470135"/>
                  </a:cubicBezTo>
                  <a:cubicBezTo>
                    <a:pt x="566128" y="484347"/>
                    <a:pt x="570841" y="498466"/>
                    <a:pt x="572871" y="513255"/>
                  </a:cubicBezTo>
                  <a:cubicBezTo>
                    <a:pt x="573672" y="519048"/>
                    <a:pt x="572909" y="524413"/>
                    <a:pt x="570170" y="529628"/>
                  </a:cubicBezTo>
                  <a:cubicBezTo>
                    <a:pt x="564564" y="540264"/>
                    <a:pt x="560019" y="551757"/>
                    <a:pt x="550277" y="559449"/>
                  </a:cubicBezTo>
                  <a:cubicBezTo>
                    <a:pt x="524014" y="580144"/>
                    <a:pt x="496018" y="586626"/>
                    <a:pt x="464855" y="569843"/>
                  </a:cubicBezTo>
                  <a:cubicBezTo>
                    <a:pt x="441460" y="557233"/>
                    <a:pt x="422070" y="540543"/>
                    <a:pt x="411732" y="515863"/>
                  </a:cubicBezTo>
                  <a:cubicBezTo>
                    <a:pt x="402959" y="494889"/>
                    <a:pt x="403611" y="473227"/>
                    <a:pt x="414470" y="452551"/>
                  </a:cubicBezTo>
                  <a:cubicBezTo>
                    <a:pt x="416575" y="448546"/>
                    <a:pt x="418661" y="444542"/>
                    <a:pt x="420915" y="440630"/>
                  </a:cubicBezTo>
                  <a:cubicBezTo>
                    <a:pt x="422591" y="437724"/>
                    <a:pt x="423132" y="434632"/>
                    <a:pt x="422740" y="431391"/>
                  </a:cubicBezTo>
                  <a:cubicBezTo>
                    <a:pt x="421232" y="419414"/>
                    <a:pt x="418847" y="407605"/>
                    <a:pt x="414899" y="396187"/>
                  </a:cubicBezTo>
                  <a:cubicBezTo>
                    <a:pt x="413762" y="392927"/>
                    <a:pt x="411304" y="390133"/>
                    <a:pt x="408714" y="385979"/>
                  </a:cubicBezTo>
                  <a:cubicBezTo>
                    <a:pt x="407988" y="390338"/>
                    <a:pt x="407597" y="393523"/>
                    <a:pt x="406926" y="396652"/>
                  </a:cubicBezTo>
                  <a:cubicBezTo>
                    <a:pt x="401804" y="420774"/>
                    <a:pt x="386567" y="437184"/>
                    <a:pt x="366227" y="449552"/>
                  </a:cubicBezTo>
                  <a:cubicBezTo>
                    <a:pt x="360118" y="453259"/>
                    <a:pt x="353747" y="456518"/>
                    <a:pt x="347489" y="459964"/>
                  </a:cubicBezTo>
                  <a:cubicBezTo>
                    <a:pt x="340261" y="463932"/>
                    <a:pt x="332196" y="465329"/>
                    <a:pt x="324280" y="466465"/>
                  </a:cubicBezTo>
                  <a:cubicBezTo>
                    <a:pt x="314482" y="467881"/>
                    <a:pt x="306771" y="462311"/>
                    <a:pt x="299152" y="456872"/>
                  </a:cubicBezTo>
                  <a:cubicBezTo>
                    <a:pt x="284698" y="446553"/>
                    <a:pt x="280097" y="431875"/>
                    <a:pt x="279781" y="415111"/>
                  </a:cubicBezTo>
                  <a:cubicBezTo>
                    <a:pt x="279743" y="413603"/>
                    <a:pt x="279706" y="412094"/>
                    <a:pt x="279669" y="410585"/>
                  </a:cubicBezTo>
                  <a:cubicBezTo>
                    <a:pt x="279632" y="408257"/>
                    <a:pt x="279259" y="406878"/>
                    <a:pt x="276447" y="408592"/>
                  </a:cubicBezTo>
                  <a:cubicBezTo>
                    <a:pt x="264358" y="415912"/>
                    <a:pt x="254672" y="425915"/>
                    <a:pt x="245713" y="436607"/>
                  </a:cubicBezTo>
                  <a:cubicBezTo>
                    <a:pt x="242043" y="440965"/>
                    <a:pt x="243533" y="446441"/>
                    <a:pt x="245061" y="451266"/>
                  </a:cubicBezTo>
                  <a:cubicBezTo>
                    <a:pt x="249475" y="465050"/>
                    <a:pt x="254448" y="478610"/>
                    <a:pt x="260223" y="491928"/>
                  </a:cubicBezTo>
                  <a:cubicBezTo>
                    <a:pt x="266630" y="506736"/>
                    <a:pt x="269834" y="522382"/>
                    <a:pt x="267189" y="538718"/>
                  </a:cubicBezTo>
                  <a:cubicBezTo>
                    <a:pt x="266556" y="542685"/>
                    <a:pt x="264805" y="546094"/>
                    <a:pt x="262588" y="549484"/>
                  </a:cubicBezTo>
                  <a:cubicBezTo>
                    <a:pt x="245862" y="575152"/>
                    <a:pt x="222876" y="595008"/>
                    <a:pt x="201158" y="616074"/>
                  </a:cubicBezTo>
                  <a:cubicBezTo>
                    <a:pt x="190913" y="626002"/>
                    <a:pt x="179383" y="634589"/>
                    <a:pt x="170312" y="645746"/>
                  </a:cubicBezTo>
                  <a:cubicBezTo>
                    <a:pt x="160961" y="657239"/>
                    <a:pt x="148072" y="663759"/>
                    <a:pt x="134865" y="669123"/>
                  </a:cubicBezTo>
                  <a:cubicBezTo>
                    <a:pt x="115344" y="677058"/>
                    <a:pt x="95470" y="684378"/>
                    <a:pt x="74217" y="686148"/>
                  </a:cubicBezTo>
                  <a:cubicBezTo>
                    <a:pt x="59315" y="687377"/>
                    <a:pt x="44265" y="689817"/>
                    <a:pt x="29662" y="683708"/>
                  </a:cubicBezTo>
                  <a:cubicBezTo>
                    <a:pt x="23571" y="681156"/>
                    <a:pt x="18635" y="677430"/>
                    <a:pt x="14872" y="671973"/>
                  </a:cubicBezTo>
                  <a:cubicBezTo>
                    <a:pt x="5298" y="658096"/>
                    <a:pt x="1349" y="642822"/>
                    <a:pt x="269" y="625928"/>
                  </a:cubicBezTo>
                  <a:cubicBezTo>
                    <a:pt x="-2022" y="589829"/>
                    <a:pt x="10588" y="558276"/>
                    <a:pt x="28079" y="528156"/>
                  </a:cubicBezTo>
                  <a:cubicBezTo>
                    <a:pt x="40931" y="506009"/>
                    <a:pt x="55758" y="485203"/>
                    <a:pt x="74645" y="467545"/>
                  </a:cubicBezTo>
                  <a:cubicBezTo>
                    <a:pt x="83865" y="458921"/>
                    <a:pt x="91782" y="449105"/>
                    <a:pt x="99661" y="439233"/>
                  </a:cubicBezTo>
                  <a:cubicBezTo>
                    <a:pt x="112811" y="422748"/>
                    <a:pt x="130097" y="414553"/>
                    <a:pt x="151350" y="415149"/>
                  </a:cubicBezTo>
                  <a:cubicBezTo>
                    <a:pt x="162042" y="415447"/>
                    <a:pt x="172677" y="416881"/>
                    <a:pt x="183406" y="415391"/>
                  </a:cubicBezTo>
                  <a:cubicBezTo>
                    <a:pt x="189143" y="414609"/>
                    <a:pt x="194992" y="414571"/>
                    <a:pt x="200841" y="415409"/>
                  </a:cubicBezTo>
                  <a:cubicBezTo>
                    <a:pt x="213507" y="417235"/>
                    <a:pt x="224068" y="411572"/>
                    <a:pt x="233959" y="404867"/>
                  </a:cubicBezTo>
                  <a:cubicBezTo>
                    <a:pt x="249978" y="393989"/>
                    <a:pt x="265531" y="382403"/>
                    <a:pt x="281550" y="371506"/>
                  </a:cubicBezTo>
                  <a:cubicBezTo>
                    <a:pt x="288256" y="366943"/>
                    <a:pt x="292410" y="360107"/>
                    <a:pt x="298277" y="354873"/>
                  </a:cubicBezTo>
                  <a:cubicBezTo>
                    <a:pt x="299674" y="353625"/>
                    <a:pt x="300978" y="352079"/>
                    <a:pt x="302617" y="351297"/>
                  </a:cubicBezTo>
                  <a:cubicBezTo>
                    <a:pt x="316755" y="344554"/>
                    <a:pt x="320759" y="330155"/>
                    <a:pt x="327893" y="318123"/>
                  </a:cubicBezTo>
                  <a:cubicBezTo>
                    <a:pt x="327521" y="317601"/>
                    <a:pt x="327428" y="317042"/>
                    <a:pt x="327577" y="316427"/>
                  </a:cubicBezTo>
                  <a:cubicBezTo>
                    <a:pt x="327856" y="315869"/>
                    <a:pt x="328322" y="315496"/>
                    <a:pt x="328936" y="315329"/>
                  </a:cubicBezTo>
                  <a:cubicBezTo>
                    <a:pt x="331302" y="315086"/>
                    <a:pt x="332308" y="316260"/>
                    <a:pt x="332308" y="318514"/>
                  </a:cubicBezTo>
                  <a:cubicBezTo>
                    <a:pt x="328136" y="328013"/>
                    <a:pt x="322473" y="336675"/>
                    <a:pt x="316922" y="345373"/>
                  </a:cubicBezTo>
                  <a:cubicBezTo>
                    <a:pt x="315022" y="348335"/>
                    <a:pt x="312210" y="350812"/>
                    <a:pt x="309006" y="352507"/>
                  </a:cubicBezTo>
                  <a:cubicBezTo>
                    <a:pt x="295297" y="359753"/>
                    <a:pt x="288926" y="372363"/>
                    <a:pt x="286058" y="386482"/>
                  </a:cubicBezTo>
                  <a:cubicBezTo>
                    <a:pt x="283338" y="399931"/>
                    <a:pt x="283152" y="413808"/>
                    <a:pt x="285425" y="427498"/>
                  </a:cubicBezTo>
                  <a:cubicBezTo>
                    <a:pt x="288070" y="443517"/>
                    <a:pt x="302841" y="458791"/>
                    <a:pt x="318859" y="461883"/>
                  </a:cubicBezTo>
                  <a:cubicBezTo>
                    <a:pt x="326142" y="463299"/>
                    <a:pt x="333332" y="461026"/>
                    <a:pt x="339740" y="458400"/>
                  </a:cubicBezTo>
                  <a:cubicBezTo>
                    <a:pt x="355964" y="451713"/>
                    <a:pt x="371312" y="443275"/>
                    <a:pt x="383848" y="430534"/>
                  </a:cubicBezTo>
                  <a:cubicBezTo>
                    <a:pt x="396831" y="417328"/>
                    <a:pt x="403574" y="401607"/>
                    <a:pt x="404673" y="383074"/>
                  </a:cubicBezTo>
                  <a:cubicBezTo>
                    <a:pt x="405380" y="371078"/>
                    <a:pt x="408230" y="359250"/>
                    <a:pt x="407932" y="347143"/>
                  </a:cubicBezTo>
                  <a:cubicBezTo>
                    <a:pt x="407858" y="344125"/>
                    <a:pt x="407709" y="341126"/>
                    <a:pt x="406870" y="338202"/>
                  </a:cubicBezTo>
                  <a:cubicBezTo>
                    <a:pt x="403685" y="327287"/>
                    <a:pt x="397203" y="322202"/>
                    <a:pt x="385841" y="322127"/>
                  </a:cubicBezTo>
                  <a:cubicBezTo>
                    <a:pt x="381110" y="322090"/>
                    <a:pt x="376528" y="320786"/>
                    <a:pt x="371778" y="321066"/>
                  </a:cubicBezTo>
                  <a:cubicBezTo>
                    <a:pt x="370083" y="320432"/>
                    <a:pt x="369785" y="318942"/>
                    <a:pt x="369543" y="317415"/>
                  </a:cubicBezTo>
                  <a:cubicBezTo>
                    <a:pt x="368667" y="308623"/>
                    <a:pt x="367717" y="300148"/>
                    <a:pt x="361477" y="292772"/>
                  </a:cubicBezTo>
                  <a:cubicBezTo>
                    <a:pt x="354176" y="284148"/>
                    <a:pt x="345272" y="281856"/>
                    <a:pt x="334785" y="282769"/>
                  </a:cubicBezTo>
                  <a:cubicBezTo>
                    <a:pt x="333481" y="282881"/>
                    <a:pt x="332196" y="283253"/>
                    <a:pt x="330892" y="283421"/>
                  </a:cubicBezTo>
                  <a:cubicBezTo>
                    <a:pt x="316512" y="285228"/>
                    <a:pt x="308168" y="293852"/>
                    <a:pt x="307032" y="308232"/>
                  </a:cubicBezTo>
                  <a:cubicBezTo>
                    <a:pt x="306827" y="310821"/>
                    <a:pt x="306491" y="313522"/>
                    <a:pt x="308354" y="315794"/>
                  </a:cubicBezTo>
                  <a:cubicBezTo>
                    <a:pt x="310273" y="317396"/>
                    <a:pt x="312564" y="316577"/>
                    <a:pt x="314687" y="316875"/>
                  </a:cubicBezTo>
                  <a:cubicBezTo>
                    <a:pt x="316792" y="317173"/>
                    <a:pt x="319306" y="316390"/>
                    <a:pt x="320275" y="319221"/>
                  </a:cubicBezTo>
                  <a:close/>
                </a:path>
              </a:pathLst>
            </a:custGeom>
            <a:solidFill>
              <a:srgbClr val="32382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6A229C12-1DAE-DD57-36C3-E8F9ACA2AD02}"/>
                </a:ext>
              </a:extLst>
            </p:cNvPr>
            <p:cNvSpPr/>
            <p:nvPr/>
          </p:nvSpPr>
          <p:spPr>
            <a:xfrm>
              <a:off x="1687301" y="4813444"/>
              <a:ext cx="272564" cy="294707"/>
            </a:xfrm>
            <a:custGeom>
              <a:avLst/>
              <a:gdLst>
                <a:gd name="csX0" fmla="*/ 133367 w 272564"/>
                <a:gd name="csY0" fmla="*/ 279125 h 294707"/>
                <a:gd name="csX1" fmla="*/ 129008 w 272564"/>
                <a:gd name="csY1" fmla="*/ 283744 h 294707"/>
                <a:gd name="csX2" fmla="*/ 97715 w 272564"/>
                <a:gd name="csY2" fmla="*/ 262733 h 294707"/>
                <a:gd name="csX3" fmla="*/ 86037 w 272564"/>
                <a:gd name="csY3" fmla="*/ 232335 h 294707"/>
                <a:gd name="csX4" fmla="*/ 88253 w 272564"/>
                <a:gd name="csY4" fmla="*/ 217284 h 294707"/>
                <a:gd name="csX5" fmla="*/ 82777 w 272564"/>
                <a:gd name="csY5" fmla="*/ 196143 h 294707"/>
                <a:gd name="csX6" fmla="*/ 44965 w 272564"/>
                <a:gd name="csY6" fmla="*/ 165372 h 294707"/>
                <a:gd name="csX7" fmla="*/ 5327 w 272564"/>
                <a:gd name="csY7" fmla="*/ 160920 h 294707"/>
                <a:gd name="csX8" fmla="*/ 0 w 272564"/>
                <a:gd name="csY8" fmla="*/ 158405 h 294707"/>
                <a:gd name="csX9" fmla="*/ 21737 w 272564"/>
                <a:gd name="csY9" fmla="*/ 155220 h 294707"/>
                <a:gd name="csX10" fmla="*/ 53533 w 272564"/>
                <a:gd name="csY10" fmla="*/ 166005 h 294707"/>
                <a:gd name="csX11" fmla="*/ 75755 w 272564"/>
                <a:gd name="csY11" fmla="*/ 183179 h 294707"/>
                <a:gd name="csX12" fmla="*/ 89427 w 272564"/>
                <a:gd name="csY12" fmla="*/ 196646 h 294707"/>
                <a:gd name="csX13" fmla="*/ 93748 w 272564"/>
                <a:gd name="csY13" fmla="*/ 218849 h 294707"/>
                <a:gd name="csX14" fmla="*/ 90730 w 272564"/>
                <a:gd name="csY14" fmla="*/ 242356 h 294707"/>
                <a:gd name="csX15" fmla="*/ 95033 w 272564"/>
                <a:gd name="csY15" fmla="*/ 252973 h 294707"/>
                <a:gd name="csX16" fmla="*/ 118037 w 272564"/>
                <a:gd name="csY16" fmla="*/ 270240 h 294707"/>
                <a:gd name="csX17" fmla="*/ 121856 w 272564"/>
                <a:gd name="csY17" fmla="*/ 268694 h 294707"/>
                <a:gd name="csX18" fmla="*/ 136794 w 272564"/>
                <a:gd name="csY18" fmla="*/ 251892 h 294707"/>
                <a:gd name="csX19" fmla="*/ 158587 w 272564"/>
                <a:gd name="csY19" fmla="*/ 244051 h 294707"/>
                <a:gd name="csX20" fmla="*/ 160879 w 272564"/>
                <a:gd name="csY20" fmla="*/ 237494 h 294707"/>
                <a:gd name="csX21" fmla="*/ 151267 w 272564"/>
                <a:gd name="csY21" fmla="*/ 218979 h 294707"/>
                <a:gd name="csX22" fmla="*/ 136571 w 272564"/>
                <a:gd name="csY22" fmla="*/ 212534 h 294707"/>
                <a:gd name="csX23" fmla="*/ 113492 w 272564"/>
                <a:gd name="csY23" fmla="*/ 208958 h 294707"/>
                <a:gd name="csX24" fmla="*/ 89296 w 272564"/>
                <a:gd name="csY24" fmla="*/ 195677 h 294707"/>
                <a:gd name="csX25" fmla="*/ 77878 w 272564"/>
                <a:gd name="csY25" fmla="*/ 182341 h 294707"/>
                <a:gd name="csX26" fmla="*/ 55340 w 272564"/>
                <a:gd name="csY26" fmla="*/ 132421 h 294707"/>
                <a:gd name="csX27" fmla="*/ 46604 w 272564"/>
                <a:gd name="csY27" fmla="*/ 92206 h 294707"/>
                <a:gd name="csX28" fmla="*/ 50404 w 272564"/>
                <a:gd name="csY28" fmla="*/ 48694 h 294707"/>
                <a:gd name="csX29" fmla="*/ 58767 w 272564"/>
                <a:gd name="csY29" fmla="*/ 24759 h 294707"/>
                <a:gd name="csX30" fmla="*/ 94512 w 272564"/>
                <a:gd name="csY30" fmla="*/ 1346 h 294707"/>
                <a:gd name="csX31" fmla="*/ 162387 w 272564"/>
                <a:gd name="csY31" fmla="*/ 25467 h 294707"/>
                <a:gd name="csX32" fmla="*/ 194407 w 272564"/>
                <a:gd name="csY32" fmla="*/ 80900 h 294707"/>
                <a:gd name="csX33" fmla="*/ 202826 w 272564"/>
                <a:gd name="csY33" fmla="*/ 172673 h 294707"/>
                <a:gd name="csX34" fmla="*/ 191780 w 272564"/>
                <a:gd name="csY34" fmla="*/ 197708 h 294707"/>
                <a:gd name="csX35" fmla="*/ 183789 w 272564"/>
                <a:gd name="csY35" fmla="*/ 210653 h 294707"/>
                <a:gd name="csX36" fmla="*/ 182783 w 272564"/>
                <a:gd name="csY36" fmla="*/ 224828 h 294707"/>
                <a:gd name="csX37" fmla="*/ 202919 w 272564"/>
                <a:gd name="csY37" fmla="*/ 286762 h 294707"/>
                <a:gd name="csX38" fmla="*/ 204148 w 272564"/>
                <a:gd name="csY38" fmla="*/ 289444 h 294707"/>
                <a:gd name="csX39" fmla="*/ 207687 w 272564"/>
                <a:gd name="csY39" fmla="*/ 280261 h 294707"/>
                <a:gd name="csX40" fmla="*/ 221210 w 272564"/>
                <a:gd name="csY40" fmla="*/ 248149 h 294707"/>
                <a:gd name="csX41" fmla="*/ 270031 w 272564"/>
                <a:gd name="csY41" fmla="*/ 222444 h 294707"/>
                <a:gd name="csX42" fmla="*/ 272564 w 272564"/>
                <a:gd name="csY42" fmla="*/ 223953 h 294707"/>
                <a:gd name="csX43" fmla="*/ 267665 w 272564"/>
                <a:gd name="csY43" fmla="*/ 226784 h 294707"/>
                <a:gd name="csX44" fmla="*/ 219571 w 272564"/>
                <a:gd name="csY44" fmla="*/ 254891 h 294707"/>
                <a:gd name="csX45" fmla="*/ 211487 w 272564"/>
                <a:gd name="csY45" fmla="*/ 276796 h 294707"/>
                <a:gd name="csX46" fmla="*/ 206179 w 272564"/>
                <a:gd name="csY46" fmla="*/ 292610 h 294707"/>
                <a:gd name="csX47" fmla="*/ 202192 w 272564"/>
                <a:gd name="csY47" fmla="*/ 294622 h 294707"/>
                <a:gd name="csX48" fmla="*/ 198449 w 272564"/>
                <a:gd name="csY48" fmla="*/ 291828 h 294707"/>
                <a:gd name="csX49" fmla="*/ 181368 w 272564"/>
                <a:gd name="csY49" fmla="*/ 232111 h 294707"/>
                <a:gd name="csX50" fmla="*/ 183063 w 272564"/>
                <a:gd name="csY50" fmla="*/ 203053 h 294707"/>
                <a:gd name="csX51" fmla="*/ 199659 w 272564"/>
                <a:gd name="csY51" fmla="*/ 166582 h 294707"/>
                <a:gd name="csX52" fmla="*/ 198393 w 272564"/>
                <a:gd name="csY52" fmla="*/ 114297 h 294707"/>
                <a:gd name="csX53" fmla="*/ 161866 w 272564"/>
                <a:gd name="csY53" fmla="*/ 30906 h 294707"/>
                <a:gd name="csX54" fmla="*/ 85049 w 272564"/>
                <a:gd name="csY54" fmla="*/ 7306 h 294707"/>
                <a:gd name="csX55" fmla="*/ 59438 w 272564"/>
                <a:gd name="csY55" fmla="*/ 33123 h 294707"/>
                <a:gd name="csX56" fmla="*/ 50366 w 272564"/>
                <a:gd name="csY56" fmla="*/ 88853 h 294707"/>
                <a:gd name="csX57" fmla="*/ 60816 w 272564"/>
                <a:gd name="csY57" fmla="*/ 138475 h 294707"/>
                <a:gd name="csX58" fmla="*/ 76667 w 272564"/>
                <a:gd name="csY58" fmla="*/ 173232 h 294707"/>
                <a:gd name="csX59" fmla="*/ 108482 w 272564"/>
                <a:gd name="csY59" fmla="*/ 200110 h 294707"/>
                <a:gd name="csX60" fmla="*/ 111015 w 272564"/>
                <a:gd name="csY60" fmla="*/ 201340 h 294707"/>
                <a:gd name="csX61" fmla="*/ 138638 w 272564"/>
                <a:gd name="csY61" fmla="*/ 206779 h 294707"/>
                <a:gd name="csX62" fmla="*/ 153763 w 272564"/>
                <a:gd name="csY62" fmla="*/ 213056 h 294707"/>
                <a:gd name="csX63" fmla="*/ 161381 w 272564"/>
                <a:gd name="csY63" fmla="*/ 225554 h 294707"/>
                <a:gd name="csX64" fmla="*/ 177494 w 272564"/>
                <a:gd name="csY64" fmla="*/ 262193 h 294707"/>
                <a:gd name="csX65" fmla="*/ 175948 w 272564"/>
                <a:gd name="csY65" fmla="*/ 266999 h 294707"/>
                <a:gd name="csX66" fmla="*/ 172334 w 272564"/>
                <a:gd name="csY66" fmla="*/ 263199 h 294707"/>
                <a:gd name="csX67" fmla="*/ 167864 w 272564"/>
                <a:gd name="csY67" fmla="*/ 252265 h 294707"/>
                <a:gd name="csX68" fmla="*/ 160748 w 272564"/>
                <a:gd name="csY68" fmla="*/ 248838 h 294707"/>
                <a:gd name="csX69" fmla="*/ 136981 w 272564"/>
                <a:gd name="csY69" fmla="*/ 257536 h 294707"/>
                <a:gd name="csX70" fmla="*/ 127090 w 272564"/>
                <a:gd name="csY70" fmla="*/ 269066 h 294707"/>
                <a:gd name="csX71" fmla="*/ 131504 w 272564"/>
                <a:gd name="csY71" fmla="*/ 277877 h 294707"/>
                <a:gd name="csX72" fmla="*/ 133367 w 272564"/>
                <a:gd name="csY72" fmla="*/ 279125 h 294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</a:cxnLst>
              <a:rect l="l" t="t" r="r" b="b"/>
              <a:pathLst>
                <a:path w="272564" h="294707">
                  <a:moveTo>
                    <a:pt x="133367" y="279125"/>
                  </a:moveTo>
                  <a:cubicBezTo>
                    <a:pt x="131597" y="280354"/>
                    <a:pt x="129846" y="281621"/>
                    <a:pt x="129008" y="283744"/>
                  </a:cubicBezTo>
                  <a:cubicBezTo>
                    <a:pt x="118205" y="277299"/>
                    <a:pt x="108072" y="269867"/>
                    <a:pt x="97715" y="262733"/>
                  </a:cubicBezTo>
                  <a:cubicBezTo>
                    <a:pt x="86502" y="255003"/>
                    <a:pt x="83913" y="244777"/>
                    <a:pt x="86037" y="232335"/>
                  </a:cubicBezTo>
                  <a:cubicBezTo>
                    <a:pt x="86893" y="227343"/>
                    <a:pt x="87452" y="222295"/>
                    <a:pt x="88253" y="217284"/>
                  </a:cubicBezTo>
                  <a:cubicBezTo>
                    <a:pt x="89520" y="209331"/>
                    <a:pt x="87601" y="202364"/>
                    <a:pt x="82777" y="196143"/>
                  </a:cubicBezTo>
                  <a:cubicBezTo>
                    <a:pt x="72569" y="182955"/>
                    <a:pt x="58525" y="174499"/>
                    <a:pt x="44965" y="165372"/>
                  </a:cubicBezTo>
                  <a:cubicBezTo>
                    <a:pt x="32373" y="156897"/>
                    <a:pt x="18962" y="158722"/>
                    <a:pt x="5327" y="160920"/>
                  </a:cubicBezTo>
                  <a:cubicBezTo>
                    <a:pt x="3297" y="160622"/>
                    <a:pt x="726" y="161460"/>
                    <a:pt x="0" y="158405"/>
                  </a:cubicBezTo>
                  <a:cubicBezTo>
                    <a:pt x="7246" y="157325"/>
                    <a:pt x="14454" y="156021"/>
                    <a:pt x="21737" y="155220"/>
                  </a:cubicBezTo>
                  <a:cubicBezTo>
                    <a:pt x="33938" y="153898"/>
                    <a:pt x="43866" y="159616"/>
                    <a:pt x="53533" y="166005"/>
                  </a:cubicBezTo>
                  <a:cubicBezTo>
                    <a:pt x="61375" y="171183"/>
                    <a:pt x="68434" y="177349"/>
                    <a:pt x="75755" y="183179"/>
                  </a:cubicBezTo>
                  <a:cubicBezTo>
                    <a:pt x="82460" y="185489"/>
                    <a:pt x="85105" y="191915"/>
                    <a:pt x="89427" y="196646"/>
                  </a:cubicBezTo>
                  <a:cubicBezTo>
                    <a:pt x="93990" y="203426"/>
                    <a:pt x="94735" y="210933"/>
                    <a:pt x="93748" y="218849"/>
                  </a:cubicBezTo>
                  <a:cubicBezTo>
                    <a:pt x="92761" y="226691"/>
                    <a:pt x="90768" y="234383"/>
                    <a:pt x="90730" y="242356"/>
                  </a:cubicBezTo>
                  <a:cubicBezTo>
                    <a:pt x="90712" y="246584"/>
                    <a:pt x="91997" y="250011"/>
                    <a:pt x="95033" y="252973"/>
                  </a:cubicBezTo>
                  <a:cubicBezTo>
                    <a:pt x="101944" y="259753"/>
                    <a:pt x="110009" y="264968"/>
                    <a:pt x="118037" y="270240"/>
                  </a:cubicBezTo>
                  <a:cubicBezTo>
                    <a:pt x="120105" y="271600"/>
                    <a:pt x="121483" y="271581"/>
                    <a:pt x="121856" y="268694"/>
                  </a:cubicBezTo>
                  <a:cubicBezTo>
                    <a:pt x="122973" y="259678"/>
                    <a:pt x="129139" y="255134"/>
                    <a:pt x="136794" y="251892"/>
                  </a:cubicBezTo>
                  <a:cubicBezTo>
                    <a:pt x="143910" y="248875"/>
                    <a:pt x="151323" y="246677"/>
                    <a:pt x="158587" y="244051"/>
                  </a:cubicBezTo>
                  <a:cubicBezTo>
                    <a:pt x="162611" y="242598"/>
                    <a:pt x="162965" y="240921"/>
                    <a:pt x="160879" y="237494"/>
                  </a:cubicBezTo>
                  <a:cubicBezTo>
                    <a:pt x="157265" y="231552"/>
                    <a:pt x="155309" y="224735"/>
                    <a:pt x="151267" y="218979"/>
                  </a:cubicBezTo>
                  <a:cubicBezTo>
                    <a:pt x="147616" y="213782"/>
                    <a:pt x="143463" y="210597"/>
                    <a:pt x="136571" y="212534"/>
                  </a:cubicBezTo>
                  <a:cubicBezTo>
                    <a:pt x="128449" y="214825"/>
                    <a:pt x="120924" y="213727"/>
                    <a:pt x="113492" y="208958"/>
                  </a:cubicBezTo>
                  <a:cubicBezTo>
                    <a:pt x="105781" y="204003"/>
                    <a:pt x="96635" y="201452"/>
                    <a:pt x="89296" y="195677"/>
                  </a:cubicBezTo>
                  <a:cubicBezTo>
                    <a:pt x="85236" y="191449"/>
                    <a:pt x="81566" y="186886"/>
                    <a:pt x="77878" y="182341"/>
                  </a:cubicBezTo>
                  <a:cubicBezTo>
                    <a:pt x="65976" y="167700"/>
                    <a:pt x="60239" y="150154"/>
                    <a:pt x="55340" y="132421"/>
                  </a:cubicBezTo>
                  <a:cubicBezTo>
                    <a:pt x="51689" y="119215"/>
                    <a:pt x="48765" y="105748"/>
                    <a:pt x="46604" y="92206"/>
                  </a:cubicBezTo>
                  <a:cubicBezTo>
                    <a:pt x="44276" y="77547"/>
                    <a:pt x="46175" y="62944"/>
                    <a:pt x="50404" y="48694"/>
                  </a:cubicBezTo>
                  <a:cubicBezTo>
                    <a:pt x="52807" y="40592"/>
                    <a:pt x="55023" y="32415"/>
                    <a:pt x="58767" y="24759"/>
                  </a:cubicBezTo>
                  <a:cubicBezTo>
                    <a:pt x="66069" y="9895"/>
                    <a:pt x="79256" y="4084"/>
                    <a:pt x="94512" y="1346"/>
                  </a:cubicBezTo>
                  <a:cubicBezTo>
                    <a:pt x="121744" y="-3535"/>
                    <a:pt x="144915" y="4940"/>
                    <a:pt x="162387" y="25467"/>
                  </a:cubicBezTo>
                  <a:cubicBezTo>
                    <a:pt x="176246" y="41747"/>
                    <a:pt x="187161" y="60448"/>
                    <a:pt x="194407" y="80900"/>
                  </a:cubicBezTo>
                  <a:cubicBezTo>
                    <a:pt x="204986" y="110777"/>
                    <a:pt x="207687" y="141362"/>
                    <a:pt x="202826" y="172673"/>
                  </a:cubicBezTo>
                  <a:cubicBezTo>
                    <a:pt x="201373" y="182043"/>
                    <a:pt x="197070" y="190052"/>
                    <a:pt x="191780" y="197708"/>
                  </a:cubicBezTo>
                  <a:cubicBezTo>
                    <a:pt x="188893" y="201880"/>
                    <a:pt x="186155" y="206183"/>
                    <a:pt x="183789" y="210653"/>
                  </a:cubicBezTo>
                  <a:cubicBezTo>
                    <a:pt x="181405" y="215124"/>
                    <a:pt x="180343" y="220525"/>
                    <a:pt x="182783" y="224828"/>
                  </a:cubicBezTo>
                  <a:cubicBezTo>
                    <a:pt x="193736" y="244144"/>
                    <a:pt x="197312" y="265751"/>
                    <a:pt x="202919" y="286762"/>
                  </a:cubicBezTo>
                  <a:cubicBezTo>
                    <a:pt x="203142" y="287600"/>
                    <a:pt x="203645" y="288363"/>
                    <a:pt x="204148" y="289444"/>
                  </a:cubicBezTo>
                  <a:cubicBezTo>
                    <a:pt x="207780" y="287041"/>
                    <a:pt x="208209" y="283409"/>
                    <a:pt x="207687" y="280261"/>
                  </a:cubicBezTo>
                  <a:cubicBezTo>
                    <a:pt x="205415" y="266589"/>
                    <a:pt x="211059" y="256177"/>
                    <a:pt x="221210" y="248149"/>
                  </a:cubicBezTo>
                  <a:cubicBezTo>
                    <a:pt x="235814" y="236581"/>
                    <a:pt x="250734" y="225238"/>
                    <a:pt x="270031" y="222444"/>
                  </a:cubicBezTo>
                  <a:cubicBezTo>
                    <a:pt x="270515" y="223543"/>
                    <a:pt x="271521" y="223804"/>
                    <a:pt x="272564" y="223953"/>
                  </a:cubicBezTo>
                  <a:cubicBezTo>
                    <a:pt x="272042" y="226784"/>
                    <a:pt x="269491" y="226374"/>
                    <a:pt x="267665" y="226784"/>
                  </a:cubicBezTo>
                  <a:cubicBezTo>
                    <a:pt x="248685" y="231124"/>
                    <a:pt x="233597" y="242356"/>
                    <a:pt x="219571" y="254891"/>
                  </a:cubicBezTo>
                  <a:cubicBezTo>
                    <a:pt x="213536" y="260293"/>
                    <a:pt x="210295" y="267986"/>
                    <a:pt x="211487" y="276796"/>
                  </a:cubicBezTo>
                  <a:cubicBezTo>
                    <a:pt x="212307" y="282831"/>
                    <a:pt x="211208" y="288438"/>
                    <a:pt x="206179" y="292610"/>
                  </a:cubicBezTo>
                  <a:cubicBezTo>
                    <a:pt x="205005" y="293579"/>
                    <a:pt x="203701" y="294399"/>
                    <a:pt x="202192" y="294622"/>
                  </a:cubicBezTo>
                  <a:cubicBezTo>
                    <a:pt x="200069" y="294939"/>
                    <a:pt x="198933" y="294454"/>
                    <a:pt x="198449" y="291828"/>
                  </a:cubicBezTo>
                  <a:cubicBezTo>
                    <a:pt x="194798" y="271357"/>
                    <a:pt x="192060" y="250626"/>
                    <a:pt x="181368" y="232111"/>
                  </a:cubicBezTo>
                  <a:cubicBezTo>
                    <a:pt x="175649" y="222202"/>
                    <a:pt x="175985" y="212292"/>
                    <a:pt x="183063" y="203053"/>
                  </a:cubicBezTo>
                  <a:cubicBezTo>
                    <a:pt x="191408" y="192157"/>
                    <a:pt x="198225" y="180701"/>
                    <a:pt x="199659" y="166582"/>
                  </a:cubicBezTo>
                  <a:cubicBezTo>
                    <a:pt x="201429" y="149073"/>
                    <a:pt x="200833" y="131751"/>
                    <a:pt x="198393" y="114297"/>
                  </a:cubicBezTo>
                  <a:cubicBezTo>
                    <a:pt x="193997" y="82986"/>
                    <a:pt x="180772" y="55437"/>
                    <a:pt x="161866" y="30906"/>
                  </a:cubicBezTo>
                  <a:cubicBezTo>
                    <a:pt x="144096" y="7828"/>
                    <a:pt x="114163" y="-2752"/>
                    <a:pt x="85049" y="7306"/>
                  </a:cubicBezTo>
                  <a:cubicBezTo>
                    <a:pt x="72048" y="11795"/>
                    <a:pt x="64057" y="20587"/>
                    <a:pt x="59438" y="33123"/>
                  </a:cubicBezTo>
                  <a:cubicBezTo>
                    <a:pt x="52807" y="51135"/>
                    <a:pt x="47964" y="69575"/>
                    <a:pt x="50366" y="88853"/>
                  </a:cubicBezTo>
                  <a:cubicBezTo>
                    <a:pt x="52471" y="105617"/>
                    <a:pt x="55396" y="122381"/>
                    <a:pt x="60816" y="138475"/>
                  </a:cubicBezTo>
                  <a:cubicBezTo>
                    <a:pt x="64895" y="150564"/>
                    <a:pt x="68695" y="162876"/>
                    <a:pt x="76667" y="173232"/>
                  </a:cubicBezTo>
                  <a:cubicBezTo>
                    <a:pt x="85329" y="184501"/>
                    <a:pt x="94419" y="195249"/>
                    <a:pt x="108482" y="200110"/>
                  </a:cubicBezTo>
                  <a:cubicBezTo>
                    <a:pt x="109376" y="200408"/>
                    <a:pt x="110233" y="200837"/>
                    <a:pt x="111015" y="201340"/>
                  </a:cubicBezTo>
                  <a:cubicBezTo>
                    <a:pt x="119509" y="206816"/>
                    <a:pt x="128245" y="209778"/>
                    <a:pt x="138638" y="206779"/>
                  </a:cubicBezTo>
                  <a:cubicBezTo>
                    <a:pt x="144692" y="205028"/>
                    <a:pt x="149907" y="207636"/>
                    <a:pt x="153763" y="213056"/>
                  </a:cubicBezTo>
                  <a:cubicBezTo>
                    <a:pt x="156632" y="217061"/>
                    <a:pt x="159221" y="221159"/>
                    <a:pt x="161381" y="225554"/>
                  </a:cubicBezTo>
                  <a:cubicBezTo>
                    <a:pt x="167286" y="237531"/>
                    <a:pt x="173750" y="249266"/>
                    <a:pt x="177494" y="262193"/>
                  </a:cubicBezTo>
                  <a:cubicBezTo>
                    <a:pt x="177680" y="264018"/>
                    <a:pt x="177810" y="265844"/>
                    <a:pt x="175948" y="266999"/>
                  </a:cubicBezTo>
                  <a:cubicBezTo>
                    <a:pt x="173563" y="266868"/>
                    <a:pt x="173135" y="264819"/>
                    <a:pt x="172334" y="263199"/>
                  </a:cubicBezTo>
                  <a:cubicBezTo>
                    <a:pt x="170583" y="259660"/>
                    <a:pt x="169242" y="255953"/>
                    <a:pt x="167864" y="252265"/>
                  </a:cubicBezTo>
                  <a:cubicBezTo>
                    <a:pt x="166616" y="248912"/>
                    <a:pt x="164231" y="247571"/>
                    <a:pt x="160748" y="248838"/>
                  </a:cubicBezTo>
                  <a:cubicBezTo>
                    <a:pt x="152813" y="251706"/>
                    <a:pt x="144617" y="253867"/>
                    <a:pt x="136981" y="257536"/>
                  </a:cubicBezTo>
                  <a:cubicBezTo>
                    <a:pt x="131989" y="259939"/>
                    <a:pt x="128431" y="263534"/>
                    <a:pt x="127090" y="269066"/>
                  </a:cubicBezTo>
                  <a:cubicBezTo>
                    <a:pt x="125655" y="274971"/>
                    <a:pt x="125898" y="275548"/>
                    <a:pt x="131504" y="277877"/>
                  </a:cubicBezTo>
                  <a:cubicBezTo>
                    <a:pt x="132193" y="278231"/>
                    <a:pt x="132864" y="278529"/>
                    <a:pt x="133367" y="279125"/>
                  </a:cubicBezTo>
                  <a:close/>
                </a:path>
              </a:pathLst>
            </a:custGeom>
            <a:solidFill>
              <a:srgbClr val="3C44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9F4ADC1E-0B74-1DD5-BCEC-084CC83A3B18}"/>
                </a:ext>
              </a:extLst>
            </p:cNvPr>
            <p:cNvSpPr/>
            <p:nvPr/>
          </p:nvSpPr>
          <p:spPr>
            <a:xfrm>
              <a:off x="1629077" y="5011338"/>
              <a:ext cx="136419" cy="111786"/>
            </a:xfrm>
            <a:custGeom>
              <a:avLst/>
              <a:gdLst>
                <a:gd name="csX0" fmla="*/ 133979 w 136419"/>
                <a:gd name="csY0" fmla="*/ 77953 h 111786"/>
                <a:gd name="csX1" fmla="*/ 136419 w 136419"/>
                <a:gd name="csY1" fmla="*/ 79163 h 111786"/>
                <a:gd name="csX2" fmla="*/ 126212 w 136419"/>
                <a:gd name="csY2" fmla="*/ 89240 h 111786"/>
                <a:gd name="csX3" fmla="*/ 100824 w 136419"/>
                <a:gd name="csY3" fmla="*/ 109655 h 111786"/>
                <a:gd name="csX4" fmla="*/ 75212 w 136419"/>
                <a:gd name="csY4" fmla="*/ 110884 h 111786"/>
                <a:gd name="csX5" fmla="*/ 45018 w 136419"/>
                <a:gd name="csY5" fmla="*/ 104570 h 111786"/>
                <a:gd name="csX6" fmla="*/ 11565 w 136419"/>
                <a:gd name="csY6" fmla="*/ 74730 h 111786"/>
                <a:gd name="csX7" fmla="*/ 6517 w 136419"/>
                <a:gd name="csY7" fmla="*/ 65305 h 111786"/>
                <a:gd name="csX8" fmla="*/ 2084 w 136419"/>
                <a:gd name="csY8" fmla="*/ 23935 h 111786"/>
                <a:gd name="csX9" fmla="*/ 7765 w 136419"/>
                <a:gd name="csY9" fmla="*/ 0 h 111786"/>
                <a:gd name="csX10" fmla="*/ 9646 w 136419"/>
                <a:gd name="csY10" fmla="*/ 2645 h 111786"/>
                <a:gd name="csX11" fmla="*/ 5083 w 136419"/>
                <a:gd name="csY11" fmla="*/ 32150 h 111786"/>
                <a:gd name="csX12" fmla="*/ 11043 w 136419"/>
                <a:gd name="csY12" fmla="*/ 65771 h 111786"/>
                <a:gd name="csX13" fmla="*/ 41144 w 136419"/>
                <a:gd name="csY13" fmla="*/ 98498 h 111786"/>
                <a:gd name="csX14" fmla="*/ 55505 w 136419"/>
                <a:gd name="csY14" fmla="*/ 103247 h 111786"/>
                <a:gd name="csX15" fmla="*/ 84544 w 136419"/>
                <a:gd name="csY15" fmla="*/ 107196 h 111786"/>
                <a:gd name="csX16" fmla="*/ 119823 w 136419"/>
                <a:gd name="csY16" fmla="*/ 90954 h 111786"/>
                <a:gd name="csX17" fmla="*/ 124982 w 136419"/>
                <a:gd name="csY17" fmla="*/ 83559 h 111786"/>
                <a:gd name="csX18" fmla="*/ 133979 w 136419"/>
                <a:gd name="csY18" fmla="*/ 77953 h 111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6419" h="111786">
                  <a:moveTo>
                    <a:pt x="133979" y="77953"/>
                  </a:moveTo>
                  <a:cubicBezTo>
                    <a:pt x="134482" y="78958"/>
                    <a:pt x="135507" y="78958"/>
                    <a:pt x="136419" y="79163"/>
                  </a:cubicBezTo>
                  <a:cubicBezTo>
                    <a:pt x="131763" y="81249"/>
                    <a:pt x="128875" y="85012"/>
                    <a:pt x="126212" y="89240"/>
                  </a:cubicBezTo>
                  <a:cubicBezTo>
                    <a:pt x="120121" y="98926"/>
                    <a:pt x="111627" y="106153"/>
                    <a:pt x="100824" y="109655"/>
                  </a:cubicBezTo>
                  <a:cubicBezTo>
                    <a:pt x="92628" y="112319"/>
                    <a:pt x="83929" y="112188"/>
                    <a:pt x="75212" y="110884"/>
                  </a:cubicBezTo>
                  <a:cubicBezTo>
                    <a:pt x="64986" y="109338"/>
                    <a:pt x="54257" y="109022"/>
                    <a:pt x="45018" y="104570"/>
                  </a:cubicBezTo>
                  <a:cubicBezTo>
                    <a:pt x="31253" y="97939"/>
                    <a:pt x="18848" y="89017"/>
                    <a:pt x="11565" y="74730"/>
                  </a:cubicBezTo>
                  <a:cubicBezTo>
                    <a:pt x="9944" y="71545"/>
                    <a:pt x="8435" y="68285"/>
                    <a:pt x="6517" y="65305"/>
                  </a:cubicBezTo>
                  <a:cubicBezTo>
                    <a:pt x="-1865" y="52229"/>
                    <a:pt x="-748" y="38185"/>
                    <a:pt x="2084" y="23935"/>
                  </a:cubicBezTo>
                  <a:cubicBezTo>
                    <a:pt x="3686" y="15889"/>
                    <a:pt x="3332" y="7376"/>
                    <a:pt x="7765" y="0"/>
                  </a:cubicBezTo>
                  <a:cubicBezTo>
                    <a:pt x="9385" y="168"/>
                    <a:pt x="9460" y="1453"/>
                    <a:pt x="9646" y="2645"/>
                  </a:cubicBezTo>
                  <a:cubicBezTo>
                    <a:pt x="7821" y="12443"/>
                    <a:pt x="6964" y="22408"/>
                    <a:pt x="5083" y="32150"/>
                  </a:cubicBezTo>
                  <a:cubicBezTo>
                    <a:pt x="2736" y="44387"/>
                    <a:pt x="5939" y="54855"/>
                    <a:pt x="11043" y="65771"/>
                  </a:cubicBezTo>
                  <a:cubicBezTo>
                    <a:pt x="17730" y="80095"/>
                    <a:pt x="28403" y="90078"/>
                    <a:pt x="41144" y="98498"/>
                  </a:cubicBezTo>
                  <a:cubicBezTo>
                    <a:pt x="45521" y="101385"/>
                    <a:pt x="50550" y="102372"/>
                    <a:pt x="55505" y="103247"/>
                  </a:cubicBezTo>
                  <a:cubicBezTo>
                    <a:pt x="65116" y="104961"/>
                    <a:pt x="74746" y="106451"/>
                    <a:pt x="84544" y="107196"/>
                  </a:cubicBezTo>
                  <a:cubicBezTo>
                    <a:pt x="99576" y="108351"/>
                    <a:pt x="110659" y="101981"/>
                    <a:pt x="119823" y="90954"/>
                  </a:cubicBezTo>
                  <a:cubicBezTo>
                    <a:pt x="121760" y="88626"/>
                    <a:pt x="123008" y="85794"/>
                    <a:pt x="124982" y="83559"/>
                  </a:cubicBezTo>
                  <a:cubicBezTo>
                    <a:pt x="127404" y="80877"/>
                    <a:pt x="129378" y="77226"/>
                    <a:pt x="133979" y="77953"/>
                  </a:cubicBezTo>
                  <a:close/>
                </a:path>
              </a:pathLst>
            </a:custGeom>
            <a:solidFill>
              <a:srgbClr val="434D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E5CB450D-7A15-3D86-B1C0-DE2AE1FA7AC7}"/>
                </a:ext>
              </a:extLst>
            </p:cNvPr>
            <p:cNvSpPr/>
            <p:nvPr/>
          </p:nvSpPr>
          <p:spPr>
            <a:xfrm>
              <a:off x="1636860" y="4971850"/>
              <a:ext cx="56162" cy="41760"/>
            </a:xfrm>
            <a:custGeom>
              <a:avLst/>
              <a:gdLst>
                <a:gd name="csX0" fmla="*/ 857 w 56162"/>
                <a:gd name="csY0" fmla="*/ 41761 h 41760"/>
                <a:gd name="csX1" fmla="*/ 0 w 56162"/>
                <a:gd name="csY1" fmla="*/ 39507 h 41760"/>
                <a:gd name="csX2" fmla="*/ 50478 w 56162"/>
                <a:gd name="csY2" fmla="*/ 0 h 41760"/>
                <a:gd name="csX3" fmla="*/ 56159 w 56162"/>
                <a:gd name="csY3" fmla="*/ 1099 h 41760"/>
                <a:gd name="csX4" fmla="*/ 53030 w 56162"/>
                <a:gd name="csY4" fmla="*/ 3483 h 41760"/>
                <a:gd name="csX5" fmla="*/ 5346 w 56162"/>
                <a:gd name="csY5" fmla="*/ 37272 h 41760"/>
                <a:gd name="csX6" fmla="*/ 857 w 56162"/>
                <a:gd name="csY6" fmla="*/ 41761 h 41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162" h="41760">
                  <a:moveTo>
                    <a:pt x="857" y="41761"/>
                  </a:moveTo>
                  <a:cubicBezTo>
                    <a:pt x="577" y="41016"/>
                    <a:pt x="279" y="40271"/>
                    <a:pt x="0" y="39507"/>
                  </a:cubicBezTo>
                  <a:cubicBezTo>
                    <a:pt x="11213" y="19167"/>
                    <a:pt x="28573" y="6668"/>
                    <a:pt x="50478" y="0"/>
                  </a:cubicBezTo>
                  <a:cubicBezTo>
                    <a:pt x="52099" y="1751"/>
                    <a:pt x="54297" y="615"/>
                    <a:pt x="56159" y="1099"/>
                  </a:cubicBezTo>
                  <a:cubicBezTo>
                    <a:pt x="56253" y="3371"/>
                    <a:pt x="54371" y="3148"/>
                    <a:pt x="53030" y="3483"/>
                  </a:cubicBezTo>
                  <a:cubicBezTo>
                    <a:pt x="32783" y="8624"/>
                    <a:pt x="17099" y="20154"/>
                    <a:pt x="5346" y="37272"/>
                  </a:cubicBezTo>
                  <a:cubicBezTo>
                    <a:pt x="4172" y="39004"/>
                    <a:pt x="3763" y="41705"/>
                    <a:pt x="857" y="41761"/>
                  </a:cubicBezTo>
                  <a:close/>
                </a:path>
              </a:pathLst>
            </a:custGeom>
            <a:solidFill>
              <a:srgbClr val="56654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2DF813A7-E64B-08F8-D907-07D54AA11E09}"/>
                </a:ext>
              </a:extLst>
            </p:cNvPr>
            <p:cNvSpPr/>
            <p:nvPr/>
          </p:nvSpPr>
          <p:spPr>
            <a:xfrm>
              <a:off x="1763074" y="4995748"/>
              <a:ext cx="13783" cy="14323"/>
            </a:xfrm>
            <a:custGeom>
              <a:avLst/>
              <a:gdLst>
                <a:gd name="csX0" fmla="*/ 12499 w 13783"/>
                <a:gd name="csY0" fmla="*/ 14324 h 14323"/>
                <a:gd name="csX1" fmla="*/ 0 w 13783"/>
                <a:gd name="csY1" fmla="*/ 857 h 14323"/>
                <a:gd name="csX2" fmla="*/ 2086 w 13783"/>
                <a:gd name="csY2" fmla="*/ 0 h 14323"/>
                <a:gd name="csX3" fmla="*/ 13784 w 13783"/>
                <a:gd name="csY3" fmla="*/ 11977 h 14323"/>
                <a:gd name="csX4" fmla="*/ 12499 w 13783"/>
                <a:gd name="csY4" fmla="*/ 14324 h 1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83" h="14323">
                  <a:moveTo>
                    <a:pt x="12499" y="14324"/>
                  </a:moveTo>
                  <a:cubicBezTo>
                    <a:pt x="8568" y="9611"/>
                    <a:pt x="4675" y="4880"/>
                    <a:pt x="0" y="857"/>
                  </a:cubicBezTo>
                  <a:cubicBezTo>
                    <a:pt x="689" y="577"/>
                    <a:pt x="1397" y="279"/>
                    <a:pt x="2086" y="0"/>
                  </a:cubicBezTo>
                  <a:cubicBezTo>
                    <a:pt x="7022" y="2980"/>
                    <a:pt x="9723" y="8140"/>
                    <a:pt x="13784" y="11977"/>
                  </a:cubicBezTo>
                  <a:cubicBezTo>
                    <a:pt x="13635" y="12908"/>
                    <a:pt x="13393" y="13802"/>
                    <a:pt x="12499" y="14324"/>
                  </a:cubicBezTo>
                  <a:close/>
                </a:path>
              </a:pathLst>
            </a:custGeom>
            <a:solidFill>
              <a:srgbClr val="BABAB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E4FEAF2-11DC-4077-4E51-7A275F2291C3}"/>
                </a:ext>
              </a:extLst>
            </p:cNvPr>
            <p:cNvSpPr/>
            <p:nvPr/>
          </p:nvSpPr>
          <p:spPr>
            <a:xfrm>
              <a:off x="1811690" y="5124260"/>
              <a:ext cx="21327" cy="4277"/>
            </a:xfrm>
            <a:custGeom>
              <a:avLst/>
              <a:gdLst>
                <a:gd name="csX0" fmla="*/ 13672 w 21327"/>
                <a:gd name="csY0" fmla="*/ 4277 h 4277"/>
                <a:gd name="csX1" fmla="*/ 0 w 21327"/>
                <a:gd name="csY1" fmla="*/ 2284 h 4277"/>
                <a:gd name="csX2" fmla="*/ 21328 w 21327"/>
                <a:gd name="csY2" fmla="*/ 1036 h 4277"/>
                <a:gd name="csX3" fmla="*/ 21328 w 21327"/>
                <a:gd name="csY3" fmla="*/ 3234 h 4277"/>
                <a:gd name="csX4" fmla="*/ 13672 w 21327"/>
                <a:gd name="csY4" fmla="*/ 4277 h 4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27" h="4277">
                  <a:moveTo>
                    <a:pt x="13672" y="4277"/>
                  </a:moveTo>
                  <a:cubicBezTo>
                    <a:pt x="9388" y="1763"/>
                    <a:pt x="4228" y="5227"/>
                    <a:pt x="0" y="2284"/>
                  </a:cubicBezTo>
                  <a:cubicBezTo>
                    <a:pt x="7004" y="86"/>
                    <a:pt x="14082" y="-901"/>
                    <a:pt x="21328" y="1036"/>
                  </a:cubicBezTo>
                  <a:cubicBezTo>
                    <a:pt x="21328" y="1763"/>
                    <a:pt x="21328" y="2508"/>
                    <a:pt x="21328" y="3234"/>
                  </a:cubicBezTo>
                  <a:cubicBezTo>
                    <a:pt x="18776" y="3588"/>
                    <a:pt x="16224" y="3942"/>
                    <a:pt x="13672" y="4277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D550BFFB-7F1B-05FC-E827-83260BCE7381}"/>
                </a:ext>
              </a:extLst>
            </p:cNvPr>
            <p:cNvSpPr/>
            <p:nvPr/>
          </p:nvSpPr>
          <p:spPr>
            <a:xfrm>
              <a:off x="1735543" y="4815322"/>
              <a:ext cx="158087" cy="311143"/>
            </a:xfrm>
            <a:custGeom>
              <a:avLst/>
              <a:gdLst>
                <a:gd name="csX0" fmla="*/ 85125 w 158087"/>
                <a:gd name="csY0" fmla="*/ 277247 h 311143"/>
                <a:gd name="csX1" fmla="*/ 77208 w 158087"/>
                <a:gd name="csY1" fmla="*/ 267990 h 311143"/>
                <a:gd name="csX2" fmla="*/ 86820 w 158087"/>
                <a:gd name="csY2" fmla="*/ 255044 h 311143"/>
                <a:gd name="csX3" fmla="*/ 113605 w 158087"/>
                <a:gd name="csY3" fmla="*/ 245023 h 311143"/>
                <a:gd name="csX4" fmla="*/ 120534 w 158087"/>
                <a:gd name="csY4" fmla="*/ 248749 h 311143"/>
                <a:gd name="csX5" fmla="*/ 126923 w 158087"/>
                <a:gd name="csY5" fmla="*/ 264935 h 311143"/>
                <a:gd name="csX6" fmla="*/ 128935 w 158087"/>
                <a:gd name="csY6" fmla="*/ 268530 h 311143"/>
                <a:gd name="csX7" fmla="*/ 128115 w 158087"/>
                <a:gd name="csY7" fmla="*/ 260334 h 311143"/>
                <a:gd name="csX8" fmla="*/ 110550 w 158087"/>
                <a:gd name="csY8" fmla="*/ 221926 h 311143"/>
                <a:gd name="csX9" fmla="*/ 103919 w 158087"/>
                <a:gd name="csY9" fmla="*/ 211495 h 311143"/>
                <a:gd name="csX10" fmla="*/ 91868 w 158087"/>
                <a:gd name="csY10" fmla="*/ 206298 h 311143"/>
                <a:gd name="csX11" fmla="*/ 59643 w 158087"/>
                <a:gd name="csY11" fmla="*/ 199891 h 311143"/>
                <a:gd name="csX12" fmla="*/ 19466 w 158087"/>
                <a:gd name="csY12" fmla="*/ 158987 h 311143"/>
                <a:gd name="csX13" fmla="*/ 4006 w 158087"/>
                <a:gd name="csY13" fmla="*/ 106869 h 311143"/>
                <a:gd name="csX14" fmla="*/ 1 w 158087"/>
                <a:gd name="csY14" fmla="*/ 77365 h 311143"/>
                <a:gd name="csX15" fmla="*/ 12574 w 158087"/>
                <a:gd name="csY15" fmla="*/ 24540 h 311143"/>
                <a:gd name="csX16" fmla="*/ 40924 w 158087"/>
                <a:gd name="csY16" fmla="*/ 2579 h 311143"/>
                <a:gd name="csX17" fmla="*/ 100510 w 158087"/>
                <a:gd name="csY17" fmla="*/ 14519 h 311143"/>
                <a:gd name="csX18" fmla="*/ 141806 w 158087"/>
                <a:gd name="csY18" fmla="*/ 76061 h 311143"/>
                <a:gd name="csX19" fmla="*/ 152144 w 158087"/>
                <a:gd name="csY19" fmla="*/ 169176 h 311143"/>
                <a:gd name="csX20" fmla="*/ 136516 w 158087"/>
                <a:gd name="csY20" fmla="*/ 201232 h 311143"/>
                <a:gd name="csX21" fmla="*/ 135305 w 158087"/>
                <a:gd name="csY21" fmla="*/ 231016 h 311143"/>
                <a:gd name="csX22" fmla="*/ 148120 w 158087"/>
                <a:gd name="csY22" fmla="*/ 270393 h 311143"/>
                <a:gd name="csX23" fmla="*/ 152460 w 158087"/>
                <a:gd name="csY23" fmla="*/ 286095 h 311143"/>
                <a:gd name="csX24" fmla="*/ 151231 w 158087"/>
                <a:gd name="csY24" fmla="*/ 291068 h 311143"/>
                <a:gd name="csX25" fmla="*/ 157527 w 158087"/>
                <a:gd name="csY25" fmla="*/ 289802 h 311143"/>
                <a:gd name="csX26" fmla="*/ 155161 w 158087"/>
                <a:gd name="csY26" fmla="*/ 296451 h 311143"/>
                <a:gd name="csX27" fmla="*/ 150188 w 158087"/>
                <a:gd name="csY27" fmla="*/ 300847 h 311143"/>
                <a:gd name="csX28" fmla="*/ 151045 w 158087"/>
                <a:gd name="csY28" fmla="*/ 310198 h 311143"/>
                <a:gd name="csX29" fmla="*/ 142663 w 158087"/>
                <a:gd name="csY29" fmla="*/ 305057 h 311143"/>
                <a:gd name="csX30" fmla="*/ 116473 w 158087"/>
                <a:gd name="csY30" fmla="*/ 273373 h 311143"/>
                <a:gd name="csX31" fmla="*/ 85125 w 158087"/>
                <a:gd name="csY31" fmla="*/ 277247 h 311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8087" h="311143">
                  <a:moveTo>
                    <a:pt x="85125" y="277247"/>
                  </a:moveTo>
                  <a:cubicBezTo>
                    <a:pt x="77171" y="276931"/>
                    <a:pt x="76035" y="275422"/>
                    <a:pt x="77208" y="267990"/>
                  </a:cubicBezTo>
                  <a:cubicBezTo>
                    <a:pt x="78177" y="261880"/>
                    <a:pt x="81344" y="257354"/>
                    <a:pt x="86820" y="255044"/>
                  </a:cubicBezTo>
                  <a:cubicBezTo>
                    <a:pt x="95612" y="251356"/>
                    <a:pt x="104627" y="248227"/>
                    <a:pt x="113605" y="245023"/>
                  </a:cubicBezTo>
                  <a:cubicBezTo>
                    <a:pt x="117069" y="243794"/>
                    <a:pt x="119267" y="245359"/>
                    <a:pt x="120534" y="248749"/>
                  </a:cubicBezTo>
                  <a:cubicBezTo>
                    <a:pt x="122564" y="254188"/>
                    <a:pt x="124781" y="259552"/>
                    <a:pt x="126923" y="264935"/>
                  </a:cubicBezTo>
                  <a:cubicBezTo>
                    <a:pt x="128525" y="266071"/>
                    <a:pt x="128674" y="268046"/>
                    <a:pt x="128935" y="268530"/>
                  </a:cubicBezTo>
                  <a:cubicBezTo>
                    <a:pt x="127631" y="266742"/>
                    <a:pt x="129531" y="263277"/>
                    <a:pt x="128115" y="260334"/>
                  </a:cubicBezTo>
                  <a:cubicBezTo>
                    <a:pt x="123216" y="247091"/>
                    <a:pt x="116976" y="234462"/>
                    <a:pt x="110550" y="221926"/>
                  </a:cubicBezTo>
                  <a:cubicBezTo>
                    <a:pt x="108669" y="218238"/>
                    <a:pt x="106322" y="214885"/>
                    <a:pt x="103919" y="211495"/>
                  </a:cubicBezTo>
                  <a:cubicBezTo>
                    <a:pt x="100790" y="207081"/>
                    <a:pt x="96636" y="204771"/>
                    <a:pt x="91868" y="206298"/>
                  </a:cubicBezTo>
                  <a:cubicBezTo>
                    <a:pt x="79704" y="210191"/>
                    <a:pt x="70149" y="204510"/>
                    <a:pt x="59643" y="199891"/>
                  </a:cubicBezTo>
                  <a:cubicBezTo>
                    <a:pt x="40533" y="191509"/>
                    <a:pt x="28109" y="176906"/>
                    <a:pt x="19466" y="158987"/>
                  </a:cubicBezTo>
                  <a:cubicBezTo>
                    <a:pt x="11531" y="142595"/>
                    <a:pt x="6632" y="124993"/>
                    <a:pt x="4006" y="106869"/>
                  </a:cubicBezTo>
                  <a:cubicBezTo>
                    <a:pt x="2590" y="97053"/>
                    <a:pt x="-55" y="87498"/>
                    <a:pt x="1" y="77365"/>
                  </a:cubicBezTo>
                  <a:cubicBezTo>
                    <a:pt x="113" y="58682"/>
                    <a:pt x="5589" y="41490"/>
                    <a:pt x="12574" y="24540"/>
                  </a:cubicBezTo>
                  <a:cubicBezTo>
                    <a:pt x="17845" y="11780"/>
                    <a:pt x="28649" y="5932"/>
                    <a:pt x="40924" y="2579"/>
                  </a:cubicBezTo>
                  <a:cubicBezTo>
                    <a:pt x="62624" y="-3326"/>
                    <a:pt x="82592" y="1014"/>
                    <a:pt x="100510" y="14519"/>
                  </a:cubicBezTo>
                  <a:cubicBezTo>
                    <a:pt x="121354" y="30239"/>
                    <a:pt x="132418" y="52871"/>
                    <a:pt x="141806" y="76061"/>
                  </a:cubicBezTo>
                  <a:cubicBezTo>
                    <a:pt x="153894" y="105920"/>
                    <a:pt x="156726" y="137212"/>
                    <a:pt x="152144" y="169176"/>
                  </a:cubicBezTo>
                  <a:cubicBezTo>
                    <a:pt x="150355" y="181655"/>
                    <a:pt x="143575" y="191453"/>
                    <a:pt x="136516" y="201232"/>
                  </a:cubicBezTo>
                  <a:cubicBezTo>
                    <a:pt x="129009" y="211663"/>
                    <a:pt x="128618" y="220250"/>
                    <a:pt x="135305" y="231016"/>
                  </a:cubicBezTo>
                  <a:cubicBezTo>
                    <a:pt x="142793" y="243105"/>
                    <a:pt x="145047" y="256870"/>
                    <a:pt x="148120" y="270393"/>
                  </a:cubicBezTo>
                  <a:cubicBezTo>
                    <a:pt x="149331" y="275683"/>
                    <a:pt x="150076" y="281159"/>
                    <a:pt x="152460" y="286095"/>
                  </a:cubicBezTo>
                  <a:cubicBezTo>
                    <a:pt x="153503" y="288274"/>
                    <a:pt x="152162" y="289504"/>
                    <a:pt x="151231" y="291068"/>
                  </a:cubicBezTo>
                  <a:cubicBezTo>
                    <a:pt x="153876" y="292745"/>
                    <a:pt x="155478" y="290156"/>
                    <a:pt x="157527" y="289802"/>
                  </a:cubicBezTo>
                  <a:cubicBezTo>
                    <a:pt x="159147" y="292856"/>
                    <a:pt x="156912" y="294645"/>
                    <a:pt x="155161" y="296451"/>
                  </a:cubicBezTo>
                  <a:cubicBezTo>
                    <a:pt x="153634" y="298035"/>
                    <a:pt x="151641" y="299152"/>
                    <a:pt x="150188" y="300847"/>
                  </a:cubicBezTo>
                  <a:cubicBezTo>
                    <a:pt x="146649" y="304982"/>
                    <a:pt x="146816" y="306826"/>
                    <a:pt x="151045" y="310198"/>
                  </a:cubicBezTo>
                  <a:cubicBezTo>
                    <a:pt x="143948" y="312023"/>
                    <a:pt x="143333" y="311651"/>
                    <a:pt x="142663" y="305057"/>
                  </a:cubicBezTo>
                  <a:cubicBezTo>
                    <a:pt x="140949" y="288405"/>
                    <a:pt x="132008" y="276484"/>
                    <a:pt x="116473" y="273373"/>
                  </a:cubicBezTo>
                  <a:cubicBezTo>
                    <a:pt x="106024" y="271324"/>
                    <a:pt x="95034" y="271641"/>
                    <a:pt x="85125" y="277247"/>
                  </a:cubicBezTo>
                  <a:close/>
                </a:path>
              </a:pathLst>
            </a:custGeom>
            <a:solidFill>
              <a:srgbClr val="7D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5E9DADB4-31C4-27F8-FC68-0209FCBED237}"/>
                </a:ext>
              </a:extLst>
            </p:cNvPr>
            <p:cNvSpPr/>
            <p:nvPr/>
          </p:nvSpPr>
          <p:spPr>
            <a:xfrm>
              <a:off x="1631378" y="4971048"/>
              <a:ext cx="184967" cy="149354"/>
            </a:xfrm>
            <a:custGeom>
              <a:avLst/>
              <a:gdLst>
                <a:gd name="csX0" fmla="*/ 6339 w 184967"/>
                <a:gd name="csY0" fmla="*/ 42563 h 149354"/>
                <a:gd name="csX1" fmla="*/ 61642 w 184967"/>
                <a:gd name="csY1" fmla="*/ 1901 h 149354"/>
                <a:gd name="csX2" fmla="*/ 74997 w 184967"/>
                <a:gd name="csY2" fmla="*/ 57 h 149354"/>
                <a:gd name="csX3" fmla="*/ 97740 w 184967"/>
                <a:gd name="csY3" fmla="*/ 4378 h 149354"/>
                <a:gd name="csX4" fmla="*/ 132423 w 184967"/>
                <a:gd name="csY4" fmla="*/ 29319 h 149354"/>
                <a:gd name="csX5" fmla="*/ 144623 w 184967"/>
                <a:gd name="csY5" fmla="*/ 67709 h 149354"/>
                <a:gd name="csX6" fmla="*/ 142742 w 184967"/>
                <a:gd name="csY6" fmla="*/ 82759 h 149354"/>
                <a:gd name="csX7" fmla="*/ 151161 w 184967"/>
                <a:gd name="csY7" fmla="*/ 101125 h 149354"/>
                <a:gd name="csX8" fmla="*/ 182678 w 184967"/>
                <a:gd name="csY8" fmla="*/ 122732 h 149354"/>
                <a:gd name="csX9" fmla="*/ 184932 w 184967"/>
                <a:gd name="csY9" fmla="*/ 126141 h 149354"/>
                <a:gd name="csX10" fmla="*/ 184578 w 184967"/>
                <a:gd name="csY10" fmla="*/ 126588 h 149354"/>
                <a:gd name="csX11" fmla="*/ 169304 w 184967"/>
                <a:gd name="csY11" fmla="*/ 129437 h 149354"/>
                <a:gd name="csX12" fmla="*/ 139781 w 184967"/>
                <a:gd name="csY12" fmla="*/ 117479 h 149354"/>
                <a:gd name="csX13" fmla="*/ 131678 w 184967"/>
                <a:gd name="csY13" fmla="*/ 118243 h 149354"/>
                <a:gd name="csX14" fmla="*/ 122048 w 184967"/>
                <a:gd name="csY14" fmla="*/ 127295 h 149354"/>
                <a:gd name="csX15" fmla="*/ 86825 w 184967"/>
                <a:gd name="csY15" fmla="*/ 149331 h 149354"/>
                <a:gd name="csX16" fmla="*/ 51714 w 184967"/>
                <a:gd name="csY16" fmla="*/ 144711 h 149354"/>
                <a:gd name="csX17" fmla="*/ 9822 w 184967"/>
                <a:gd name="csY17" fmla="*/ 110960 h 149354"/>
                <a:gd name="csX18" fmla="*/ 3825 w 184967"/>
                <a:gd name="csY18" fmla="*/ 98853 h 149354"/>
                <a:gd name="csX19" fmla="*/ 379 w 184967"/>
                <a:gd name="csY19" fmla="*/ 79760 h 149354"/>
                <a:gd name="csX20" fmla="*/ 6339 w 184967"/>
                <a:gd name="csY20" fmla="*/ 42563 h 14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4967" h="149354">
                  <a:moveTo>
                    <a:pt x="6339" y="42563"/>
                  </a:moveTo>
                  <a:cubicBezTo>
                    <a:pt x="18875" y="20975"/>
                    <a:pt x="37427" y="7582"/>
                    <a:pt x="61642" y="1901"/>
                  </a:cubicBezTo>
                  <a:cubicBezTo>
                    <a:pt x="66093" y="1249"/>
                    <a:pt x="70527" y="187"/>
                    <a:pt x="74997" y="57"/>
                  </a:cubicBezTo>
                  <a:cubicBezTo>
                    <a:pt x="82839" y="-185"/>
                    <a:pt x="90401" y="187"/>
                    <a:pt x="97740" y="4378"/>
                  </a:cubicBezTo>
                  <a:cubicBezTo>
                    <a:pt x="110220" y="11512"/>
                    <a:pt x="121526" y="20043"/>
                    <a:pt x="132423" y="29319"/>
                  </a:cubicBezTo>
                  <a:cubicBezTo>
                    <a:pt x="144549" y="39657"/>
                    <a:pt x="148312" y="52416"/>
                    <a:pt x="144623" y="67709"/>
                  </a:cubicBezTo>
                  <a:cubicBezTo>
                    <a:pt x="143431" y="72626"/>
                    <a:pt x="143320" y="77730"/>
                    <a:pt x="142742" y="82759"/>
                  </a:cubicBezTo>
                  <a:cubicBezTo>
                    <a:pt x="141811" y="90824"/>
                    <a:pt x="145071" y="96301"/>
                    <a:pt x="151161" y="101125"/>
                  </a:cubicBezTo>
                  <a:cubicBezTo>
                    <a:pt x="161183" y="109060"/>
                    <a:pt x="171446" y="116622"/>
                    <a:pt x="182678" y="122732"/>
                  </a:cubicBezTo>
                  <a:cubicBezTo>
                    <a:pt x="184149" y="123533"/>
                    <a:pt x="185174" y="124334"/>
                    <a:pt x="184932" y="126141"/>
                  </a:cubicBezTo>
                  <a:cubicBezTo>
                    <a:pt x="184820" y="126290"/>
                    <a:pt x="184689" y="126420"/>
                    <a:pt x="184578" y="126588"/>
                  </a:cubicBezTo>
                  <a:cubicBezTo>
                    <a:pt x="178748" y="134970"/>
                    <a:pt x="178822" y="134821"/>
                    <a:pt x="169304" y="129437"/>
                  </a:cubicBezTo>
                  <a:cubicBezTo>
                    <a:pt x="160009" y="124185"/>
                    <a:pt x="150062" y="120348"/>
                    <a:pt x="139781" y="117479"/>
                  </a:cubicBezTo>
                  <a:cubicBezTo>
                    <a:pt x="137042" y="116715"/>
                    <a:pt x="134230" y="116492"/>
                    <a:pt x="131678" y="118243"/>
                  </a:cubicBezTo>
                  <a:cubicBezTo>
                    <a:pt x="127263" y="119994"/>
                    <a:pt x="124525" y="123365"/>
                    <a:pt x="122048" y="127295"/>
                  </a:cubicBezTo>
                  <a:cubicBezTo>
                    <a:pt x="113889" y="140278"/>
                    <a:pt x="102509" y="148958"/>
                    <a:pt x="86825" y="149331"/>
                  </a:cubicBezTo>
                  <a:cubicBezTo>
                    <a:pt x="75016" y="149610"/>
                    <a:pt x="63244" y="147375"/>
                    <a:pt x="51714" y="144711"/>
                  </a:cubicBezTo>
                  <a:cubicBezTo>
                    <a:pt x="32435" y="140241"/>
                    <a:pt x="18893" y="128264"/>
                    <a:pt x="9822" y="110960"/>
                  </a:cubicBezTo>
                  <a:cubicBezTo>
                    <a:pt x="7736" y="106974"/>
                    <a:pt x="5836" y="102876"/>
                    <a:pt x="3825" y="98853"/>
                  </a:cubicBezTo>
                  <a:cubicBezTo>
                    <a:pt x="807" y="92817"/>
                    <a:pt x="-776" y="86447"/>
                    <a:pt x="379" y="79760"/>
                  </a:cubicBezTo>
                  <a:cubicBezTo>
                    <a:pt x="2521" y="67373"/>
                    <a:pt x="2856" y="54707"/>
                    <a:pt x="6339" y="42563"/>
                  </a:cubicBezTo>
                  <a:close/>
                </a:path>
              </a:pathLst>
            </a:custGeom>
            <a:solidFill>
              <a:srgbClr val="82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D84601DC-EB53-BE7F-47F6-59112298C098}"/>
                </a:ext>
              </a:extLst>
            </p:cNvPr>
            <p:cNvSpPr/>
            <p:nvPr/>
          </p:nvSpPr>
          <p:spPr>
            <a:xfrm>
              <a:off x="2001601" y="5127937"/>
              <a:ext cx="343690" cy="155147"/>
            </a:xfrm>
            <a:custGeom>
              <a:avLst/>
              <a:gdLst>
                <a:gd name="csX0" fmla="*/ 333182 w 343690"/>
                <a:gd name="csY0" fmla="*/ 73244 h 155147"/>
                <a:gd name="csX1" fmla="*/ 335343 w 343690"/>
                <a:gd name="csY1" fmla="*/ 140728 h 155147"/>
                <a:gd name="csX2" fmla="*/ 326160 w 343690"/>
                <a:gd name="csY2" fmla="*/ 154530 h 155147"/>
                <a:gd name="csX3" fmla="*/ 320721 w 343690"/>
                <a:gd name="csY3" fmla="*/ 151736 h 155147"/>
                <a:gd name="csX4" fmla="*/ 306676 w 343690"/>
                <a:gd name="csY4" fmla="*/ 141194 h 155147"/>
                <a:gd name="csX5" fmla="*/ 298890 w 343690"/>
                <a:gd name="csY5" fmla="*/ 139853 h 155147"/>
                <a:gd name="csX6" fmla="*/ 291011 w 343690"/>
                <a:gd name="csY6" fmla="*/ 132365 h 155147"/>
                <a:gd name="csX7" fmla="*/ 281996 w 343690"/>
                <a:gd name="csY7" fmla="*/ 139070 h 155147"/>
                <a:gd name="csX8" fmla="*/ 240179 w 343690"/>
                <a:gd name="csY8" fmla="*/ 133836 h 155147"/>
                <a:gd name="csX9" fmla="*/ 201976 w 343690"/>
                <a:gd name="csY9" fmla="*/ 126963 h 155147"/>
                <a:gd name="csX10" fmla="*/ 173309 w 343690"/>
                <a:gd name="csY10" fmla="*/ 121282 h 155147"/>
                <a:gd name="csX11" fmla="*/ 168355 w 343690"/>
                <a:gd name="csY11" fmla="*/ 117147 h 155147"/>
                <a:gd name="csX12" fmla="*/ 168056 w 343690"/>
                <a:gd name="csY12" fmla="*/ 106529 h 155147"/>
                <a:gd name="csX13" fmla="*/ 167814 w 343690"/>
                <a:gd name="csY13" fmla="*/ 105598 h 155147"/>
                <a:gd name="csX14" fmla="*/ 167684 w 343690"/>
                <a:gd name="csY14" fmla="*/ 106045 h 155147"/>
                <a:gd name="csX15" fmla="*/ 167293 w 343690"/>
                <a:gd name="csY15" fmla="*/ 111167 h 155147"/>
                <a:gd name="csX16" fmla="*/ 157775 w 343690"/>
                <a:gd name="csY16" fmla="*/ 116811 h 155147"/>
                <a:gd name="csX17" fmla="*/ 106607 w 343690"/>
                <a:gd name="csY17" fmla="*/ 101780 h 155147"/>
                <a:gd name="csX18" fmla="*/ 96716 w 343690"/>
                <a:gd name="csY18" fmla="*/ 89579 h 155147"/>
                <a:gd name="csX19" fmla="*/ 96418 w 343690"/>
                <a:gd name="csY19" fmla="*/ 86785 h 155147"/>
                <a:gd name="csX20" fmla="*/ 95226 w 343690"/>
                <a:gd name="csY20" fmla="*/ 83414 h 155147"/>
                <a:gd name="csX21" fmla="*/ 96325 w 343690"/>
                <a:gd name="csY21" fmla="*/ 90101 h 155147"/>
                <a:gd name="csX22" fmla="*/ 86192 w 343690"/>
                <a:gd name="csY22" fmla="*/ 97421 h 155147"/>
                <a:gd name="csX23" fmla="*/ 30852 w 343690"/>
                <a:gd name="csY23" fmla="*/ 83358 h 155147"/>
                <a:gd name="csX24" fmla="*/ 25544 w 343690"/>
                <a:gd name="csY24" fmla="*/ 78999 h 155147"/>
                <a:gd name="csX25" fmla="*/ 2093 w 343690"/>
                <a:gd name="csY25" fmla="*/ 47558 h 155147"/>
                <a:gd name="csX26" fmla="*/ 2689 w 343690"/>
                <a:gd name="csY26" fmla="*/ 39008 h 155147"/>
                <a:gd name="csX27" fmla="*/ 19006 w 343690"/>
                <a:gd name="csY27" fmla="*/ 14048 h 155147"/>
                <a:gd name="csX28" fmla="*/ 22415 w 343690"/>
                <a:gd name="csY28" fmla="*/ 9745 h 155147"/>
                <a:gd name="csX29" fmla="*/ 22359 w 343690"/>
                <a:gd name="csY29" fmla="*/ 9783 h 155147"/>
                <a:gd name="csX30" fmla="*/ 31355 w 343690"/>
                <a:gd name="csY30" fmla="*/ 3338 h 155147"/>
                <a:gd name="csX31" fmla="*/ 41414 w 343690"/>
                <a:gd name="csY31" fmla="*/ 823 h 155147"/>
                <a:gd name="csX32" fmla="*/ 55738 w 343690"/>
                <a:gd name="csY32" fmla="*/ 2146 h 155147"/>
                <a:gd name="csX33" fmla="*/ 86472 w 343690"/>
                <a:gd name="csY33" fmla="*/ 1755 h 155147"/>
                <a:gd name="csX34" fmla="*/ 94891 w 343690"/>
                <a:gd name="csY34" fmla="*/ 7212 h 155147"/>
                <a:gd name="csX35" fmla="*/ 96120 w 343690"/>
                <a:gd name="csY35" fmla="*/ 8255 h 155147"/>
                <a:gd name="csX36" fmla="*/ 97219 w 343690"/>
                <a:gd name="csY36" fmla="*/ 6411 h 155147"/>
                <a:gd name="csX37" fmla="*/ 106384 w 343690"/>
                <a:gd name="csY37" fmla="*/ 3450 h 155147"/>
                <a:gd name="csX38" fmla="*/ 150864 w 343690"/>
                <a:gd name="csY38" fmla="*/ 8646 h 155147"/>
                <a:gd name="csX39" fmla="*/ 167628 w 343690"/>
                <a:gd name="csY39" fmla="*/ 15501 h 155147"/>
                <a:gd name="csX40" fmla="*/ 169081 w 343690"/>
                <a:gd name="csY40" fmla="*/ 16339 h 155147"/>
                <a:gd name="csX41" fmla="*/ 192551 w 343690"/>
                <a:gd name="csY41" fmla="*/ 19860 h 155147"/>
                <a:gd name="csX42" fmla="*/ 227792 w 343690"/>
                <a:gd name="csY42" fmla="*/ 31650 h 155147"/>
                <a:gd name="csX43" fmla="*/ 242768 w 343690"/>
                <a:gd name="csY43" fmla="*/ 39026 h 155147"/>
                <a:gd name="csX44" fmla="*/ 244389 w 343690"/>
                <a:gd name="csY44" fmla="*/ 39138 h 155147"/>
                <a:gd name="csX45" fmla="*/ 254764 w 343690"/>
                <a:gd name="csY45" fmla="*/ 41280 h 155147"/>
                <a:gd name="csX46" fmla="*/ 283411 w 343690"/>
                <a:gd name="csY46" fmla="*/ 58026 h 155147"/>
                <a:gd name="csX47" fmla="*/ 303510 w 343690"/>
                <a:gd name="csY47" fmla="*/ 71604 h 155147"/>
                <a:gd name="csX48" fmla="*/ 325806 w 343690"/>
                <a:gd name="csY48" fmla="*/ 73355 h 155147"/>
                <a:gd name="csX49" fmla="*/ 333182 w 343690"/>
                <a:gd name="csY49" fmla="*/ 73244 h 155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43690" h="155147">
                  <a:moveTo>
                    <a:pt x="333182" y="73244"/>
                  </a:moveTo>
                  <a:cubicBezTo>
                    <a:pt x="346966" y="95316"/>
                    <a:pt x="346668" y="117799"/>
                    <a:pt x="335343" y="140728"/>
                  </a:cubicBezTo>
                  <a:cubicBezTo>
                    <a:pt x="332865" y="145757"/>
                    <a:pt x="330723" y="150917"/>
                    <a:pt x="326160" y="154530"/>
                  </a:cubicBezTo>
                  <a:cubicBezTo>
                    <a:pt x="323012" y="156207"/>
                    <a:pt x="321615" y="154195"/>
                    <a:pt x="320721" y="151736"/>
                  </a:cubicBezTo>
                  <a:cubicBezTo>
                    <a:pt x="318336" y="145105"/>
                    <a:pt x="313382" y="142088"/>
                    <a:pt x="306676" y="141194"/>
                  </a:cubicBezTo>
                  <a:cubicBezTo>
                    <a:pt x="304068" y="140858"/>
                    <a:pt x="301461" y="140430"/>
                    <a:pt x="298890" y="139853"/>
                  </a:cubicBezTo>
                  <a:cubicBezTo>
                    <a:pt x="295221" y="139033"/>
                    <a:pt x="292240" y="137301"/>
                    <a:pt x="291011" y="132365"/>
                  </a:cubicBezTo>
                  <a:cubicBezTo>
                    <a:pt x="289819" y="138269"/>
                    <a:pt x="286094" y="139573"/>
                    <a:pt x="281996" y="139070"/>
                  </a:cubicBezTo>
                  <a:cubicBezTo>
                    <a:pt x="268082" y="137338"/>
                    <a:pt x="254056" y="137710"/>
                    <a:pt x="240179" y="133836"/>
                  </a:cubicBezTo>
                  <a:cubicBezTo>
                    <a:pt x="227848" y="130390"/>
                    <a:pt x="214828" y="128732"/>
                    <a:pt x="201976" y="126963"/>
                  </a:cubicBezTo>
                  <a:cubicBezTo>
                    <a:pt x="192327" y="125640"/>
                    <a:pt x="182678" y="124057"/>
                    <a:pt x="173309" y="121282"/>
                  </a:cubicBezTo>
                  <a:cubicBezTo>
                    <a:pt x="171055" y="120611"/>
                    <a:pt x="169100" y="119605"/>
                    <a:pt x="168355" y="117147"/>
                  </a:cubicBezTo>
                  <a:cubicBezTo>
                    <a:pt x="167703" y="113626"/>
                    <a:pt x="168112" y="110069"/>
                    <a:pt x="168056" y="106529"/>
                  </a:cubicBezTo>
                  <a:cubicBezTo>
                    <a:pt x="168056" y="106101"/>
                    <a:pt x="168056" y="105784"/>
                    <a:pt x="167814" y="105598"/>
                  </a:cubicBezTo>
                  <a:cubicBezTo>
                    <a:pt x="167777" y="105728"/>
                    <a:pt x="167721" y="105840"/>
                    <a:pt x="167684" y="106045"/>
                  </a:cubicBezTo>
                  <a:cubicBezTo>
                    <a:pt x="167572" y="107815"/>
                    <a:pt x="167647" y="109510"/>
                    <a:pt x="167293" y="111167"/>
                  </a:cubicBezTo>
                  <a:cubicBezTo>
                    <a:pt x="166194" y="116402"/>
                    <a:pt x="162692" y="118748"/>
                    <a:pt x="157775" y="116811"/>
                  </a:cubicBezTo>
                  <a:cubicBezTo>
                    <a:pt x="141141" y="110311"/>
                    <a:pt x="123874" y="106101"/>
                    <a:pt x="106607" y="101780"/>
                  </a:cubicBezTo>
                  <a:cubicBezTo>
                    <a:pt x="97517" y="99507"/>
                    <a:pt x="97108" y="98874"/>
                    <a:pt x="96716" y="89579"/>
                  </a:cubicBezTo>
                  <a:cubicBezTo>
                    <a:pt x="96679" y="88648"/>
                    <a:pt x="96623" y="87698"/>
                    <a:pt x="96418" y="86785"/>
                  </a:cubicBezTo>
                  <a:cubicBezTo>
                    <a:pt x="96083" y="85742"/>
                    <a:pt x="95934" y="84643"/>
                    <a:pt x="95226" y="83414"/>
                  </a:cubicBezTo>
                  <a:cubicBezTo>
                    <a:pt x="96008" y="85742"/>
                    <a:pt x="96362" y="87884"/>
                    <a:pt x="96325" y="90101"/>
                  </a:cubicBezTo>
                  <a:cubicBezTo>
                    <a:pt x="95357" y="97049"/>
                    <a:pt x="92730" y="98837"/>
                    <a:pt x="86192" y="97421"/>
                  </a:cubicBezTo>
                  <a:cubicBezTo>
                    <a:pt x="67584" y="93379"/>
                    <a:pt x="49423" y="87568"/>
                    <a:pt x="30852" y="83358"/>
                  </a:cubicBezTo>
                  <a:cubicBezTo>
                    <a:pt x="28207" y="82762"/>
                    <a:pt x="26885" y="80974"/>
                    <a:pt x="25544" y="78999"/>
                  </a:cubicBezTo>
                  <a:cubicBezTo>
                    <a:pt x="22564" y="64918"/>
                    <a:pt x="14666" y="54505"/>
                    <a:pt x="2093" y="47558"/>
                  </a:cubicBezTo>
                  <a:cubicBezTo>
                    <a:pt x="-1092" y="44465"/>
                    <a:pt x="-440" y="41523"/>
                    <a:pt x="2689" y="39008"/>
                  </a:cubicBezTo>
                  <a:cubicBezTo>
                    <a:pt x="10866" y="32451"/>
                    <a:pt x="15988" y="23920"/>
                    <a:pt x="19006" y="14048"/>
                  </a:cubicBezTo>
                  <a:cubicBezTo>
                    <a:pt x="19621" y="12036"/>
                    <a:pt x="21278" y="11161"/>
                    <a:pt x="22415" y="9745"/>
                  </a:cubicBezTo>
                  <a:lnTo>
                    <a:pt x="22359" y="9783"/>
                  </a:lnTo>
                  <a:cubicBezTo>
                    <a:pt x="26028" y="8572"/>
                    <a:pt x="28859" y="6225"/>
                    <a:pt x="31355" y="3338"/>
                  </a:cubicBezTo>
                  <a:cubicBezTo>
                    <a:pt x="34056" y="209"/>
                    <a:pt x="37353" y="-928"/>
                    <a:pt x="41414" y="823"/>
                  </a:cubicBezTo>
                  <a:cubicBezTo>
                    <a:pt x="46015" y="2798"/>
                    <a:pt x="50783" y="2593"/>
                    <a:pt x="55738" y="2146"/>
                  </a:cubicBezTo>
                  <a:cubicBezTo>
                    <a:pt x="65945" y="1214"/>
                    <a:pt x="76208" y="283"/>
                    <a:pt x="86472" y="1755"/>
                  </a:cubicBezTo>
                  <a:cubicBezTo>
                    <a:pt x="90067" y="2276"/>
                    <a:pt x="93513" y="3189"/>
                    <a:pt x="94891" y="7212"/>
                  </a:cubicBezTo>
                  <a:cubicBezTo>
                    <a:pt x="95394" y="9615"/>
                    <a:pt x="95412" y="9615"/>
                    <a:pt x="96120" y="8255"/>
                  </a:cubicBezTo>
                  <a:cubicBezTo>
                    <a:pt x="96456" y="7622"/>
                    <a:pt x="96772" y="6989"/>
                    <a:pt x="97219" y="6411"/>
                  </a:cubicBezTo>
                  <a:cubicBezTo>
                    <a:pt x="99715" y="3673"/>
                    <a:pt x="102770" y="3226"/>
                    <a:pt x="106384" y="3450"/>
                  </a:cubicBezTo>
                  <a:cubicBezTo>
                    <a:pt x="121304" y="4400"/>
                    <a:pt x="136093" y="6486"/>
                    <a:pt x="150864" y="8646"/>
                  </a:cubicBezTo>
                  <a:cubicBezTo>
                    <a:pt x="156992" y="9540"/>
                    <a:pt x="163102" y="10639"/>
                    <a:pt x="167628" y="15501"/>
                  </a:cubicBezTo>
                  <a:cubicBezTo>
                    <a:pt x="168075" y="15836"/>
                    <a:pt x="168559" y="16116"/>
                    <a:pt x="169081" y="16339"/>
                  </a:cubicBezTo>
                  <a:cubicBezTo>
                    <a:pt x="177370" y="14477"/>
                    <a:pt x="184914" y="17066"/>
                    <a:pt x="192551" y="19860"/>
                  </a:cubicBezTo>
                  <a:cubicBezTo>
                    <a:pt x="204174" y="24125"/>
                    <a:pt x="215927" y="28130"/>
                    <a:pt x="227792" y="31650"/>
                  </a:cubicBezTo>
                  <a:cubicBezTo>
                    <a:pt x="233287" y="33289"/>
                    <a:pt x="238391" y="35338"/>
                    <a:pt x="242768" y="39026"/>
                  </a:cubicBezTo>
                  <a:cubicBezTo>
                    <a:pt x="243308" y="39082"/>
                    <a:pt x="243848" y="39138"/>
                    <a:pt x="244389" y="39138"/>
                  </a:cubicBezTo>
                  <a:cubicBezTo>
                    <a:pt x="248058" y="38803"/>
                    <a:pt x="251374" y="39902"/>
                    <a:pt x="254764" y="41280"/>
                  </a:cubicBezTo>
                  <a:cubicBezTo>
                    <a:pt x="265157" y="45471"/>
                    <a:pt x="274676" y="51097"/>
                    <a:pt x="283411" y="58026"/>
                  </a:cubicBezTo>
                  <a:cubicBezTo>
                    <a:pt x="289763" y="63074"/>
                    <a:pt x="296618" y="67451"/>
                    <a:pt x="303510" y="71604"/>
                  </a:cubicBezTo>
                  <a:cubicBezTo>
                    <a:pt x="310290" y="75665"/>
                    <a:pt x="317871" y="78534"/>
                    <a:pt x="325806" y="73355"/>
                  </a:cubicBezTo>
                  <a:cubicBezTo>
                    <a:pt x="328078" y="71847"/>
                    <a:pt x="330704" y="71306"/>
                    <a:pt x="333182" y="73244"/>
                  </a:cubicBezTo>
                  <a:close/>
                </a:path>
              </a:pathLst>
            </a:custGeom>
            <a:solidFill>
              <a:srgbClr val="88BE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275CEB88-9093-D499-5C86-98F5439A8D7B}"/>
                </a:ext>
              </a:extLst>
            </p:cNvPr>
            <p:cNvSpPr/>
            <p:nvPr/>
          </p:nvSpPr>
          <p:spPr>
            <a:xfrm>
              <a:off x="2023960" y="5092760"/>
              <a:ext cx="310823" cy="112743"/>
            </a:xfrm>
            <a:custGeom>
              <a:avLst/>
              <a:gdLst>
                <a:gd name="csX0" fmla="*/ 310823 w 310823"/>
                <a:gd name="csY0" fmla="*/ 108421 h 112743"/>
                <a:gd name="csX1" fmla="*/ 304807 w 310823"/>
                <a:gd name="csY1" fmla="*/ 109259 h 112743"/>
                <a:gd name="csX2" fmla="*/ 277500 w 310823"/>
                <a:gd name="csY2" fmla="*/ 106130 h 112743"/>
                <a:gd name="csX3" fmla="*/ 230989 w 310823"/>
                <a:gd name="csY3" fmla="*/ 77296 h 112743"/>
                <a:gd name="csX4" fmla="*/ 220633 w 310823"/>
                <a:gd name="csY4" fmla="*/ 75676 h 112743"/>
                <a:gd name="csX5" fmla="*/ 222570 w 310823"/>
                <a:gd name="csY5" fmla="*/ 65114 h 112743"/>
                <a:gd name="csX6" fmla="*/ 220596 w 310823"/>
                <a:gd name="csY6" fmla="*/ 75732 h 112743"/>
                <a:gd name="csX7" fmla="*/ 220204 w 310823"/>
                <a:gd name="csY7" fmla="*/ 76141 h 112743"/>
                <a:gd name="csX8" fmla="*/ 190718 w 310823"/>
                <a:gd name="csY8" fmla="*/ 63773 h 112743"/>
                <a:gd name="csX9" fmla="*/ 156855 w 310823"/>
                <a:gd name="csY9" fmla="*/ 52430 h 112743"/>
                <a:gd name="csX10" fmla="*/ 145996 w 310823"/>
                <a:gd name="csY10" fmla="*/ 52933 h 112743"/>
                <a:gd name="csX11" fmla="*/ 147672 w 310823"/>
                <a:gd name="csY11" fmla="*/ 44420 h 112743"/>
                <a:gd name="csX12" fmla="*/ 146014 w 310823"/>
                <a:gd name="csY12" fmla="*/ 52970 h 112743"/>
                <a:gd name="csX13" fmla="*/ 120123 w 310823"/>
                <a:gd name="csY13" fmla="*/ 44290 h 112743"/>
                <a:gd name="csX14" fmla="*/ 81305 w 310823"/>
                <a:gd name="csY14" fmla="*/ 39670 h 112743"/>
                <a:gd name="csX15" fmla="*/ 74935 w 310823"/>
                <a:gd name="csY15" fmla="*/ 42893 h 112743"/>
                <a:gd name="csX16" fmla="*/ 74805 w 310823"/>
                <a:gd name="csY16" fmla="*/ 33933 h 112743"/>
                <a:gd name="csX17" fmla="*/ 71415 w 310823"/>
                <a:gd name="csY17" fmla="*/ 44066 h 112743"/>
                <a:gd name="csX18" fmla="*/ 65435 w 310823"/>
                <a:gd name="csY18" fmla="*/ 38609 h 112743"/>
                <a:gd name="csX19" fmla="*/ 52676 w 310823"/>
                <a:gd name="csY19" fmla="*/ 37547 h 112743"/>
                <a:gd name="csX20" fmla="*/ 31423 w 310823"/>
                <a:gd name="csY20" fmla="*/ 39205 h 112743"/>
                <a:gd name="csX21" fmla="*/ 18813 w 310823"/>
                <a:gd name="csY21" fmla="*/ 37677 h 112743"/>
                <a:gd name="csX22" fmla="*/ 9444 w 310823"/>
                <a:gd name="csY22" fmla="*/ 40285 h 112743"/>
                <a:gd name="csX23" fmla="*/ 0 w 310823"/>
                <a:gd name="csY23" fmla="*/ 44923 h 112743"/>
                <a:gd name="csX24" fmla="*/ 24271 w 310823"/>
                <a:gd name="csY24" fmla="*/ 18324 h 112743"/>
                <a:gd name="csX25" fmla="*/ 64765 w 310823"/>
                <a:gd name="csY25" fmla="*/ 89 h 112743"/>
                <a:gd name="csX26" fmla="*/ 149907 w 310823"/>
                <a:gd name="csY26" fmla="*/ 7744 h 112743"/>
                <a:gd name="csX27" fmla="*/ 230039 w 310823"/>
                <a:gd name="csY27" fmla="*/ 37174 h 112743"/>
                <a:gd name="csX28" fmla="*/ 296518 w 310823"/>
                <a:gd name="csY28" fmla="*/ 87559 h 112743"/>
                <a:gd name="csX29" fmla="*/ 310823 w 310823"/>
                <a:gd name="csY29" fmla="*/ 108421 h 11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10823" h="112743">
                  <a:moveTo>
                    <a:pt x="310823" y="108421"/>
                  </a:moveTo>
                  <a:cubicBezTo>
                    <a:pt x="308774" y="108459"/>
                    <a:pt x="306632" y="107993"/>
                    <a:pt x="304807" y="109259"/>
                  </a:cubicBezTo>
                  <a:cubicBezTo>
                    <a:pt x="294767" y="116207"/>
                    <a:pt x="286217" y="111495"/>
                    <a:pt x="277500" y="106130"/>
                  </a:cubicBezTo>
                  <a:cubicBezTo>
                    <a:pt x="261965" y="96593"/>
                    <a:pt x="248536" y="83685"/>
                    <a:pt x="230989" y="77296"/>
                  </a:cubicBezTo>
                  <a:cubicBezTo>
                    <a:pt x="227487" y="76030"/>
                    <a:pt x="224191" y="75564"/>
                    <a:pt x="220633" y="75676"/>
                  </a:cubicBezTo>
                  <a:cubicBezTo>
                    <a:pt x="219720" y="71876"/>
                    <a:pt x="223334" y="68896"/>
                    <a:pt x="222570" y="65114"/>
                  </a:cubicBezTo>
                  <a:cubicBezTo>
                    <a:pt x="223203" y="68896"/>
                    <a:pt x="219627" y="71894"/>
                    <a:pt x="220596" y="75732"/>
                  </a:cubicBezTo>
                  <a:cubicBezTo>
                    <a:pt x="220465" y="75862"/>
                    <a:pt x="220335" y="76011"/>
                    <a:pt x="220204" y="76141"/>
                  </a:cubicBezTo>
                  <a:cubicBezTo>
                    <a:pt x="212139" y="67871"/>
                    <a:pt x="200740" y="67312"/>
                    <a:pt x="190718" y="63773"/>
                  </a:cubicBezTo>
                  <a:cubicBezTo>
                    <a:pt x="179524" y="59824"/>
                    <a:pt x="168441" y="55447"/>
                    <a:pt x="156855" y="52430"/>
                  </a:cubicBezTo>
                  <a:cubicBezTo>
                    <a:pt x="152739" y="51349"/>
                    <a:pt x="149609" y="54143"/>
                    <a:pt x="145996" y="52933"/>
                  </a:cubicBezTo>
                  <a:cubicBezTo>
                    <a:pt x="147616" y="50306"/>
                    <a:pt x="146610" y="47158"/>
                    <a:pt x="147672" y="44420"/>
                  </a:cubicBezTo>
                  <a:cubicBezTo>
                    <a:pt x="146648" y="47177"/>
                    <a:pt x="147449" y="50288"/>
                    <a:pt x="146014" y="52970"/>
                  </a:cubicBezTo>
                  <a:cubicBezTo>
                    <a:pt x="138992" y="45333"/>
                    <a:pt x="129213" y="45575"/>
                    <a:pt x="120123" y="44290"/>
                  </a:cubicBezTo>
                  <a:cubicBezTo>
                    <a:pt x="107215" y="42446"/>
                    <a:pt x="94251" y="41086"/>
                    <a:pt x="81305" y="39670"/>
                  </a:cubicBezTo>
                  <a:cubicBezTo>
                    <a:pt x="78679" y="39391"/>
                    <a:pt x="76909" y="41496"/>
                    <a:pt x="74935" y="42893"/>
                  </a:cubicBezTo>
                  <a:cubicBezTo>
                    <a:pt x="72048" y="39763"/>
                    <a:pt x="76015" y="36541"/>
                    <a:pt x="74805" y="33933"/>
                  </a:cubicBezTo>
                  <a:cubicBezTo>
                    <a:pt x="73836" y="37007"/>
                    <a:pt x="75270" y="41365"/>
                    <a:pt x="71415" y="44066"/>
                  </a:cubicBezTo>
                  <a:cubicBezTo>
                    <a:pt x="71620" y="39875"/>
                    <a:pt x="68136" y="39018"/>
                    <a:pt x="65435" y="38609"/>
                  </a:cubicBezTo>
                  <a:cubicBezTo>
                    <a:pt x="61207" y="37957"/>
                    <a:pt x="56569" y="36876"/>
                    <a:pt x="52676" y="37547"/>
                  </a:cubicBezTo>
                  <a:cubicBezTo>
                    <a:pt x="45579" y="38795"/>
                    <a:pt x="38427" y="37286"/>
                    <a:pt x="31423" y="39205"/>
                  </a:cubicBezTo>
                  <a:cubicBezTo>
                    <a:pt x="27195" y="40360"/>
                    <a:pt x="22445" y="39819"/>
                    <a:pt x="18813" y="37677"/>
                  </a:cubicBezTo>
                  <a:cubicBezTo>
                    <a:pt x="14194" y="34976"/>
                    <a:pt x="11642" y="36969"/>
                    <a:pt x="9444" y="40285"/>
                  </a:cubicBezTo>
                  <a:cubicBezTo>
                    <a:pt x="7097" y="43805"/>
                    <a:pt x="4210" y="45519"/>
                    <a:pt x="0" y="44923"/>
                  </a:cubicBezTo>
                  <a:cubicBezTo>
                    <a:pt x="8103" y="36075"/>
                    <a:pt x="16317" y="27321"/>
                    <a:pt x="24271" y="18324"/>
                  </a:cubicBezTo>
                  <a:cubicBezTo>
                    <a:pt x="35055" y="6105"/>
                    <a:pt x="49435" y="443"/>
                    <a:pt x="64765" y="89"/>
                  </a:cubicBezTo>
                  <a:cubicBezTo>
                    <a:pt x="93320" y="-563"/>
                    <a:pt x="121874" y="2417"/>
                    <a:pt x="149907" y="7744"/>
                  </a:cubicBezTo>
                  <a:cubicBezTo>
                    <a:pt x="178071" y="13090"/>
                    <a:pt x="204577" y="23782"/>
                    <a:pt x="230039" y="37174"/>
                  </a:cubicBezTo>
                  <a:cubicBezTo>
                    <a:pt x="255055" y="50343"/>
                    <a:pt x="277630" y="66474"/>
                    <a:pt x="296518" y="87559"/>
                  </a:cubicBezTo>
                  <a:cubicBezTo>
                    <a:pt x="302180" y="93893"/>
                    <a:pt x="306967" y="100859"/>
                    <a:pt x="310823" y="108421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B945152E-FF0D-825C-F427-F65588676A79}"/>
                </a:ext>
              </a:extLst>
            </p:cNvPr>
            <p:cNvSpPr/>
            <p:nvPr/>
          </p:nvSpPr>
          <p:spPr>
            <a:xfrm>
              <a:off x="1976487" y="4813109"/>
              <a:ext cx="170493" cy="190557"/>
            </a:xfrm>
            <a:custGeom>
              <a:avLst/>
              <a:gdLst>
                <a:gd name="csX0" fmla="*/ 132615 w 170493"/>
                <a:gd name="csY0" fmla="*/ 339 h 190557"/>
                <a:gd name="csX1" fmla="*/ 168602 w 170493"/>
                <a:gd name="csY1" fmla="*/ 26342 h 190557"/>
                <a:gd name="csX2" fmla="*/ 166422 w 170493"/>
                <a:gd name="csY2" fmla="*/ 37797 h 190557"/>
                <a:gd name="csX3" fmla="*/ 160816 w 170493"/>
                <a:gd name="csY3" fmla="*/ 46776 h 190557"/>
                <a:gd name="csX4" fmla="*/ 156066 w 170493"/>
                <a:gd name="csY4" fmla="*/ 57002 h 190557"/>
                <a:gd name="csX5" fmla="*/ 147423 w 170493"/>
                <a:gd name="csY5" fmla="*/ 60783 h 190557"/>
                <a:gd name="csX6" fmla="*/ 149770 w 170493"/>
                <a:gd name="csY6" fmla="*/ 73579 h 190557"/>
                <a:gd name="csX7" fmla="*/ 138576 w 170493"/>
                <a:gd name="csY7" fmla="*/ 97514 h 190557"/>
                <a:gd name="csX8" fmla="*/ 110934 w 170493"/>
                <a:gd name="csY8" fmla="*/ 141324 h 190557"/>
                <a:gd name="csX9" fmla="*/ 83124 w 170493"/>
                <a:gd name="csY9" fmla="*/ 165669 h 190557"/>
                <a:gd name="csX10" fmla="*/ 52316 w 170493"/>
                <a:gd name="csY10" fmla="*/ 184315 h 190557"/>
                <a:gd name="csX11" fmla="*/ 45405 w 170493"/>
                <a:gd name="csY11" fmla="*/ 187947 h 190557"/>
                <a:gd name="csX12" fmla="*/ 42276 w 170493"/>
                <a:gd name="csY12" fmla="*/ 189269 h 190557"/>
                <a:gd name="csX13" fmla="*/ 26704 w 170493"/>
                <a:gd name="csY13" fmla="*/ 187947 h 190557"/>
                <a:gd name="csX14" fmla="*/ 8655 w 170493"/>
                <a:gd name="csY14" fmla="*/ 178671 h 190557"/>
                <a:gd name="csX15" fmla="*/ 1111 w 170493"/>
                <a:gd name="csY15" fmla="*/ 168035 h 190557"/>
                <a:gd name="csX16" fmla="*/ 1502 w 170493"/>
                <a:gd name="csY16" fmla="*/ 148570 h 190557"/>
                <a:gd name="csX17" fmla="*/ 3551 w 170493"/>
                <a:gd name="csY17" fmla="*/ 134675 h 190557"/>
                <a:gd name="csX18" fmla="*/ 12305 w 170493"/>
                <a:gd name="csY18" fmla="*/ 119941 h 190557"/>
                <a:gd name="csX19" fmla="*/ 13982 w 170493"/>
                <a:gd name="csY19" fmla="*/ 115601 h 190557"/>
                <a:gd name="csX20" fmla="*/ 16087 w 170493"/>
                <a:gd name="csY20" fmla="*/ 107070 h 190557"/>
                <a:gd name="csX21" fmla="*/ 30932 w 170493"/>
                <a:gd name="csY21" fmla="*/ 88034 h 190557"/>
                <a:gd name="csX22" fmla="*/ 82621 w 170493"/>
                <a:gd name="csY22" fmla="*/ 40964 h 190557"/>
                <a:gd name="csX23" fmla="*/ 112256 w 170493"/>
                <a:gd name="csY23" fmla="*/ 13322 h 190557"/>
                <a:gd name="csX24" fmla="*/ 115553 w 170493"/>
                <a:gd name="csY24" fmla="*/ 8777 h 190557"/>
                <a:gd name="csX25" fmla="*/ 132615 w 170493"/>
                <a:gd name="csY25" fmla="*/ 339 h 190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0493" h="190557">
                  <a:moveTo>
                    <a:pt x="132615" y="339"/>
                  </a:moveTo>
                  <a:cubicBezTo>
                    <a:pt x="148727" y="3320"/>
                    <a:pt x="159437" y="13769"/>
                    <a:pt x="168602" y="26342"/>
                  </a:cubicBezTo>
                  <a:cubicBezTo>
                    <a:pt x="171321" y="30812"/>
                    <a:pt x="171526" y="34463"/>
                    <a:pt x="166422" y="37797"/>
                  </a:cubicBezTo>
                  <a:cubicBezTo>
                    <a:pt x="163480" y="39716"/>
                    <a:pt x="162176" y="43460"/>
                    <a:pt x="160816" y="46776"/>
                  </a:cubicBezTo>
                  <a:cubicBezTo>
                    <a:pt x="159382" y="50259"/>
                    <a:pt x="157966" y="53723"/>
                    <a:pt x="156066" y="57002"/>
                  </a:cubicBezTo>
                  <a:cubicBezTo>
                    <a:pt x="154148" y="60280"/>
                    <a:pt x="151819" y="62310"/>
                    <a:pt x="147423" y="60783"/>
                  </a:cubicBezTo>
                  <a:cubicBezTo>
                    <a:pt x="152266" y="66203"/>
                    <a:pt x="152266" y="68047"/>
                    <a:pt x="149770" y="73579"/>
                  </a:cubicBezTo>
                  <a:cubicBezTo>
                    <a:pt x="146138" y="81607"/>
                    <a:pt x="143083" y="89859"/>
                    <a:pt x="138576" y="97514"/>
                  </a:cubicBezTo>
                  <a:cubicBezTo>
                    <a:pt x="129802" y="112416"/>
                    <a:pt x="121961" y="127969"/>
                    <a:pt x="110934" y="141324"/>
                  </a:cubicBezTo>
                  <a:cubicBezTo>
                    <a:pt x="103092" y="150824"/>
                    <a:pt x="94561" y="159839"/>
                    <a:pt x="83124" y="165669"/>
                  </a:cubicBezTo>
                  <a:cubicBezTo>
                    <a:pt x="72451" y="171108"/>
                    <a:pt x="62448" y="177888"/>
                    <a:pt x="52316" y="184315"/>
                  </a:cubicBezTo>
                  <a:cubicBezTo>
                    <a:pt x="50080" y="185730"/>
                    <a:pt x="47827" y="186960"/>
                    <a:pt x="45405" y="187947"/>
                  </a:cubicBezTo>
                  <a:cubicBezTo>
                    <a:pt x="44418" y="188524"/>
                    <a:pt x="43598" y="189474"/>
                    <a:pt x="42276" y="189269"/>
                  </a:cubicBezTo>
                  <a:cubicBezTo>
                    <a:pt x="36874" y="191300"/>
                    <a:pt x="31957" y="190983"/>
                    <a:pt x="26704" y="187947"/>
                  </a:cubicBezTo>
                  <a:cubicBezTo>
                    <a:pt x="20874" y="184575"/>
                    <a:pt x="14522" y="182117"/>
                    <a:pt x="8655" y="178671"/>
                  </a:cubicBezTo>
                  <a:cubicBezTo>
                    <a:pt x="4445" y="176193"/>
                    <a:pt x="2061" y="172785"/>
                    <a:pt x="1111" y="168035"/>
                  </a:cubicBezTo>
                  <a:cubicBezTo>
                    <a:pt x="-193" y="161497"/>
                    <a:pt x="-677" y="155127"/>
                    <a:pt x="1502" y="148570"/>
                  </a:cubicBezTo>
                  <a:cubicBezTo>
                    <a:pt x="2973" y="144156"/>
                    <a:pt x="1968" y="139201"/>
                    <a:pt x="3551" y="134675"/>
                  </a:cubicBezTo>
                  <a:cubicBezTo>
                    <a:pt x="5469" y="129143"/>
                    <a:pt x="7109" y="123480"/>
                    <a:pt x="12305" y="119941"/>
                  </a:cubicBezTo>
                  <a:cubicBezTo>
                    <a:pt x="13907" y="118842"/>
                    <a:pt x="14429" y="117501"/>
                    <a:pt x="13982" y="115601"/>
                  </a:cubicBezTo>
                  <a:cubicBezTo>
                    <a:pt x="13218" y="112434"/>
                    <a:pt x="14448" y="109659"/>
                    <a:pt x="16087" y="107070"/>
                  </a:cubicBezTo>
                  <a:cubicBezTo>
                    <a:pt x="20408" y="100234"/>
                    <a:pt x="24618" y="93342"/>
                    <a:pt x="30932" y="88034"/>
                  </a:cubicBezTo>
                  <a:cubicBezTo>
                    <a:pt x="48795" y="73039"/>
                    <a:pt x="64348" y="55456"/>
                    <a:pt x="82621" y="40964"/>
                  </a:cubicBezTo>
                  <a:cubicBezTo>
                    <a:pt x="93294" y="32508"/>
                    <a:pt x="101564" y="21648"/>
                    <a:pt x="112256" y="13322"/>
                  </a:cubicBezTo>
                  <a:cubicBezTo>
                    <a:pt x="113728" y="12167"/>
                    <a:pt x="114659" y="10435"/>
                    <a:pt x="115553" y="8777"/>
                  </a:cubicBezTo>
                  <a:cubicBezTo>
                    <a:pt x="119781" y="898"/>
                    <a:pt x="123302" y="-853"/>
                    <a:pt x="132615" y="339"/>
                  </a:cubicBezTo>
                  <a:close/>
                </a:path>
              </a:pathLst>
            </a:custGeom>
            <a:solidFill>
              <a:srgbClr val="8B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67C18398-6991-0C1E-1351-43D1B1F38612}"/>
                </a:ext>
              </a:extLst>
            </p:cNvPr>
            <p:cNvSpPr/>
            <p:nvPr/>
          </p:nvSpPr>
          <p:spPr>
            <a:xfrm>
              <a:off x="1602084" y="5282579"/>
              <a:ext cx="168712" cy="195519"/>
            </a:xfrm>
            <a:custGeom>
              <a:avLst/>
              <a:gdLst>
                <a:gd name="csX0" fmla="*/ 151956 w 168712"/>
                <a:gd name="csY0" fmla="*/ 0 h 195519"/>
                <a:gd name="csX1" fmla="*/ 168701 w 168712"/>
                <a:gd name="csY1" fmla="*/ 55526 h 195519"/>
                <a:gd name="csX2" fmla="*/ 162257 w 168712"/>
                <a:gd name="csY2" fmla="*/ 76537 h 195519"/>
                <a:gd name="csX3" fmla="*/ 102204 w 168712"/>
                <a:gd name="csY3" fmla="*/ 141469 h 195519"/>
                <a:gd name="csX4" fmla="*/ 75121 w 168712"/>
                <a:gd name="csY4" fmla="*/ 165926 h 195519"/>
                <a:gd name="csX5" fmla="*/ 69794 w 168712"/>
                <a:gd name="csY5" fmla="*/ 166727 h 195519"/>
                <a:gd name="csX6" fmla="*/ 37756 w 168712"/>
                <a:gd name="csY6" fmla="*/ 187682 h 195519"/>
                <a:gd name="csX7" fmla="*/ 12368 w 168712"/>
                <a:gd name="csY7" fmla="*/ 195319 h 195519"/>
                <a:gd name="csX8" fmla="*/ 931 w 168712"/>
                <a:gd name="csY8" fmla="*/ 189340 h 195519"/>
                <a:gd name="csX9" fmla="*/ 3762 w 168712"/>
                <a:gd name="csY9" fmla="*/ 176301 h 195519"/>
                <a:gd name="csX10" fmla="*/ 21290 w 168712"/>
                <a:gd name="csY10" fmla="*/ 158904 h 195519"/>
                <a:gd name="csX11" fmla="*/ 25481 w 168712"/>
                <a:gd name="csY11" fmla="*/ 151099 h 195519"/>
                <a:gd name="csX12" fmla="*/ 37980 w 168712"/>
                <a:gd name="csY12" fmla="*/ 154452 h 195519"/>
                <a:gd name="csX13" fmla="*/ 24922 w 168712"/>
                <a:gd name="csY13" fmla="*/ 148454 h 195519"/>
                <a:gd name="csX14" fmla="*/ 27809 w 168712"/>
                <a:gd name="csY14" fmla="*/ 144673 h 195519"/>
                <a:gd name="csX15" fmla="*/ 70409 w 168712"/>
                <a:gd name="csY15" fmla="*/ 110661 h 195519"/>
                <a:gd name="csX16" fmla="*/ 82628 w 168712"/>
                <a:gd name="csY16" fmla="*/ 93711 h 195519"/>
                <a:gd name="csX17" fmla="*/ 83540 w 168712"/>
                <a:gd name="csY17" fmla="*/ 93152 h 195519"/>
                <a:gd name="csX18" fmla="*/ 85198 w 168712"/>
                <a:gd name="csY18" fmla="*/ 90973 h 195519"/>
                <a:gd name="csX19" fmla="*/ 108705 w 168712"/>
                <a:gd name="csY19" fmla="*/ 51186 h 195519"/>
                <a:gd name="csX20" fmla="*/ 109618 w 168712"/>
                <a:gd name="csY20" fmla="*/ 47945 h 195519"/>
                <a:gd name="csX21" fmla="*/ 115429 w 168712"/>
                <a:gd name="csY21" fmla="*/ 29430 h 195519"/>
                <a:gd name="csX22" fmla="*/ 116416 w 168712"/>
                <a:gd name="csY22" fmla="*/ 29020 h 195519"/>
                <a:gd name="csX23" fmla="*/ 136962 w 168712"/>
                <a:gd name="csY23" fmla="*/ 36303 h 195519"/>
                <a:gd name="csX24" fmla="*/ 131895 w 168712"/>
                <a:gd name="csY24" fmla="*/ 35130 h 195519"/>
                <a:gd name="csX25" fmla="*/ 116547 w 168712"/>
                <a:gd name="csY25" fmla="*/ 26245 h 195519"/>
                <a:gd name="csX26" fmla="*/ 131392 w 168712"/>
                <a:gd name="csY26" fmla="*/ 8941 h 195519"/>
                <a:gd name="csX27" fmla="*/ 146852 w 168712"/>
                <a:gd name="csY27" fmla="*/ 3967 h 195519"/>
                <a:gd name="csX28" fmla="*/ 151956 w 168712"/>
                <a:gd name="csY28" fmla="*/ 0 h 195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8712" h="195519">
                  <a:moveTo>
                    <a:pt x="151956" y="0"/>
                  </a:moveTo>
                  <a:cubicBezTo>
                    <a:pt x="160599" y="17584"/>
                    <a:pt x="168199" y="35540"/>
                    <a:pt x="168701" y="55526"/>
                  </a:cubicBezTo>
                  <a:cubicBezTo>
                    <a:pt x="168888" y="63107"/>
                    <a:pt x="166708" y="69775"/>
                    <a:pt x="162257" y="76537"/>
                  </a:cubicBezTo>
                  <a:cubicBezTo>
                    <a:pt x="145753" y="101534"/>
                    <a:pt x="123010" y="120589"/>
                    <a:pt x="102204" y="141469"/>
                  </a:cubicBezTo>
                  <a:cubicBezTo>
                    <a:pt x="93655" y="150056"/>
                    <a:pt x="83466" y="157004"/>
                    <a:pt x="75121" y="165926"/>
                  </a:cubicBezTo>
                  <a:cubicBezTo>
                    <a:pt x="72979" y="163710"/>
                    <a:pt x="71433" y="165516"/>
                    <a:pt x="69794" y="166727"/>
                  </a:cubicBezTo>
                  <a:cubicBezTo>
                    <a:pt x="59493" y="174290"/>
                    <a:pt x="49472" y="182467"/>
                    <a:pt x="37756" y="187682"/>
                  </a:cubicBezTo>
                  <a:cubicBezTo>
                    <a:pt x="29728" y="191277"/>
                    <a:pt x="21942" y="196623"/>
                    <a:pt x="12368" y="195319"/>
                  </a:cubicBezTo>
                  <a:cubicBezTo>
                    <a:pt x="7879" y="194704"/>
                    <a:pt x="3148" y="194108"/>
                    <a:pt x="931" y="189340"/>
                  </a:cubicBezTo>
                  <a:cubicBezTo>
                    <a:pt x="-1379" y="184385"/>
                    <a:pt x="1006" y="180380"/>
                    <a:pt x="3762" y="176301"/>
                  </a:cubicBezTo>
                  <a:cubicBezTo>
                    <a:pt x="8475" y="169316"/>
                    <a:pt x="14547" y="163728"/>
                    <a:pt x="21290" y="158904"/>
                  </a:cubicBezTo>
                  <a:cubicBezTo>
                    <a:pt x="24214" y="156818"/>
                    <a:pt x="25462" y="154433"/>
                    <a:pt x="25481" y="151099"/>
                  </a:cubicBezTo>
                  <a:cubicBezTo>
                    <a:pt x="30324" y="150708"/>
                    <a:pt x="34087" y="153949"/>
                    <a:pt x="37980" y="154452"/>
                  </a:cubicBezTo>
                  <a:cubicBezTo>
                    <a:pt x="34198" y="152366"/>
                    <a:pt x="28461" y="152701"/>
                    <a:pt x="24922" y="148454"/>
                  </a:cubicBezTo>
                  <a:cubicBezTo>
                    <a:pt x="24755" y="146350"/>
                    <a:pt x="26431" y="145586"/>
                    <a:pt x="27809" y="144673"/>
                  </a:cubicBezTo>
                  <a:cubicBezTo>
                    <a:pt x="43065" y="134652"/>
                    <a:pt x="56848" y="122731"/>
                    <a:pt x="70409" y="110661"/>
                  </a:cubicBezTo>
                  <a:cubicBezTo>
                    <a:pt x="75475" y="106153"/>
                    <a:pt x="81026" y="101105"/>
                    <a:pt x="82628" y="93711"/>
                  </a:cubicBezTo>
                  <a:cubicBezTo>
                    <a:pt x="82907" y="93450"/>
                    <a:pt x="83205" y="93189"/>
                    <a:pt x="83540" y="93152"/>
                  </a:cubicBezTo>
                  <a:cubicBezTo>
                    <a:pt x="85012" y="92966"/>
                    <a:pt x="85515" y="92351"/>
                    <a:pt x="85198" y="90973"/>
                  </a:cubicBezTo>
                  <a:cubicBezTo>
                    <a:pt x="97753" y="80504"/>
                    <a:pt x="104682" y="66702"/>
                    <a:pt x="108705" y="51186"/>
                  </a:cubicBezTo>
                  <a:cubicBezTo>
                    <a:pt x="108984" y="50106"/>
                    <a:pt x="109040" y="48895"/>
                    <a:pt x="109618" y="47945"/>
                  </a:cubicBezTo>
                  <a:cubicBezTo>
                    <a:pt x="113138" y="42264"/>
                    <a:pt x="114181" y="35819"/>
                    <a:pt x="115429" y="29430"/>
                  </a:cubicBezTo>
                  <a:cubicBezTo>
                    <a:pt x="115746" y="29207"/>
                    <a:pt x="116156" y="28890"/>
                    <a:pt x="116416" y="29020"/>
                  </a:cubicBezTo>
                  <a:cubicBezTo>
                    <a:pt x="123159" y="32168"/>
                    <a:pt x="129809" y="35558"/>
                    <a:pt x="136962" y="36303"/>
                  </a:cubicBezTo>
                  <a:cubicBezTo>
                    <a:pt x="135993" y="34925"/>
                    <a:pt x="133683" y="35651"/>
                    <a:pt x="131895" y="35130"/>
                  </a:cubicBezTo>
                  <a:cubicBezTo>
                    <a:pt x="126009" y="33453"/>
                    <a:pt x="119974" y="32131"/>
                    <a:pt x="116547" y="26245"/>
                  </a:cubicBezTo>
                  <a:cubicBezTo>
                    <a:pt x="121166" y="20210"/>
                    <a:pt x="125134" y="13635"/>
                    <a:pt x="131392" y="8941"/>
                  </a:cubicBezTo>
                  <a:cubicBezTo>
                    <a:pt x="136030" y="5458"/>
                    <a:pt x="140910" y="2738"/>
                    <a:pt x="146852" y="3967"/>
                  </a:cubicBezTo>
                  <a:cubicBezTo>
                    <a:pt x="150615" y="4768"/>
                    <a:pt x="150354" y="1416"/>
                    <a:pt x="151956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482B84E-A71B-00C3-AE0E-72B776EFB651}"/>
                </a:ext>
              </a:extLst>
            </p:cNvPr>
            <p:cNvSpPr/>
            <p:nvPr/>
          </p:nvSpPr>
          <p:spPr>
            <a:xfrm>
              <a:off x="2027145" y="5206918"/>
              <a:ext cx="300690" cy="88824"/>
            </a:xfrm>
            <a:custGeom>
              <a:avLst/>
              <a:gdLst>
                <a:gd name="csX0" fmla="*/ 0 w 300690"/>
                <a:gd name="csY0" fmla="*/ 0 h 88824"/>
                <a:gd name="csX1" fmla="*/ 10897 w 300690"/>
                <a:gd name="csY1" fmla="*/ 3632 h 88824"/>
                <a:gd name="csX2" fmla="*/ 36657 w 300690"/>
                <a:gd name="csY2" fmla="*/ 11120 h 88824"/>
                <a:gd name="csX3" fmla="*/ 60015 w 300690"/>
                <a:gd name="csY3" fmla="*/ 16671 h 88824"/>
                <a:gd name="csX4" fmla="*/ 69403 w 300690"/>
                <a:gd name="csY4" fmla="*/ 9928 h 88824"/>
                <a:gd name="csX5" fmla="*/ 70837 w 300690"/>
                <a:gd name="csY5" fmla="*/ 12480 h 88824"/>
                <a:gd name="csX6" fmla="*/ 71769 w 300690"/>
                <a:gd name="csY6" fmla="*/ 6631 h 88824"/>
                <a:gd name="csX7" fmla="*/ 72700 w 300690"/>
                <a:gd name="csY7" fmla="*/ 11437 h 88824"/>
                <a:gd name="csX8" fmla="*/ 80002 w 300690"/>
                <a:gd name="csY8" fmla="*/ 21141 h 88824"/>
                <a:gd name="csX9" fmla="*/ 115169 w 300690"/>
                <a:gd name="csY9" fmla="*/ 30678 h 88824"/>
                <a:gd name="csX10" fmla="*/ 133032 w 300690"/>
                <a:gd name="csY10" fmla="*/ 36657 h 88824"/>
                <a:gd name="csX11" fmla="*/ 140501 w 300690"/>
                <a:gd name="csY11" fmla="*/ 31758 h 88824"/>
                <a:gd name="csX12" fmla="*/ 141563 w 300690"/>
                <a:gd name="csY12" fmla="*/ 24699 h 88824"/>
                <a:gd name="csX13" fmla="*/ 142792 w 300690"/>
                <a:gd name="csY13" fmla="*/ 31069 h 88824"/>
                <a:gd name="csX14" fmla="*/ 143854 w 300690"/>
                <a:gd name="csY14" fmla="*/ 37011 h 88824"/>
                <a:gd name="csX15" fmla="*/ 147989 w 300690"/>
                <a:gd name="csY15" fmla="*/ 40718 h 88824"/>
                <a:gd name="csX16" fmla="*/ 197256 w 300690"/>
                <a:gd name="csY16" fmla="*/ 49882 h 88824"/>
                <a:gd name="csX17" fmla="*/ 219608 w 300690"/>
                <a:gd name="csY17" fmla="*/ 54520 h 88824"/>
                <a:gd name="csX18" fmla="*/ 236689 w 300690"/>
                <a:gd name="csY18" fmla="*/ 57258 h 88824"/>
                <a:gd name="csX19" fmla="*/ 256303 w 300690"/>
                <a:gd name="csY19" fmla="*/ 58562 h 88824"/>
                <a:gd name="csX20" fmla="*/ 263754 w 300690"/>
                <a:gd name="csY20" fmla="*/ 52415 h 88824"/>
                <a:gd name="csX21" fmla="*/ 265337 w 300690"/>
                <a:gd name="csY21" fmla="*/ 49882 h 88824"/>
                <a:gd name="csX22" fmla="*/ 267106 w 300690"/>
                <a:gd name="csY22" fmla="*/ 52229 h 88824"/>
                <a:gd name="csX23" fmla="*/ 275600 w 300690"/>
                <a:gd name="csY23" fmla="*/ 59754 h 88824"/>
                <a:gd name="csX24" fmla="*/ 293556 w 300690"/>
                <a:gd name="csY24" fmla="*/ 66367 h 88824"/>
                <a:gd name="csX25" fmla="*/ 296592 w 300690"/>
                <a:gd name="csY25" fmla="*/ 72122 h 88824"/>
                <a:gd name="csX26" fmla="*/ 300690 w 300690"/>
                <a:gd name="csY26" fmla="*/ 75550 h 88824"/>
                <a:gd name="csX27" fmla="*/ 265989 w 300690"/>
                <a:gd name="csY27" fmla="*/ 85794 h 88824"/>
                <a:gd name="csX28" fmla="*/ 120570 w 300690"/>
                <a:gd name="csY28" fmla="*/ 72309 h 88824"/>
                <a:gd name="csX29" fmla="*/ 36862 w 300690"/>
                <a:gd name="csY29" fmla="*/ 47274 h 88824"/>
                <a:gd name="csX30" fmla="*/ 23470 w 300690"/>
                <a:gd name="csY30" fmla="*/ 37663 h 88824"/>
                <a:gd name="csX31" fmla="*/ 7227 w 300690"/>
                <a:gd name="csY31" fmla="*/ 21290 h 88824"/>
                <a:gd name="csX32" fmla="*/ 782 w 300690"/>
                <a:gd name="csY32" fmla="*/ 8978 h 88824"/>
                <a:gd name="csX33" fmla="*/ 0 w 300690"/>
                <a:gd name="csY33" fmla="*/ 0 h 88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300690" h="88824">
                  <a:moveTo>
                    <a:pt x="0" y="0"/>
                  </a:moveTo>
                  <a:cubicBezTo>
                    <a:pt x="3129" y="2738"/>
                    <a:pt x="7004" y="2980"/>
                    <a:pt x="10897" y="3632"/>
                  </a:cubicBezTo>
                  <a:cubicBezTo>
                    <a:pt x="19744" y="5104"/>
                    <a:pt x="27754" y="9537"/>
                    <a:pt x="36657" y="11120"/>
                  </a:cubicBezTo>
                  <a:cubicBezTo>
                    <a:pt x="44518" y="12517"/>
                    <a:pt x="52304" y="14566"/>
                    <a:pt x="60015" y="16671"/>
                  </a:cubicBezTo>
                  <a:cubicBezTo>
                    <a:pt x="67354" y="18682"/>
                    <a:pt x="69068" y="17602"/>
                    <a:pt x="69403" y="9928"/>
                  </a:cubicBezTo>
                  <a:cubicBezTo>
                    <a:pt x="71415" y="9965"/>
                    <a:pt x="71023" y="11232"/>
                    <a:pt x="70837" y="12480"/>
                  </a:cubicBezTo>
                  <a:cubicBezTo>
                    <a:pt x="71638" y="10636"/>
                    <a:pt x="69422" y="8214"/>
                    <a:pt x="71769" y="6631"/>
                  </a:cubicBezTo>
                  <a:cubicBezTo>
                    <a:pt x="73147" y="8028"/>
                    <a:pt x="72923" y="9835"/>
                    <a:pt x="72700" y="11437"/>
                  </a:cubicBezTo>
                  <a:cubicBezTo>
                    <a:pt x="71918" y="17192"/>
                    <a:pt x="74283" y="19763"/>
                    <a:pt x="80002" y="21141"/>
                  </a:cubicBezTo>
                  <a:cubicBezTo>
                    <a:pt x="91792" y="23972"/>
                    <a:pt x="103639" y="26468"/>
                    <a:pt x="115169" y="30678"/>
                  </a:cubicBezTo>
                  <a:cubicBezTo>
                    <a:pt x="120962" y="32783"/>
                    <a:pt x="127220" y="34068"/>
                    <a:pt x="133032" y="36657"/>
                  </a:cubicBezTo>
                  <a:cubicBezTo>
                    <a:pt x="137055" y="38445"/>
                    <a:pt x="139756" y="36378"/>
                    <a:pt x="140501" y="31758"/>
                  </a:cubicBezTo>
                  <a:cubicBezTo>
                    <a:pt x="140873" y="29411"/>
                    <a:pt x="139681" y="26822"/>
                    <a:pt x="141563" y="24699"/>
                  </a:cubicBezTo>
                  <a:cubicBezTo>
                    <a:pt x="143556" y="26524"/>
                    <a:pt x="142550" y="28927"/>
                    <a:pt x="142792" y="31069"/>
                  </a:cubicBezTo>
                  <a:cubicBezTo>
                    <a:pt x="143016" y="33081"/>
                    <a:pt x="142308" y="35242"/>
                    <a:pt x="143854" y="37011"/>
                  </a:cubicBezTo>
                  <a:cubicBezTo>
                    <a:pt x="144059" y="39582"/>
                    <a:pt x="145772" y="40103"/>
                    <a:pt x="147989" y="40718"/>
                  </a:cubicBezTo>
                  <a:cubicBezTo>
                    <a:pt x="164175" y="45151"/>
                    <a:pt x="180958" y="46287"/>
                    <a:pt x="197256" y="49882"/>
                  </a:cubicBezTo>
                  <a:cubicBezTo>
                    <a:pt x="204670" y="51521"/>
                    <a:pt x="212549" y="50776"/>
                    <a:pt x="219608" y="54520"/>
                  </a:cubicBezTo>
                  <a:cubicBezTo>
                    <a:pt x="224842" y="57314"/>
                    <a:pt x="230989" y="56495"/>
                    <a:pt x="236689" y="57258"/>
                  </a:cubicBezTo>
                  <a:cubicBezTo>
                    <a:pt x="243134" y="58115"/>
                    <a:pt x="249765" y="57612"/>
                    <a:pt x="256303" y="58562"/>
                  </a:cubicBezTo>
                  <a:cubicBezTo>
                    <a:pt x="260624" y="59195"/>
                    <a:pt x="264406" y="58301"/>
                    <a:pt x="263754" y="52415"/>
                  </a:cubicBezTo>
                  <a:cubicBezTo>
                    <a:pt x="263623" y="51279"/>
                    <a:pt x="263884" y="49957"/>
                    <a:pt x="265337" y="49882"/>
                  </a:cubicBezTo>
                  <a:cubicBezTo>
                    <a:pt x="266808" y="49808"/>
                    <a:pt x="267181" y="51037"/>
                    <a:pt x="267106" y="52229"/>
                  </a:cubicBezTo>
                  <a:cubicBezTo>
                    <a:pt x="266715" y="58394"/>
                    <a:pt x="271242" y="59009"/>
                    <a:pt x="275600" y="59754"/>
                  </a:cubicBezTo>
                  <a:cubicBezTo>
                    <a:pt x="282008" y="60835"/>
                    <a:pt x="288788" y="60723"/>
                    <a:pt x="293556" y="66367"/>
                  </a:cubicBezTo>
                  <a:cubicBezTo>
                    <a:pt x="295028" y="68099"/>
                    <a:pt x="296686" y="69515"/>
                    <a:pt x="296592" y="72122"/>
                  </a:cubicBezTo>
                  <a:cubicBezTo>
                    <a:pt x="296481" y="74805"/>
                    <a:pt x="298269" y="75661"/>
                    <a:pt x="300690" y="75550"/>
                  </a:cubicBezTo>
                  <a:cubicBezTo>
                    <a:pt x="290278" y="82870"/>
                    <a:pt x="277984" y="83932"/>
                    <a:pt x="265989" y="85794"/>
                  </a:cubicBezTo>
                  <a:cubicBezTo>
                    <a:pt x="216405" y="93450"/>
                    <a:pt x="168311" y="85738"/>
                    <a:pt x="120570" y="72309"/>
                  </a:cubicBezTo>
                  <a:cubicBezTo>
                    <a:pt x="92519" y="64429"/>
                    <a:pt x="64802" y="55489"/>
                    <a:pt x="36862" y="47274"/>
                  </a:cubicBezTo>
                  <a:cubicBezTo>
                    <a:pt x="31125" y="45598"/>
                    <a:pt x="26934" y="42376"/>
                    <a:pt x="23470" y="37663"/>
                  </a:cubicBezTo>
                  <a:cubicBezTo>
                    <a:pt x="18869" y="31423"/>
                    <a:pt x="13504" y="25761"/>
                    <a:pt x="7227" y="21290"/>
                  </a:cubicBezTo>
                  <a:cubicBezTo>
                    <a:pt x="2682" y="18049"/>
                    <a:pt x="1006" y="14119"/>
                    <a:pt x="782" y="8978"/>
                  </a:cubicBezTo>
                  <a:cubicBezTo>
                    <a:pt x="577" y="5998"/>
                    <a:pt x="242" y="2999"/>
                    <a:pt x="0" y="0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DA3C14BF-0113-8F4C-E7CD-7CCA4E0AD3A6}"/>
                </a:ext>
              </a:extLst>
            </p:cNvPr>
            <p:cNvSpPr/>
            <p:nvPr/>
          </p:nvSpPr>
          <p:spPr>
            <a:xfrm>
              <a:off x="1787742" y="5125126"/>
              <a:ext cx="127011" cy="147945"/>
            </a:xfrm>
            <a:custGeom>
              <a:avLst/>
              <a:gdLst>
                <a:gd name="csX0" fmla="*/ 89458 w 127011"/>
                <a:gd name="csY0" fmla="*/ 4808 h 147945"/>
                <a:gd name="csX1" fmla="*/ 117416 w 127011"/>
                <a:gd name="csY1" fmla="*/ 9092 h 147945"/>
                <a:gd name="csX2" fmla="*/ 126972 w 127011"/>
                <a:gd name="csY2" fmla="*/ 31649 h 147945"/>
                <a:gd name="csX3" fmla="*/ 119689 w 127011"/>
                <a:gd name="csY3" fmla="*/ 87957 h 147945"/>
                <a:gd name="csX4" fmla="*/ 87502 w 127011"/>
                <a:gd name="csY4" fmla="*/ 128060 h 147945"/>
                <a:gd name="csX5" fmla="*/ 43562 w 127011"/>
                <a:gd name="csY5" fmla="*/ 147674 h 147945"/>
                <a:gd name="csX6" fmla="*/ 18770 w 127011"/>
                <a:gd name="csY6" fmla="*/ 139199 h 147945"/>
                <a:gd name="csX7" fmla="*/ 31 w 127011"/>
                <a:gd name="csY7" fmla="*/ 99692 h 147945"/>
                <a:gd name="csX8" fmla="*/ 9959 w 127011"/>
                <a:gd name="csY8" fmla="*/ 50108 h 147945"/>
                <a:gd name="csX9" fmla="*/ 23985 w 127011"/>
                <a:gd name="csY9" fmla="*/ 36604 h 147945"/>
                <a:gd name="csX10" fmla="*/ 33708 w 127011"/>
                <a:gd name="csY10" fmla="*/ 28240 h 147945"/>
                <a:gd name="csX11" fmla="*/ 48684 w 127011"/>
                <a:gd name="csY11" fmla="*/ 2424 h 147945"/>
                <a:gd name="csX12" fmla="*/ 55762 w 127011"/>
                <a:gd name="csY12" fmla="*/ 170 h 147945"/>
                <a:gd name="csX13" fmla="*/ 81299 w 127011"/>
                <a:gd name="csY13" fmla="*/ 6503 h 147945"/>
                <a:gd name="csX14" fmla="*/ 89458 w 127011"/>
                <a:gd name="csY14" fmla="*/ 4808 h 147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011" h="147945">
                  <a:moveTo>
                    <a:pt x="89458" y="4808"/>
                  </a:moveTo>
                  <a:cubicBezTo>
                    <a:pt x="99088" y="4305"/>
                    <a:pt x="109239" y="2610"/>
                    <a:pt x="117416" y="9092"/>
                  </a:cubicBezTo>
                  <a:cubicBezTo>
                    <a:pt x="124364" y="14587"/>
                    <a:pt x="127400" y="22708"/>
                    <a:pt x="126972" y="31649"/>
                  </a:cubicBezTo>
                  <a:cubicBezTo>
                    <a:pt x="126096" y="50611"/>
                    <a:pt x="124811" y="69722"/>
                    <a:pt x="119689" y="87957"/>
                  </a:cubicBezTo>
                  <a:cubicBezTo>
                    <a:pt x="114790" y="105392"/>
                    <a:pt x="102515" y="118319"/>
                    <a:pt x="87502" y="128060"/>
                  </a:cubicBezTo>
                  <a:cubicBezTo>
                    <a:pt x="73960" y="136871"/>
                    <a:pt x="60102" y="145234"/>
                    <a:pt x="43562" y="147674"/>
                  </a:cubicBezTo>
                  <a:cubicBezTo>
                    <a:pt x="33634" y="149146"/>
                    <a:pt x="26313" y="144396"/>
                    <a:pt x="18770" y="139199"/>
                  </a:cubicBezTo>
                  <a:cubicBezTo>
                    <a:pt x="4837" y="129569"/>
                    <a:pt x="217" y="115767"/>
                    <a:pt x="31" y="99692"/>
                  </a:cubicBezTo>
                  <a:cubicBezTo>
                    <a:pt x="-174" y="82444"/>
                    <a:pt x="366" y="65401"/>
                    <a:pt x="9959" y="50108"/>
                  </a:cubicBezTo>
                  <a:cubicBezTo>
                    <a:pt x="13517" y="44427"/>
                    <a:pt x="17969" y="39658"/>
                    <a:pt x="23985" y="36604"/>
                  </a:cubicBezTo>
                  <a:cubicBezTo>
                    <a:pt x="27953" y="34592"/>
                    <a:pt x="31436" y="31910"/>
                    <a:pt x="33708" y="28240"/>
                  </a:cubicBezTo>
                  <a:cubicBezTo>
                    <a:pt x="38942" y="19784"/>
                    <a:pt x="43729" y="11048"/>
                    <a:pt x="48684" y="2424"/>
                  </a:cubicBezTo>
                  <a:cubicBezTo>
                    <a:pt x="50454" y="-165"/>
                    <a:pt x="53117" y="-203"/>
                    <a:pt x="55762" y="170"/>
                  </a:cubicBezTo>
                  <a:cubicBezTo>
                    <a:pt x="64479" y="1418"/>
                    <a:pt x="73308" y="2461"/>
                    <a:pt x="81299" y="6503"/>
                  </a:cubicBezTo>
                  <a:cubicBezTo>
                    <a:pt x="84764" y="8254"/>
                    <a:pt x="86980" y="6447"/>
                    <a:pt x="89458" y="4808"/>
                  </a:cubicBezTo>
                  <a:close/>
                </a:path>
              </a:pathLst>
            </a:custGeom>
            <a:solidFill>
              <a:srgbClr val="81B7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6156E0DD-A0DF-09BA-D0C5-3F0423C38E9B}"/>
                </a:ext>
              </a:extLst>
            </p:cNvPr>
            <p:cNvSpPr/>
            <p:nvPr/>
          </p:nvSpPr>
          <p:spPr>
            <a:xfrm>
              <a:off x="1881231" y="5037126"/>
              <a:ext cx="121922" cy="89318"/>
            </a:xfrm>
            <a:custGeom>
              <a:avLst/>
              <a:gdLst>
                <a:gd name="csX0" fmla="*/ 5357 w 121922"/>
                <a:gd name="csY0" fmla="*/ 88431 h 89318"/>
                <a:gd name="csX1" fmla="*/ 1222 w 121922"/>
                <a:gd name="csY1" fmla="*/ 81296 h 89318"/>
                <a:gd name="csX2" fmla="*/ 6828 w 121922"/>
                <a:gd name="csY2" fmla="*/ 75094 h 89318"/>
                <a:gd name="csX3" fmla="*/ 11857 w 121922"/>
                <a:gd name="csY3" fmla="*/ 68016 h 89318"/>
                <a:gd name="csX4" fmla="*/ 16197 w 121922"/>
                <a:gd name="csY4" fmla="*/ 54027 h 89318"/>
                <a:gd name="csX5" fmla="*/ 27206 w 121922"/>
                <a:gd name="csY5" fmla="*/ 27764 h 89318"/>
                <a:gd name="csX6" fmla="*/ 78653 w 121922"/>
                <a:gd name="csY6" fmla="*/ 252 h 89318"/>
                <a:gd name="csX7" fmla="*/ 104953 w 121922"/>
                <a:gd name="csY7" fmla="*/ 2264 h 89318"/>
                <a:gd name="csX8" fmla="*/ 120004 w 121922"/>
                <a:gd name="csY8" fmla="*/ 33277 h 89318"/>
                <a:gd name="csX9" fmla="*/ 116334 w 121922"/>
                <a:gd name="csY9" fmla="*/ 43950 h 89318"/>
                <a:gd name="csX10" fmla="*/ 82397 w 121922"/>
                <a:gd name="csY10" fmla="*/ 83830 h 89318"/>
                <a:gd name="csX11" fmla="*/ 44082 w 121922"/>
                <a:gd name="csY11" fmla="*/ 86437 h 89318"/>
                <a:gd name="csX12" fmla="*/ 29944 w 121922"/>
                <a:gd name="csY12" fmla="*/ 82619 h 89318"/>
                <a:gd name="csX13" fmla="*/ 5357 w 121922"/>
                <a:gd name="csY13" fmla="*/ 88431 h 89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1922" h="89318">
                  <a:moveTo>
                    <a:pt x="5357" y="88431"/>
                  </a:moveTo>
                  <a:cubicBezTo>
                    <a:pt x="-306" y="87760"/>
                    <a:pt x="-1107" y="86382"/>
                    <a:pt x="1222" y="81296"/>
                  </a:cubicBezTo>
                  <a:cubicBezTo>
                    <a:pt x="2432" y="78633"/>
                    <a:pt x="4425" y="76565"/>
                    <a:pt x="6828" y="75094"/>
                  </a:cubicBezTo>
                  <a:cubicBezTo>
                    <a:pt x="9604" y="73399"/>
                    <a:pt x="11317" y="71201"/>
                    <a:pt x="11857" y="68016"/>
                  </a:cubicBezTo>
                  <a:cubicBezTo>
                    <a:pt x="15601" y="64067"/>
                    <a:pt x="16980" y="59336"/>
                    <a:pt x="16197" y="54027"/>
                  </a:cubicBezTo>
                  <a:cubicBezTo>
                    <a:pt x="14577" y="43037"/>
                    <a:pt x="19327" y="34506"/>
                    <a:pt x="27206" y="27764"/>
                  </a:cubicBezTo>
                  <a:cubicBezTo>
                    <a:pt x="42275" y="14837"/>
                    <a:pt x="58685" y="4126"/>
                    <a:pt x="78653" y="252"/>
                  </a:cubicBezTo>
                  <a:cubicBezTo>
                    <a:pt x="87500" y="-251"/>
                    <a:pt x="96255" y="-195"/>
                    <a:pt x="104953" y="2264"/>
                  </a:cubicBezTo>
                  <a:cubicBezTo>
                    <a:pt x="118551" y="6119"/>
                    <a:pt x="125573" y="20331"/>
                    <a:pt x="120004" y="33277"/>
                  </a:cubicBezTo>
                  <a:cubicBezTo>
                    <a:pt x="118514" y="36723"/>
                    <a:pt x="117396" y="40337"/>
                    <a:pt x="116334" y="43950"/>
                  </a:cubicBezTo>
                  <a:cubicBezTo>
                    <a:pt x="110989" y="62335"/>
                    <a:pt x="97950" y="74479"/>
                    <a:pt x="82397" y="83830"/>
                  </a:cubicBezTo>
                  <a:cubicBezTo>
                    <a:pt x="70513" y="90945"/>
                    <a:pt x="57195" y="90386"/>
                    <a:pt x="44082" y="86437"/>
                  </a:cubicBezTo>
                  <a:cubicBezTo>
                    <a:pt x="39406" y="85040"/>
                    <a:pt x="34787" y="83532"/>
                    <a:pt x="29944" y="82619"/>
                  </a:cubicBezTo>
                  <a:cubicBezTo>
                    <a:pt x="20780" y="80943"/>
                    <a:pt x="12994" y="84221"/>
                    <a:pt x="5357" y="88431"/>
                  </a:cubicBezTo>
                  <a:close/>
                </a:path>
              </a:pathLst>
            </a:custGeom>
            <a:solidFill>
              <a:srgbClr val="84BB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BAC41E8D-3AF3-D451-D60D-EBA7FB9F7976}"/>
                </a:ext>
              </a:extLst>
            </p:cNvPr>
            <p:cNvSpPr/>
            <p:nvPr/>
          </p:nvSpPr>
          <p:spPr>
            <a:xfrm>
              <a:off x="1957297" y="4812061"/>
              <a:ext cx="151804" cy="223362"/>
            </a:xfrm>
            <a:custGeom>
              <a:avLst/>
              <a:gdLst>
                <a:gd name="csX0" fmla="*/ 151805 w 151804"/>
                <a:gd name="csY0" fmla="*/ 1388 h 223362"/>
                <a:gd name="csX1" fmla="*/ 139828 w 151804"/>
                <a:gd name="csY1" fmla="*/ 3865 h 223362"/>
                <a:gd name="csX2" fmla="*/ 138021 w 151804"/>
                <a:gd name="csY2" fmla="*/ 5728 h 223362"/>
                <a:gd name="csX3" fmla="*/ 122617 w 151804"/>
                <a:gd name="csY3" fmla="*/ 24410 h 223362"/>
                <a:gd name="csX4" fmla="*/ 70387 w 151804"/>
                <a:gd name="csY4" fmla="*/ 72877 h 223362"/>
                <a:gd name="csX5" fmla="*/ 50289 w 151804"/>
                <a:gd name="csY5" fmla="*/ 90814 h 223362"/>
                <a:gd name="csX6" fmla="*/ 36338 w 151804"/>
                <a:gd name="csY6" fmla="*/ 108994 h 223362"/>
                <a:gd name="csX7" fmla="*/ 34848 w 151804"/>
                <a:gd name="csY7" fmla="*/ 117413 h 223362"/>
                <a:gd name="csX8" fmla="*/ 33786 w 151804"/>
                <a:gd name="csY8" fmla="*/ 121343 h 223362"/>
                <a:gd name="csX9" fmla="*/ 22834 w 151804"/>
                <a:gd name="csY9" fmla="*/ 145222 h 223362"/>
                <a:gd name="csX10" fmla="*/ 21474 w 151804"/>
                <a:gd name="csY10" fmla="*/ 152319 h 223362"/>
                <a:gd name="csX11" fmla="*/ 30620 w 151804"/>
                <a:gd name="csY11" fmla="*/ 179440 h 223362"/>
                <a:gd name="csX12" fmla="*/ 50997 w 151804"/>
                <a:gd name="csY12" fmla="*/ 189908 h 223362"/>
                <a:gd name="csX13" fmla="*/ 61465 w 151804"/>
                <a:gd name="csY13" fmla="*/ 190299 h 223362"/>
                <a:gd name="csX14" fmla="*/ 26652 w 151804"/>
                <a:gd name="csY14" fmla="*/ 221759 h 223362"/>
                <a:gd name="csX15" fmla="*/ 22834 w 151804"/>
                <a:gd name="csY15" fmla="*/ 223324 h 223362"/>
                <a:gd name="csX16" fmla="*/ 4412 w 151804"/>
                <a:gd name="csY16" fmla="*/ 222653 h 223362"/>
                <a:gd name="csX17" fmla="*/ 12757 w 151804"/>
                <a:gd name="csY17" fmla="*/ 208590 h 223362"/>
                <a:gd name="csX18" fmla="*/ 14135 w 151804"/>
                <a:gd name="csY18" fmla="*/ 169512 h 223362"/>
                <a:gd name="csX19" fmla="*/ 4859 w 151804"/>
                <a:gd name="csY19" fmla="*/ 154685 h 223362"/>
                <a:gd name="csX20" fmla="*/ 1860 w 151804"/>
                <a:gd name="csY20" fmla="*/ 127602 h 223362"/>
                <a:gd name="csX21" fmla="*/ 11360 w 151804"/>
                <a:gd name="csY21" fmla="*/ 95769 h 223362"/>
                <a:gd name="csX22" fmla="*/ 33283 w 151804"/>
                <a:gd name="csY22" fmla="*/ 62017 h 223362"/>
                <a:gd name="csX23" fmla="*/ 96297 w 151804"/>
                <a:gd name="csY23" fmla="*/ 11576 h 223362"/>
                <a:gd name="csX24" fmla="*/ 145229 w 151804"/>
                <a:gd name="csY24" fmla="*/ 84 h 223362"/>
                <a:gd name="csX25" fmla="*/ 151805 w 151804"/>
                <a:gd name="csY25" fmla="*/ 1388 h 223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1804" h="223362">
                  <a:moveTo>
                    <a:pt x="151805" y="1388"/>
                  </a:moveTo>
                  <a:cubicBezTo>
                    <a:pt x="147483" y="624"/>
                    <a:pt x="143963" y="3735"/>
                    <a:pt x="139828" y="3865"/>
                  </a:cubicBezTo>
                  <a:cubicBezTo>
                    <a:pt x="138747" y="3902"/>
                    <a:pt x="138226" y="4759"/>
                    <a:pt x="138021" y="5728"/>
                  </a:cubicBezTo>
                  <a:cubicBezTo>
                    <a:pt x="136158" y="14650"/>
                    <a:pt x="128130" y="18524"/>
                    <a:pt x="122617" y="24410"/>
                  </a:cubicBezTo>
                  <a:cubicBezTo>
                    <a:pt x="106356" y="41789"/>
                    <a:pt x="86630" y="55423"/>
                    <a:pt x="70387" y="72877"/>
                  </a:cubicBezTo>
                  <a:cubicBezTo>
                    <a:pt x="64297" y="79415"/>
                    <a:pt x="57200" y="85077"/>
                    <a:pt x="50289" y="90814"/>
                  </a:cubicBezTo>
                  <a:cubicBezTo>
                    <a:pt x="44217" y="95862"/>
                    <a:pt x="40603" y="102661"/>
                    <a:pt x="36338" y="108994"/>
                  </a:cubicBezTo>
                  <a:cubicBezTo>
                    <a:pt x="34680" y="111452"/>
                    <a:pt x="33209" y="114153"/>
                    <a:pt x="34848" y="117413"/>
                  </a:cubicBezTo>
                  <a:cubicBezTo>
                    <a:pt x="35537" y="118773"/>
                    <a:pt x="35425" y="120337"/>
                    <a:pt x="33786" y="121343"/>
                  </a:cubicBezTo>
                  <a:cubicBezTo>
                    <a:pt x="24734" y="126801"/>
                    <a:pt x="23709" y="136021"/>
                    <a:pt x="22834" y="145222"/>
                  </a:cubicBezTo>
                  <a:cubicBezTo>
                    <a:pt x="22591" y="147663"/>
                    <a:pt x="22405" y="149972"/>
                    <a:pt x="21474" y="152319"/>
                  </a:cubicBezTo>
                  <a:cubicBezTo>
                    <a:pt x="17879" y="161521"/>
                    <a:pt x="22144" y="174485"/>
                    <a:pt x="30620" y="179440"/>
                  </a:cubicBezTo>
                  <a:cubicBezTo>
                    <a:pt x="37213" y="183295"/>
                    <a:pt x="43956" y="187002"/>
                    <a:pt x="50997" y="189908"/>
                  </a:cubicBezTo>
                  <a:cubicBezTo>
                    <a:pt x="54015" y="191156"/>
                    <a:pt x="57945" y="190243"/>
                    <a:pt x="61465" y="190299"/>
                  </a:cubicBezTo>
                  <a:cubicBezTo>
                    <a:pt x="47495" y="198159"/>
                    <a:pt x="35593" y="208330"/>
                    <a:pt x="26652" y="221759"/>
                  </a:cubicBezTo>
                  <a:cubicBezTo>
                    <a:pt x="25665" y="223231"/>
                    <a:pt x="24547" y="223473"/>
                    <a:pt x="22834" y="223324"/>
                  </a:cubicBezTo>
                  <a:cubicBezTo>
                    <a:pt x="16892" y="222821"/>
                    <a:pt x="11024" y="221499"/>
                    <a:pt x="4412" y="222653"/>
                  </a:cubicBezTo>
                  <a:cubicBezTo>
                    <a:pt x="6666" y="217047"/>
                    <a:pt x="9758" y="212837"/>
                    <a:pt x="12757" y="208590"/>
                  </a:cubicBezTo>
                  <a:cubicBezTo>
                    <a:pt x="21753" y="195831"/>
                    <a:pt x="24007" y="182997"/>
                    <a:pt x="14135" y="169512"/>
                  </a:cubicBezTo>
                  <a:cubicBezTo>
                    <a:pt x="10708" y="164818"/>
                    <a:pt x="8063" y="159565"/>
                    <a:pt x="4859" y="154685"/>
                  </a:cubicBezTo>
                  <a:cubicBezTo>
                    <a:pt x="-766" y="146135"/>
                    <a:pt x="-1139" y="136803"/>
                    <a:pt x="1860" y="127602"/>
                  </a:cubicBezTo>
                  <a:cubicBezTo>
                    <a:pt x="5306" y="117059"/>
                    <a:pt x="8286" y="106405"/>
                    <a:pt x="11360" y="95769"/>
                  </a:cubicBezTo>
                  <a:cubicBezTo>
                    <a:pt x="15253" y="82283"/>
                    <a:pt x="23970" y="71629"/>
                    <a:pt x="33283" y="62017"/>
                  </a:cubicBezTo>
                  <a:cubicBezTo>
                    <a:pt x="52096" y="42590"/>
                    <a:pt x="71635" y="23423"/>
                    <a:pt x="96297" y="11576"/>
                  </a:cubicBezTo>
                  <a:cubicBezTo>
                    <a:pt x="111422" y="4312"/>
                    <a:pt x="127851" y="-717"/>
                    <a:pt x="145229" y="84"/>
                  </a:cubicBezTo>
                  <a:cubicBezTo>
                    <a:pt x="147465" y="214"/>
                    <a:pt x="149812" y="-28"/>
                    <a:pt x="151805" y="138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6E834102-2D90-E780-8BBC-23E734002357}"/>
                </a:ext>
              </a:extLst>
            </p:cNvPr>
            <p:cNvSpPr/>
            <p:nvPr/>
          </p:nvSpPr>
          <p:spPr>
            <a:xfrm>
              <a:off x="1546979" y="5227735"/>
              <a:ext cx="188472" cy="234314"/>
            </a:xfrm>
            <a:custGeom>
              <a:avLst/>
              <a:gdLst>
                <a:gd name="csX0" fmla="*/ 157683 w 188472"/>
                <a:gd name="csY0" fmla="*/ 436 h 234314"/>
                <a:gd name="csX1" fmla="*/ 166381 w 188472"/>
                <a:gd name="csY1" fmla="*/ 511 h 234314"/>
                <a:gd name="csX2" fmla="*/ 177520 w 188472"/>
                <a:gd name="csY2" fmla="*/ 7012 h 234314"/>
                <a:gd name="csX3" fmla="*/ 179476 w 188472"/>
                <a:gd name="csY3" fmla="*/ 49760 h 234314"/>
                <a:gd name="csX4" fmla="*/ 157720 w 188472"/>
                <a:gd name="csY4" fmla="*/ 72670 h 234314"/>
                <a:gd name="csX5" fmla="*/ 126241 w 188472"/>
                <a:gd name="csY5" fmla="*/ 110985 h 234314"/>
                <a:gd name="csX6" fmla="*/ 102641 w 188472"/>
                <a:gd name="csY6" fmla="*/ 141198 h 234314"/>
                <a:gd name="csX7" fmla="*/ 93178 w 188472"/>
                <a:gd name="csY7" fmla="*/ 155205 h 234314"/>
                <a:gd name="csX8" fmla="*/ 66412 w 188472"/>
                <a:gd name="csY8" fmla="*/ 191508 h 234314"/>
                <a:gd name="csX9" fmla="*/ 64829 w 188472"/>
                <a:gd name="csY9" fmla="*/ 195159 h 234314"/>
                <a:gd name="csX10" fmla="*/ 54230 w 188472"/>
                <a:gd name="csY10" fmla="*/ 211700 h 234314"/>
                <a:gd name="csX11" fmla="*/ 32102 w 188472"/>
                <a:gd name="csY11" fmla="*/ 232114 h 234314"/>
                <a:gd name="csX12" fmla="*/ 27 w 188472"/>
                <a:gd name="csY12" fmla="*/ 211774 h 234314"/>
                <a:gd name="csX13" fmla="*/ 14499 w 188472"/>
                <a:gd name="csY13" fmla="*/ 163215 h 234314"/>
                <a:gd name="csX14" fmla="*/ 15449 w 188472"/>
                <a:gd name="csY14" fmla="*/ 161799 h 234314"/>
                <a:gd name="csX15" fmla="*/ 33834 w 188472"/>
                <a:gd name="csY15" fmla="*/ 133393 h 234314"/>
                <a:gd name="csX16" fmla="*/ 61811 w 188472"/>
                <a:gd name="csY16" fmla="*/ 93085 h 234314"/>
                <a:gd name="csX17" fmla="*/ 120299 w 188472"/>
                <a:gd name="csY17" fmla="*/ 25266 h 234314"/>
                <a:gd name="csX18" fmla="*/ 143415 w 188472"/>
                <a:gd name="csY18" fmla="*/ 4050 h 234314"/>
                <a:gd name="csX19" fmla="*/ 157683 w 188472"/>
                <a:gd name="csY19" fmla="*/ 436 h 234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8472" h="234314">
                  <a:moveTo>
                    <a:pt x="157683" y="436"/>
                  </a:moveTo>
                  <a:cubicBezTo>
                    <a:pt x="160588" y="455"/>
                    <a:pt x="163475" y="492"/>
                    <a:pt x="166381" y="511"/>
                  </a:cubicBezTo>
                  <a:cubicBezTo>
                    <a:pt x="170293" y="2318"/>
                    <a:pt x="174204" y="4180"/>
                    <a:pt x="177520" y="7012"/>
                  </a:cubicBezTo>
                  <a:cubicBezTo>
                    <a:pt x="191322" y="18765"/>
                    <a:pt x="192198" y="36125"/>
                    <a:pt x="179476" y="49760"/>
                  </a:cubicBezTo>
                  <a:cubicBezTo>
                    <a:pt x="172286" y="57453"/>
                    <a:pt x="164556" y="64624"/>
                    <a:pt x="157720" y="72670"/>
                  </a:cubicBezTo>
                  <a:cubicBezTo>
                    <a:pt x="147028" y="85281"/>
                    <a:pt x="135927" y="97500"/>
                    <a:pt x="126241" y="110985"/>
                  </a:cubicBezTo>
                  <a:cubicBezTo>
                    <a:pt x="118790" y="121342"/>
                    <a:pt x="110166" y="130841"/>
                    <a:pt x="102641" y="141198"/>
                  </a:cubicBezTo>
                  <a:cubicBezTo>
                    <a:pt x="99307" y="145780"/>
                    <a:pt x="96326" y="150548"/>
                    <a:pt x="93178" y="155205"/>
                  </a:cubicBezTo>
                  <a:cubicBezTo>
                    <a:pt x="84741" y="167666"/>
                    <a:pt x="74626" y="178898"/>
                    <a:pt x="66412" y="191508"/>
                  </a:cubicBezTo>
                  <a:cubicBezTo>
                    <a:pt x="65611" y="192607"/>
                    <a:pt x="65034" y="193781"/>
                    <a:pt x="64829" y="195159"/>
                  </a:cubicBezTo>
                  <a:cubicBezTo>
                    <a:pt x="62742" y="201604"/>
                    <a:pt x="58235" y="206596"/>
                    <a:pt x="54230" y="211700"/>
                  </a:cubicBezTo>
                  <a:cubicBezTo>
                    <a:pt x="48027" y="219635"/>
                    <a:pt x="42086" y="227942"/>
                    <a:pt x="32102" y="232114"/>
                  </a:cubicBezTo>
                  <a:cubicBezTo>
                    <a:pt x="16828" y="238503"/>
                    <a:pt x="567" y="230755"/>
                    <a:pt x="27" y="211774"/>
                  </a:cubicBezTo>
                  <a:cubicBezTo>
                    <a:pt x="-458" y="194153"/>
                    <a:pt x="5745" y="178228"/>
                    <a:pt x="14499" y="163215"/>
                  </a:cubicBezTo>
                  <a:cubicBezTo>
                    <a:pt x="14760" y="162712"/>
                    <a:pt x="15095" y="162246"/>
                    <a:pt x="15449" y="161799"/>
                  </a:cubicBezTo>
                  <a:cubicBezTo>
                    <a:pt x="21894" y="152541"/>
                    <a:pt x="27594" y="142800"/>
                    <a:pt x="33834" y="133393"/>
                  </a:cubicBezTo>
                  <a:cubicBezTo>
                    <a:pt x="42886" y="119759"/>
                    <a:pt x="52461" y="106496"/>
                    <a:pt x="61811" y="93085"/>
                  </a:cubicBezTo>
                  <a:cubicBezTo>
                    <a:pt x="78985" y="68442"/>
                    <a:pt x="100052" y="47226"/>
                    <a:pt x="120299" y="25266"/>
                  </a:cubicBezTo>
                  <a:cubicBezTo>
                    <a:pt x="127396" y="17573"/>
                    <a:pt x="134083" y="9414"/>
                    <a:pt x="143415" y="4050"/>
                  </a:cubicBezTo>
                  <a:cubicBezTo>
                    <a:pt x="147959" y="1479"/>
                    <a:pt x="152244" y="-1035"/>
                    <a:pt x="157683" y="436"/>
                  </a:cubicBezTo>
                  <a:close/>
                </a:path>
              </a:pathLst>
            </a:custGeom>
            <a:solidFill>
              <a:srgbClr val="8C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FE737FDD-32DB-7A97-D854-E2C24BC46894}"/>
                </a:ext>
              </a:extLst>
            </p:cNvPr>
            <p:cNvSpPr/>
            <p:nvPr/>
          </p:nvSpPr>
          <p:spPr>
            <a:xfrm>
              <a:off x="2021892" y="4839489"/>
              <a:ext cx="136818" cy="168384"/>
            </a:xfrm>
            <a:custGeom>
              <a:avLst/>
              <a:gdLst>
                <a:gd name="csX0" fmla="*/ 0 w 136818"/>
                <a:gd name="csY0" fmla="*/ 161567 h 168384"/>
                <a:gd name="csX1" fmla="*/ 30585 w 136818"/>
                <a:gd name="csY1" fmla="*/ 142233 h 168384"/>
                <a:gd name="csX2" fmla="*/ 63349 w 136818"/>
                <a:gd name="csY2" fmla="*/ 115522 h 168384"/>
                <a:gd name="csX3" fmla="*/ 84099 w 136818"/>
                <a:gd name="csY3" fmla="*/ 83615 h 168384"/>
                <a:gd name="csX4" fmla="*/ 93022 w 136818"/>
                <a:gd name="csY4" fmla="*/ 68788 h 168384"/>
                <a:gd name="csX5" fmla="*/ 104272 w 136818"/>
                <a:gd name="csY5" fmla="*/ 44443 h 168384"/>
                <a:gd name="csX6" fmla="*/ 102149 w 136818"/>
                <a:gd name="csY6" fmla="*/ 36564 h 168384"/>
                <a:gd name="csX7" fmla="*/ 98591 w 136818"/>
                <a:gd name="csY7" fmla="*/ 32597 h 168384"/>
                <a:gd name="csX8" fmla="*/ 99746 w 136818"/>
                <a:gd name="csY8" fmla="*/ 32112 h 168384"/>
                <a:gd name="csX9" fmla="*/ 110568 w 136818"/>
                <a:gd name="csY9" fmla="*/ 28182 h 168384"/>
                <a:gd name="csX10" fmla="*/ 117776 w 136818"/>
                <a:gd name="csY10" fmla="*/ 13057 h 168384"/>
                <a:gd name="csX11" fmla="*/ 119173 w 136818"/>
                <a:gd name="csY11" fmla="*/ 10692 h 168384"/>
                <a:gd name="csX12" fmla="*/ 123215 w 136818"/>
                <a:gd name="csY12" fmla="*/ 0 h 168384"/>
                <a:gd name="csX13" fmla="*/ 136534 w 136818"/>
                <a:gd name="csY13" fmla="*/ 39693 h 168384"/>
                <a:gd name="csX14" fmla="*/ 83746 w 136818"/>
                <a:gd name="csY14" fmla="*/ 142699 h 168384"/>
                <a:gd name="csX15" fmla="*/ 55545 w 136818"/>
                <a:gd name="csY15" fmla="*/ 163263 h 168384"/>
                <a:gd name="csX16" fmla="*/ 24364 w 136818"/>
                <a:gd name="csY16" fmla="*/ 164734 h 168384"/>
                <a:gd name="csX17" fmla="*/ 0 w 136818"/>
                <a:gd name="csY17" fmla="*/ 161567 h 168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6818" h="168384">
                  <a:moveTo>
                    <a:pt x="0" y="161567"/>
                  </a:moveTo>
                  <a:cubicBezTo>
                    <a:pt x="9779" y="154471"/>
                    <a:pt x="19800" y="147840"/>
                    <a:pt x="30585" y="142233"/>
                  </a:cubicBezTo>
                  <a:cubicBezTo>
                    <a:pt x="43251" y="135639"/>
                    <a:pt x="54632" y="126847"/>
                    <a:pt x="63349" y="115522"/>
                  </a:cubicBezTo>
                  <a:cubicBezTo>
                    <a:pt x="71079" y="105501"/>
                    <a:pt x="78996" y="95387"/>
                    <a:pt x="84099" y="83615"/>
                  </a:cubicBezTo>
                  <a:cubicBezTo>
                    <a:pt x="86428" y="78251"/>
                    <a:pt x="90004" y="73650"/>
                    <a:pt x="93022" y="68788"/>
                  </a:cubicBezTo>
                  <a:cubicBezTo>
                    <a:pt x="97827" y="61058"/>
                    <a:pt x="99727" y="52173"/>
                    <a:pt x="104272" y="44443"/>
                  </a:cubicBezTo>
                  <a:cubicBezTo>
                    <a:pt x="106098" y="41314"/>
                    <a:pt x="104719" y="38576"/>
                    <a:pt x="102149" y="36564"/>
                  </a:cubicBezTo>
                  <a:cubicBezTo>
                    <a:pt x="100677" y="35428"/>
                    <a:pt x="99001" y="34646"/>
                    <a:pt x="98591" y="32597"/>
                  </a:cubicBezTo>
                  <a:cubicBezTo>
                    <a:pt x="99113" y="32373"/>
                    <a:pt x="99578" y="32001"/>
                    <a:pt x="99746" y="32112"/>
                  </a:cubicBezTo>
                  <a:cubicBezTo>
                    <a:pt x="105054" y="35391"/>
                    <a:pt x="108072" y="33528"/>
                    <a:pt x="110568" y="28182"/>
                  </a:cubicBezTo>
                  <a:cubicBezTo>
                    <a:pt x="112915" y="23134"/>
                    <a:pt x="114275" y="17565"/>
                    <a:pt x="117776" y="13057"/>
                  </a:cubicBezTo>
                  <a:cubicBezTo>
                    <a:pt x="118335" y="12331"/>
                    <a:pt x="118540" y="10878"/>
                    <a:pt x="119173" y="10692"/>
                  </a:cubicBezTo>
                  <a:cubicBezTo>
                    <a:pt x="125395" y="8885"/>
                    <a:pt x="123495" y="4154"/>
                    <a:pt x="123215" y="0"/>
                  </a:cubicBezTo>
                  <a:cubicBezTo>
                    <a:pt x="135733" y="10524"/>
                    <a:pt x="137688" y="24289"/>
                    <a:pt x="136534" y="39693"/>
                  </a:cubicBezTo>
                  <a:cubicBezTo>
                    <a:pt x="133367" y="81547"/>
                    <a:pt x="114591" y="115280"/>
                    <a:pt x="83746" y="142699"/>
                  </a:cubicBezTo>
                  <a:cubicBezTo>
                    <a:pt x="75084" y="150391"/>
                    <a:pt x="65119" y="156650"/>
                    <a:pt x="55545" y="163263"/>
                  </a:cubicBezTo>
                  <a:cubicBezTo>
                    <a:pt x="45579" y="170136"/>
                    <a:pt x="34627" y="169540"/>
                    <a:pt x="24364" y="164734"/>
                  </a:cubicBezTo>
                  <a:cubicBezTo>
                    <a:pt x="16261" y="160897"/>
                    <a:pt x="8587" y="158904"/>
                    <a:pt x="0" y="161567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AE9487C3-ED44-64D7-A26C-0C6D6A46F407}"/>
                </a:ext>
              </a:extLst>
            </p:cNvPr>
            <p:cNvSpPr/>
            <p:nvPr/>
          </p:nvSpPr>
          <p:spPr>
            <a:xfrm>
              <a:off x="1921893" y="5215242"/>
              <a:ext cx="152227" cy="170707"/>
            </a:xfrm>
            <a:custGeom>
              <a:avLst/>
              <a:gdLst>
                <a:gd name="csX0" fmla="*/ 131832 w 152227"/>
                <a:gd name="csY0" fmla="*/ 151045 h 170707"/>
                <a:gd name="csX1" fmla="*/ 118737 w 152227"/>
                <a:gd name="csY1" fmla="*/ 160377 h 170707"/>
                <a:gd name="csX2" fmla="*/ 93461 w 152227"/>
                <a:gd name="csY2" fmla="*/ 170231 h 170707"/>
                <a:gd name="csX3" fmla="*/ 84501 w 152227"/>
                <a:gd name="csY3" fmla="*/ 170678 h 170707"/>
                <a:gd name="csX4" fmla="*/ 81223 w 152227"/>
                <a:gd name="csY4" fmla="*/ 166952 h 170707"/>
                <a:gd name="csX5" fmla="*/ 68650 w 152227"/>
                <a:gd name="csY5" fmla="*/ 140186 h 170707"/>
                <a:gd name="csX6" fmla="*/ 49018 w 152227"/>
                <a:gd name="csY6" fmla="*/ 127036 h 170707"/>
                <a:gd name="csX7" fmla="*/ 28715 w 152227"/>
                <a:gd name="csY7" fmla="*/ 103044 h 170707"/>
                <a:gd name="csX8" fmla="*/ 15322 w 152227"/>
                <a:gd name="csY8" fmla="*/ 75198 h 170707"/>
                <a:gd name="csX9" fmla="*/ 3848 w 152227"/>
                <a:gd name="csY9" fmla="*/ 57335 h 170707"/>
                <a:gd name="csX10" fmla="*/ 421 w 152227"/>
                <a:gd name="csY10" fmla="*/ 47891 h 170707"/>
                <a:gd name="csX11" fmla="*/ 8113 w 152227"/>
                <a:gd name="csY11" fmla="*/ 34443 h 170707"/>
                <a:gd name="csX12" fmla="*/ 8318 w 152227"/>
                <a:gd name="csY12" fmla="*/ 19858 h 170707"/>
                <a:gd name="csX13" fmla="*/ 8356 w 152227"/>
                <a:gd name="csY13" fmla="*/ 19914 h 170707"/>
                <a:gd name="csX14" fmla="*/ 10554 w 152227"/>
                <a:gd name="csY14" fmla="*/ 14400 h 170707"/>
                <a:gd name="csX15" fmla="*/ 23909 w 152227"/>
                <a:gd name="csY15" fmla="*/ 2759 h 170707"/>
                <a:gd name="csX16" fmla="*/ 30130 w 152227"/>
                <a:gd name="csY16" fmla="*/ 505 h 170707"/>
                <a:gd name="csX17" fmla="*/ 55649 w 152227"/>
                <a:gd name="csY17" fmla="*/ 5012 h 170707"/>
                <a:gd name="csX18" fmla="*/ 80757 w 152227"/>
                <a:gd name="csY18" fmla="*/ 4565 h 170707"/>
                <a:gd name="csX19" fmla="*/ 84334 w 152227"/>
                <a:gd name="csY19" fmla="*/ 7955 h 170707"/>
                <a:gd name="csX20" fmla="*/ 87612 w 152227"/>
                <a:gd name="csY20" fmla="*/ 27700 h 170707"/>
                <a:gd name="csX21" fmla="*/ 88320 w 152227"/>
                <a:gd name="csY21" fmla="*/ 31518 h 170707"/>
                <a:gd name="csX22" fmla="*/ 102327 w 152227"/>
                <a:gd name="csY22" fmla="*/ 45544 h 170707"/>
                <a:gd name="csX23" fmla="*/ 120879 w 152227"/>
                <a:gd name="csY23" fmla="*/ 85200 h 170707"/>
                <a:gd name="csX24" fmla="*/ 135296 w 152227"/>
                <a:gd name="csY24" fmla="*/ 107869 h 170707"/>
                <a:gd name="csX25" fmla="*/ 145392 w 152227"/>
                <a:gd name="csY25" fmla="*/ 112637 h 170707"/>
                <a:gd name="csX26" fmla="*/ 152228 w 152227"/>
                <a:gd name="csY26" fmla="*/ 119343 h 170707"/>
                <a:gd name="csX27" fmla="*/ 131757 w 152227"/>
                <a:gd name="csY27" fmla="*/ 151064 h 170707"/>
                <a:gd name="csX28" fmla="*/ 133303 w 152227"/>
                <a:gd name="csY28" fmla="*/ 145532 h 170707"/>
                <a:gd name="csX29" fmla="*/ 132279 w 152227"/>
                <a:gd name="csY29" fmla="*/ 127855 h 170707"/>
                <a:gd name="csX30" fmla="*/ 118197 w 152227"/>
                <a:gd name="csY30" fmla="*/ 102169 h 170707"/>
                <a:gd name="csX31" fmla="*/ 89195 w 152227"/>
                <a:gd name="csY31" fmla="*/ 53237 h 170707"/>
                <a:gd name="csX32" fmla="*/ 54773 w 152227"/>
                <a:gd name="csY32" fmla="*/ 18442 h 170707"/>
                <a:gd name="csX33" fmla="*/ 39332 w 152227"/>
                <a:gd name="csY33" fmla="*/ 16561 h 170707"/>
                <a:gd name="csX34" fmla="*/ 25418 w 152227"/>
                <a:gd name="csY34" fmla="*/ 24310 h 170707"/>
                <a:gd name="csX35" fmla="*/ 22102 w 152227"/>
                <a:gd name="csY35" fmla="*/ 49288 h 170707"/>
                <a:gd name="csX36" fmla="*/ 30130 w 152227"/>
                <a:gd name="csY36" fmla="*/ 62234 h 170707"/>
                <a:gd name="csX37" fmla="*/ 49074 w 152227"/>
                <a:gd name="csY37" fmla="*/ 88702 h 170707"/>
                <a:gd name="csX38" fmla="*/ 66806 w 152227"/>
                <a:gd name="csY38" fmla="*/ 108949 h 170707"/>
                <a:gd name="csX39" fmla="*/ 86942 w 152227"/>
                <a:gd name="csY39" fmla="*/ 124353 h 170707"/>
                <a:gd name="csX40" fmla="*/ 87836 w 152227"/>
                <a:gd name="csY40" fmla="*/ 125695 h 170707"/>
                <a:gd name="csX41" fmla="*/ 76641 w 152227"/>
                <a:gd name="csY41" fmla="*/ 133555 h 170707"/>
                <a:gd name="csX42" fmla="*/ 83607 w 152227"/>
                <a:gd name="csY42" fmla="*/ 129029 h 170707"/>
                <a:gd name="csX43" fmla="*/ 88022 w 152227"/>
                <a:gd name="csY43" fmla="*/ 128339 h 170707"/>
                <a:gd name="csX44" fmla="*/ 107599 w 152227"/>
                <a:gd name="csY44" fmla="*/ 152219 h 170707"/>
                <a:gd name="csX45" fmla="*/ 124344 w 152227"/>
                <a:gd name="csY45" fmla="*/ 152312 h 170707"/>
                <a:gd name="csX46" fmla="*/ 131832 w 152227"/>
                <a:gd name="csY46" fmla="*/ 151045 h 17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2227" h="170707">
                  <a:moveTo>
                    <a:pt x="131832" y="151045"/>
                  </a:moveTo>
                  <a:cubicBezTo>
                    <a:pt x="128591" y="155721"/>
                    <a:pt x="123524" y="157993"/>
                    <a:pt x="118737" y="160377"/>
                  </a:cubicBezTo>
                  <a:cubicBezTo>
                    <a:pt x="110635" y="164419"/>
                    <a:pt x="102607" y="168778"/>
                    <a:pt x="93461" y="170231"/>
                  </a:cubicBezTo>
                  <a:cubicBezTo>
                    <a:pt x="90518" y="171143"/>
                    <a:pt x="87482" y="170417"/>
                    <a:pt x="84501" y="170678"/>
                  </a:cubicBezTo>
                  <a:cubicBezTo>
                    <a:pt x="81707" y="170901"/>
                    <a:pt x="80459" y="169504"/>
                    <a:pt x="81223" y="166952"/>
                  </a:cubicBezTo>
                  <a:cubicBezTo>
                    <a:pt x="85042" y="154212"/>
                    <a:pt x="77814" y="146817"/>
                    <a:pt x="68650" y="140186"/>
                  </a:cubicBezTo>
                  <a:cubicBezTo>
                    <a:pt x="62261" y="135548"/>
                    <a:pt x="55183" y="131879"/>
                    <a:pt x="49018" y="127036"/>
                  </a:cubicBezTo>
                  <a:cubicBezTo>
                    <a:pt x="40710" y="120516"/>
                    <a:pt x="34303" y="112097"/>
                    <a:pt x="28715" y="103044"/>
                  </a:cubicBezTo>
                  <a:cubicBezTo>
                    <a:pt x="23257" y="94215"/>
                    <a:pt x="18861" y="84902"/>
                    <a:pt x="15322" y="75198"/>
                  </a:cubicBezTo>
                  <a:cubicBezTo>
                    <a:pt x="12807" y="68324"/>
                    <a:pt x="8970" y="62457"/>
                    <a:pt x="3848" y="57335"/>
                  </a:cubicBezTo>
                  <a:cubicBezTo>
                    <a:pt x="1277" y="54746"/>
                    <a:pt x="-958" y="51952"/>
                    <a:pt x="421" y="47891"/>
                  </a:cubicBezTo>
                  <a:cubicBezTo>
                    <a:pt x="2935" y="43383"/>
                    <a:pt x="4742" y="38466"/>
                    <a:pt x="8113" y="34443"/>
                  </a:cubicBezTo>
                  <a:cubicBezTo>
                    <a:pt x="9697" y="29600"/>
                    <a:pt x="9343" y="24738"/>
                    <a:pt x="8318" y="19858"/>
                  </a:cubicBezTo>
                  <a:lnTo>
                    <a:pt x="8356" y="19914"/>
                  </a:lnTo>
                  <a:cubicBezTo>
                    <a:pt x="7108" y="17287"/>
                    <a:pt x="8374" y="15574"/>
                    <a:pt x="10554" y="14400"/>
                  </a:cubicBezTo>
                  <a:cubicBezTo>
                    <a:pt x="15881" y="11513"/>
                    <a:pt x="20444" y="7825"/>
                    <a:pt x="23909" y="2759"/>
                  </a:cubicBezTo>
                  <a:cubicBezTo>
                    <a:pt x="25287" y="747"/>
                    <a:pt x="27280" y="-855"/>
                    <a:pt x="30130" y="505"/>
                  </a:cubicBezTo>
                  <a:cubicBezTo>
                    <a:pt x="37860" y="6428"/>
                    <a:pt x="46838" y="5217"/>
                    <a:pt x="55649" y="5012"/>
                  </a:cubicBezTo>
                  <a:cubicBezTo>
                    <a:pt x="64012" y="4062"/>
                    <a:pt x="72394" y="4845"/>
                    <a:pt x="80757" y="4565"/>
                  </a:cubicBezTo>
                  <a:cubicBezTo>
                    <a:pt x="83160" y="4491"/>
                    <a:pt x="84371" y="5944"/>
                    <a:pt x="84334" y="7955"/>
                  </a:cubicBezTo>
                  <a:cubicBezTo>
                    <a:pt x="84222" y="14773"/>
                    <a:pt x="86345" y="21162"/>
                    <a:pt x="87612" y="27700"/>
                  </a:cubicBezTo>
                  <a:cubicBezTo>
                    <a:pt x="89251" y="28724"/>
                    <a:pt x="83943" y="30978"/>
                    <a:pt x="88320" y="31518"/>
                  </a:cubicBezTo>
                  <a:cubicBezTo>
                    <a:pt x="95491" y="33698"/>
                    <a:pt x="98714" y="39975"/>
                    <a:pt x="102327" y="45544"/>
                  </a:cubicBezTo>
                  <a:cubicBezTo>
                    <a:pt x="110299" y="57894"/>
                    <a:pt x="115533" y="71528"/>
                    <a:pt x="120879" y="85200"/>
                  </a:cubicBezTo>
                  <a:cubicBezTo>
                    <a:pt x="124120" y="93489"/>
                    <a:pt x="129038" y="101238"/>
                    <a:pt x="135296" y="107869"/>
                  </a:cubicBezTo>
                  <a:cubicBezTo>
                    <a:pt x="138053" y="110793"/>
                    <a:pt x="141965" y="111166"/>
                    <a:pt x="145392" y="112637"/>
                  </a:cubicBezTo>
                  <a:cubicBezTo>
                    <a:pt x="148577" y="113997"/>
                    <a:pt x="151688" y="115319"/>
                    <a:pt x="152228" y="119343"/>
                  </a:cubicBezTo>
                  <a:cubicBezTo>
                    <a:pt x="147143" y="131040"/>
                    <a:pt x="142337" y="142924"/>
                    <a:pt x="131757" y="151064"/>
                  </a:cubicBezTo>
                  <a:cubicBezTo>
                    <a:pt x="130398" y="148698"/>
                    <a:pt x="132316" y="147208"/>
                    <a:pt x="133303" y="145532"/>
                  </a:cubicBezTo>
                  <a:cubicBezTo>
                    <a:pt x="137159" y="138975"/>
                    <a:pt x="136600" y="134021"/>
                    <a:pt x="132279" y="127855"/>
                  </a:cubicBezTo>
                  <a:cubicBezTo>
                    <a:pt x="126635" y="119846"/>
                    <a:pt x="122686" y="110849"/>
                    <a:pt x="118197" y="102169"/>
                  </a:cubicBezTo>
                  <a:cubicBezTo>
                    <a:pt x="109480" y="85275"/>
                    <a:pt x="101638" y="67766"/>
                    <a:pt x="89195" y="53237"/>
                  </a:cubicBezTo>
                  <a:cubicBezTo>
                    <a:pt x="78597" y="40850"/>
                    <a:pt x="68352" y="27942"/>
                    <a:pt x="54773" y="18442"/>
                  </a:cubicBezTo>
                  <a:cubicBezTo>
                    <a:pt x="49949" y="15071"/>
                    <a:pt x="45683" y="13264"/>
                    <a:pt x="39332" y="16561"/>
                  </a:cubicBezTo>
                  <a:cubicBezTo>
                    <a:pt x="34601" y="19020"/>
                    <a:pt x="29720" y="20603"/>
                    <a:pt x="25418" y="24310"/>
                  </a:cubicBezTo>
                  <a:cubicBezTo>
                    <a:pt x="16104" y="32338"/>
                    <a:pt x="18265" y="41353"/>
                    <a:pt x="22102" y="49288"/>
                  </a:cubicBezTo>
                  <a:cubicBezTo>
                    <a:pt x="24300" y="53852"/>
                    <a:pt x="26982" y="58266"/>
                    <a:pt x="30130" y="62234"/>
                  </a:cubicBezTo>
                  <a:cubicBezTo>
                    <a:pt x="36892" y="70746"/>
                    <a:pt x="42517" y="80041"/>
                    <a:pt x="49074" y="88702"/>
                  </a:cubicBezTo>
                  <a:cubicBezTo>
                    <a:pt x="54550" y="95948"/>
                    <a:pt x="60976" y="102150"/>
                    <a:pt x="66806" y="108949"/>
                  </a:cubicBezTo>
                  <a:cubicBezTo>
                    <a:pt x="72357" y="115413"/>
                    <a:pt x="77833" y="122360"/>
                    <a:pt x="86942" y="124353"/>
                  </a:cubicBezTo>
                  <a:cubicBezTo>
                    <a:pt x="87463" y="124465"/>
                    <a:pt x="87724" y="125117"/>
                    <a:pt x="87836" y="125695"/>
                  </a:cubicBezTo>
                  <a:cubicBezTo>
                    <a:pt x="84408" y="128731"/>
                    <a:pt x="80646" y="131301"/>
                    <a:pt x="76641" y="133555"/>
                  </a:cubicBezTo>
                  <a:cubicBezTo>
                    <a:pt x="79156" y="132344"/>
                    <a:pt x="81577" y="131022"/>
                    <a:pt x="83607" y="129029"/>
                  </a:cubicBezTo>
                  <a:cubicBezTo>
                    <a:pt x="84799" y="127874"/>
                    <a:pt x="86308" y="126905"/>
                    <a:pt x="88022" y="128339"/>
                  </a:cubicBezTo>
                  <a:cubicBezTo>
                    <a:pt x="91989" y="138398"/>
                    <a:pt x="99626" y="145513"/>
                    <a:pt x="107599" y="152219"/>
                  </a:cubicBezTo>
                  <a:cubicBezTo>
                    <a:pt x="111845" y="155795"/>
                    <a:pt x="119389" y="155423"/>
                    <a:pt x="124344" y="152312"/>
                  </a:cubicBezTo>
                  <a:cubicBezTo>
                    <a:pt x="126635" y="150934"/>
                    <a:pt x="128833" y="148587"/>
                    <a:pt x="131832" y="151045"/>
                  </a:cubicBezTo>
                  <a:close/>
                </a:path>
              </a:pathLst>
            </a:custGeom>
            <a:solidFill>
              <a:srgbClr val="88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C9CA38B9-B780-592C-9956-054B4A704C86}"/>
                </a:ext>
              </a:extLst>
            </p:cNvPr>
            <p:cNvSpPr/>
            <p:nvPr/>
          </p:nvSpPr>
          <p:spPr>
            <a:xfrm>
              <a:off x="1536984" y="5229512"/>
              <a:ext cx="114919" cy="158584"/>
            </a:xfrm>
            <a:custGeom>
              <a:avLst/>
              <a:gdLst>
                <a:gd name="csX0" fmla="*/ 0 w 114919"/>
                <a:gd name="csY0" fmla="*/ 107122 h 158584"/>
                <a:gd name="csX1" fmla="*/ 21756 w 114919"/>
                <a:gd name="csY1" fmla="*/ 74805 h 158584"/>
                <a:gd name="csX2" fmla="*/ 40494 w 114919"/>
                <a:gd name="csY2" fmla="*/ 53198 h 158584"/>
                <a:gd name="csX3" fmla="*/ 69142 w 114919"/>
                <a:gd name="csY3" fmla="*/ 21383 h 158584"/>
                <a:gd name="csX4" fmla="*/ 100677 w 114919"/>
                <a:gd name="csY4" fmla="*/ 0 h 158584"/>
                <a:gd name="csX5" fmla="*/ 109748 w 114919"/>
                <a:gd name="csY5" fmla="*/ 8214 h 158584"/>
                <a:gd name="csX6" fmla="*/ 114517 w 114919"/>
                <a:gd name="csY6" fmla="*/ 20303 h 158584"/>
                <a:gd name="csX7" fmla="*/ 111332 w 114919"/>
                <a:gd name="csY7" fmla="*/ 33323 h 158584"/>
                <a:gd name="csX8" fmla="*/ 103676 w 114919"/>
                <a:gd name="csY8" fmla="*/ 31516 h 158584"/>
                <a:gd name="csX9" fmla="*/ 96542 w 114919"/>
                <a:gd name="csY9" fmla="*/ 27884 h 158584"/>
                <a:gd name="csX10" fmla="*/ 111145 w 114919"/>
                <a:gd name="csY10" fmla="*/ 33584 h 158584"/>
                <a:gd name="csX11" fmla="*/ 110531 w 114919"/>
                <a:gd name="csY11" fmla="*/ 36937 h 158584"/>
                <a:gd name="csX12" fmla="*/ 97231 w 114919"/>
                <a:gd name="csY12" fmla="*/ 46678 h 158584"/>
                <a:gd name="csX13" fmla="*/ 76965 w 114919"/>
                <a:gd name="csY13" fmla="*/ 70558 h 158584"/>
                <a:gd name="csX14" fmla="*/ 72700 w 114919"/>
                <a:gd name="csY14" fmla="*/ 81249 h 158584"/>
                <a:gd name="csX15" fmla="*/ 67894 w 114919"/>
                <a:gd name="csY15" fmla="*/ 80765 h 158584"/>
                <a:gd name="csX16" fmla="*/ 45915 w 114919"/>
                <a:gd name="csY16" fmla="*/ 67354 h 158584"/>
                <a:gd name="csX17" fmla="*/ 70353 w 114919"/>
                <a:gd name="csY17" fmla="*/ 82311 h 158584"/>
                <a:gd name="csX18" fmla="*/ 69813 w 114919"/>
                <a:gd name="csY18" fmla="*/ 84379 h 158584"/>
                <a:gd name="csX19" fmla="*/ 52322 w 114919"/>
                <a:gd name="csY19" fmla="*/ 108798 h 158584"/>
                <a:gd name="csX20" fmla="*/ 35167 w 114919"/>
                <a:gd name="csY20" fmla="*/ 135900 h 158584"/>
                <a:gd name="csX21" fmla="*/ 22818 w 114919"/>
                <a:gd name="csY21" fmla="*/ 158420 h 158584"/>
                <a:gd name="csX22" fmla="*/ 11511 w 114919"/>
                <a:gd name="csY22" fmla="*/ 153074 h 158584"/>
                <a:gd name="csX23" fmla="*/ 13355 w 114919"/>
                <a:gd name="csY23" fmla="*/ 141823 h 158584"/>
                <a:gd name="csX24" fmla="*/ 31330 w 114919"/>
                <a:gd name="csY24" fmla="*/ 102428 h 158584"/>
                <a:gd name="csX25" fmla="*/ 25835 w 114919"/>
                <a:gd name="csY25" fmla="*/ 98982 h 158584"/>
                <a:gd name="csX26" fmla="*/ 6203 w 114919"/>
                <a:gd name="csY26" fmla="*/ 108388 h 158584"/>
                <a:gd name="csX27" fmla="*/ 0 w 114919"/>
                <a:gd name="csY27" fmla="*/ 107122 h 15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4919" h="158584">
                  <a:moveTo>
                    <a:pt x="0" y="107122"/>
                  </a:moveTo>
                  <a:cubicBezTo>
                    <a:pt x="5625" y="95257"/>
                    <a:pt x="14473" y="85552"/>
                    <a:pt x="21756" y="74805"/>
                  </a:cubicBezTo>
                  <a:cubicBezTo>
                    <a:pt x="27158" y="66832"/>
                    <a:pt x="33416" y="59605"/>
                    <a:pt x="40494" y="53198"/>
                  </a:cubicBezTo>
                  <a:cubicBezTo>
                    <a:pt x="51149" y="43530"/>
                    <a:pt x="60295" y="32652"/>
                    <a:pt x="69142" y="21383"/>
                  </a:cubicBezTo>
                  <a:cubicBezTo>
                    <a:pt x="77338" y="10971"/>
                    <a:pt x="87322" y="2924"/>
                    <a:pt x="100677" y="0"/>
                  </a:cubicBezTo>
                  <a:cubicBezTo>
                    <a:pt x="102726" y="3800"/>
                    <a:pt x="106470" y="5793"/>
                    <a:pt x="109748" y="8214"/>
                  </a:cubicBezTo>
                  <a:cubicBezTo>
                    <a:pt x="113958" y="11344"/>
                    <a:pt x="115802" y="14864"/>
                    <a:pt x="114517" y="20303"/>
                  </a:cubicBezTo>
                  <a:cubicBezTo>
                    <a:pt x="113492" y="24662"/>
                    <a:pt x="112691" y="29058"/>
                    <a:pt x="111332" y="33323"/>
                  </a:cubicBezTo>
                  <a:cubicBezTo>
                    <a:pt x="108277" y="34962"/>
                    <a:pt x="106097" y="32578"/>
                    <a:pt x="103676" y="31516"/>
                  </a:cubicBezTo>
                  <a:cubicBezTo>
                    <a:pt x="101236" y="30436"/>
                    <a:pt x="99057" y="28797"/>
                    <a:pt x="96542" y="27884"/>
                  </a:cubicBezTo>
                  <a:cubicBezTo>
                    <a:pt x="101571" y="29374"/>
                    <a:pt x="105148" y="34534"/>
                    <a:pt x="111145" y="33584"/>
                  </a:cubicBezTo>
                  <a:cubicBezTo>
                    <a:pt x="113846" y="35242"/>
                    <a:pt x="112244" y="36639"/>
                    <a:pt x="110531" y="36937"/>
                  </a:cubicBezTo>
                  <a:cubicBezTo>
                    <a:pt x="104421" y="38017"/>
                    <a:pt x="100845" y="42525"/>
                    <a:pt x="97231" y="46678"/>
                  </a:cubicBezTo>
                  <a:cubicBezTo>
                    <a:pt x="90395" y="54557"/>
                    <a:pt x="82479" y="61505"/>
                    <a:pt x="76965" y="70558"/>
                  </a:cubicBezTo>
                  <a:cubicBezTo>
                    <a:pt x="74898" y="73948"/>
                    <a:pt x="72923" y="77207"/>
                    <a:pt x="72700" y="81249"/>
                  </a:cubicBezTo>
                  <a:cubicBezTo>
                    <a:pt x="71005" y="82181"/>
                    <a:pt x="69217" y="81529"/>
                    <a:pt x="67894" y="80765"/>
                  </a:cubicBezTo>
                  <a:cubicBezTo>
                    <a:pt x="60444" y="76518"/>
                    <a:pt x="52378" y="73240"/>
                    <a:pt x="45915" y="67354"/>
                  </a:cubicBezTo>
                  <a:cubicBezTo>
                    <a:pt x="52956" y="74134"/>
                    <a:pt x="62194" y="77338"/>
                    <a:pt x="70353" y="82311"/>
                  </a:cubicBezTo>
                  <a:cubicBezTo>
                    <a:pt x="70539" y="83093"/>
                    <a:pt x="70446" y="83932"/>
                    <a:pt x="69813" y="84379"/>
                  </a:cubicBezTo>
                  <a:cubicBezTo>
                    <a:pt x="61207" y="90525"/>
                    <a:pt x="57184" y="99988"/>
                    <a:pt x="52322" y="108798"/>
                  </a:cubicBezTo>
                  <a:cubicBezTo>
                    <a:pt x="47144" y="118186"/>
                    <a:pt x="39973" y="126326"/>
                    <a:pt x="35167" y="135900"/>
                  </a:cubicBezTo>
                  <a:cubicBezTo>
                    <a:pt x="31311" y="143574"/>
                    <a:pt x="25221" y="149982"/>
                    <a:pt x="22818" y="158420"/>
                  </a:cubicBezTo>
                  <a:cubicBezTo>
                    <a:pt x="17751" y="159370"/>
                    <a:pt x="14715" y="156035"/>
                    <a:pt x="11511" y="153074"/>
                  </a:cubicBezTo>
                  <a:cubicBezTo>
                    <a:pt x="8978" y="148808"/>
                    <a:pt x="10580" y="145400"/>
                    <a:pt x="13355" y="141823"/>
                  </a:cubicBezTo>
                  <a:cubicBezTo>
                    <a:pt x="22445" y="130144"/>
                    <a:pt x="29076" y="117255"/>
                    <a:pt x="31330" y="102428"/>
                  </a:cubicBezTo>
                  <a:cubicBezTo>
                    <a:pt x="32112" y="97306"/>
                    <a:pt x="28238" y="98367"/>
                    <a:pt x="25835" y="98982"/>
                  </a:cubicBezTo>
                  <a:cubicBezTo>
                    <a:pt x="18738" y="100863"/>
                    <a:pt x="11940" y="103620"/>
                    <a:pt x="6203" y="108388"/>
                  </a:cubicBezTo>
                  <a:cubicBezTo>
                    <a:pt x="3502" y="110605"/>
                    <a:pt x="1155" y="112039"/>
                    <a:pt x="0" y="107122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BEE00C1B-274B-1164-E653-7CD83F192C7C}"/>
                </a:ext>
              </a:extLst>
            </p:cNvPr>
            <p:cNvSpPr/>
            <p:nvPr/>
          </p:nvSpPr>
          <p:spPr>
            <a:xfrm>
              <a:off x="1613297" y="5220548"/>
              <a:ext cx="140818" cy="210001"/>
            </a:xfrm>
            <a:custGeom>
              <a:avLst/>
              <a:gdLst>
                <a:gd name="csX0" fmla="*/ 104551 w 140818"/>
                <a:gd name="csY0" fmla="*/ 91480 h 210001"/>
                <a:gd name="csX1" fmla="*/ 100994 w 140818"/>
                <a:gd name="csY1" fmla="*/ 107611 h 210001"/>
                <a:gd name="csX2" fmla="*/ 98554 w 140818"/>
                <a:gd name="csY2" fmla="*/ 115602 h 210001"/>
                <a:gd name="csX3" fmla="*/ 81864 w 140818"/>
                <a:gd name="csY3" fmla="*/ 148440 h 210001"/>
                <a:gd name="csX4" fmla="*/ 73929 w 140818"/>
                <a:gd name="csY4" fmla="*/ 153619 h 210001"/>
                <a:gd name="csX5" fmla="*/ 65603 w 140818"/>
                <a:gd name="csY5" fmla="*/ 152147 h 210001"/>
                <a:gd name="csX6" fmla="*/ 53757 w 140818"/>
                <a:gd name="csY6" fmla="*/ 143858 h 210001"/>
                <a:gd name="csX7" fmla="*/ 66665 w 140818"/>
                <a:gd name="csY7" fmla="*/ 152818 h 210001"/>
                <a:gd name="csX8" fmla="*/ 71787 w 140818"/>
                <a:gd name="csY8" fmla="*/ 155910 h 210001"/>
                <a:gd name="csX9" fmla="*/ 67931 w 140818"/>
                <a:gd name="csY9" fmla="*/ 165130 h 210001"/>
                <a:gd name="csX10" fmla="*/ 31442 w 140818"/>
                <a:gd name="csY10" fmla="*/ 197708 h 210001"/>
                <a:gd name="csX11" fmla="*/ 14175 w 140818"/>
                <a:gd name="csY11" fmla="*/ 210001 h 210001"/>
                <a:gd name="csX12" fmla="*/ 0 w 140818"/>
                <a:gd name="csY12" fmla="*/ 199980 h 210001"/>
                <a:gd name="csX13" fmla="*/ 23749 w 140818"/>
                <a:gd name="csY13" fmla="*/ 171109 h 210001"/>
                <a:gd name="csX14" fmla="*/ 46455 w 140818"/>
                <a:gd name="csY14" fmla="*/ 139760 h 210001"/>
                <a:gd name="csX15" fmla="*/ 49938 w 140818"/>
                <a:gd name="csY15" fmla="*/ 134713 h 210001"/>
                <a:gd name="csX16" fmla="*/ 63889 w 140818"/>
                <a:gd name="csY16" fmla="*/ 117166 h 210001"/>
                <a:gd name="csX17" fmla="*/ 73277 w 140818"/>
                <a:gd name="csY17" fmla="*/ 105301 h 210001"/>
                <a:gd name="csX18" fmla="*/ 90079 w 140818"/>
                <a:gd name="csY18" fmla="*/ 83545 h 210001"/>
                <a:gd name="csX19" fmla="*/ 107904 w 140818"/>
                <a:gd name="csY19" fmla="*/ 64825 h 210001"/>
                <a:gd name="csX20" fmla="*/ 120496 w 140818"/>
                <a:gd name="csY20" fmla="*/ 50427 h 210001"/>
                <a:gd name="csX21" fmla="*/ 117478 w 140818"/>
                <a:gd name="csY21" fmla="*/ 17216 h 210001"/>
                <a:gd name="csX22" fmla="*/ 107643 w 140818"/>
                <a:gd name="csY22" fmla="*/ 6449 h 210001"/>
                <a:gd name="csX23" fmla="*/ 120161 w 140818"/>
                <a:gd name="csY23" fmla="*/ 843 h 210001"/>
                <a:gd name="csX24" fmla="*/ 127667 w 140818"/>
                <a:gd name="csY24" fmla="*/ 2519 h 210001"/>
                <a:gd name="csX25" fmla="*/ 138191 w 140818"/>
                <a:gd name="csY25" fmla="*/ 13416 h 210001"/>
                <a:gd name="csX26" fmla="*/ 139644 w 140818"/>
                <a:gd name="csY26" fmla="*/ 17942 h 210001"/>
                <a:gd name="csX27" fmla="*/ 133646 w 140818"/>
                <a:gd name="csY27" fmla="*/ 38040 h 210001"/>
                <a:gd name="csX28" fmla="*/ 140743 w 140818"/>
                <a:gd name="csY28" fmla="*/ 62050 h 210001"/>
                <a:gd name="csX29" fmla="*/ 134429 w 140818"/>
                <a:gd name="csY29" fmla="*/ 67135 h 210001"/>
                <a:gd name="csX30" fmla="*/ 123066 w 140818"/>
                <a:gd name="csY30" fmla="*/ 70488 h 210001"/>
                <a:gd name="csX31" fmla="*/ 110680 w 140818"/>
                <a:gd name="csY31" fmla="*/ 83843 h 210001"/>
                <a:gd name="csX32" fmla="*/ 105669 w 140818"/>
                <a:gd name="csY32" fmla="*/ 88034 h 210001"/>
                <a:gd name="csX33" fmla="*/ 100938 w 140818"/>
                <a:gd name="csY33" fmla="*/ 85110 h 210001"/>
                <a:gd name="csX34" fmla="*/ 104551 w 140818"/>
                <a:gd name="csY34" fmla="*/ 91480 h 210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40818" h="210001">
                  <a:moveTo>
                    <a:pt x="104551" y="91480"/>
                  </a:moveTo>
                  <a:cubicBezTo>
                    <a:pt x="105185" y="97254"/>
                    <a:pt x="104272" y="102712"/>
                    <a:pt x="100994" y="107611"/>
                  </a:cubicBezTo>
                  <a:cubicBezTo>
                    <a:pt x="99373" y="110032"/>
                    <a:pt x="99168" y="112845"/>
                    <a:pt x="98554" y="115602"/>
                  </a:cubicBezTo>
                  <a:cubicBezTo>
                    <a:pt x="95834" y="127970"/>
                    <a:pt x="88365" y="137972"/>
                    <a:pt x="81864" y="148440"/>
                  </a:cubicBezTo>
                  <a:cubicBezTo>
                    <a:pt x="80113" y="151272"/>
                    <a:pt x="76723" y="152091"/>
                    <a:pt x="73929" y="153619"/>
                  </a:cubicBezTo>
                  <a:cubicBezTo>
                    <a:pt x="70725" y="155649"/>
                    <a:pt x="68211" y="153078"/>
                    <a:pt x="65603" y="152147"/>
                  </a:cubicBezTo>
                  <a:cubicBezTo>
                    <a:pt x="60444" y="150284"/>
                    <a:pt x="56346" y="146745"/>
                    <a:pt x="53757" y="143858"/>
                  </a:cubicBezTo>
                  <a:cubicBezTo>
                    <a:pt x="56569" y="147192"/>
                    <a:pt x="61133" y="150620"/>
                    <a:pt x="66665" y="152818"/>
                  </a:cubicBezTo>
                  <a:cubicBezTo>
                    <a:pt x="68527" y="153563"/>
                    <a:pt x="70688" y="153861"/>
                    <a:pt x="71787" y="155910"/>
                  </a:cubicBezTo>
                  <a:cubicBezTo>
                    <a:pt x="72197" y="159710"/>
                    <a:pt x="70409" y="162150"/>
                    <a:pt x="67931" y="165130"/>
                  </a:cubicBezTo>
                  <a:cubicBezTo>
                    <a:pt x="57370" y="177852"/>
                    <a:pt x="43959" y="187258"/>
                    <a:pt x="31442" y="197708"/>
                  </a:cubicBezTo>
                  <a:cubicBezTo>
                    <a:pt x="26040" y="202234"/>
                    <a:pt x="19949" y="205941"/>
                    <a:pt x="14175" y="210001"/>
                  </a:cubicBezTo>
                  <a:cubicBezTo>
                    <a:pt x="7171" y="209871"/>
                    <a:pt x="2924" y="205866"/>
                    <a:pt x="0" y="199980"/>
                  </a:cubicBezTo>
                  <a:cubicBezTo>
                    <a:pt x="9332" y="191561"/>
                    <a:pt x="15497" y="180515"/>
                    <a:pt x="23749" y="171109"/>
                  </a:cubicBezTo>
                  <a:cubicBezTo>
                    <a:pt x="32150" y="161535"/>
                    <a:pt x="40383" y="151290"/>
                    <a:pt x="46455" y="139760"/>
                  </a:cubicBezTo>
                  <a:cubicBezTo>
                    <a:pt x="47423" y="137916"/>
                    <a:pt x="48224" y="135942"/>
                    <a:pt x="49938" y="134713"/>
                  </a:cubicBezTo>
                  <a:cubicBezTo>
                    <a:pt x="56271" y="130205"/>
                    <a:pt x="59661" y="123294"/>
                    <a:pt x="63889" y="117166"/>
                  </a:cubicBezTo>
                  <a:cubicBezTo>
                    <a:pt x="66795" y="112957"/>
                    <a:pt x="70111" y="109231"/>
                    <a:pt x="73277" y="105301"/>
                  </a:cubicBezTo>
                  <a:cubicBezTo>
                    <a:pt x="79014" y="98167"/>
                    <a:pt x="84584" y="90865"/>
                    <a:pt x="90079" y="83545"/>
                  </a:cubicBezTo>
                  <a:cubicBezTo>
                    <a:pt x="95331" y="76542"/>
                    <a:pt x="102074" y="71159"/>
                    <a:pt x="107904" y="64825"/>
                  </a:cubicBezTo>
                  <a:cubicBezTo>
                    <a:pt x="112226" y="60131"/>
                    <a:pt x="116659" y="55512"/>
                    <a:pt x="120496" y="50427"/>
                  </a:cubicBezTo>
                  <a:cubicBezTo>
                    <a:pt x="129176" y="38916"/>
                    <a:pt x="128040" y="27237"/>
                    <a:pt x="117478" y="17216"/>
                  </a:cubicBezTo>
                  <a:cubicBezTo>
                    <a:pt x="113939" y="13863"/>
                    <a:pt x="110605" y="10324"/>
                    <a:pt x="107643" y="6449"/>
                  </a:cubicBezTo>
                  <a:cubicBezTo>
                    <a:pt x="111816" y="4587"/>
                    <a:pt x="115988" y="2706"/>
                    <a:pt x="120161" y="843"/>
                  </a:cubicBezTo>
                  <a:cubicBezTo>
                    <a:pt x="123160" y="-778"/>
                    <a:pt x="125767" y="23"/>
                    <a:pt x="127667" y="2519"/>
                  </a:cubicBezTo>
                  <a:cubicBezTo>
                    <a:pt x="130759" y="6580"/>
                    <a:pt x="133963" y="10436"/>
                    <a:pt x="138191" y="13416"/>
                  </a:cubicBezTo>
                  <a:cubicBezTo>
                    <a:pt x="139607" y="14403"/>
                    <a:pt x="140296" y="16061"/>
                    <a:pt x="139644" y="17942"/>
                  </a:cubicBezTo>
                  <a:cubicBezTo>
                    <a:pt x="133367" y="23362"/>
                    <a:pt x="131281" y="30031"/>
                    <a:pt x="133646" y="38040"/>
                  </a:cubicBezTo>
                  <a:cubicBezTo>
                    <a:pt x="136031" y="46031"/>
                    <a:pt x="138378" y="54041"/>
                    <a:pt x="140743" y="62050"/>
                  </a:cubicBezTo>
                  <a:cubicBezTo>
                    <a:pt x="141004" y="66651"/>
                    <a:pt x="140948" y="69855"/>
                    <a:pt x="134429" y="67135"/>
                  </a:cubicBezTo>
                  <a:cubicBezTo>
                    <a:pt x="130796" y="65626"/>
                    <a:pt x="126252" y="67936"/>
                    <a:pt x="123066" y="70488"/>
                  </a:cubicBezTo>
                  <a:cubicBezTo>
                    <a:pt x="118317" y="74288"/>
                    <a:pt x="113269" y="78032"/>
                    <a:pt x="110680" y="83843"/>
                  </a:cubicBezTo>
                  <a:cubicBezTo>
                    <a:pt x="109655" y="86153"/>
                    <a:pt x="107699" y="87066"/>
                    <a:pt x="105669" y="88034"/>
                  </a:cubicBezTo>
                  <a:cubicBezTo>
                    <a:pt x="102894" y="88630"/>
                    <a:pt x="102205" y="86172"/>
                    <a:pt x="100938" y="85110"/>
                  </a:cubicBezTo>
                  <a:cubicBezTo>
                    <a:pt x="101795" y="87103"/>
                    <a:pt x="104924" y="88332"/>
                    <a:pt x="104551" y="91480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E1F2AC82-458C-3E27-700B-48F3BDB6ED2C}"/>
                </a:ext>
              </a:extLst>
            </p:cNvPr>
            <p:cNvSpPr/>
            <p:nvPr/>
          </p:nvSpPr>
          <p:spPr>
            <a:xfrm>
              <a:off x="1916972" y="5151058"/>
              <a:ext cx="108374" cy="70742"/>
            </a:xfrm>
            <a:custGeom>
              <a:avLst/>
              <a:gdLst>
                <a:gd name="csX0" fmla="*/ 108310 w 108374"/>
                <a:gd name="csY0" fmla="*/ 70743 h 70742"/>
                <a:gd name="csX1" fmla="*/ 59489 w 108374"/>
                <a:gd name="csY1" fmla="*/ 66887 h 70742"/>
                <a:gd name="csX2" fmla="*/ 22236 w 108374"/>
                <a:gd name="csY2" fmla="*/ 50291 h 70742"/>
                <a:gd name="csX3" fmla="*/ 2957 w 108374"/>
                <a:gd name="csY3" fmla="*/ 24716 h 70742"/>
                <a:gd name="csX4" fmla="*/ 256 w 108374"/>
                <a:gd name="csY4" fmla="*/ 13131 h 70742"/>
                <a:gd name="csX5" fmla="*/ 554 w 108374"/>
                <a:gd name="csY5" fmla="*/ 10337 h 70742"/>
                <a:gd name="csX6" fmla="*/ 11768 w 108374"/>
                <a:gd name="csY6" fmla="*/ 371 h 70742"/>
                <a:gd name="csX7" fmla="*/ 64369 w 108374"/>
                <a:gd name="csY7" fmla="*/ 16353 h 70742"/>
                <a:gd name="csX8" fmla="*/ 84039 w 108374"/>
                <a:gd name="csY8" fmla="*/ 26132 h 70742"/>
                <a:gd name="csX9" fmla="*/ 108310 w 108374"/>
                <a:gd name="csY9" fmla="*/ 70743 h 70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8374" h="70742">
                  <a:moveTo>
                    <a:pt x="108310" y="70743"/>
                  </a:moveTo>
                  <a:cubicBezTo>
                    <a:pt x="92384" y="63590"/>
                    <a:pt x="75806" y="64391"/>
                    <a:pt x="59489" y="66887"/>
                  </a:cubicBezTo>
                  <a:cubicBezTo>
                    <a:pt x="43042" y="69402"/>
                    <a:pt x="32089" y="60796"/>
                    <a:pt x="22236" y="50291"/>
                  </a:cubicBezTo>
                  <a:cubicBezTo>
                    <a:pt x="14971" y="42561"/>
                    <a:pt x="8564" y="33881"/>
                    <a:pt x="2957" y="24716"/>
                  </a:cubicBezTo>
                  <a:cubicBezTo>
                    <a:pt x="648" y="20935"/>
                    <a:pt x="-563" y="17396"/>
                    <a:pt x="256" y="13131"/>
                  </a:cubicBezTo>
                  <a:cubicBezTo>
                    <a:pt x="424" y="12218"/>
                    <a:pt x="499" y="11268"/>
                    <a:pt x="554" y="10337"/>
                  </a:cubicBezTo>
                  <a:cubicBezTo>
                    <a:pt x="1150" y="-411"/>
                    <a:pt x="1169" y="-597"/>
                    <a:pt x="11768" y="371"/>
                  </a:cubicBezTo>
                  <a:cubicBezTo>
                    <a:pt x="30376" y="2066"/>
                    <a:pt x="47512" y="8865"/>
                    <a:pt x="64369" y="16353"/>
                  </a:cubicBezTo>
                  <a:cubicBezTo>
                    <a:pt x="71056" y="19315"/>
                    <a:pt x="77464" y="22910"/>
                    <a:pt x="84039" y="26132"/>
                  </a:cubicBezTo>
                  <a:cubicBezTo>
                    <a:pt x="102535" y="35222"/>
                    <a:pt x="109111" y="50812"/>
                    <a:pt x="108310" y="70743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BF50DF4B-71AD-FCC5-88B5-F48F44C4222C}"/>
                </a:ext>
              </a:extLst>
            </p:cNvPr>
            <p:cNvSpPr/>
            <p:nvPr/>
          </p:nvSpPr>
          <p:spPr>
            <a:xfrm>
              <a:off x="1517519" y="5383404"/>
              <a:ext cx="159649" cy="110090"/>
            </a:xfrm>
            <a:custGeom>
              <a:avLst/>
              <a:gdLst>
                <a:gd name="csX0" fmla="*/ 109953 w 159649"/>
                <a:gd name="csY0" fmla="*/ 50628 h 110090"/>
                <a:gd name="csX1" fmla="*/ 108985 w 159649"/>
                <a:gd name="csY1" fmla="*/ 57501 h 110090"/>
                <a:gd name="csX2" fmla="*/ 89259 w 159649"/>
                <a:gd name="csY2" fmla="*/ 76370 h 110090"/>
                <a:gd name="csX3" fmla="*/ 86633 w 159649"/>
                <a:gd name="csY3" fmla="*/ 88273 h 110090"/>
                <a:gd name="csX4" fmla="*/ 97343 w 159649"/>
                <a:gd name="csY4" fmla="*/ 93339 h 110090"/>
                <a:gd name="csX5" fmla="*/ 113064 w 159649"/>
                <a:gd name="csY5" fmla="*/ 89129 h 110090"/>
                <a:gd name="csX6" fmla="*/ 138955 w 159649"/>
                <a:gd name="csY6" fmla="*/ 75178 h 110090"/>
                <a:gd name="csX7" fmla="*/ 157023 w 159649"/>
                <a:gd name="csY7" fmla="*/ 61972 h 110090"/>
                <a:gd name="csX8" fmla="*/ 159649 w 159649"/>
                <a:gd name="csY8" fmla="*/ 65120 h 110090"/>
                <a:gd name="csX9" fmla="*/ 111350 w 159649"/>
                <a:gd name="csY9" fmla="*/ 95891 h 110090"/>
                <a:gd name="csX10" fmla="*/ 99802 w 159649"/>
                <a:gd name="csY10" fmla="*/ 100063 h 110090"/>
                <a:gd name="csX11" fmla="*/ 59289 w 159649"/>
                <a:gd name="csY11" fmla="*/ 109433 h 110090"/>
                <a:gd name="csX12" fmla="*/ 21700 w 159649"/>
                <a:gd name="csY12" fmla="*/ 108259 h 110090"/>
                <a:gd name="csX13" fmla="*/ 3558 w 159649"/>
                <a:gd name="csY13" fmla="*/ 93935 h 110090"/>
                <a:gd name="csX14" fmla="*/ 279 w 159649"/>
                <a:gd name="csY14" fmla="*/ 84957 h 110090"/>
                <a:gd name="csX15" fmla="*/ 559 w 159649"/>
                <a:gd name="csY15" fmla="*/ 82312 h 110090"/>
                <a:gd name="csX16" fmla="*/ 3595 w 159649"/>
                <a:gd name="csY16" fmla="*/ 82685 h 110090"/>
                <a:gd name="csX17" fmla="*/ 11679 w 159649"/>
                <a:gd name="csY17" fmla="*/ 86466 h 110090"/>
                <a:gd name="csX18" fmla="*/ 12368 w 159649"/>
                <a:gd name="csY18" fmla="*/ 51951 h 110090"/>
                <a:gd name="csX19" fmla="*/ 14622 w 159649"/>
                <a:gd name="csY19" fmla="*/ 19391 h 110090"/>
                <a:gd name="csX20" fmla="*/ 21644 w 159649"/>
                <a:gd name="csY20" fmla="*/ 3521 h 110090"/>
                <a:gd name="csX21" fmla="*/ 28927 w 159649"/>
                <a:gd name="csY21" fmla="*/ 1 h 110090"/>
                <a:gd name="csX22" fmla="*/ 39302 w 159649"/>
                <a:gd name="csY22" fmla="*/ 6390 h 110090"/>
                <a:gd name="csX23" fmla="*/ 26189 w 159649"/>
                <a:gd name="csY23" fmla="*/ 49473 h 110090"/>
                <a:gd name="csX24" fmla="*/ 27214 w 159649"/>
                <a:gd name="csY24" fmla="*/ 70168 h 110090"/>
                <a:gd name="csX25" fmla="*/ 47628 w 159649"/>
                <a:gd name="csY25" fmla="*/ 85628 h 110090"/>
                <a:gd name="csX26" fmla="*/ 75177 w 159649"/>
                <a:gd name="csY26" fmla="*/ 72347 h 110090"/>
                <a:gd name="csX27" fmla="*/ 86875 w 159649"/>
                <a:gd name="csY27" fmla="*/ 59420 h 110090"/>
                <a:gd name="csX28" fmla="*/ 95071 w 159649"/>
                <a:gd name="csY28" fmla="*/ 51783 h 110090"/>
                <a:gd name="csX29" fmla="*/ 100472 w 159649"/>
                <a:gd name="csY29" fmla="*/ 46158 h 110090"/>
                <a:gd name="csX30" fmla="*/ 109953 w 159649"/>
                <a:gd name="csY30" fmla="*/ 50628 h 1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9649" h="110090">
                  <a:moveTo>
                    <a:pt x="109953" y="50628"/>
                  </a:moveTo>
                  <a:cubicBezTo>
                    <a:pt x="112207" y="53273"/>
                    <a:pt x="112952" y="54931"/>
                    <a:pt x="108985" y="57501"/>
                  </a:cubicBezTo>
                  <a:cubicBezTo>
                    <a:pt x="101310" y="62475"/>
                    <a:pt x="94530" y="68677"/>
                    <a:pt x="89259" y="76370"/>
                  </a:cubicBezTo>
                  <a:cubicBezTo>
                    <a:pt x="86726" y="80077"/>
                    <a:pt x="84453" y="83802"/>
                    <a:pt x="86633" y="88273"/>
                  </a:cubicBezTo>
                  <a:cubicBezTo>
                    <a:pt x="88756" y="92594"/>
                    <a:pt x="93431" y="92370"/>
                    <a:pt x="97343" y="93339"/>
                  </a:cubicBezTo>
                  <a:cubicBezTo>
                    <a:pt x="103359" y="94829"/>
                    <a:pt x="107848" y="90638"/>
                    <a:pt x="113064" y="89129"/>
                  </a:cubicBezTo>
                  <a:cubicBezTo>
                    <a:pt x="122750" y="86298"/>
                    <a:pt x="130871" y="80766"/>
                    <a:pt x="138955" y="75178"/>
                  </a:cubicBezTo>
                  <a:cubicBezTo>
                    <a:pt x="145083" y="70931"/>
                    <a:pt x="150727" y="65939"/>
                    <a:pt x="157023" y="61972"/>
                  </a:cubicBezTo>
                  <a:cubicBezTo>
                    <a:pt x="161102" y="59401"/>
                    <a:pt x="158923" y="63890"/>
                    <a:pt x="159649" y="65120"/>
                  </a:cubicBezTo>
                  <a:cubicBezTo>
                    <a:pt x="146555" y="80096"/>
                    <a:pt x="130349" y="90173"/>
                    <a:pt x="111350" y="95891"/>
                  </a:cubicBezTo>
                  <a:cubicBezTo>
                    <a:pt x="107215" y="96487"/>
                    <a:pt x="103285" y="97623"/>
                    <a:pt x="99802" y="100063"/>
                  </a:cubicBezTo>
                  <a:cubicBezTo>
                    <a:pt x="86707" y="104906"/>
                    <a:pt x="73296" y="108483"/>
                    <a:pt x="59289" y="109433"/>
                  </a:cubicBezTo>
                  <a:cubicBezTo>
                    <a:pt x="46734" y="110010"/>
                    <a:pt x="34143" y="110997"/>
                    <a:pt x="21700" y="108259"/>
                  </a:cubicBezTo>
                  <a:cubicBezTo>
                    <a:pt x="13616" y="106061"/>
                    <a:pt x="7060" y="101926"/>
                    <a:pt x="3558" y="93935"/>
                  </a:cubicBezTo>
                  <a:cubicBezTo>
                    <a:pt x="2086" y="91085"/>
                    <a:pt x="1248" y="87993"/>
                    <a:pt x="279" y="84957"/>
                  </a:cubicBezTo>
                  <a:cubicBezTo>
                    <a:pt x="0" y="84100"/>
                    <a:pt x="-279" y="83057"/>
                    <a:pt x="559" y="82312"/>
                  </a:cubicBezTo>
                  <a:cubicBezTo>
                    <a:pt x="1639" y="81381"/>
                    <a:pt x="2682" y="82033"/>
                    <a:pt x="3595" y="82685"/>
                  </a:cubicBezTo>
                  <a:cubicBezTo>
                    <a:pt x="5867" y="84305"/>
                    <a:pt x="8158" y="85870"/>
                    <a:pt x="11679" y="86466"/>
                  </a:cubicBezTo>
                  <a:cubicBezTo>
                    <a:pt x="10897" y="74675"/>
                    <a:pt x="11567" y="63294"/>
                    <a:pt x="12368" y="51951"/>
                  </a:cubicBezTo>
                  <a:cubicBezTo>
                    <a:pt x="13150" y="41110"/>
                    <a:pt x="12964" y="30195"/>
                    <a:pt x="14622" y="19391"/>
                  </a:cubicBezTo>
                  <a:cubicBezTo>
                    <a:pt x="15535" y="13431"/>
                    <a:pt x="18683" y="8513"/>
                    <a:pt x="21644" y="3521"/>
                  </a:cubicBezTo>
                  <a:cubicBezTo>
                    <a:pt x="23172" y="951"/>
                    <a:pt x="25910" y="-36"/>
                    <a:pt x="28927" y="1"/>
                  </a:cubicBezTo>
                  <a:cubicBezTo>
                    <a:pt x="32802" y="1435"/>
                    <a:pt x="36918" y="2534"/>
                    <a:pt x="39302" y="6390"/>
                  </a:cubicBezTo>
                  <a:cubicBezTo>
                    <a:pt x="30380" y="19354"/>
                    <a:pt x="28070" y="34404"/>
                    <a:pt x="26189" y="49473"/>
                  </a:cubicBezTo>
                  <a:cubicBezTo>
                    <a:pt x="25332" y="56347"/>
                    <a:pt x="25649" y="63406"/>
                    <a:pt x="27214" y="70168"/>
                  </a:cubicBezTo>
                  <a:cubicBezTo>
                    <a:pt x="29281" y="79183"/>
                    <a:pt x="38632" y="85032"/>
                    <a:pt x="47628" y="85628"/>
                  </a:cubicBezTo>
                  <a:cubicBezTo>
                    <a:pt x="59661" y="86410"/>
                    <a:pt x="67224" y="79202"/>
                    <a:pt x="75177" y="72347"/>
                  </a:cubicBezTo>
                  <a:cubicBezTo>
                    <a:pt x="79592" y="68547"/>
                    <a:pt x="83783" y="64449"/>
                    <a:pt x="86875" y="59420"/>
                  </a:cubicBezTo>
                  <a:cubicBezTo>
                    <a:pt x="88905" y="56123"/>
                    <a:pt x="91941" y="53869"/>
                    <a:pt x="95071" y="51783"/>
                  </a:cubicBezTo>
                  <a:cubicBezTo>
                    <a:pt x="97324" y="50293"/>
                    <a:pt x="99168" y="48505"/>
                    <a:pt x="100472" y="46158"/>
                  </a:cubicBezTo>
                  <a:cubicBezTo>
                    <a:pt x="104738" y="45375"/>
                    <a:pt x="107662" y="47331"/>
                    <a:pt x="109953" y="50628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3D421336-F052-DABD-FD85-6B0E4AA197A0}"/>
                </a:ext>
              </a:extLst>
            </p:cNvPr>
            <p:cNvSpPr/>
            <p:nvPr/>
          </p:nvSpPr>
          <p:spPr>
            <a:xfrm>
              <a:off x="1914186" y="5263114"/>
              <a:ext cx="101149" cy="123515"/>
            </a:xfrm>
            <a:custGeom>
              <a:avLst/>
              <a:gdLst>
                <a:gd name="csX0" fmla="*/ 8146 w 101149"/>
                <a:gd name="csY0" fmla="*/ 0 h 123515"/>
                <a:gd name="csX1" fmla="*/ 16677 w 101149"/>
                <a:gd name="csY1" fmla="*/ 12778 h 123515"/>
                <a:gd name="csX2" fmla="*/ 30219 w 101149"/>
                <a:gd name="csY2" fmla="*/ 40904 h 123515"/>
                <a:gd name="csX3" fmla="*/ 58904 w 101149"/>
                <a:gd name="csY3" fmla="*/ 79107 h 123515"/>
                <a:gd name="csX4" fmla="*/ 85857 w 101149"/>
                <a:gd name="csY4" fmla="*/ 98777 h 123515"/>
                <a:gd name="csX5" fmla="*/ 90420 w 101149"/>
                <a:gd name="csY5" fmla="*/ 118186 h 123515"/>
                <a:gd name="csX6" fmla="*/ 93270 w 101149"/>
                <a:gd name="csY6" fmla="*/ 122228 h 123515"/>
                <a:gd name="csX7" fmla="*/ 101149 w 101149"/>
                <a:gd name="csY7" fmla="*/ 122358 h 123515"/>
                <a:gd name="csX8" fmla="*/ 84479 w 101149"/>
                <a:gd name="csY8" fmla="*/ 122657 h 123515"/>
                <a:gd name="csX9" fmla="*/ 19173 w 101149"/>
                <a:gd name="csY9" fmla="*/ 83596 h 123515"/>
                <a:gd name="csX10" fmla="*/ 416 w 101149"/>
                <a:gd name="csY10" fmla="*/ 23824 h 123515"/>
                <a:gd name="csX11" fmla="*/ 8146 w 101149"/>
                <a:gd name="csY11" fmla="*/ 0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1149" h="123515">
                  <a:moveTo>
                    <a:pt x="8146" y="0"/>
                  </a:moveTo>
                  <a:cubicBezTo>
                    <a:pt x="8594" y="5867"/>
                    <a:pt x="13362" y="8810"/>
                    <a:pt x="16677" y="12778"/>
                  </a:cubicBezTo>
                  <a:cubicBezTo>
                    <a:pt x="23551" y="20992"/>
                    <a:pt x="25711" y="31535"/>
                    <a:pt x="30219" y="40904"/>
                  </a:cubicBezTo>
                  <a:cubicBezTo>
                    <a:pt x="37279" y="55582"/>
                    <a:pt x="45884" y="69422"/>
                    <a:pt x="58904" y="79107"/>
                  </a:cubicBezTo>
                  <a:cubicBezTo>
                    <a:pt x="67808" y="85720"/>
                    <a:pt x="77978" y="90693"/>
                    <a:pt x="85857" y="98777"/>
                  </a:cubicBezTo>
                  <a:cubicBezTo>
                    <a:pt x="91221" y="104291"/>
                    <a:pt x="93028" y="110866"/>
                    <a:pt x="90420" y="118186"/>
                  </a:cubicBezTo>
                  <a:cubicBezTo>
                    <a:pt x="89266" y="121446"/>
                    <a:pt x="90253" y="122265"/>
                    <a:pt x="93270" y="122228"/>
                  </a:cubicBezTo>
                  <a:cubicBezTo>
                    <a:pt x="95897" y="122191"/>
                    <a:pt x="98523" y="122303"/>
                    <a:pt x="101149" y="122358"/>
                  </a:cubicBezTo>
                  <a:cubicBezTo>
                    <a:pt x="95636" y="124109"/>
                    <a:pt x="89992" y="123588"/>
                    <a:pt x="84479" y="122657"/>
                  </a:cubicBezTo>
                  <a:cubicBezTo>
                    <a:pt x="57656" y="118130"/>
                    <a:pt x="37092" y="103434"/>
                    <a:pt x="19173" y="83596"/>
                  </a:cubicBezTo>
                  <a:cubicBezTo>
                    <a:pt x="3527" y="66274"/>
                    <a:pt x="-1595" y="46306"/>
                    <a:pt x="416" y="23824"/>
                  </a:cubicBezTo>
                  <a:cubicBezTo>
                    <a:pt x="1199" y="15348"/>
                    <a:pt x="3229" y="7190"/>
                    <a:pt x="8146" y="0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EA30810-C2E9-C21F-E3CD-820E6A401BE4}"/>
                </a:ext>
              </a:extLst>
            </p:cNvPr>
            <p:cNvSpPr/>
            <p:nvPr/>
          </p:nvSpPr>
          <p:spPr>
            <a:xfrm>
              <a:off x="1507969" y="5326535"/>
              <a:ext cx="62752" cy="150767"/>
            </a:xfrm>
            <a:custGeom>
              <a:avLst/>
              <a:gdLst>
                <a:gd name="csX0" fmla="*/ 39073 w 62752"/>
                <a:gd name="csY0" fmla="*/ 57708 h 150767"/>
                <a:gd name="csX1" fmla="*/ 27078 w 62752"/>
                <a:gd name="csY1" fmla="*/ 71641 h 150767"/>
                <a:gd name="csX2" fmla="*/ 24731 w 62752"/>
                <a:gd name="csY2" fmla="*/ 83078 h 150767"/>
                <a:gd name="csX3" fmla="*/ 23352 w 62752"/>
                <a:gd name="csY3" fmla="*/ 111185 h 150767"/>
                <a:gd name="csX4" fmla="*/ 22254 w 62752"/>
                <a:gd name="csY4" fmla="*/ 137878 h 150767"/>
                <a:gd name="csX5" fmla="*/ 22011 w 62752"/>
                <a:gd name="csY5" fmla="*/ 145719 h 150767"/>
                <a:gd name="csX6" fmla="*/ 10929 w 62752"/>
                <a:gd name="csY6" fmla="*/ 139722 h 150767"/>
                <a:gd name="csX7" fmla="*/ 13108 w 62752"/>
                <a:gd name="csY7" fmla="*/ 150767 h 150767"/>
                <a:gd name="csX8" fmla="*/ 870 w 62752"/>
                <a:gd name="csY8" fmla="*/ 118040 h 150767"/>
                <a:gd name="csX9" fmla="*/ 28978 w 62752"/>
                <a:gd name="csY9" fmla="*/ 10117 h 150767"/>
                <a:gd name="csX10" fmla="*/ 33281 w 62752"/>
                <a:gd name="csY10" fmla="*/ 11533 h 150767"/>
                <a:gd name="csX11" fmla="*/ 53528 w 62752"/>
                <a:gd name="csY11" fmla="*/ 525 h 150767"/>
                <a:gd name="csX12" fmla="*/ 60196 w 62752"/>
                <a:gd name="csY12" fmla="*/ 245 h 150767"/>
                <a:gd name="csX13" fmla="*/ 62673 w 62752"/>
                <a:gd name="csY13" fmla="*/ 3859 h 150767"/>
                <a:gd name="csX14" fmla="*/ 46356 w 62752"/>
                <a:gd name="csY14" fmla="*/ 42807 h 150767"/>
                <a:gd name="csX15" fmla="*/ 41458 w 62752"/>
                <a:gd name="csY15" fmla="*/ 55548 h 150767"/>
                <a:gd name="csX16" fmla="*/ 30729 w 62752"/>
                <a:gd name="csY16" fmla="*/ 49289 h 150767"/>
                <a:gd name="csX17" fmla="*/ 37583 w 62752"/>
                <a:gd name="csY17" fmla="*/ 54691 h 150767"/>
                <a:gd name="csX18" fmla="*/ 39073 w 62752"/>
                <a:gd name="csY18" fmla="*/ 57708 h 150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752" h="150767">
                  <a:moveTo>
                    <a:pt x="39073" y="57708"/>
                  </a:moveTo>
                  <a:cubicBezTo>
                    <a:pt x="30598" y="58435"/>
                    <a:pt x="29965" y="66239"/>
                    <a:pt x="27078" y="71641"/>
                  </a:cubicBezTo>
                  <a:cubicBezTo>
                    <a:pt x="25308" y="74957"/>
                    <a:pt x="24619" y="79260"/>
                    <a:pt x="24731" y="83078"/>
                  </a:cubicBezTo>
                  <a:cubicBezTo>
                    <a:pt x="25029" y="92503"/>
                    <a:pt x="23371" y="101779"/>
                    <a:pt x="23352" y="111185"/>
                  </a:cubicBezTo>
                  <a:cubicBezTo>
                    <a:pt x="23334" y="120089"/>
                    <a:pt x="22850" y="128993"/>
                    <a:pt x="22254" y="137878"/>
                  </a:cubicBezTo>
                  <a:cubicBezTo>
                    <a:pt x="22067" y="140690"/>
                    <a:pt x="25290" y="145663"/>
                    <a:pt x="22011" y="145719"/>
                  </a:cubicBezTo>
                  <a:cubicBezTo>
                    <a:pt x="18621" y="145775"/>
                    <a:pt x="13536" y="143931"/>
                    <a:pt x="10929" y="139722"/>
                  </a:cubicBezTo>
                  <a:cubicBezTo>
                    <a:pt x="11655" y="143410"/>
                    <a:pt x="12381" y="147079"/>
                    <a:pt x="13108" y="150767"/>
                  </a:cubicBezTo>
                  <a:cubicBezTo>
                    <a:pt x="6235" y="140914"/>
                    <a:pt x="2211" y="130185"/>
                    <a:pt x="870" y="118040"/>
                  </a:cubicBezTo>
                  <a:cubicBezTo>
                    <a:pt x="-3526" y="78365"/>
                    <a:pt x="9178" y="43366"/>
                    <a:pt x="28978" y="10117"/>
                  </a:cubicBezTo>
                  <a:cubicBezTo>
                    <a:pt x="30021" y="11868"/>
                    <a:pt x="31548" y="13694"/>
                    <a:pt x="33281" y="11533"/>
                  </a:cubicBezTo>
                  <a:cubicBezTo>
                    <a:pt x="38533" y="4976"/>
                    <a:pt x="46524" y="3673"/>
                    <a:pt x="53528" y="525"/>
                  </a:cubicBezTo>
                  <a:cubicBezTo>
                    <a:pt x="55428" y="-314"/>
                    <a:pt x="57979" y="59"/>
                    <a:pt x="60196" y="245"/>
                  </a:cubicBezTo>
                  <a:cubicBezTo>
                    <a:pt x="62189" y="413"/>
                    <a:pt x="63027" y="1810"/>
                    <a:pt x="62673" y="3859"/>
                  </a:cubicBezTo>
                  <a:cubicBezTo>
                    <a:pt x="60233" y="18090"/>
                    <a:pt x="53714" y="30700"/>
                    <a:pt x="46356" y="42807"/>
                  </a:cubicBezTo>
                  <a:cubicBezTo>
                    <a:pt x="43860" y="46924"/>
                    <a:pt x="38105" y="49308"/>
                    <a:pt x="41458" y="55548"/>
                  </a:cubicBezTo>
                  <a:cubicBezTo>
                    <a:pt x="36168" y="55827"/>
                    <a:pt x="34249" y="50574"/>
                    <a:pt x="30729" y="49289"/>
                  </a:cubicBezTo>
                  <a:cubicBezTo>
                    <a:pt x="32349" y="51133"/>
                    <a:pt x="35329" y="52474"/>
                    <a:pt x="37583" y="54691"/>
                  </a:cubicBezTo>
                  <a:cubicBezTo>
                    <a:pt x="38477" y="55473"/>
                    <a:pt x="40023" y="56013"/>
                    <a:pt x="39073" y="5770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5311FD3F-B443-9281-10BF-1FEEF98C6D30}"/>
                </a:ext>
              </a:extLst>
            </p:cNvPr>
            <p:cNvSpPr/>
            <p:nvPr/>
          </p:nvSpPr>
          <p:spPr>
            <a:xfrm>
              <a:off x="1977542" y="5217879"/>
              <a:ext cx="97882" cy="116743"/>
            </a:xfrm>
            <a:custGeom>
              <a:avLst/>
              <a:gdLst>
                <a:gd name="csX0" fmla="*/ 30715 w 97882"/>
                <a:gd name="csY0" fmla="*/ 27056 h 116743"/>
                <a:gd name="csX1" fmla="*/ 27176 w 97882"/>
                <a:gd name="csY1" fmla="*/ 4723 h 116743"/>
                <a:gd name="csX2" fmla="*/ 22929 w 97882"/>
                <a:gd name="csY2" fmla="*/ 2543 h 116743"/>
                <a:gd name="csX3" fmla="*/ 0 w 97882"/>
                <a:gd name="csY3" fmla="*/ 2394 h 116743"/>
                <a:gd name="csX4" fmla="*/ 68285 w 97882"/>
                <a:gd name="csY4" fmla="*/ 24951 h 116743"/>
                <a:gd name="csX5" fmla="*/ 91569 w 97882"/>
                <a:gd name="csY5" fmla="*/ 79397 h 116743"/>
                <a:gd name="csX6" fmla="*/ 97678 w 97882"/>
                <a:gd name="csY6" fmla="*/ 108007 h 116743"/>
                <a:gd name="csX7" fmla="*/ 96561 w 97882"/>
                <a:gd name="csY7" fmla="*/ 116743 h 116743"/>
                <a:gd name="csX8" fmla="*/ 88551 w 97882"/>
                <a:gd name="csY8" fmla="*/ 111099 h 116743"/>
                <a:gd name="csX9" fmla="*/ 69478 w 97882"/>
                <a:gd name="csY9" fmla="*/ 93609 h 116743"/>
                <a:gd name="csX10" fmla="*/ 57109 w 97882"/>
                <a:gd name="csY10" fmla="*/ 65129 h 116743"/>
                <a:gd name="csX11" fmla="*/ 37216 w 97882"/>
                <a:gd name="csY11" fmla="*/ 32793 h 116743"/>
                <a:gd name="csX12" fmla="*/ 31945 w 97882"/>
                <a:gd name="csY12" fmla="*/ 29664 h 116743"/>
                <a:gd name="csX13" fmla="*/ 30715 w 97882"/>
                <a:gd name="csY13" fmla="*/ 27056 h 116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882" h="116743">
                  <a:moveTo>
                    <a:pt x="30715" y="27056"/>
                  </a:moveTo>
                  <a:cubicBezTo>
                    <a:pt x="29784" y="19587"/>
                    <a:pt x="26096" y="12602"/>
                    <a:pt x="27176" y="4723"/>
                  </a:cubicBezTo>
                  <a:cubicBezTo>
                    <a:pt x="27530" y="2078"/>
                    <a:pt x="24680" y="2562"/>
                    <a:pt x="22929" y="2543"/>
                  </a:cubicBezTo>
                  <a:cubicBezTo>
                    <a:pt x="15292" y="2450"/>
                    <a:pt x="7656" y="2432"/>
                    <a:pt x="0" y="2394"/>
                  </a:cubicBezTo>
                  <a:cubicBezTo>
                    <a:pt x="25370" y="-4740"/>
                    <a:pt x="51000" y="4443"/>
                    <a:pt x="68285" y="24951"/>
                  </a:cubicBezTo>
                  <a:cubicBezTo>
                    <a:pt x="81771" y="40951"/>
                    <a:pt x="86092" y="60342"/>
                    <a:pt x="91569" y="79397"/>
                  </a:cubicBezTo>
                  <a:cubicBezTo>
                    <a:pt x="94270" y="88747"/>
                    <a:pt x="97753" y="98024"/>
                    <a:pt x="97678" y="108007"/>
                  </a:cubicBezTo>
                  <a:cubicBezTo>
                    <a:pt x="97660" y="110950"/>
                    <a:pt x="98610" y="114042"/>
                    <a:pt x="96561" y="116743"/>
                  </a:cubicBezTo>
                  <a:cubicBezTo>
                    <a:pt x="94400" y="114154"/>
                    <a:pt x="92072" y="111695"/>
                    <a:pt x="88551" y="111099"/>
                  </a:cubicBezTo>
                  <a:cubicBezTo>
                    <a:pt x="78381" y="109404"/>
                    <a:pt x="74190" y="101283"/>
                    <a:pt x="69478" y="93609"/>
                  </a:cubicBezTo>
                  <a:cubicBezTo>
                    <a:pt x="63983" y="84687"/>
                    <a:pt x="61189" y="74628"/>
                    <a:pt x="57109" y="65129"/>
                  </a:cubicBezTo>
                  <a:cubicBezTo>
                    <a:pt x="52136" y="53543"/>
                    <a:pt x="46008" y="42218"/>
                    <a:pt x="37216" y="32793"/>
                  </a:cubicBezTo>
                  <a:cubicBezTo>
                    <a:pt x="35875" y="31359"/>
                    <a:pt x="33733" y="30688"/>
                    <a:pt x="31945" y="29664"/>
                  </a:cubicBezTo>
                  <a:cubicBezTo>
                    <a:pt x="31051" y="29030"/>
                    <a:pt x="33547" y="26739"/>
                    <a:pt x="30715" y="27056"/>
                  </a:cubicBezTo>
                  <a:close/>
                </a:path>
              </a:pathLst>
            </a:custGeom>
            <a:solidFill>
              <a:srgbClr val="7AB0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C68F319C-15F6-76BF-E482-B3963926E51F}"/>
                </a:ext>
              </a:extLst>
            </p:cNvPr>
            <p:cNvSpPr/>
            <p:nvPr/>
          </p:nvSpPr>
          <p:spPr>
            <a:xfrm>
              <a:off x="1559577" y="5227079"/>
              <a:ext cx="145065" cy="162808"/>
            </a:xfrm>
            <a:custGeom>
              <a:avLst/>
              <a:gdLst>
                <a:gd name="csX0" fmla="*/ 57 w 145065"/>
                <a:gd name="csY0" fmla="*/ 160648 h 162808"/>
                <a:gd name="csX1" fmla="*/ 3540 w 145065"/>
                <a:gd name="csY1" fmla="*/ 150496 h 162808"/>
                <a:gd name="csX2" fmla="*/ 11996 w 145065"/>
                <a:gd name="csY2" fmla="*/ 136601 h 162808"/>
                <a:gd name="csX3" fmla="*/ 39526 w 145065"/>
                <a:gd name="csY3" fmla="*/ 91580 h 162808"/>
                <a:gd name="csX4" fmla="*/ 47573 w 145065"/>
                <a:gd name="csY4" fmla="*/ 84968 h 162808"/>
                <a:gd name="csX5" fmla="*/ 49827 w 145065"/>
                <a:gd name="csY5" fmla="*/ 83590 h 162808"/>
                <a:gd name="csX6" fmla="*/ 51075 w 145065"/>
                <a:gd name="csY6" fmla="*/ 75357 h 162808"/>
                <a:gd name="csX7" fmla="*/ 79965 w 145065"/>
                <a:gd name="csY7" fmla="*/ 41680 h 162808"/>
                <a:gd name="csX8" fmla="*/ 86931 w 145065"/>
                <a:gd name="csY8" fmla="*/ 38476 h 162808"/>
                <a:gd name="csX9" fmla="*/ 88347 w 145065"/>
                <a:gd name="csY9" fmla="*/ 36203 h 162808"/>
                <a:gd name="csX10" fmla="*/ 88272 w 145065"/>
                <a:gd name="csY10" fmla="*/ 36147 h 162808"/>
                <a:gd name="csX11" fmla="*/ 90247 w 145065"/>
                <a:gd name="csY11" fmla="*/ 24245 h 162808"/>
                <a:gd name="csX12" fmla="*/ 81641 w 145065"/>
                <a:gd name="csY12" fmla="*/ 8468 h 162808"/>
                <a:gd name="csX13" fmla="*/ 78065 w 145065"/>
                <a:gd name="csY13" fmla="*/ 2433 h 162808"/>
                <a:gd name="csX14" fmla="*/ 85646 w 145065"/>
                <a:gd name="csY14" fmla="*/ 1092 h 162808"/>
                <a:gd name="csX15" fmla="*/ 113344 w 145065"/>
                <a:gd name="csY15" fmla="*/ 1111 h 162808"/>
                <a:gd name="csX16" fmla="*/ 135696 w 145065"/>
                <a:gd name="csY16" fmla="*/ 105 h 162808"/>
                <a:gd name="csX17" fmla="*/ 145065 w 145065"/>
                <a:gd name="csY17" fmla="*/ 1111 h 162808"/>
                <a:gd name="csX18" fmla="*/ 123775 w 145065"/>
                <a:gd name="csY18" fmla="*/ 11393 h 162808"/>
                <a:gd name="csX19" fmla="*/ 108333 w 145065"/>
                <a:gd name="csY19" fmla="*/ 27374 h 162808"/>
                <a:gd name="csX20" fmla="*/ 89465 w 145065"/>
                <a:gd name="csY20" fmla="*/ 47901 h 162808"/>
                <a:gd name="csX21" fmla="*/ 50945 w 145065"/>
                <a:gd name="csY21" fmla="*/ 93816 h 162808"/>
                <a:gd name="csX22" fmla="*/ 6110 w 145065"/>
                <a:gd name="csY22" fmla="*/ 160909 h 162808"/>
                <a:gd name="csX23" fmla="*/ 3558 w 145065"/>
                <a:gd name="csY23" fmla="*/ 162809 h 162808"/>
                <a:gd name="csX24" fmla="*/ 57 w 145065"/>
                <a:gd name="csY24" fmla="*/ 160648 h 1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065" h="162808">
                  <a:moveTo>
                    <a:pt x="57" y="160648"/>
                  </a:moveTo>
                  <a:cubicBezTo>
                    <a:pt x="-279" y="156736"/>
                    <a:pt x="876" y="153700"/>
                    <a:pt x="3540" y="150496"/>
                  </a:cubicBezTo>
                  <a:cubicBezTo>
                    <a:pt x="6986" y="146380"/>
                    <a:pt x="9165" y="141239"/>
                    <a:pt x="11996" y="136601"/>
                  </a:cubicBezTo>
                  <a:cubicBezTo>
                    <a:pt x="21179" y="121606"/>
                    <a:pt x="30567" y="106724"/>
                    <a:pt x="39526" y="91580"/>
                  </a:cubicBezTo>
                  <a:cubicBezTo>
                    <a:pt x="41557" y="88153"/>
                    <a:pt x="45450" y="87818"/>
                    <a:pt x="47573" y="84968"/>
                  </a:cubicBezTo>
                  <a:cubicBezTo>
                    <a:pt x="47946" y="83888"/>
                    <a:pt x="49473" y="84688"/>
                    <a:pt x="49827" y="83590"/>
                  </a:cubicBezTo>
                  <a:cubicBezTo>
                    <a:pt x="48281" y="80535"/>
                    <a:pt x="49361" y="78076"/>
                    <a:pt x="51075" y="75357"/>
                  </a:cubicBezTo>
                  <a:cubicBezTo>
                    <a:pt x="59084" y="62709"/>
                    <a:pt x="69590" y="52260"/>
                    <a:pt x="79965" y="41680"/>
                  </a:cubicBezTo>
                  <a:cubicBezTo>
                    <a:pt x="81884" y="39724"/>
                    <a:pt x="84100" y="38494"/>
                    <a:pt x="86931" y="38476"/>
                  </a:cubicBezTo>
                  <a:cubicBezTo>
                    <a:pt x="88384" y="38457"/>
                    <a:pt x="89818" y="38159"/>
                    <a:pt x="88347" y="36203"/>
                  </a:cubicBezTo>
                  <a:lnTo>
                    <a:pt x="88272" y="36147"/>
                  </a:lnTo>
                  <a:cubicBezTo>
                    <a:pt x="87062" y="31901"/>
                    <a:pt x="88980" y="27765"/>
                    <a:pt x="90247" y="24245"/>
                  </a:cubicBezTo>
                  <a:cubicBezTo>
                    <a:pt x="93525" y="15118"/>
                    <a:pt x="87062" y="11896"/>
                    <a:pt x="81641" y="8468"/>
                  </a:cubicBezTo>
                  <a:cubicBezTo>
                    <a:pt x="78922" y="6755"/>
                    <a:pt x="77804" y="5339"/>
                    <a:pt x="78065" y="2433"/>
                  </a:cubicBezTo>
                  <a:cubicBezTo>
                    <a:pt x="80505" y="1446"/>
                    <a:pt x="82964" y="608"/>
                    <a:pt x="85646" y="1092"/>
                  </a:cubicBezTo>
                  <a:cubicBezTo>
                    <a:pt x="94885" y="384"/>
                    <a:pt x="104105" y="366"/>
                    <a:pt x="113344" y="1111"/>
                  </a:cubicBezTo>
                  <a:cubicBezTo>
                    <a:pt x="120850" y="2117"/>
                    <a:pt x="128227" y="142"/>
                    <a:pt x="135696" y="105"/>
                  </a:cubicBezTo>
                  <a:cubicBezTo>
                    <a:pt x="138862" y="86"/>
                    <a:pt x="142066" y="-454"/>
                    <a:pt x="145065" y="1111"/>
                  </a:cubicBezTo>
                  <a:cubicBezTo>
                    <a:pt x="136068" y="626"/>
                    <a:pt x="130685" y="7556"/>
                    <a:pt x="123775" y="11393"/>
                  </a:cubicBezTo>
                  <a:cubicBezTo>
                    <a:pt x="116995" y="15174"/>
                    <a:pt x="113996" y="22438"/>
                    <a:pt x="108333" y="27374"/>
                  </a:cubicBezTo>
                  <a:cubicBezTo>
                    <a:pt x="101367" y="33447"/>
                    <a:pt x="95965" y="41270"/>
                    <a:pt x="89465" y="47901"/>
                  </a:cubicBezTo>
                  <a:cubicBezTo>
                    <a:pt x="75401" y="62206"/>
                    <a:pt x="62642" y="77555"/>
                    <a:pt x="50945" y="93816"/>
                  </a:cubicBezTo>
                  <a:cubicBezTo>
                    <a:pt x="35224" y="115665"/>
                    <a:pt x="19689" y="137625"/>
                    <a:pt x="6110" y="160909"/>
                  </a:cubicBezTo>
                  <a:cubicBezTo>
                    <a:pt x="5496" y="161970"/>
                    <a:pt x="4825" y="162716"/>
                    <a:pt x="3558" y="162809"/>
                  </a:cubicBezTo>
                  <a:cubicBezTo>
                    <a:pt x="1994" y="162734"/>
                    <a:pt x="150" y="163125"/>
                    <a:pt x="57" y="160648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4AF0AC3E-0113-7FB9-00D6-7D5B690B6C75}"/>
                </a:ext>
              </a:extLst>
            </p:cNvPr>
            <p:cNvSpPr/>
            <p:nvPr/>
          </p:nvSpPr>
          <p:spPr>
            <a:xfrm>
              <a:off x="1910207" y="5134176"/>
              <a:ext cx="113808" cy="41318"/>
            </a:xfrm>
            <a:custGeom>
              <a:avLst/>
              <a:gdLst>
                <a:gd name="csX0" fmla="*/ 113809 w 113808"/>
                <a:gd name="csY0" fmla="*/ 3488 h 41318"/>
                <a:gd name="csX1" fmla="*/ 102987 w 113808"/>
                <a:gd name="csY1" fmla="*/ 25784 h 41318"/>
                <a:gd name="csX2" fmla="*/ 96039 w 113808"/>
                <a:gd name="csY2" fmla="*/ 32899 h 41318"/>
                <a:gd name="csX3" fmla="*/ 93487 w 113808"/>
                <a:gd name="csY3" fmla="*/ 41319 h 41318"/>
                <a:gd name="csX4" fmla="*/ 33025 w 113808"/>
                <a:gd name="csY4" fmla="*/ 16787 h 41318"/>
                <a:gd name="csX5" fmla="*/ 11884 w 113808"/>
                <a:gd name="csY5" fmla="*/ 13956 h 41318"/>
                <a:gd name="csX6" fmla="*/ 4694 w 113808"/>
                <a:gd name="csY6" fmla="*/ 9542 h 41318"/>
                <a:gd name="csX7" fmla="*/ 0 w 113808"/>
                <a:gd name="csY7" fmla="*/ 154 h 41318"/>
                <a:gd name="csX8" fmla="*/ 53440 w 113808"/>
                <a:gd name="csY8" fmla="*/ 2352 h 41318"/>
                <a:gd name="csX9" fmla="*/ 93972 w 113808"/>
                <a:gd name="csY9" fmla="*/ 8871 h 41318"/>
                <a:gd name="csX10" fmla="*/ 113809 w 113808"/>
                <a:gd name="csY10" fmla="*/ 3488 h 41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808" h="41318">
                  <a:moveTo>
                    <a:pt x="113809" y="3488"/>
                  </a:moveTo>
                  <a:cubicBezTo>
                    <a:pt x="110978" y="11293"/>
                    <a:pt x="107960" y="18985"/>
                    <a:pt x="102987" y="25784"/>
                  </a:cubicBezTo>
                  <a:cubicBezTo>
                    <a:pt x="100975" y="28522"/>
                    <a:pt x="98926" y="31242"/>
                    <a:pt x="96039" y="32899"/>
                  </a:cubicBezTo>
                  <a:cubicBezTo>
                    <a:pt x="92314" y="35041"/>
                    <a:pt x="91848" y="37761"/>
                    <a:pt x="93487" y="41319"/>
                  </a:cubicBezTo>
                  <a:cubicBezTo>
                    <a:pt x="74134" y="31167"/>
                    <a:pt x="54408" y="21984"/>
                    <a:pt x="33025" y="16787"/>
                  </a:cubicBezTo>
                  <a:cubicBezTo>
                    <a:pt x="26040" y="15092"/>
                    <a:pt x="19055" y="13639"/>
                    <a:pt x="11884" y="13956"/>
                  </a:cubicBezTo>
                  <a:cubicBezTo>
                    <a:pt x="8233" y="14124"/>
                    <a:pt x="5905" y="13379"/>
                    <a:pt x="4694" y="9542"/>
                  </a:cubicBezTo>
                  <a:cubicBezTo>
                    <a:pt x="3763" y="6580"/>
                    <a:pt x="1937" y="3916"/>
                    <a:pt x="0" y="154"/>
                  </a:cubicBezTo>
                  <a:cubicBezTo>
                    <a:pt x="18403" y="1197"/>
                    <a:pt x="36154" y="-1970"/>
                    <a:pt x="53440" y="2352"/>
                  </a:cubicBezTo>
                  <a:cubicBezTo>
                    <a:pt x="66814" y="5686"/>
                    <a:pt x="80504" y="6431"/>
                    <a:pt x="93972" y="8871"/>
                  </a:cubicBezTo>
                  <a:cubicBezTo>
                    <a:pt x="101087" y="10156"/>
                    <a:pt x="107401" y="6096"/>
                    <a:pt x="113809" y="3488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0BC91455-1D82-5608-5CB3-87A9CD1B3DF8}"/>
                </a:ext>
              </a:extLst>
            </p:cNvPr>
            <p:cNvSpPr/>
            <p:nvPr/>
          </p:nvSpPr>
          <p:spPr>
            <a:xfrm>
              <a:off x="1810321" y="5090529"/>
              <a:ext cx="65650" cy="41636"/>
            </a:xfrm>
            <a:custGeom>
              <a:avLst/>
              <a:gdLst>
                <a:gd name="csX0" fmla="*/ 22697 w 65650"/>
                <a:gd name="csY0" fmla="*/ 34766 h 41636"/>
                <a:gd name="csX1" fmla="*/ 1369 w 65650"/>
                <a:gd name="csY1" fmla="*/ 36015 h 41636"/>
                <a:gd name="csX2" fmla="*/ 289 w 65650"/>
                <a:gd name="csY2" fmla="*/ 27893 h 41636"/>
                <a:gd name="csX3" fmla="*/ 9267 w 65650"/>
                <a:gd name="csY3" fmla="*/ 6417 h 41636"/>
                <a:gd name="csX4" fmla="*/ 19959 w 65650"/>
                <a:gd name="csY4" fmla="*/ 1090 h 41636"/>
                <a:gd name="csX5" fmla="*/ 35661 w 65650"/>
                <a:gd name="csY5" fmla="*/ 9 h 41636"/>
                <a:gd name="csX6" fmla="*/ 64495 w 65650"/>
                <a:gd name="csY6" fmla="*/ 24727 h 41636"/>
                <a:gd name="csX7" fmla="*/ 65650 w 65650"/>
                <a:gd name="csY7" fmla="*/ 35847 h 41636"/>
                <a:gd name="csX8" fmla="*/ 57287 w 65650"/>
                <a:gd name="csY8" fmla="*/ 40615 h 41636"/>
                <a:gd name="csX9" fmla="*/ 22771 w 65650"/>
                <a:gd name="csY9" fmla="*/ 34804 h 41636"/>
                <a:gd name="csX10" fmla="*/ 22697 w 65650"/>
                <a:gd name="csY10" fmla="*/ 34766 h 4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650" h="41636">
                  <a:moveTo>
                    <a:pt x="22697" y="34766"/>
                  </a:moveTo>
                  <a:cubicBezTo>
                    <a:pt x="15582" y="35176"/>
                    <a:pt x="8466" y="35605"/>
                    <a:pt x="1369" y="36015"/>
                  </a:cubicBezTo>
                  <a:cubicBezTo>
                    <a:pt x="-642" y="33518"/>
                    <a:pt x="103" y="30669"/>
                    <a:pt x="289" y="27893"/>
                  </a:cubicBezTo>
                  <a:cubicBezTo>
                    <a:pt x="811" y="19698"/>
                    <a:pt x="4573" y="12768"/>
                    <a:pt x="9267" y="6417"/>
                  </a:cubicBezTo>
                  <a:cubicBezTo>
                    <a:pt x="11689" y="3120"/>
                    <a:pt x="15377" y="1145"/>
                    <a:pt x="19959" y="1090"/>
                  </a:cubicBezTo>
                  <a:cubicBezTo>
                    <a:pt x="25193" y="1034"/>
                    <a:pt x="30408" y="158"/>
                    <a:pt x="35661" y="9"/>
                  </a:cubicBezTo>
                  <a:cubicBezTo>
                    <a:pt x="48663" y="-382"/>
                    <a:pt x="62782" y="11800"/>
                    <a:pt x="64495" y="24727"/>
                  </a:cubicBezTo>
                  <a:cubicBezTo>
                    <a:pt x="64979" y="28415"/>
                    <a:pt x="65278" y="32140"/>
                    <a:pt x="65650" y="35847"/>
                  </a:cubicBezTo>
                  <a:cubicBezTo>
                    <a:pt x="64421" y="41938"/>
                    <a:pt x="63117" y="42646"/>
                    <a:pt x="57287" y="40615"/>
                  </a:cubicBezTo>
                  <a:cubicBezTo>
                    <a:pt x="46111" y="36722"/>
                    <a:pt x="34767" y="33798"/>
                    <a:pt x="22771" y="34804"/>
                  </a:cubicBezTo>
                  <a:lnTo>
                    <a:pt x="22697" y="34766"/>
                  </a:lnTo>
                  <a:close/>
                </a:path>
              </a:pathLst>
            </a:custGeom>
            <a:solidFill>
              <a:srgbClr val="81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98A4BAB6-3137-0F3F-2FFA-486ACA89FA42}"/>
                </a:ext>
              </a:extLst>
            </p:cNvPr>
            <p:cNvSpPr/>
            <p:nvPr/>
          </p:nvSpPr>
          <p:spPr>
            <a:xfrm>
              <a:off x="1612430" y="5226979"/>
              <a:ext cx="129139" cy="193541"/>
            </a:xfrm>
            <a:custGeom>
              <a:avLst/>
              <a:gdLst>
                <a:gd name="csX0" fmla="*/ 108511 w 129139"/>
                <a:gd name="csY0" fmla="*/ 0 h 193541"/>
                <a:gd name="csX1" fmla="*/ 123226 w 129139"/>
                <a:gd name="csY1" fmla="*/ 15311 h 193541"/>
                <a:gd name="csX2" fmla="*/ 127957 w 129139"/>
                <a:gd name="csY2" fmla="*/ 23507 h 193541"/>
                <a:gd name="csX3" fmla="*/ 124120 w 129139"/>
                <a:gd name="csY3" fmla="*/ 42525 h 193541"/>
                <a:gd name="csX4" fmla="*/ 99961 w 129139"/>
                <a:gd name="csY4" fmla="*/ 68770 h 193541"/>
                <a:gd name="csX5" fmla="*/ 87630 w 129139"/>
                <a:gd name="csY5" fmla="*/ 83261 h 193541"/>
                <a:gd name="csX6" fmla="*/ 69991 w 129139"/>
                <a:gd name="csY6" fmla="*/ 105557 h 193541"/>
                <a:gd name="csX7" fmla="*/ 57790 w 129139"/>
                <a:gd name="csY7" fmla="*/ 122880 h 193541"/>
                <a:gd name="csX8" fmla="*/ 27727 w 129139"/>
                <a:gd name="csY8" fmla="*/ 163505 h 193541"/>
                <a:gd name="csX9" fmla="*/ 6027 w 129139"/>
                <a:gd name="csY9" fmla="*/ 190401 h 193541"/>
                <a:gd name="csX10" fmla="*/ 1482 w 129139"/>
                <a:gd name="csY10" fmla="*/ 193438 h 193541"/>
                <a:gd name="csX11" fmla="*/ 308 w 129139"/>
                <a:gd name="csY11" fmla="*/ 192469 h 193541"/>
                <a:gd name="csX12" fmla="*/ 550 w 129139"/>
                <a:gd name="csY12" fmla="*/ 189377 h 193541"/>
                <a:gd name="csX13" fmla="*/ 33445 w 129139"/>
                <a:gd name="csY13" fmla="*/ 144785 h 193541"/>
                <a:gd name="csX14" fmla="*/ 55685 w 129139"/>
                <a:gd name="csY14" fmla="*/ 115988 h 193541"/>
                <a:gd name="csX15" fmla="*/ 65725 w 129139"/>
                <a:gd name="csY15" fmla="*/ 103210 h 193541"/>
                <a:gd name="csX16" fmla="*/ 91914 w 129139"/>
                <a:gd name="csY16" fmla="*/ 71843 h 193541"/>
                <a:gd name="csX17" fmla="*/ 116315 w 129139"/>
                <a:gd name="csY17" fmla="*/ 45430 h 193541"/>
                <a:gd name="csX18" fmla="*/ 107095 w 129139"/>
                <a:gd name="csY18" fmla="*/ 5979 h 193541"/>
                <a:gd name="csX19" fmla="*/ 100948 w 129139"/>
                <a:gd name="csY19" fmla="*/ 1267 h 193541"/>
                <a:gd name="csX20" fmla="*/ 108511 w 129139"/>
                <a:gd name="csY20" fmla="*/ 0 h 193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9139" h="193541">
                  <a:moveTo>
                    <a:pt x="108511" y="0"/>
                  </a:moveTo>
                  <a:cubicBezTo>
                    <a:pt x="114527" y="4042"/>
                    <a:pt x="119538" y="9053"/>
                    <a:pt x="123226" y="15311"/>
                  </a:cubicBezTo>
                  <a:cubicBezTo>
                    <a:pt x="124828" y="18031"/>
                    <a:pt x="126765" y="20620"/>
                    <a:pt x="127957" y="23507"/>
                  </a:cubicBezTo>
                  <a:cubicBezTo>
                    <a:pt x="130881" y="30585"/>
                    <a:pt x="127920" y="37142"/>
                    <a:pt x="124120" y="42525"/>
                  </a:cubicBezTo>
                  <a:cubicBezTo>
                    <a:pt x="117247" y="52248"/>
                    <a:pt x="108976" y="60853"/>
                    <a:pt x="99961" y="68770"/>
                  </a:cubicBezTo>
                  <a:cubicBezTo>
                    <a:pt x="95248" y="72905"/>
                    <a:pt x="91858" y="78530"/>
                    <a:pt x="87630" y="83261"/>
                  </a:cubicBezTo>
                  <a:cubicBezTo>
                    <a:pt x="81316" y="90339"/>
                    <a:pt x="76920" y="98814"/>
                    <a:pt x="69991" y="105557"/>
                  </a:cubicBezTo>
                  <a:cubicBezTo>
                    <a:pt x="65017" y="110381"/>
                    <a:pt x="62317" y="117478"/>
                    <a:pt x="57790" y="122880"/>
                  </a:cubicBezTo>
                  <a:cubicBezTo>
                    <a:pt x="46931" y="135844"/>
                    <a:pt x="38605" y="150745"/>
                    <a:pt x="27727" y="163505"/>
                  </a:cubicBezTo>
                  <a:cubicBezTo>
                    <a:pt x="20220" y="172296"/>
                    <a:pt x="13384" y="181535"/>
                    <a:pt x="6027" y="190401"/>
                  </a:cubicBezTo>
                  <a:cubicBezTo>
                    <a:pt x="4909" y="191743"/>
                    <a:pt x="3009" y="192450"/>
                    <a:pt x="1482" y="193438"/>
                  </a:cubicBezTo>
                  <a:cubicBezTo>
                    <a:pt x="569" y="193754"/>
                    <a:pt x="252" y="193326"/>
                    <a:pt x="308" y="192469"/>
                  </a:cubicBezTo>
                  <a:cubicBezTo>
                    <a:pt x="85" y="191426"/>
                    <a:pt x="-362" y="190569"/>
                    <a:pt x="550" y="189377"/>
                  </a:cubicBezTo>
                  <a:cubicBezTo>
                    <a:pt x="11950" y="174830"/>
                    <a:pt x="23238" y="160245"/>
                    <a:pt x="33445" y="144785"/>
                  </a:cubicBezTo>
                  <a:cubicBezTo>
                    <a:pt x="40095" y="134708"/>
                    <a:pt x="47583" y="125078"/>
                    <a:pt x="55685" y="115988"/>
                  </a:cubicBezTo>
                  <a:cubicBezTo>
                    <a:pt x="59280" y="111946"/>
                    <a:pt x="62838" y="107774"/>
                    <a:pt x="65725" y="103210"/>
                  </a:cubicBezTo>
                  <a:cubicBezTo>
                    <a:pt x="73083" y="91569"/>
                    <a:pt x="83588" y="82628"/>
                    <a:pt x="91914" y="71843"/>
                  </a:cubicBezTo>
                  <a:cubicBezTo>
                    <a:pt x="99290" y="62306"/>
                    <a:pt x="109032" y="55023"/>
                    <a:pt x="116315" y="45430"/>
                  </a:cubicBezTo>
                  <a:cubicBezTo>
                    <a:pt x="126169" y="32448"/>
                    <a:pt x="121717" y="13840"/>
                    <a:pt x="107095" y="5979"/>
                  </a:cubicBezTo>
                  <a:cubicBezTo>
                    <a:pt x="104841" y="4768"/>
                    <a:pt x="102345" y="3707"/>
                    <a:pt x="100948" y="1267"/>
                  </a:cubicBezTo>
                  <a:cubicBezTo>
                    <a:pt x="103444" y="857"/>
                    <a:pt x="105977" y="428"/>
                    <a:pt x="108511" y="0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50F55028-DECF-0D5B-9239-0D09986D9972}"/>
                </a:ext>
              </a:extLst>
            </p:cNvPr>
            <p:cNvSpPr/>
            <p:nvPr/>
          </p:nvSpPr>
          <p:spPr>
            <a:xfrm>
              <a:off x="1733439" y="5182014"/>
              <a:ext cx="55991" cy="56457"/>
            </a:xfrm>
            <a:custGeom>
              <a:avLst/>
              <a:gdLst>
                <a:gd name="csX0" fmla="*/ 19483 w 55991"/>
                <a:gd name="csY0" fmla="*/ 56457 h 56457"/>
                <a:gd name="csX1" fmla="*/ 4768 w 55991"/>
                <a:gd name="csY1" fmla="*/ 40308 h 56457"/>
                <a:gd name="csX2" fmla="*/ 0 w 55991"/>
                <a:gd name="csY2" fmla="*/ 39339 h 56457"/>
                <a:gd name="csX3" fmla="*/ 55992 w 55991"/>
                <a:gd name="csY3" fmla="*/ 0 h 56457"/>
                <a:gd name="csX4" fmla="*/ 51167 w 55991"/>
                <a:gd name="csY4" fmla="*/ 29188 h 56457"/>
                <a:gd name="csX5" fmla="*/ 48671 w 55991"/>
                <a:gd name="csY5" fmla="*/ 32094 h 56457"/>
                <a:gd name="csX6" fmla="*/ 20955 w 55991"/>
                <a:gd name="csY6" fmla="*/ 55731 h 56457"/>
                <a:gd name="csX7" fmla="*/ 19483 w 55991"/>
                <a:gd name="csY7" fmla="*/ 56457 h 56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991" h="56457">
                  <a:moveTo>
                    <a:pt x="19483" y="56457"/>
                  </a:moveTo>
                  <a:cubicBezTo>
                    <a:pt x="15237" y="50478"/>
                    <a:pt x="8922" y="46418"/>
                    <a:pt x="4768" y="40308"/>
                  </a:cubicBezTo>
                  <a:cubicBezTo>
                    <a:pt x="3781" y="38855"/>
                    <a:pt x="1621" y="39637"/>
                    <a:pt x="0" y="39339"/>
                  </a:cubicBezTo>
                  <a:cubicBezTo>
                    <a:pt x="18664" y="26226"/>
                    <a:pt x="37328" y="13113"/>
                    <a:pt x="55992" y="0"/>
                  </a:cubicBezTo>
                  <a:cubicBezTo>
                    <a:pt x="53086" y="9649"/>
                    <a:pt x="52360" y="19446"/>
                    <a:pt x="51167" y="29188"/>
                  </a:cubicBezTo>
                  <a:cubicBezTo>
                    <a:pt x="51000" y="30585"/>
                    <a:pt x="49789" y="31423"/>
                    <a:pt x="48671" y="32094"/>
                  </a:cubicBezTo>
                  <a:cubicBezTo>
                    <a:pt x="38147" y="38464"/>
                    <a:pt x="28946" y="46380"/>
                    <a:pt x="20955" y="55731"/>
                  </a:cubicBezTo>
                  <a:cubicBezTo>
                    <a:pt x="20620" y="56122"/>
                    <a:pt x="19986" y="56234"/>
                    <a:pt x="19483" y="56457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93EA27B0-8E6E-8D34-C6FC-49BE23880F26}"/>
                </a:ext>
              </a:extLst>
            </p:cNvPr>
            <p:cNvSpPr/>
            <p:nvPr/>
          </p:nvSpPr>
          <p:spPr>
            <a:xfrm>
              <a:off x="1914602" y="5175849"/>
              <a:ext cx="37439" cy="59288"/>
            </a:xfrm>
            <a:custGeom>
              <a:avLst/>
              <a:gdLst>
                <a:gd name="csX0" fmla="*/ 37440 w 37439"/>
                <a:gd name="csY0" fmla="*/ 39898 h 59288"/>
                <a:gd name="csX1" fmla="*/ 15665 w 37439"/>
                <a:gd name="csY1" fmla="*/ 59289 h 59288"/>
                <a:gd name="csX2" fmla="*/ 10916 w 37439"/>
                <a:gd name="csY2" fmla="*/ 37365 h 59288"/>
                <a:gd name="csX3" fmla="*/ 4545 w 37439"/>
                <a:gd name="csY3" fmla="*/ 23712 h 59288"/>
                <a:gd name="csX4" fmla="*/ 2124 w 37439"/>
                <a:gd name="csY4" fmla="*/ 0 h 59288"/>
                <a:gd name="csX5" fmla="*/ 37440 w 37439"/>
                <a:gd name="csY5" fmla="*/ 39898 h 59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7439" h="59288">
                  <a:moveTo>
                    <a:pt x="37440" y="39898"/>
                  </a:moveTo>
                  <a:cubicBezTo>
                    <a:pt x="29691" y="45803"/>
                    <a:pt x="22259" y="52080"/>
                    <a:pt x="15665" y="59289"/>
                  </a:cubicBezTo>
                  <a:cubicBezTo>
                    <a:pt x="14101" y="51968"/>
                    <a:pt x="12760" y="44611"/>
                    <a:pt x="10916" y="37365"/>
                  </a:cubicBezTo>
                  <a:cubicBezTo>
                    <a:pt x="9668" y="32466"/>
                    <a:pt x="7898" y="27679"/>
                    <a:pt x="4545" y="23712"/>
                  </a:cubicBezTo>
                  <a:cubicBezTo>
                    <a:pt x="-1341" y="16764"/>
                    <a:pt x="-782" y="9015"/>
                    <a:pt x="2124" y="0"/>
                  </a:cubicBezTo>
                  <a:cubicBezTo>
                    <a:pt x="12741" y="14845"/>
                    <a:pt x="22539" y="29710"/>
                    <a:pt x="37440" y="39898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9C653D84-125F-E2F8-7BD0-BD441794FC81}"/>
                </a:ext>
              </a:extLst>
            </p:cNvPr>
            <p:cNvSpPr/>
            <p:nvPr/>
          </p:nvSpPr>
          <p:spPr>
            <a:xfrm>
              <a:off x="1833055" y="5123768"/>
              <a:ext cx="44145" cy="10483"/>
            </a:xfrm>
            <a:custGeom>
              <a:avLst/>
              <a:gdLst>
                <a:gd name="csX0" fmla="*/ 0 w 44145"/>
                <a:gd name="csY0" fmla="*/ 1546 h 10483"/>
                <a:gd name="csX1" fmla="*/ 28741 w 44145"/>
                <a:gd name="csY1" fmla="*/ 4191 h 10483"/>
                <a:gd name="csX2" fmla="*/ 34515 w 44145"/>
                <a:gd name="csY2" fmla="*/ 6296 h 10483"/>
                <a:gd name="csX3" fmla="*/ 42879 w 44145"/>
                <a:gd name="csY3" fmla="*/ 2608 h 10483"/>
                <a:gd name="csX4" fmla="*/ 44145 w 44145"/>
                <a:gd name="csY4" fmla="*/ 6166 h 10483"/>
                <a:gd name="csX5" fmla="*/ 35950 w 44145"/>
                <a:gd name="csY5" fmla="*/ 9463 h 10483"/>
                <a:gd name="csX6" fmla="*/ 8829 w 44145"/>
                <a:gd name="csY6" fmla="*/ 2813 h 10483"/>
                <a:gd name="csX7" fmla="*/ 3371 w 44145"/>
                <a:gd name="csY7" fmla="*/ 3781 h 10483"/>
                <a:gd name="csX8" fmla="*/ 0 w 44145"/>
                <a:gd name="csY8" fmla="*/ 1546 h 10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145" h="10483">
                  <a:moveTo>
                    <a:pt x="0" y="1546"/>
                  </a:moveTo>
                  <a:cubicBezTo>
                    <a:pt x="10021" y="-2347"/>
                    <a:pt x="19279" y="2086"/>
                    <a:pt x="28741" y="4191"/>
                  </a:cubicBezTo>
                  <a:cubicBezTo>
                    <a:pt x="30734" y="4638"/>
                    <a:pt x="32690" y="5383"/>
                    <a:pt x="34515" y="6296"/>
                  </a:cubicBezTo>
                  <a:cubicBezTo>
                    <a:pt x="38892" y="8494"/>
                    <a:pt x="41593" y="7246"/>
                    <a:pt x="42879" y="2608"/>
                  </a:cubicBezTo>
                  <a:cubicBezTo>
                    <a:pt x="43233" y="3819"/>
                    <a:pt x="42674" y="5346"/>
                    <a:pt x="44145" y="6166"/>
                  </a:cubicBezTo>
                  <a:cubicBezTo>
                    <a:pt x="42674" y="10394"/>
                    <a:pt x="40141" y="11567"/>
                    <a:pt x="35950" y="9463"/>
                  </a:cubicBezTo>
                  <a:cubicBezTo>
                    <a:pt x="27456" y="5160"/>
                    <a:pt x="18105" y="4079"/>
                    <a:pt x="8829" y="2813"/>
                  </a:cubicBezTo>
                  <a:cubicBezTo>
                    <a:pt x="6948" y="2552"/>
                    <a:pt x="5085" y="2869"/>
                    <a:pt x="3371" y="3781"/>
                  </a:cubicBezTo>
                  <a:cubicBezTo>
                    <a:pt x="3409" y="1304"/>
                    <a:pt x="1453" y="1826"/>
                    <a:pt x="0" y="1546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011EA903-F2FC-50AB-BAD5-3F3FE7B55BDA}"/>
                </a:ext>
              </a:extLst>
            </p:cNvPr>
            <p:cNvSpPr/>
            <p:nvPr/>
          </p:nvSpPr>
          <p:spPr>
            <a:xfrm>
              <a:off x="1539238" y="5491626"/>
              <a:ext cx="37588" cy="2832"/>
            </a:xfrm>
            <a:custGeom>
              <a:avLst/>
              <a:gdLst>
                <a:gd name="csX0" fmla="*/ 0 w 37588"/>
                <a:gd name="csY0" fmla="*/ 0 h 2832"/>
                <a:gd name="csX1" fmla="*/ 37589 w 37588"/>
                <a:gd name="csY1" fmla="*/ 1173 h 2832"/>
                <a:gd name="csX2" fmla="*/ 0 w 37588"/>
                <a:gd name="csY2" fmla="*/ 0 h 2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588" h="2832">
                  <a:moveTo>
                    <a:pt x="0" y="0"/>
                  </a:moveTo>
                  <a:cubicBezTo>
                    <a:pt x="12499" y="1192"/>
                    <a:pt x="25053" y="1024"/>
                    <a:pt x="37589" y="1173"/>
                  </a:cubicBezTo>
                  <a:cubicBezTo>
                    <a:pt x="25034" y="2142"/>
                    <a:pt x="12405" y="4917"/>
                    <a:pt x="0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7D2232C5-81B0-81B1-0927-5D37494704E6}"/>
                </a:ext>
              </a:extLst>
            </p:cNvPr>
            <p:cNvSpPr/>
            <p:nvPr/>
          </p:nvSpPr>
          <p:spPr>
            <a:xfrm>
              <a:off x="1645242" y="5227032"/>
              <a:ext cx="27697" cy="1139"/>
            </a:xfrm>
            <a:custGeom>
              <a:avLst/>
              <a:gdLst>
                <a:gd name="csX0" fmla="*/ 27698 w 27697"/>
                <a:gd name="csY0" fmla="*/ 1139 h 1139"/>
                <a:gd name="csX1" fmla="*/ 0 w 27697"/>
                <a:gd name="csY1" fmla="*/ 1120 h 1139"/>
                <a:gd name="csX2" fmla="*/ 27698 w 27697"/>
                <a:gd name="csY2" fmla="*/ 1139 h 1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697" h="1139">
                  <a:moveTo>
                    <a:pt x="27698" y="1139"/>
                  </a:moveTo>
                  <a:cubicBezTo>
                    <a:pt x="18459" y="1139"/>
                    <a:pt x="9239" y="1139"/>
                    <a:pt x="0" y="1120"/>
                  </a:cubicBezTo>
                  <a:cubicBezTo>
                    <a:pt x="9239" y="-891"/>
                    <a:pt x="18478" y="245"/>
                    <a:pt x="27698" y="1139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D1BE909-8FA8-B192-5699-24BB183D7303}"/>
                </a:ext>
              </a:extLst>
            </p:cNvPr>
            <p:cNvSpPr/>
            <p:nvPr/>
          </p:nvSpPr>
          <p:spPr>
            <a:xfrm>
              <a:off x="1617339" y="5479125"/>
              <a:ext cx="11548" cy="4323"/>
            </a:xfrm>
            <a:custGeom>
              <a:avLst/>
              <a:gdLst>
                <a:gd name="csX0" fmla="*/ 0 w 11548"/>
                <a:gd name="csY0" fmla="*/ 4324 h 4323"/>
                <a:gd name="csX1" fmla="*/ 11549 w 11548"/>
                <a:gd name="csY1" fmla="*/ 151 h 4323"/>
                <a:gd name="csX2" fmla="*/ 0 w 11548"/>
                <a:gd name="csY2" fmla="*/ 4324 h 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548" h="4323">
                  <a:moveTo>
                    <a:pt x="0" y="4324"/>
                  </a:moveTo>
                  <a:cubicBezTo>
                    <a:pt x="2757" y="-54"/>
                    <a:pt x="7041" y="-277"/>
                    <a:pt x="11549" y="151"/>
                  </a:cubicBezTo>
                  <a:cubicBezTo>
                    <a:pt x="7916" y="2107"/>
                    <a:pt x="4042" y="3411"/>
                    <a:pt x="0" y="4324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7DE3E33A-8EDC-7497-0623-E6A745EB8F17}"/>
                </a:ext>
              </a:extLst>
            </p:cNvPr>
            <p:cNvSpPr/>
            <p:nvPr/>
          </p:nvSpPr>
          <p:spPr>
            <a:xfrm>
              <a:off x="1930025" y="5235100"/>
              <a:ext cx="1773" cy="14584"/>
            </a:xfrm>
            <a:custGeom>
              <a:avLst/>
              <a:gdLst>
                <a:gd name="csX0" fmla="*/ 205 w 1773"/>
                <a:gd name="csY0" fmla="*/ 0 h 14584"/>
                <a:gd name="csX1" fmla="*/ 0 w 1773"/>
                <a:gd name="csY1" fmla="*/ 14585 h 14584"/>
                <a:gd name="csX2" fmla="*/ 205 w 1773"/>
                <a:gd name="csY2" fmla="*/ 0 h 1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3" h="14584">
                  <a:moveTo>
                    <a:pt x="205" y="0"/>
                  </a:moveTo>
                  <a:cubicBezTo>
                    <a:pt x="2086" y="4880"/>
                    <a:pt x="2570" y="9760"/>
                    <a:pt x="0" y="14585"/>
                  </a:cubicBezTo>
                  <a:cubicBezTo>
                    <a:pt x="689" y="9723"/>
                    <a:pt x="447" y="4862"/>
                    <a:pt x="205" y="0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C314F017-39F9-BF6D-37E9-E46059A1614D}"/>
                </a:ext>
              </a:extLst>
            </p:cNvPr>
            <p:cNvSpPr/>
            <p:nvPr/>
          </p:nvSpPr>
          <p:spPr>
            <a:xfrm>
              <a:off x="1775573" y="5007725"/>
              <a:ext cx="76516" cy="79566"/>
            </a:xfrm>
            <a:custGeom>
              <a:avLst/>
              <a:gdLst>
                <a:gd name="csX0" fmla="*/ 0 w 76516"/>
                <a:gd name="csY0" fmla="*/ 2347 h 79566"/>
                <a:gd name="csX1" fmla="*/ 1285 w 76516"/>
                <a:gd name="csY1" fmla="*/ 0 h 79566"/>
                <a:gd name="csX2" fmla="*/ 24047 w 76516"/>
                <a:gd name="csY2" fmla="*/ 12238 h 79566"/>
                <a:gd name="csX3" fmla="*/ 30846 w 76516"/>
                <a:gd name="csY3" fmla="*/ 16168 h 79566"/>
                <a:gd name="csX4" fmla="*/ 40941 w 76516"/>
                <a:gd name="csY4" fmla="*/ 18049 h 79566"/>
                <a:gd name="csX5" fmla="*/ 42562 w 76516"/>
                <a:gd name="csY5" fmla="*/ 17565 h 79566"/>
                <a:gd name="csX6" fmla="*/ 67242 w 76516"/>
                <a:gd name="csY6" fmla="*/ 29188 h 79566"/>
                <a:gd name="csX7" fmla="*/ 75736 w 76516"/>
                <a:gd name="csY7" fmla="*/ 45728 h 79566"/>
                <a:gd name="csX8" fmla="*/ 73966 w 76516"/>
                <a:gd name="csY8" fmla="*/ 49919 h 79566"/>
                <a:gd name="csX9" fmla="*/ 47517 w 76516"/>
                <a:gd name="csY9" fmla="*/ 59587 h 79566"/>
                <a:gd name="csX10" fmla="*/ 34813 w 76516"/>
                <a:gd name="csY10" fmla="*/ 75829 h 79566"/>
                <a:gd name="csX11" fmla="*/ 29784 w 76516"/>
                <a:gd name="csY11" fmla="*/ 77878 h 79566"/>
                <a:gd name="csX12" fmla="*/ 10524 w 76516"/>
                <a:gd name="csY12" fmla="*/ 64150 h 79566"/>
                <a:gd name="csX13" fmla="*/ 1714 w 76516"/>
                <a:gd name="csY13" fmla="*/ 39582 h 79566"/>
                <a:gd name="csX14" fmla="*/ 4116 w 76516"/>
                <a:gd name="csY14" fmla="*/ 24010 h 79566"/>
                <a:gd name="csX15" fmla="*/ 0 w 76516"/>
                <a:gd name="csY15" fmla="*/ 2347 h 79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6516" h="79566">
                  <a:moveTo>
                    <a:pt x="0" y="2347"/>
                  </a:moveTo>
                  <a:cubicBezTo>
                    <a:pt x="149" y="1416"/>
                    <a:pt x="242" y="447"/>
                    <a:pt x="1285" y="0"/>
                  </a:cubicBezTo>
                  <a:cubicBezTo>
                    <a:pt x="8270" y="5197"/>
                    <a:pt x="16205" y="8643"/>
                    <a:pt x="24047" y="12238"/>
                  </a:cubicBezTo>
                  <a:cubicBezTo>
                    <a:pt x="26450" y="13337"/>
                    <a:pt x="28741" y="14529"/>
                    <a:pt x="30846" y="16168"/>
                  </a:cubicBezTo>
                  <a:cubicBezTo>
                    <a:pt x="33826" y="18496"/>
                    <a:pt x="37235" y="19204"/>
                    <a:pt x="40941" y="18049"/>
                  </a:cubicBezTo>
                  <a:cubicBezTo>
                    <a:pt x="41482" y="17882"/>
                    <a:pt x="42003" y="17677"/>
                    <a:pt x="42562" y="17565"/>
                  </a:cubicBezTo>
                  <a:cubicBezTo>
                    <a:pt x="56551" y="14641"/>
                    <a:pt x="60518" y="16503"/>
                    <a:pt x="67242" y="29188"/>
                  </a:cubicBezTo>
                  <a:cubicBezTo>
                    <a:pt x="70148" y="34664"/>
                    <a:pt x="72830" y="40252"/>
                    <a:pt x="75736" y="45728"/>
                  </a:cubicBezTo>
                  <a:cubicBezTo>
                    <a:pt x="76984" y="48075"/>
                    <a:pt x="76965" y="48951"/>
                    <a:pt x="73966" y="49919"/>
                  </a:cubicBezTo>
                  <a:cubicBezTo>
                    <a:pt x="65044" y="52807"/>
                    <a:pt x="56253" y="56159"/>
                    <a:pt x="47517" y="59587"/>
                  </a:cubicBezTo>
                  <a:cubicBezTo>
                    <a:pt x="40178" y="62455"/>
                    <a:pt x="35111" y="67428"/>
                    <a:pt x="34813" y="75829"/>
                  </a:cubicBezTo>
                  <a:cubicBezTo>
                    <a:pt x="34646" y="80691"/>
                    <a:pt x="32690" y="80169"/>
                    <a:pt x="29784" y="77878"/>
                  </a:cubicBezTo>
                  <a:cubicBezTo>
                    <a:pt x="23600" y="72979"/>
                    <a:pt x="17025" y="68565"/>
                    <a:pt x="10524" y="64150"/>
                  </a:cubicBezTo>
                  <a:cubicBezTo>
                    <a:pt x="1211" y="57798"/>
                    <a:pt x="-75" y="49491"/>
                    <a:pt x="1714" y="39582"/>
                  </a:cubicBezTo>
                  <a:cubicBezTo>
                    <a:pt x="2645" y="34422"/>
                    <a:pt x="3446" y="29225"/>
                    <a:pt x="4116" y="24010"/>
                  </a:cubicBezTo>
                  <a:cubicBezTo>
                    <a:pt x="5122" y="16373"/>
                    <a:pt x="4191" y="9034"/>
                    <a:pt x="0" y="2347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C06C12CF-68A2-49BF-9480-D6FB452CF9A3}"/>
                </a:ext>
              </a:extLst>
            </p:cNvPr>
            <p:cNvSpPr/>
            <p:nvPr/>
          </p:nvSpPr>
          <p:spPr>
            <a:xfrm>
              <a:off x="1862504" y="5075674"/>
              <a:ext cx="4638" cy="13969"/>
            </a:xfrm>
            <a:custGeom>
              <a:avLst/>
              <a:gdLst>
                <a:gd name="csX0" fmla="*/ 1173 w 4638"/>
                <a:gd name="csY0" fmla="*/ 0 h 13969"/>
                <a:gd name="csX1" fmla="*/ 4638 w 4638"/>
                <a:gd name="csY1" fmla="*/ 13970 h 13969"/>
                <a:gd name="csX2" fmla="*/ 0 w 4638"/>
                <a:gd name="csY2" fmla="*/ 4582 h 13969"/>
                <a:gd name="csX3" fmla="*/ 1173 w 4638"/>
                <a:gd name="csY3" fmla="*/ 0 h 13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8" h="13969">
                  <a:moveTo>
                    <a:pt x="1173" y="0"/>
                  </a:moveTo>
                  <a:cubicBezTo>
                    <a:pt x="2813" y="4135"/>
                    <a:pt x="4005" y="8382"/>
                    <a:pt x="4638" y="13970"/>
                  </a:cubicBezTo>
                  <a:cubicBezTo>
                    <a:pt x="559" y="11027"/>
                    <a:pt x="559" y="7674"/>
                    <a:pt x="0" y="4582"/>
                  </a:cubicBezTo>
                  <a:cubicBezTo>
                    <a:pt x="1937" y="3465"/>
                    <a:pt x="820" y="1546"/>
                    <a:pt x="1173" y="0"/>
                  </a:cubicBezTo>
                  <a:close/>
                </a:path>
              </a:pathLst>
            </a:custGeom>
            <a:solidFill>
              <a:srgbClr val="516F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03EB8B34-3C31-7F38-2D60-2AE1A76AB874}"/>
                </a:ext>
              </a:extLst>
            </p:cNvPr>
            <p:cNvSpPr/>
            <p:nvPr/>
          </p:nvSpPr>
          <p:spPr>
            <a:xfrm>
              <a:off x="1759704" y="4831993"/>
              <a:ext cx="112433" cy="181201"/>
            </a:xfrm>
            <a:custGeom>
              <a:avLst/>
              <a:gdLst>
                <a:gd name="csX0" fmla="*/ 14510 w 112433"/>
                <a:gd name="csY0" fmla="*/ 106944 h 181201"/>
                <a:gd name="csX1" fmla="*/ 5979 w 112433"/>
                <a:gd name="csY1" fmla="*/ 98953 h 181201"/>
                <a:gd name="csX2" fmla="*/ 18 w 112433"/>
                <a:gd name="csY2" fmla="*/ 70007 h 181201"/>
                <a:gd name="csX3" fmla="*/ 8400 w 112433"/>
                <a:gd name="csY3" fmla="*/ 58011 h 181201"/>
                <a:gd name="csX4" fmla="*/ 12591 w 112433"/>
                <a:gd name="csY4" fmla="*/ 55385 h 181201"/>
                <a:gd name="csX5" fmla="*/ 7841 w 112433"/>
                <a:gd name="csY5" fmla="*/ 55199 h 181201"/>
                <a:gd name="csX6" fmla="*/ 1490 w 112433"/>
                <a:gd name="csY6" fmla="*/ 49126 h 181201"/>
                <a:gd name="csX7" fmla="*/ 9983 w 112433"/>
                <a:gd name="csY7" fmla="*/ 18411 h 181201"/>
                <a:gd name="csX8" fmla="*/ 20917 w 112433"/>
                <a:gd name="csY8" fmla="*/ 3659 h 181201"/>
                <a:gd name="csX9" fmla="*/ 41071 w 112433"/>
                <a:gd name="csY9" fmla="*/ 2169 h 181201"/>
                <a:gd name="csX10" fmla="*/ 66124 w 112433"/>
                <a:gd name="csY10" fmla="*/ 18877 h 181201"/>
                <a:gd name="csX11" fmla="*/ 74897 w 112433"/>
                <a:gd name="csY11" fmla="*/ 27445 h 181201"/>
                <a:gd name="csX12" fmla="*/ 73798 w 112433"/>
                <a:gd name="csY12" fmla="*/ 35156 h 181201"/>
                <a:gd name="csX13" fmla="*/ 72141 w 112433"/>
                <a:gd name="csY13" fmla="*/ 38155 h 181201"/>
                <a:gd name="csX14" fmla="*/ 75456 w 112433"/>
                <a:gd name="csY14" fmla="*/ 37801 h 181201"/>
                <a:gd name="csX15" fmla="*/ 82609 w 112433"/>
                <a:gd name="csY15" fmla="*/ 39180 h 181201"/>
                <a:gd name="csX16" fmla="*/ 98255 w 112433"/>
                <a:gd name="csY16" fmla="*/ 79730 h 181201"/>
                <a:gd name="csX17" fmla="*/ 97100 w 112433"/>
                <a:gd name="csY17" fmla="*/ 85486 h 181201"/>
                <a:gd name="csX18" fmla="*/ 102930 w 112433"/>
                <a:gd name="csY18" fmla="*/ 90310 h 181201"/>
                <a:gd name="csX19" fmla="*/ 111629 w 112433"/>
                <a:gd name="csY19" fmla="*/ 121137 h 181201"/>
                <a:gd name="csX20" fmla="*/ 107308 w 112433"/>
                <a:gd name="csY20" fmla="*/ 131661 h 181201"/>
                <a:gd name="csX21" fmla="*/ 100528 w 112433"/>
                <a:gd name="csY21" fmla="*/ 134548 h 181201"/>
                <a:gd name="csX22" fmla="*/ 96728 w 112433"/>
                <a:gd name="csY22" fmla="*/ 118175 h 181201"/>
                <a:gd name="csX23" fmla="*/ 66515 w 112433"/>
                <a:gd name="csY23" fmla="*/ 40055 h 181201"/>
                <a:gd name="csX24" fmla="*/ 39432 w 112433"/>
                <a:gd name="csY24" fmla="*/ 16921 h 181201"/>
                <a:gd name="csX25" fmla="*/ 31255 w 112433"/>
                <a:gd name="csY25" fmla="*/ 18877 h 181201"/>
                <a:gd name="csX26" fmla="*/ 29392 w 112433"/>
                <a:gd name="csY26" fmla="*/ 21801 h 181201"/>
                <a:gd name="csX27" fmla="*/ 26431 w 112433"/>
                <a:gd name="csY27" fmla="*/ 38435 h 181201"/>
                <a:gd name="csX28" fmla="*/ 35856 w 112433"/>
                <a:gd name="csY28" fmla="*/ 58924 h 181201"/>
                <a:gd name="csX29" fmla="*/ 60611 w 112433"/>
                <a:gd name="csY29" fmla="*/ 127079 h 181201"/>
                <a:gd name="csX30" fmla="*/ 72215 w 112433"/>
                <a:gd name="csY30" fmla="*/ 154348 h 181201"/>
                <a:gd name="csX31" fmla="*/ 84341 w 112433"/>
                <a:gd name="csY31" fmla="*/ 162879 h 181201"/>
                <a:gd name="csX32" fmla="*/ 87917 w 112433"/>
                <a:gd name="csY32" fmla="*/ 165394 h 181201"/>
                <a:gd name="csX33" fmla="*/ 87079 w 112433"/>
                <a:gd name="csY33" fmla="*/ 176942 h 181201"/>
                <a:gd name="csX34" fmla="*/ 82702 w 112433"/>
                <a:gd name="csY34" fmla="*/ 181152 h 181201"/>
                <a:gd name="csX35" fmla="*/ 68173 w 112433"/>
                <a:gd name="csY35" fmla="*/ 178246 h 181201"/>
                <a:gd name="csX36" fmla="*/ 48801 w 112433"/>
                <a:gd name="csY36" fmla="*/ 164146 h 181201"/>
                <a:gd name="csX37" fmla="*/ 46287 w 112433"/>
                <a:gd name="csY37" fmla="*/ 156583 h 181201"/>
                <a:gd name="csX38" fmla="*/ 49248 w 112433"/>
                <a:gd name="csY38" fmla="*/ 152728 h 181201"/>
                <a:gd name="csX39" fmla="*/ 43958 w 112433"/>
                <a:gd name="csY39" fmla="*/ 154404 h 181201"/>
                <a:gd name="csX40" fmla="*/ 39469 w 112433"/>
                <a:gd name="csY40" fmla="*/ 152616 h 181201"/>
                <a:gd name="csX41" fmla="*/ 21178 w 112433"/>
                <a:gd name="csY41" fmla="*/ 128085 h 181201"/>
                <a:gd name="csX42" fmla="*/ 14193 w 112433"/>
                <a:gd name="csY42" fmla="*/ 116071 h 181201"/>
                <a:gd name="csX43" fmla="*/ 15869 w 112433"/>
                <a:gd name="csY43" fmla="*/ 109365 h 181201"/>
                <a:gd name="csX44" fmla="*/ 21588 w 112433"/>
                <a:gd name="csY44" fmla="*/ 103814 h 181201"/>
                <a:gd name="csX45" fmla="*/ 14510 w 112433"/>
                <a:gd name="csY45" fmla="*/ 106944 h 18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12433" h="181201">
                  <a:moveTo>
                    <a:pt x="14510" y="106944"/>
                  </a:moveTo>
                  <a:cubicBezTo>
                    <a:pt x="8326" y="107931"/>
                    <a:pt x="7376" y="102380"/>
                    <a:pt x="5979" y="98953"/>
                  </a:cubicBezTo>
                  <a:cubicBezTo>
                    <a:pt x="2216" y="89770"/>
                    <a:pt x="298" y="79991"/>
                    <a:pt x="18" y="70007"/>
                  </a:cubicBezTo>
                  <a:cubicBezTo>
                    <a:pt x="-187" y="62426"/>
                    <a:pt x="1266" y="60712"/>
                    <a:pt x="8400" y="58011"/>
                  </a:cubicBezTo>
                  <a:cubicBezTo>
                    <a:pt x="9928" y="57434"/>
                    <a:pt x="13187" y="57788"/>
                    <a:pt x="12591" y="55385"/>
                  </a:cubicBezTo>
                  <a:cubicBezTo>
                    <a:pt x="11902" y="52610"/>
                    <a:pt x="9369" y="54826"/>
                    <a:pt x="7841" y="55199"/>
                  </a:cubicBezTo>
                  <a:cubicBezTo>
                    <a:pt x="2831" y="56372"/>
                    <a:pt x="-280" y="53876"/>
                    <a:pt x="1490" y="49126"/>
                  </a:cubicBezTo>
                  <a:cubicBezTo>
                    <a:pt x="5215" y="39124"/>
                    <a:pt x="5178" y="28171"/>
                    <a:pt x="9983" y="18411"/>
                  </a:cubicBezTo>
                  <a:cubicBezTo>
                    <a:pt x="12796" y="12730"/>
                    <a:pt x="16465" y="7682"/>
                    <a:pt x="20917" y="3659"/>
                  </a:cubicBezTo>
                  <a:cubicBezTo>
                    <a:pt x="26729" y="-1575"/>
                    <a:pt x="34217" y="-365"/>
                    <a:pt x="41071" y="2169"/>
                  </a:cubicBezTo>
                  <a:cubicBezTo>
                    <a:pt x="50720" y="5726"/>
                    <a:pt x="58301" y="12525"/>
                    <a:pt x="66124" y="18877"/>
                  </a:cubicBezTo>
                  <a:cubicBezTo>
                    <a:pt x="69309" y="21466"/>
                    <a:pt x="72439" y="23980"/>
                    <a:pt x="74897" y="27445"/>
                  </a:cubicBezTo>
                  <a:cubicBezTo>
                    <a:pt x="77282" y="30779"/>
                    <a:pt x="77691" y="32996"/>
                    <a:pt x="73798" y="35156"/>
                  </a:cubicBezTo>
                  <a:cubicBezTo>
                    <a:pt x="72793" y="35715"/>
                    <a:pt x="71135" y="36591"/>
                    <a:pt x="72141" y="38155"/>
                  </a:cubicBezTo>
                  <a:cubicBezTo>
                    <a:pt x="73165" y="39739"/>
                    <a:pt x="74450" y="38714"/>
                    <a:pt x="75456" y="37801"/>
                  </a:cubicBezTo>
                  <a:cubicBezTo>
                    <a:pt x="78474" y="35026"/>
                    <a:pt x="81454" y="37094"/>
                    <a:pt x="82609" y="39180"/>
                  </a:cubicBezTo>
                  <a:cubicBezTo>
                    <a:pt x="89650" y="51958"/>
                    <a:pt x="96430" y="64922"/>
                    <a:pt x="98255" y="79730"/>
                  </a:cubicBezTo>
                  <a:cubicBezTo>
                    <a:pt x="99149" y="81909"/>
                    <a:pt x="94679" y="83008"/>
                    <a:pt x="97100" y="85486"/>
                  </a:cubicBezTo>
                  <a:cubicBezTo>
                    <a:pt x="100434" y="85430"/>
                    <a:pt x="102055" y="86994"/>
                    <a:pt x="102930" y="90310"/>
                  </a:cubicBezTo>
                  <a:cubicBezTo>
                    <a:pt x="105631" y="100648"/>
                    <a:pt x="108407" y="110967"/>
                    <a:pt x="111629" y="121137"/>
                  </a:cubicBezTo>
                  <a:cubicBezTo>
                    <a:pt x="113268" y="126278"/>
                    <a:pt x="112672" y="129761"/>
                    <a:pt x="107308" y="131661"/>
                  </a:cubicBezTo>
                  <a:cubicBezTo>
                    <a:pt x="105762" y="134325"/>
                    <a:pt x="103638" y="135591"/>
                    <a:pt x="100528" y="134548"/>
                  </a:cubicBezTo>
                  <a:cubicBezTo>
                    <a:pt x="98069" y="129370"/>
                    <a:pt x="97976" y="123652"/>
                    <a:pt x="96728" y="118175"/>
                  </a:cubicBezTo>
                  <a:cubicBezTo>
                    <a:pt x="90395" y="90682"/>
                    <a:pt x="80783" y="64456"/>
                    <a:pt x="66515" y="40055"/>
                  </a:cubicBezTo>
                  <a:cubicBezTo>
                    <a:pt x="60182" y="29233"/>
                    <a:pt x="52434" y="20032"/>
                    <a:pt x="39432" y="16921"/>
                  </a:cubicBezTo>
                  <a:cubicBezTo>
                    <a:pt x="36247" y="16157"/>
                    <a:pt x="33490" y="16139"/>
                    <a:pt x="31255" y="18877"/>
                  </a:cubicBezTo>
                  <a:cubicBezTo>
                    <a:pt x="29243" y="18970"/>
                    <a:pt x="29597" y="20553"/>
                    <a:pt x="29392" y="21801"/>
                  </a:cubicBezTo>
                  <a:cubicBezTo>
                    <a:pt x="24121" y="26588"/>
                    <a:pt x="24419" y="32418"/>
                    <a:pt x="26431" y="38435"/>
                  </a:cubicBezTo>
                  <a:cubicBezTo>
                    <a:pt x="28815" y="45587"/>
                    <a:pt x="32317" y="52274"/>
                    <a:pt x="35856" y="58924"/>
                  </a:cubicBezTo>
                  <a:cubicBezTo>
                    <a:pt x="47293" y="80494"/>
                    <a:pt x="55302" y="103274"/>
                    <a:pt x="60611" y="127079"/>
                  </a:cubicBezTo>
                  <a:cubicBezTo>
                    <a:pt x="62790" y="136839"/>
                    <a:pt x="65752" y="146302"/>
                    <a:pt x="72215" y="154348"/>
                  </a:cubicBezTo>
                  <a:cubicBezTo>
                    <a:pt x="75512" y="158446"/>
                    <a:pt x="78958" y="161873"/>
                    <a:pt x="84341" y="162879"/>
                  </a:cubicBezTo>
                  <a:cubicBezTo>
                    <a:pt x="85813" y="163159"/>
                    <a:pt x="87210" y="163867"/>
                    <a:pt x="87917" y="165394"/>
                  </a:cubicBezTo>
                  <a:cubicBezTo>
                    <a:pt x="88811" y="169343"/>
                    <a:pt x="89501" y="173254"/>
                    <a:pt x="87079" y="176942"/>
                  </a:cubicBezTo>
                  <a:cubicBezTo>
                    <a:pt x="86967" y="179774"/>
                    <a:pt x="84583" y="181525"/>
                    <a:pt x="82702" y="181152"/>
                  </a:cubicBezTo>
                  <a:cubicBezTo>
                    <a:pt x="77896" y="180183"/>
                    <a:pt x="72867" y="181133"/>
                    <a:pt x="68173" y="178246"/>
                  </a:cubicBezTo>
                  <a:cubicBezTo>
                    <a:pt x="61281" y="174055"/>
                    <a:pt x="55134" y="169007"/>
                    <a:pt x="48801" y="164146"/>
                  </a:cubicBezTo>
                  <a:cubicBezTo>
                    <a:pt x="46063" y="162041"/>
                    <a:pt x="46380" y="159340"/>
                    <a:pt x="46287" y="156583"/>
                  </a:cubicBezTo>
                  <a:cubicBezTo>
                    <a:pt x="45914" y="154237"/>
                    <a:pt x="47963" y="153696"/>
                    <a:pt x="49248" y="152728"/>
                  </a:cubicBezTo>
                  <a:cubicBezTo>
                    <a:pt x="47404" y="152914"/>
                    <a:pt x="46343" y="155578"/>
                    <a:pt x="43958" y="154404"/>
                  </a:cubicBezTo>
                  <a:cubicBezTo>
                    <a:pt x="42133" y="154628"/>
                    <a:pt x="40587" y="154088"/>
                    <a:pt x="39469" y="152616"/>
                  </a:cubicBezTo>
                  <a:cubicBezTo>
                    <a:pt x="33304" y="144495"/>
                    <a:pt x="24996" y="138069"/>
                    <a:pt x="21178" y="128085"/>
                  </a:cubicBezTo>
                  <a:cubicBezTo>
                    <a:pt x="19539" y="123801"/>
                    <a:pt x="16819" y="119889"/>
                    <a:pt x="14193" y="116071"/>
                  </a:cubicBezTo>
                  <a:cubicBezTo>
                    <a:pt x="11995" y="112885"/>
                    <a:pt x="13038" y="111023"/>
                    <a:pt x="15869" y="109365"/>
                  </a:cubicBezTo>
                  <a:cubicBezTo>
                    <a:pt x="16559" y="106068"/>
                    <a:pt x="19818" y="105528"/>
                    <a:pt x="21588" y="103814"/>
                  </a:cubicBezTo>
                  <a:cubicBezTo>
                    <a:pt x="19315" y="104541"/>
                    <a:pt x="17527" y="107186"/>
                    <a:pt x="14510" y="106944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D11178C7-0A8A-8FB0-006B-A5319A4A6CC8}"/>
                </a:ext>
              </a:extLst>
            </p:cNvPr>
            <p:cNvSpPr/>
            <p:nvPr/>
          </p:nvSpPr>
          <p:spPr>
            <a:xfrm>
              <a:off x="1790214" y="4846599"/>
              <a:ext cx="76264" cy="156502"/>
            </a:xfrm>
            <a:custGeom>
              <a:avLst/>
              <a:gdLst>
                <a:gd name="csX0" fmla="*/ 0 w 76264"/>
                <a:gd name="csY0" fmla="*/ 4159 h 156502"/>
                <a:gd name="csX1" fmla="*/ 7078 w 76264"/>
                <a:gd name="csY1" fmla="*/ 284 h 156502"/>
                <a:gd name="csX2" fmla="*/ 37645 w 76264"/>
                <a:gd name="csY2" fmla="*/ 25356 h 156502"/>
                <a:gd name="csX3" fmla="*/ 69831 w 76264"/>
                <a:gd name="csY3" fmla="*/ 113981 h 156502"/>
                <a:gd name="csX4" fmla="*/ 70055 w 76264"/>
                <a:gd name="csY4" fmla="*/ 119607 h 156502"/>
                <a:gd name="csX5" fmla="*/ 68937 w 76264"/>
                <a:gd name="csY5" fmla="*/ 120668 h 156502"/>
                <a:gd name="csX6" fmla="*/ 70185 w 76264"/>
                <a:gd name="csY6" fmla="*/ 122866 h 156502"/>
                <a:gd name="csX7" fmla="*/ 76258 w 76264"/>
                <a:gd name="csY7" fmla="*/ 128920 h 156502"/>
                <a:gd name="csX8" fmla="*/ 68881 w 76264"/>
                <a:gd name="csY8" fmla="*/ 152837 h 156502"/>
                <a:gd name="csX9" fmla="*/ 59978 w 76264"/>
                <a:gd name="csY9" fmla="*/ 151123 h 156502"/>
                <a:gd name="csX10" fmla="*/ 57538 w 76264"/>
                <a:gd name="csY10" fmla="*/ 137563 h 156502"/>
                <a:gd name="csX11" fmla="*/ 19670 w 76264"/>
                <a:gd name="csY11" fmla="*/ 27759 h 156502"/>
                <a:gd name="csX12" fmla="*/ 2757 w 76264"/>
                <a:gd name="csY12" fmla="*/ 7530 h 156502"/>
                <a:gd name="csX13" fmla="*/ 0 w 76264"/>
                <a:gd name="csY13" fmla="*/ 4159 h 156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4" h="156502">
                  <a:moveTo>
                    <a:pt x="0" y="4159"/>
                  </a:moveTo>
                  <a:cubicBezTo>
                    <a:pt x="913" y="191"/>
                    <a:pt x="3129" y="-498"/>
                    <a:pt x="7078" y="284"/>
                  </a:cubicBezTo>
                  <a:cubicBezTo>
                    <a:pt x="21868" y="3171"/>
                    <a:pt x="30641" y="13118"/>
                    <a:pt x="37645" y="25356"/>
                  </a:cubicBezTo>
                  <a:cubicBezTo>
                    <a:pt x="53514" y="53035"/>
                    <a:pt x="63964" y="82670"/>
                    <a:pt x="69831" y="113981"/>
                  </a:cubicBezTo>
                  <a:cubicBezTo>
                    <a:pt x="70167" y="115807"/>
                    <a:pt x="69999" y="117725"/>
                    <a:pt x="70055" y="119607"/>
                  </a:cubicBezTo>
                  <a:cubicBezTo>
                    <a:pt x="70241" y="120557"/>
                    <a:pt x="70055" y="121115"/>
                    <a:pt x="68937" y="120668"/>
                  </a:cubicBezTo>
                  <a:cubicBezTo>
                    <a:pt x="67280" y="122587"/>
                    <a:pt x="68863" y="123071"/>
                    <a:pt x="70185" y="122866"/>
                  </a:cubicBezTo>
                  <a:cubicBezTo>
                    <a:pt x="75121" y="122084"/>
                    <a:pt x="76220" y="125530"/>
                    <a:pt x="76258" y="128920"/>
                  </a:cubicBezTo>
                  <a:cubicBezTo>
                    <a:pt x="76369" y="137600"/>
                    <a:pt x="75159" y="146056"/>
                    <a:pt x="68881" y="152837"/>
                  </a:cubicBezTo>
                  <a:cubicBezTo>
                    <a:pt x="64001" y="158108"/>
                    <a:pt x="62679" y="157828"/>
                    <a:pt x="59978" y="151123"/>
                  </a:cubicBezTo>
                  <a:cubicBezTo>
                    <a:pt x="56998" y="147006"/>
                    <a:pt x="58115" y="142052"/>
                    <a:pt x="57538" y="137563"/>
                  </a:cubicBezTo>
                  <a:cubicBezTo>
                    <a:pt x="52564" y="98298"/>
                    <a:pt x="40587" y="61492"/>
                    <a:pt x="19670" y="27759"/>
                  </a:cubicBezTo>
                  <a:cubicBezTo>
                    <a:pt x="14994" y="20233"/>
                    <a:pt x="9444" y="13398"/>
                    <a:pt x="2757" y="7530"/>
                  </a:cubicBezTo>
                  <a:cubicBezTo>
                    <a:pt x="1695" y="6562"/>
                    <a:pt x="298" y="5816"/>
                    <a:pt x="0" y="4159"/>
                  </a:cubicBezTo>
                  <a:close/>
                </a:path>
              </a:pathLst>
            </a:custGeom>
            <a:solidFill>
              <a:srgbClr val="9AC6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70629AB0-AB82-8230-378A-1F7C09BE8A18}"/>
                </a:ext>
              </a:extLst>
            </p:cNvPr>
            <p:cNvSpPr/>
            <p:nvPr/>
          </p:nvSpPr>
          <p:spPr>
            <a:xfrm>
              <a:off x="1788750" y="4850758"/>
              <a:ext cx="61478" cy="158335"/>
            </a:xfrm>
            <a:custGeom>
              <a:avLst/>
              <a:gdLst>
                <a:gd name="csX0" fmla="*/ 1464 w 61478"/>
                <a:gd name="csY0" fmla="*/ 0 h 158335"/>
                <a:gd name="csX1" fmla="*/ 25175 w 61478"/>
                <a:gd name="csY1" fmla="*/ 27381 h 158335"/>
                <a:gd name="csX2" fmla="*/ 61050 w 61478"/>
                <a:gd name="csY2" fmla="*/ 137371 h 158335"/>
                <a:gd name="csX3" fmla="*/ 61479 w 61478"/>
                <a:gd name="csY3" fmla="*/ 146946 h 158335"/>
                <a:gd name="csX4" fmla="*/ 61293 w 61478"/>
                <a:gd name="csY4" fmla="*/ 155234 h 158335"/>
                <a:gd name="csX5" fmla="*/ 58014 w 61478"/>
                <a:gd name="csY5" fmla="*/ 158140 h 158335"/>
                <a:gd name="csX6" fmla="*/ 57958 w 61478"/>
                <a:gd name="csY6" fmla="*/ 145828 h 158335"/>
                <a:gd name="csX7" fmla="*/ 55611 w 61478"/>
                <a:gd name="csY7" fmla="*/ 131579 h 158335"/>
                <a:gd name="csX8" fmla="*/ 41008 w 61478"/>
                <a:gd name="csY8" fmla="*/ 70353 h 158335"/>
                <a:gd name="csX9" fmla="*/ 12975 w 61478"/>
                <a:gd name="csY9" fmla="*/ 15926 h 158335"/>
                <a:gd name="csX10" fmla="*/ 551 w 61478"/>
                <a:gd name="csY10" fmla="*/ 2179 h 158335"/>
                <a:gd name="csX11" fmla="*/ 1464 w 61478"/>
                <a:gd name="csY11" fmla="*/ 0 h 158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1478" h="158335">
                  <a:moveTo>
                    <a:pt x="1464" y="0"/>
                  </a:moveTo>
                  <a:cubicBezTo>
                    <a:pt x="12379" y="6519"/>
                    <a:pt x="18898" y="16913"/>
                    <a:pt x="25175" y="27381"/>
                  </a:cubicBezTo>
                  <a:cubicBezTo>
                    <a:pt x="45478" y="61300"/>
                    <a:pt x="56599" y="98256"/>
                    <a:pt x="61050" y="137371"/>
                  </a:cubicBezTo>
                  <a:cubicBezTo>
                    <a:pt x="61404" y="140538"/>
                    <a:pt x="61348" y="143760"/>
                    <a:pt x="61479" y="146946"/>
                  </a:cubicBezTo>
                  <a:cubicBezTo>
                    <a:pt x="61404" y="149702"/>
                    <a:pt x="61311" y="152478"/>
                    <a:pt x="61293" y="155234"/>
                  </a:cubicBezTo>
                  <a:cubicBezTo>
                    <a:pt x="61293" y="157488"/>
                    <a:pt x="60622" y="158867"/>
                    <a:pt x="58014" y="158140"/>
                  </a:cubicBezTo>
                  <a:cubicBezTo>
                    <a:pt x="57996" y="154042"/>
                    <a:pt x="57977" y="149926"/>
                    <a:pt x="57958" y="145828"/>
                  </a:cubicBezTo>
                  <a:cubicBezTo>
                    <a:pt x="55332" y="141395"/>
                    <a:pt x="55928" y="136291"/>
                    <a:pt x="55611" y="131579"/>
                  </a:cubicBezTo>
                  <a:cubicBezTo>
                    <a:pt x="54233" y="110288"/>
                    <a:pt x="48142" y="90190"/>
                    <a:pt x="41008" y="70353"/>
                  </a:cubicBezTo>
                  <a:cubicBezTo>
                    <a:pt x="34042" y="51018"/>
                    <a:pt x="25809" y="32299"/>
                    <a:pt x="12975" y="15926"/>
                  </a:cubicBezTo>
                  <a:cubicBezTo>
                    <a:pt x="9138" y="11046"/>
                    <a:pt x="3922" y="7451"/>
                    <a:pt x="551" y="2179"/>
                  </a:cubicBezTo>
                  <a:cubicBezTo>
                    <a:pt x="-287" y="987"/>
                    <a:pt x="-306" y="112"/>
                    <a:pt x="1464" y="0"/>
                  </a:cubicBezTo>
                  <a:close/>
                </a:path>
              </a:pathLst>
            </a:custGeom>
            <a:solidFill>
              <a:srgbClr val="45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19424EE3-5BE6-AEF6-02ED-F0ED549BC133}"/>
                </a:ext>
              </a:extLst>
            </p:cNvPr>
            <p:cNvSpPr/>
            <p:nvPr/>
          </p:nvSpPr>
          <p:spPr>
            <a:xfrm>
              <a:off x="1853595" y="4908575"/>
              <a:ext cx="9839" cy="10673"/>
            </a:xfrm>
            <a:custGeom>
              <a:avLst/>
              <a:gdLst>
                <a:gd name="csX0" fmla="*/ 3227 w 9839"/>
                <a:gd name="csY0" fmla="*/ 8904 h 10673"/>
                <a:gd name="csX1" fmla="*/ 768 w 9839"/>
                <a:gd name="csY1" fmla="*/ 10543 h 10673"/>
                <a:gd name="csX2" fmla="*/ 731 w 9839"/>
                <a:gd name="csY2" fmla="*/ 7767 h 10673"/>
                <a:gd name="csX3" fmla="*/ 4382 w 9839"/>
                <a:gd name="csY3" fmla="*/ 3129 h 10673"/>
                <a:gd name="csX4" fmla="*/ 9839 w 9839"/>
                <a:gd name="csY4" fmla="*/ 0 h 10673"/>
                <a:gd name="csX5" fmla="*/ 3227 w 9839"/>
                <a:gd name="csY5" fmla="*/ 8904 h 10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839" h="10673">
                  <a:moveTo>
                    <a:pt x="3227" y="8904"/>
                  </a:moveTo>
                  <a:cubicBezTo>
                    <a:pt x="2221" y="9220"/>
                    <a:pt x="2072" y="11195"/>
                    <a:pt x="768" y="10543"/>
                  </a:cubicBezTo>
                  <a:cubicBezTo>
                    <a:pt x="-480" y="9928"/>
                    <a:pt x="5" y="8587"/>
                    <a:pt x="731" y="7767"/>
                  </a:cubicBezTo>
                  <a:cubicBezTo>
                    <a:pt x="2035" y="6277"/>
                    <a:pt x="2370" y="4042"/>
                    <a:pt x="4382" y="3129"/>
                  </a:cubicBezTo>
                  <a:cubicBezTo>
                    <a:pt x="5946" y="2235"/>
                    <a:pt x="7511" y="1322"/>
                    <a:pt x="9839" y="0"/>
                  </a:cubicBezTo>
                  <a:cubicBezTo>
                    <a:pt x="8685" y="4452"/>
                    <a:pt x="4736" y="5793"/>
                    <a:pt x="3227" y="8904"/>
                  </a:cubicBezTo>
                  <a:close/>
                </a:path>
              </a:pathLst>
            </a:custGeom>
            <a:solidFill>
              <a:srgbClr val="5E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746C241C-54E2-F000-D257-04E5DF092BE4}"/>
                </a:ext>
              </a:extLst>
            </p:cNvPr>
            <p:cNvSpPr/>
            <p:nvPr/>
          </p:nvSpPr>
          <p:spPr>
            <a:xfrm>
              <a:off x="1773964" y="4933386"/>
              <a:ext cx="11648" cy="7990"/>
            </a:xfrm>
            <a:custGeom>
              <a:avLst/>
              <a:gdLst>
                <a:gd name="csX0" fmla="*/ 249 w 11648"/>
                <a:gd name="csY0" fmla="*/ 5551 h 7990"/>
                <a:gd name="csX1" fmla="*/ 11648 w 11648"/>
                <a:gd name="csY1" fmla="*/ 0 h 7990"/>
                <a:gd name="csX2" fmla="*/ 1590 w 11648"/>
                <a:gd name="csY2" fmla="*/ 7991 h 7990"/>
                <a:gd name="csX3" fmla="*/ 249 w 11648"/>
                <a:gd name="csY3" fmla="*/ 5551 h 7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48" h="7990">
                  <a:moveTo>
                    <a:pt x="249" y="5551"/>
                  </a:moveTo>
                  <a:cubicBezTo>
                    <a:pt x="3415" y="3073"/>
                    <a:pt x="6619" y="671"/>
                    <a:pt x="11648" y="0"/>
                  </a:cubicBezTo>
                  <a:cubicBezTo>
                    <a:pt x="8575" y="3967"/>
                    <a:pt x="4701" y="5495"/>
                    <a:pt x="1590" y="7991"/>
                  </a:cubicBezTo>
                  <a:cubicBezTo>
                    <a:pt x="-273" y="7954"/>
                    <a:pt x="-161" y="6836"/>
                    <a:pt x="249" y="5551"/>
                  </a:cubicBezTo>
                  <a:close/>
                </a:path>
              </a:pathLst>
            </a:custGeom>
            <a:solidFill>
              <a:srgbClr val="5B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81EFB86E-7DAA-3C2E-26D1-C9D1E2E3D708}"/>
                </a:ext>
              </a:extLst>
            </p:cNvPr>
            <p:cNvSpPr/>
            <p:nvPr/>
          </p:nvSpPr>
          <p:spPr>
            <a:xfrm>
              <a:off x="1803625" y="4982299"/>
              <a:ext cx="8437" cy="6298"/>
            </a:xfrm>
            <a:custGeom>
              <a:avLst/>
              <a:gdLst>
                <a:gd name="csX0" fmla="*/ 0 w 8437"/>
                <a:gd name="csY0" fmla="*/ 4098 h 6298"/>
                <a:gd name="csX1" fmla="*/ 8438 w 8437"/>
                <a:gd name="csY1" fmla="*/ 0 h 6298"/>
                <a:gd name="csX2" fmla="*/ 2347 w 8437"/>
                <a:gd name="csY2" fmla="*/ 6277 h 6298"/>
                <a:gd name="csX3" fmla="*/ 0 w 8437"/>
                <a:gd name="csY3" fmla="*/ 4098 h 6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37" h="6298">
                  <a:moveTo>
                    <a:pt x="0" y="4098"/>
                  </a:moveTo>
                  <a:cubicBezTo>
                    <a:pt x="2608" y="2496"/>
                    <a:pt x="5048" y="559"/>
                    <a:pt x="8438" y="0"/>
                  </a:cubicBezTo>
                  <a:cubicBezTo>
                    <a:pt x="7358" y="3297"/>
                    <a:pt x="3967" y="3930"/>
                    <a:pt x="2347" y="6277"/>
                  </a:cubicBezTo>
                  <a:cubicBezTo>
                    <a:pt x="726" y="6445"/>
                    <a:pt x="37" y="5625"/>
                    <a:pt x="0" y="4098"/>
                  </a:cubicBezTo>
                  <a:close/>
                </a:path>
              </a:pathLst>
            </a:custGeom>
            <a:solidFill>
              <a:srgbClr val="59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D2F9DDE1-3F71-EBE8-1AAF-C6F813CD1B87}"/>
                </a:ext>
              </a:extLst>
            </p:cNvPr>
            <p:cNvSpPr/>
            <p:nvPr/>
          </p:nvSpPr>
          <p:spPr>
            <a:xfrm>
              <a:off x="1859188" y="4963635"/>
              <a:ext cx="9592" cy="4611"/>
            </a:xfrm>
            <a:custGeom>
              <a:avLst/>
              <a:gdLst>
                <a:gd name="csX0" fmla="*/ 0 w 9592"/>
                <a:gd name="csY0" fmla="*/ 3614 h 4611"/>
                <a:gd name="csX1" fmla="*/ 1118 w 9592"/>
                <a:gd name="csY1" fmla="*/ 2552 h 4611"/>
                <a:gd name="csX2" fmla="*/ 7842 w 9592"/>
                <a:gd name="csY2" fmla="*/ 0 h 4611"/>
                <a:gd name="csX3" fmla="*/ 9593 w 9592"/>
                <a:gd name="csY3" fmla="*/ 1062 h 4611"/>
                <a:gd name="csX4" fmla="*/ 0 w 9592"/>
                <a:gd name="csY4" fmla="*/ 3614 h 4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92" h="4611">
                  <a:moveTo>
                    <a:pt x="0" y="3614"/>
                  </a:moveTo>
                  <a:cubicBezTo>
                    <a:pt x="373" y="3260"/>
                    <a:pt x="745" y="2906"/>
                    <a:pt x="1118" y="2552"/>
                  </a:cubicBezTo>
                  <a:cubicBezTo>
                    <a:pt x="3725" y="2664"/>
                    <a:pt x="5774" y="1341"/>
                    <a:pt x="7842" y="0"/>
                  </a:cubicBezTo>
                  <a:cubicBezTo>
                    <a:pt x="8419" y="354"/>
                    <a:pt x="9015" y="708"/>
                    <a:pt x="9593" y="1062"/>
                  </a:cubicBezTo>
                  <a:cubicBezTo>
                    <a:pt x="6706" y="3129"/>
                    <a:pt x="4117" y="6221"/>
                    <a:pt x="0" y="3614"/>
                  </a:cubicBezTo>
                  <a:close/>
                </a:path>
              </a:pathLst>
            </a:custGeom>
            <a:solidFill>
              <a:srgbClr val="5672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FB08A288-8D7F-76C3-F1C0-553429870145}"/>
                </a:ext>
              </a:extLst>
            </p:cNvPr>
            <p:cNvSpPr/>
            <p:nvPr/>
          </p:nvSpPr>
          <p:spPr>
            <a:xfrm>
              <a:off x="1661430" y="5017946"/>
              <a:ext cx="95479" cy="63612"/>
            </a:xfrm>
            <a:custGeom>
              <a:avLst/>
              <a:gdLst>
                <a:gd name="csX0" fmla="*/ 85811 w 95479"/>
                <a:gd name="csY0" fmla="*/ 54562 h 63612"/>
                <a:gd name="csX1" fmla="*/ 84880 w 95479"/>
                <a:gd name="csY1" fmla="*/ 61081 h 63612"/>
                <a:gd name="csX2" fmla="*/ 60479 w 95479"/>
                <a:gd name="csY2" fmla="*/ 62999 h 63612"/>
                <a:gd name="csX3" fmla="*/ 37755 w 95479"/>
                <a:gd name="csY3" fmla="*/ 57113 h 63612"/>
                <a:gd name="csX4" fmla="*/ 1861 w 95479"/>
                <a:gd name="csY4" fmla="*/ 27236 h 63612"/>
                <a:gd name="csX5" fmla="*/ 18532 w 95479"/>
                <a:gd name="csY5" fmla="*/ 41 h 63612"/>
                <a:gd name="csX6" fmla="*/ 56120 w 95479"/>
                <a:gd name="csY6" fmla="*/ 15036 h 63612"/>
                <a:gd name="csX7" fmla="*/ 58784 w 95479"/>
                <a:gd name="csY7" fmla="*/ 17066 h 63612"/>
                <a:gd name="csX8" fmla="*/ 59771 w 95479"/>
                <a:gd name="csY8" fmla="*/ 17048 h 63612"/>
                <a:gd name="csX9" fmla="*/ 86854 w 95479"/>
                <a:gd name="csY9" fmla="*/ 31055 h 63612"/>
                <a:gd name="csX10" fmla="*/ 95125 w 95479"/>
                <a:gd name="csY10" fmla="*/ 42920 h 63612"/>
                <a:gd name="csX11" fmla="*/ 88661 w 95479"/>
                <a:gd name="csY11" fmla="*/ 50967 h 63612"/>
                <a:gd name="csX12" fmla="*/ 85849 w 95479"/>
                <a:gd name="csY12" fmla="*/ 50985 h 63612"/>
                <a:gd name="csX13" fmla="*/ 69830 w 95479"/>
                <a:gd name="csY13" fmla="*/ 46198 h 63612"/>
                <a:gd name="csX14" fmla="*/ 68135 w 95479"/>
                <a:gd name="csY14" fmla="*/ 39437 h 63612"/>
                <a:gd name="csX15" fmla="*/ 30080 w 95479"/>
                <a:gd name="csY15" fmla="*/ 17457 h 63612"/>
                <a:gd name="csX16" fmla="*/ 26169 w 95479"/>
                <a:gd name="csY16" fmla="*/ 20456 h 63612"/>
                <a:gd name="csX17" fmla="*/ 20674 w 95479"/>
                <a:gd name="csY17" fmla="*/ 18649 h 63612"/>
                <a:gd name="csX18" fmla="*/ 21475 w 95479"/>
                <a:gd name="csY18" fmla="*/ 21965 h 63612"/>
                <a:gd name="csX19" fmla="*/ 21885 w 95479"/>
                <a:gd name="csY19" fmla="*/ 28391 h 63612"/>
                <a:gd name="csX20" fmla="*/ 51836 w 95479"/>
                <a:gd name="csY20" fmla="*/ 46012 h 63612"/>
                <a:gd name="csX21" fmla="*/ 58933 w 95479"/>
                <a:gd name="csY21" fmla="*/ 43702 h 63612"/>
                <a:gd name="csX22" fmla="*/ 63236 w 95479"/>
                <a:gd name="csY22" fmla="*/ 44280 h 63612"/>
                <a:gd name="csX23" fmla="*/ 85811 w 95479"/>
                <a:gd name="csY23" fmla="*/ 54562 h 6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5479" h="63612">
                  <a:moveTo>
                    <a:pt x="85811" y="54562"/>
                  </a:moveTo>
                  <a:cubicBezTo>
                    <a:pt x="89350" y="57281"/>
                    <a:pt x="88661" y="59442"/>
                    <a:pt x="84880" y="61081"/>
                  </a:cubicBezTo>
                  <a:cubicBezTo>
                    <a:pt x="76982" y="64508"/>
                    <a:pt x="68693" y="63689"/>
                    <a:pt x="60479" y="62999"/>
                  </a:cubicBezTo>
                  <a:cubicBezTo>
                    <a:pt x="52600" y="62329"/>
                    <a:pt x="44721" y="60392"/>
                    <a:pt x="37755" y="57113"/>
                  </a:cubicBezTo>
                  <a:cubicBezTo>
                    <a:pt x="23375" y="50333"/>
                    <a:pt x="9479" y="42324"/>
                    <a:pt x="1861" y="27236"/>
                  </a:cubicBezTo>
                  <a:cubicBezTo>
                    <a:pt x="-4155" y="15315"/>
                    <a:pt x="5214" y="600"/>
                    <a:pt x="18532" y="41"/>
                  </a:cubicBezTo>
                  <a:cubicBezTo>
                    <a:pt x="33433" y="-573"/>
                    <a:pt x="45317" y="5704"/>
                    <a:pt x="56120" y="15036"/>
                  </a:cubicBezTo>
                  <a:cubicBezTo>
                    <a:pt x="56959" y="15762"/>
                    <a:pt x="57890" y="16377"/>
                    <a:pt x="58784" y="17066"/>
                  </a:cubicBezTo>
                  <a:cubicBezTo>
                    <a:pt x="59101" y="16563"/>
                    <a:pt x="59436" y="16526"/>
                    <a:pt x="59771" y="17048"/>
                  </a:cubicBezTo>
                  <a:cubicBezTo>
                    <a:pt x="69550" y="20270"/>
                    <a:pt x="78491" y="25150"/>
                    <a:pt x="86854" y="31055"/>
                  </a:cubicBezTo>
                  <a:cubicBezTo>
                    <a:pt x="90971" y="33961"/>
                    <a:pt x="94324" y="37407"/>
                    <a:pt x="95125" y="42920"/>
                  </a:cubicBezTo>
                  <a:cubicBezTo>
                    <a:pt x="96112" y="49663"/>
                    <a:pt x="95367" y="50911"/>
                    <a:pt x="88661" y="50967"/>
                  </a:cubicBezTo>
                  <a:cubicBezTo>
                    <a:pt x="87730" y="50967"/>
                    <a:pt x="86799" y="50985"/>
                    <a:pt x="85849" y="50985"/>
                  </a:cubicBezTo>
                  <a:cubicBezTo>
                    <a:pt x="79441" y="52941"/>
                    <a:pt x="74728" y="49234"/>
                    <a:pt x="69830" y="46198"/>
                  </a:cubicBezTo>
                  <a:cubicBezTo>
                    <a:pt x="70724" y="43591"/>
                    <a:pt x="71096" y="41095"/>
                    <a:pt x="68135" y="39437"/>
                  </a:cubicBezTo>
                  <a:cubicBezTo>
                    <a:pt x="55357" y="32266"/>
                    <a:pt x="44032" y="22617"/>
                    <a:pt x="30080" y="17457"/>
                  </a:cubicBezTo>
                  <a:cubicBezTo>
                    <a:pt x="26951" y="16302"/>
                    <a:pt x="25033" y="16265"/>
                    <a:pt x="26169" y="20456"/>
                  </a:cubicBezTo>
                  <a:cubicBezTo>
                    <a:pt x="23580" y="22207"/>
                    <a:pt x="22350" y="19860"/>
                    <a:pt x="20674" y="18649"/>
                  </a:cubicBezTo>
                  <a:cubicBezTo>
                    <a:pt x="20879" y="19767"/>
                    <a:pt x="22332" y="20605"/>
                    <a:pt x="21475" y="21965"/>
                  </a:cubicBezTo>
                  <a:cubicBezTo>
                    <a:pt x="19240" y="24256"/>
                    <a:pt x="20134" y="26380"/>
                    <a:pt x="21885" y="28391"/>
                  </a:cubicBezTo>
                  <a:cubicBezTo>
                    <a:pt x="29913" y="37593"/>
                    <a:pt x="40101" y="43106"/>
                    <a:pt x="51836" y="46012"/>
                  </a:cubicBezTo>
                  <a:cubicBezTo>
                    <a:pt x="54668" y="46701"/>
                    <a:pt x="56959" y="45695"/>
                    <a:pt x="58933" y="43702"/>
                  </a:cubicBezTo>
                  <a:cubicBezTo>
                    <a:pt x="60460" y="43162"/>
                    <a:pt x="61895" y="43646"/>
                    <a:pt x="63236" y="44280"/>
                  </a:cubicBezTo>
                  <a:cubicBezTo>
                    <a:pt x="70705" y="47819"/>
                    <a:pt x="78677" y="50277"/>
                    <a:pt x="85811" y="54562"/>
                  </a:cubicBezTo>
                  <a:close/>
                </a:path>
              </a:pathLst>
            </a:custGeom>
            <a:solidFill>
              <a:srgbClr val="98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0791D527-44A2-6BEB-6E92-CD9947D415C6}"/>
                </a:ext>
              </a:extLst>
            </p:cNvPr>
            <p:cNvSpPr/>
            <p:nvPr/>
          </p:nvSpPr>
          <p:spPr>
            <a:xfrm>
              <a:off x="1678528" y="5034257"/>
              <a:ext cx="81566" cy="39357"/>
            </a:xfrm>
            <a:custGeom>
              <a:avLst/>
              <a:gdLst>
                <a:gd name="csX0" fmla="*/ 68714 w 81566"/>
                <a:gd name="csY0" fmla="*/ 38251 h 39357"/>
                <a:gd name="csX1" fmla="*/ 45319 w 81566"/>
                <a:gd name="csY1" fmla="*/ 29142 h 39357"/>
                <a:gd name="csX2" fmla="*/ 41612 w 81566"/>
                <a:gd name="csY2" fmla="*/ 28043 h 39357"/>
                <a:gd name="csX3" fmla="*/ 40532 w 81566"/>
                <a:gd name="csY3" fmla="*/ 28267 h 39357"/>
                <a:gd name="csX4" fmla="*/ 5029 w 81566"/>
                <a:gd name="csY4" fmla="*/ 6809 h 39357"/>
                <a:gd name="csX5" fmla="*/ 4452 w 81566"/>
                <a:gd name="csY5" fmla="*/ 5244 h 39357"/>
                <a:gd name="csX6" fmla="*/ 0 w 81566"/>
                <a:gd name="csY6" fmla="*/ 141 h 39357"/>
                <a:gd name="csX7" fmla="*/ 8773 w 81566"/>
                <a:gd name="csY7" fmla="*/ 4555 h 39357"/>
                <a:gd name="csX8" fmla="*/ 26599 w 81566"/>
                <a:gd name="csY8" fmla="*/ 15079 h 39357"/>
                <a:gd name="csX9" fmla="*/ 49715 w 81566"/>
                <a:gd name="csY9" fmla="*/ 26758 h 39357"/>
                <a:gd name="csX10" fmla="*/ 52769 w 81566"/>
                <a:gd name="csY10" fmla="*/ 29086 h 39357"/>
                <a:gd name="csX11" fmla="*/ 68751 w 81566"/>
                <a:gd name="csY11" fmla="*/ 34674 h 39357"/>
                <a:gd name="csX12" fmla="*/ 81566 w 81566"/>
                <a:gd name="csY12" fmla="*/ 38102 h 39357"/>
                <a:gd name="csX13" fmla="*/ 68714 w 81566"/>
                <a:gd name="csY13" fmla="*/ 38251 h 39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1566" h="39357">
                  <a:moveTo>
                    <a:pt x="68714" y="38251"/>
                  </a:moveTo>
                  <a:cubicBezTo>
                    <a:pt x="60313" y="36761"/>
                    <a:pt x="53198" y="31955"/>
                    <a:pt x="45319" y="29142"/>
                  </a:cubicBezTo>
                  <a:cubicBezTo>
                    <a:pt x="44108" y="28714"/>
                    <a:pt x="43046" y="27745"/>
                    <a:pt x="41612" y="28043"/>
                  </a:cubicBezTo>
                  <a:cubicBezTo>
                    <a:pt x="41258" y="28211"/>
                    <a:pt x="40848" y="28397"/>
                    <a:pt x="40532" y="28267"/>
                  </a:cubicBezTo>
                  <a:cubicBezTo>
                    <a:pt x="27530" y="23051"/>
                    <a:pt x="15516" y="16197"/>
                    <a:pt x="5029" y="6809"/>
                  </a:cubicBezTo>
                  <a:cubicBezTo>
                    <a:pt x="4619" y="6436"/>
                    <a:pt x="4526" y="5822"/>
                    <a:pt x="4452" y="5244"/>
                  </a:cubicBezTo>
                  <a:cubicBezTo>
                    <a:pt x="3763" y="2972"/>
                    <a:pt x="466" y="3084"/>
                    <a:pt x="0" y="141"/>
                  </a:cubicBezTo>
                  <a:cubicBezTo>
                    <a:pt x="4266" y="-865"/>
                    <a:pt x="5588" y="3829"/>
                    <a:pt x="8773" y="4555"/>
                  </a:cubicBezTo>
                  <a:cubicBezTo>
                    <a:pt x="15460" y="6790"/>
                    <a:pt x="20489" y="11801"/>
                    <a:pt x="26599" y="15079"/>
                  </a:cubicBezTo>
                  <a:cubicBezTo>
                    <a:pt x="34217" y="19158"/>
                    <a:pt x="41817" y="23238"/>
                    <a:pt x="49715" y="26758"/>
                  </a:cubicBezTo>
                  <a:cubicBezTo>
                    <a:pt x="50925" y="27298"/>
                    <a:pt x="52155" y="27783"/>
                    <a:pt x="52769" y="29086"/>
                  </a:cubicBezTo>
                  <a:cubicBezTo>
                    <a:pt x="57780" y="31825"/>
                    <a:pt x="63089" y="33780"/>
                    <a:pt x="68751" y="34674"/>
                  </a:cubicBezTo>
                  <a:cubicBezTo>
                    <a:pt x="72439" y="36910"/>
                    <a:pt x="77152" y="35550"/>
                    <a:pt x="81566" y="38102"/>
                  </a:cubicBezTo>
                  <a:cubicBezTo>
                    <a:pt x="76798" y="40952"/>
                    <a:pt x="72719" y="38027"/>
                    <a:pt x="68714" y="38251"/>
                  </a:cubicBezTo>
                  <a:close/>
                </a:path>
              </a:pathLst>
            </a:custGeom>
            <a:solidFill>
              <a:srgbClr val="4A5F2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77DCCD4-DA9C-68D2-91FB-E31EA20DC68F}"/>
                </a:ext>
              </a:extLst>
            </p:cNvPr>
            <p:cNvSpPr/>
            <p:nvPr/>
          </p:nvSpPr>
          <p:spPr>
            <a:xfrm>
              <a:off x="1720215" y="5015287"/>
              <a:ext cx="7785" cy="19725"/>
            </a:xfrm>
            <a:custGeom>
              <a:avLst/>
              <a:gdLst>
                <a:gd name="csX0" fmla="*/ 969 w 7785"/>
                <a:gd name="csY0" fmla="*/ 19707 h 19725"/>
                <a:gd name="csX1" fmla="*/ 484 w 7785"/>
                <a:gd name="csY1" fmla="*/ 19726 h 19725"/>
                <a:gd name="csX2" fmla="*/ 0 w 7785"/>
                <a:gd name="csY2" fmla="*/ 19726 h 19725"/>
                <a:gd name="csX3" fmla="*/ 7786 w 7785"/>
                <a:gd name="csY3" fmla="*/ 0 h 19725"/>
                <a:gd name="csX4" fmla="*/ 969 w 7785"/>
                <a:gd name="csY4" fmla="*/ 19707 h 1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85" h="19725">
                  <a:moveTo>
                    <a:pt x="969" y="19707"/>
                  </a:moveTo>
                  <a:lnTo>
                    <a:pt x="484" y="19726"/>
                  </a:lnTo>
                  <a:cubicBezTo>
                    <a:pt x="484" y="19726"/>
                    <a:pt x="0" y="19726"/>
                    <a:pt x="0" y="19726"/>
                  </a:cubicBezTo>
                  <a:cubicBezTo>
                    <a:pt x="540" y="12349"/>
                    <a:pt x="4955" y="6501"/>
                    <a:pt x="7786" y="0"/>
                  </a:cubicBezTo>
                  <a:cubicBezTo>
                    <a:pt x="7022" y="7097"/>
                    <a:pt x="4005" y="13411"/>
                    <a:pt x="969" y="19707"/>
                  </a:cubicBezTo>
                  <a:close/>
                </a:path>
              </a:pathLst>
            </a:custGeom>
            <a:solidFill>
              <a:srgbClr val="58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481806C0-813B-94C9-1159-2DEFEE15634D}"/>
                </a:ext>
              </a:extLst>
            </p:cNvPr>
            <p:cNvSpPr/>
            <p:nvPr/>
          </p:nvSpPr>
          <p:spPr>
            <a:xfrm>
              <a:off x="1685486" y="5082362"/>
              <a:ext cx="3845" cy="12312"/>
            </a:xfrm>
            <a:custGeom>
              <a:avLst/>
              <a:gdLst>
                <a:gd name="csX0" fmla="*/ 3846 w 3845"/>
                <a:gd name="csY0" fmla="*/ 0 h 12312"/>
                <a:gd name="csX1" fmla="*/ 381 w 3845"/>
                <a:gd name="csY1" fmla="*/ 12312 h 12312"/>
                <a:gd name="csX2" fmla="*/ 3846 w 3845"/>
                <a:gd name="csY2" fmla="*/ 0 h 1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45" h="12312">
                  <a:moveTo>
                    <a:pt x="3846" y="0"/>
                  </a:moveTo>
                  <a:cubicBezTo>
                    <a:pt x="3082" y="4340"/>
                    <a:pt x="3026" y="7805"/>
                    <a:pt x="381" y="12312"/>
                  </a:cubicBezTo>
                  <a:cubicBezTo>
                    <a:pt x="-680" y="6966"/>
                    <a:pt x="475" y="3744"/>
                    <a:pt x="3846" y="0"/>
                  </a:cubicBezTo>
                  <a:close/>
                </a:path>
              </a:pathLst>
            </a:custGeom>
            <a:solidFill>
              <a:srgbClr val="5274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AFB21384-505A-417D-155D-A311E5AA7375}"/>
                </a:ext>
              </a:extLst>
            </p:cNvPr>
            <p:cNvSpPr/>
            <p:nvPr/>
          </p:nvSpPr>
          <p:spPr>
            <a:xfrm>
              <a:off x="2024976" y="5143364"/>
              <a:ext cx="317636" cy="110940"/>
            </a:xfrm>
            <a:custGeom>
              <a:avLst/>
              <a:gdLst>
                <a:gd name="csX0" fmla="*/ 51063 w 317636"/>
                <a:gd name="csY0" fmla="*/ 37 h 110940"/>
                <a:gd name="csX1" fmla="*/ 123279 w 317636"/>
                <a:gd name="csY1" fmla="*/ 6575 h 110940"/>
                <a:gd name="csX2" fmla="*/ 162358 w 317636"/>
                <a:gd name="csY2" fmla="*/ 16316 h 110940"/>
                <a:gd name="csX3" fmla="*/ 209036 w 317636"/>
                <a:gd name="csY3" fmla="*/ 30212 h 110940"/>
                <a:gd name="csX4" fmla="*/ 249288 w 317636"/>
                <a:gd name="csY4" fmla="*/ 48634 h 110940"/>
                <a:gd name="csX5" fmla="*/ 273093 w 317636"/>
                <a:gd name="csY5" fmla="*/ 64559 h 110940"/>
                <a:gd name="csX6" fmla="*/ 301704 w 317636"/>
                <a:gd name="csY6" fmla="*/ 77263 h 110940"/>
                <a:gd name="csX7" fmla="*/ 313644 w 317636"/>
                <a:gd name="csY7" fmla="*/ 81901 h 110940"/>
                <a:gd name="csX8" fmla="*/ 315283 w 317636"/>
                <a:gd name="csY8" fmla="*/ 83354 h 110940"/>
                <a:gd name="csX9" fmla="*/ 314314 w 317636"/>
                <a:gd name="csY9" fmla="*/ 109040 h 110940"/>
                <a:gd name="csX10" fmla="*/ 308763 w 317636"/>
                <a:gd name="csY10" fmla="*/ 110940 h 110940"/>
                <a:gd name="csX11" fmla="*/ 271361 w 317636"/>
                <a:gd name="csY11" fmla="*/ 107587 h 110940"/>
                <a:gd name="csX12" fmla="*/ 223602 w 317636"/>
                <a:gd name="csY12" fmla="*/ 98367 h 110940"/>
                <a:gd name="csX13" fmla="*/ 196482 w 317636"/>
                <a:gd name="csY13" fmla="*/ 92406 h 110940"/>
                <a:gd name="csX14" fmla="*/ 178675 w 317636"/>
                <a:gd name="csY14" fmla="*/ 85906 h 110940"/>
                <a:gd name="csX15" fmla="*/ 157366 w 317636"/>
                <a:gd name="csY15" fmla="*/ 81621 h 110940"/>
                <a:gd name="csX16" fmla="*/ 149077 w 317636"/>
                <a:gd name="csY16" fmla="*/ 77859 h 110940"/>
                <a:gd name="csX17" fmla="*/ 136597 w 317636"/>
                <a:gd name="csY17" fmla="*/ 73854 h 110940"/>
                <a:gd name="csX18" fmla="*/ 114413 w 317636"/>
                <a:gd name="csY18" fmla="*/ 68210 h 110940"/>
                <a:gd name="csX19" fmla="*/ 104541 w 317636"/>
                <a:gd name="csY19" fmla="*/ 67186 h 110940"/>
                <a:gd name="csX20" fmla="*/ 81164 w 317636"/>
                <a:gd name="csY20" fmla="*/ 63330 h 110940"/>
                <a:gd name="csX21" fmla="*/ 23906 w 317636"/>
                <a:gd name="csY21" fmla="*/ 51912 h 110940"/>
                <a:gd name="csX22" fmla="*/ 7160 w 317636"/>
                <a:gd name="csY22" fmla="*/ 45355 h 110940"/>
                <a:gd name="csX23" fmla="*/ 809 w 317636"/>
                <a:gd name="csY23" fmla="*/ 28889 h 110940"/>
                <a:gd name="csX24" fmla="*/ 29531 w 317636"/>
                <a:gd name="csY24" fmla="*/ 3334 h 110940"/>
                <a:gd name="csX25" fmla="*/ 51063 w 317636"/>
                <a:gd name="csY25" fmla="*/ 37 h 11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17636" h="110940">
                  <a:moveTo>
                    <a:pt x="51063" y="37"/>
                  </a:moveTo>
                  <a:cubicBezTo>
                    <a:pt x="77513" y="558"/>
                    <a:pt x="100517" y="1769"/>
                    <a:pt x="123279" y="6575"/>
                  </a:cubicBezTo>
                  <a:cubicBezTo>
                    <a:pt x="136448" y="9369"/>
                    <a:pt x="149319" y="13262"/>
                    <a:pt x="162358" y="16316"/>
                  </a:cubicBezTo>
                  <a:cubicBezTo>
                    <a:pt x="178246" y="20042"/>
                    <a:pt x="193278" y="26207"/>
                    <a:pt x="209036" y="30212"/>
                  </a:cubicBezTo>
                  <a:cubicBezTo>
                    <a:pt x="223435" y="33863"/>
                    <a:pt x="236809" y="40457"/>
                    <a:pt x="249288" y="48634"/>
                  </a:cubicBezTo>
                  <a:cubicBezTo>
                    <a:pt x="257279" y="53868"/>
                    <a:pt x="265307" y="59027"/>
                    <a:pt x="273093" y="64559"/>
                  </a:cubicBezTo>
                  <a:cubicBezTo>
                    <a:pt x="281792" y="70762"/>
                    <a:pt x="291720" y="74152"/>
                    <a:pt x="301704" y="77263"/>
                  </a:cubicBezTo>
                  <a:cubicBezTo>
                    <a:pt x="305820" y="78548"/>
                    <a:pt x="309341" y="81174"/>
                    <a:pt x="313644" y="81901"/>
                  </a:cubicBezTo>
                  <a:cubicBezTo>
                    <a:pt x="314258" y="82013"/>
                    <a:pt x="314836" y="82776"/>
                    <a:pt x="315283" y="83354"/>
                  </a:cubicBezTo>
                  <a:cubicBezTo>
                    <a:pt x="318915" y="88085"/>
                    <a:pt x="318151" y="104197"/>
                    <a:pt x="314314" y="109040"/>
                  </a:cubicBezTo>
                  <a:cubicBezTo>
                    <a:pt x="312731" y="111052"/>
                    <a:pt x="310812" y="110940"/>
                    <a:pt x="308763" y="110940"/>
                  </a:cubicBezTo>
                  <a:cubicBezTo>
                    <a:pt x="296190" y="110940"/>
                    <a:pt x="283692" y="110269"/>
                    <a:pt x="271361" y="107587"/>
                  </a:cubicBezTo>
                  <a:cubicBezTo>
                    <a:pt x="255510" y="104122"/>
                    <a:pt x="239044" y="103470"/>
                    <a:pt x="223602" y="98367"/>
                  </a:cubicBezTo>
                  <a:cubicBezTo>
                    <a:pt x="214643" y="95386"/>
                    <a:pt x="205497" y="94437"/>
                    <a:pt x="196482" y="92406"/>
                  </a:cubicBezTo>
                  <a:cubicBezTo>
                    <a:pt x="190521" y="91065"/>
                    <a:pt x="184468" y="88476"/>
                    <a:pt x="178675" y="85906"/>
                  </a:cubicBezTo>
                  <a:cubicBezTo>
                    <a:pt x="171895" y="82888"/>
                    <a:pt x="164630" y="82106"/>
                    <a:pt x="157366" y="81621"/>
                  </a:cubicBezTo>
                  <a:cubicBezTo>
                    <a:pt x="154013" y="81398"/>
                    <a:pt x="151480" y="80634"/>
                    <a:pt x="149077" y="77859"/>
                  </a:cubicBezTo>
                  <a:cubicBezTo>
                    <a:pt x="145966" y="74264"/>
                    <a:pt x="140769" y="75233"/>
                    <a:pt x="136597" y="73854"/>
                  </a:cubicBezTo>
                  <a:cubicBezTo>
                    <a:pt x="129351" y="71470"/>
                    <a:pt x="121435" y="71712"/>
                    <a:pt x="114413" y="68210"/>
                  </a:cubicBezTo>
                  <a:cubicBezTo>
                    <a:pt x="111358" y="66683"/>
                    <a:pt x="107800" y="67484"/>
                    <a:pt x="104541" y="67186"/>
                  </a:cubicBezTo>
                  <a:cubicBezTo>
                    <a:pt x="96624" y="66441"/>
                    <a:pt x="88727" y="65360"/>
                    <a:pt x="81164" y="63330"/>
                  </a:cubicBezTo>
                  <a:cubicBezTo>
                    <a:pt x="62295" y="58264"/>
                    <a:pt x="42663" y="57239"/>
                    <a:pt x="23906" y="51912"/>
                  </a:cubicBezTo>
                  <a:cubicBezTo>
                    <a:pt x="18150" y="50273"/>
                    <a:pt x="12562" y="47926"/>
                    <a:pt x="7160" y="45355"/>
                  </a:cubicBezTo>
                  <a:cubicBezTo>
                    <a:pt x="1479" y="42636"/>
                    <a:pt x="-1557" y="34850"/>
                    <a:pt x="809" y="28889"/>
                  </a:cubicBezTo>
                  <a:cubicBezTo>
                    <a:pt x="6061" y="15646"/>
                    <a:pt x="14350" y="6128"/>
                    <a:pt x="29531" y="3334"/>
                  </a:cubicBezTo>
                  <a:cubicBezTo>
                    <a:pt x="37801" y="1732"/>
                    <a:pt x="45904" y="-299"/>
                    <a:pt x="51063" y="37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6DC86470-B480-BB33-75C2-71A986CFA28A}"/>
                </a:ext>
              </a:extLst>
            </p:cNvPr>
            <p:cNvSpPr/>
            <p:nvPr/>
          </p:nvSpPr>
          <p:spPr>
            <a:xfrm>
              <a:off x="2095393" y="5121417"/>
              <a:ext cx="4417" cy="19375"/>
            </a:xfrm>
            <a:custGeom>
              <a:avLst/>
              <a:gdLst>
                <a:gd name="csX0" fmla="*/ 0 w 4417"/>
                <a:gd name="csY0" fmla="*/ 15408 h 19375"/>
                <a:gd name="csX1" fmla="*/ 1565 w 4417"/>
                <a:gd name="csY1" fmla="*/ 2929 h 19375"/>
                <a:gd name="csX2" fmla="*/ 2142 w 4417"/>
                <a:gd name="csY2" fmla="*/ 79 h 19375"/>
                <a:gd name="csX3" fmla="*/ 4415 w 4417"/>
                <a:gd name="csY3" fmla="*/ 2500 h 19375"/>
                <a:gd name="csX4" fmla="*/ 3520 w 4417"/>
                <a:gd name="csY4" fmla="*/ 14235 h 19375"/>
                <a:gd name="csX5" fmla="*/ 1099 w 4417"/>
                <a:gd name="csY5" fmla="*/ 19376 h 19375"/>
                <a:gd name="csX6" fmla="*/ 0 w 4417"/>
                <a:gd name="csY6" fmla="*/ 15408 h 19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17" h="19375">
                  <a:moveTo>
                    <a:pt x="0" y="15408"/>
                  </a:moveTo>
                  <a:cubicBezTo>
                    <a:pt x="1267" y="11348"/>
                    <a:pt x="2570" y="7269"/>
                    <a:pt x="1565" y="2929"/>
                  </a:cubicBezTo>
                  <a:cubicBezTo>
                    <a:pt x="1304" y="1830"/>
                    <a:pt x="764" y="451"/>
                    <a:pt x="2142" y="79"/>
                  </a:cubicBezTo>
                  <a:cubicBezTo>
                    <a:pt x="3837" y="-368"/>
                    <a:pt x="4470" y="1178"/>
                    <a:pt x="4415" y="2500"/>
                  </a:cubicBezTo>
                  <a:cubicBezTo>
                    <a:pt x="4228" y="6412"/>
                    <a:pt x="3837" y="10323"/>
                    <a:pt x="3520" y="14235"/>
                  </a:cubicBezTo>
                  <a:cubicBezTo>
                    <a:pt x="3204" y="16154"/>
                    <a:pt x="2999" y="18146"/>
                    <a:pt x="1099" y="19376"/>
                  </a:cubicBezTo>
                  <a:cubicBezTo>
                    <a:pt x="-559" y="18333"/>
                    <a:pt x="317" y="16712"/>
                    <a:pt x="0" y="15408"/>
                  </a:cubicBezTo>
                  <a:close/>
                </a:path>
              </a:pathLst>
            </a:custGeom>
            <a:solidFill>
              <a:srgbClr val="53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8EA56C01-2488-4934-E1D1-9A4A5BB88B91}"/>
                </a:ext>
              </a:extLst>
            </p:cNvPr>
            <p:cNvSpPr/>
            <p:nvPr/>
          </p:nvSpPr>
          <p:spPr>
            <a:xfrm>
              <a:off x="2236620" y="5241141"/>
              <a:ext cx="5259" cy="10692"/>
            </a:xfrm>
            <a:custGeom>
              <a:avLst/>
              <a:gdLst>
                <a:gd name="csX0" fmla="*/ 5234 w 5259"/>
                <a:gd name="csY0" fmla="*/ 9214 h 10692"/>
                <a:gd name="csX1" fmla="*/ 3949 w 5259"/>
                <a:gd name="csY1" fmla="*/ 10574 h 10692"/>
                <a:gd name="csX2" fmla="*/ 75 w 5259"/>
                <a:gd name="csY2" fmla="*/ 1856 h 10692"/>
                <a:gd name="csX3" fmla="*/ 1528 w 5259"/>
                <a:gd name="csY3" fmla="*/ 68 h 10692"/>
                <a:gd name="csX4" fmla="*/ 5234 w 5259"/>
                <a:gd name="csY4" fmla="*/ 9214 h 10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59" h="10692">
                  <a:moveTo>
                    <a:pt x="5234" y="9214"/>
                  </a:moveTo>
                  <a:cubicBezTo>
                    <a:pt x="5421" y="9866"/>
                    <a:pt x="4527" y="11077"/>
                    <a:pt x="3949" y="10574"/>
                  </a:cubicBezTo>
                  <a:cubicBezTo>
                    <a:pt x="1379" y="8357"/>
                    <a:pt x="1081" y="4893"/>
                    <a:pt x="75" y="1856"/>
                  </a:cubicBezTo>
                  <a:cubicBezTo>
                    <a:pt x="-242" y="925"/>
                    <a:pt x="485" y="-304"/>
                    <a:pt x="1528" y="68"/>
                  </a:cubicBezTo>
                  <a:cubicBezTo>
                    <a:pt x="5793" y="1596"/>
                    <a:pt x="3875" y="5843"/>
                    <a:pt x="5234" y="9214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26D02476-FC77-3E16-5C8E-65E2805645E2}"/>
                </a:ext>
              </a:extLst>
            </p:cNvPr>
            <p:cNvSpPr/>
            <p:nvPr/>
          </p:nvSpPr>
          <p:spPr>
            <a:xfrm>
              <a:off x="2168689" y="5229236"/>
              <a:ext cx="2526" cy="14711"/>
            </a:xfrm>
            <a:custGeom>
              <a:avLst/>
              <a:gdLst>
                <a:gd name="csX0" fmla="*/ 2272 w 2526"/>
                <a:gd name="csY0" fmla="*/ 14711 h 14711"/>
                <a:gd name="csX1" fmla="*/ 205 w 2526"/>
                <a:gd name="csY1" fmla="*/ 9160 h 14711"/>
                <a:gd name="csX2" fmla="*/ 0 w 2526"/>
                <a:gd name="csY2" fmla="*/ 2399 h 14711"/>
                <a:gd name="csX3" fmla="*/ 1211 w 2526"/>
                <a:gd name="csY3" fmla="*/ 71 h 14711"/>
                <a:gd name="csX4" fmla="*/ 2515 w 2526"/>
                <a:gd name="csY4" fmla="*/ 1822 h 14711"/>
                <a:gd name="csX5" fmla="*/ 2272 w 2526"/>
                <a:gd name="csY5" fmla="*/ 14711 h 14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26" h="14711">
                  <a:moveTo>
                    <a:pt x="2272" y="14711"/>
                  </a:moveTo>
                  <a:cubicBezTo>
                    <a:pt x="-1248" y="13947"/>
                    <a:pt x="484" y="11098"/>
                    <a:pt x="205" y="9160"/>
                  </a:cubicBezTo>
                  <a:cubicBezTo>
                    <a:pt x="-112" y="6944"/>
                    <a:pt x="56" y="4653"/>
                    <a:pt x="0" y="2399"/>
                  </a:cubicBezTo>
                  <a:cubicBezTo>
                    <a:pt x="168" y="1505"/>
                    <a:pt x="130" y="350"/>
                    <a:pt x="1211" y="71"/>
                  </a:cubicBezTo>
                  <a:cubicBezTo>
                    <a:pt x="2738" y="-320"/>
                    <a:pt x="2515" y="1002"/>
                    <a:pt x="2515" y="1822"/>
                  </a:cubicBezTo>
                  <a:cubicBezTo>
                    <a:pt x="2459" y="6124"/>
                    <a:pt x="2347" y="10408"/>
                    <a:pt x="2272" y="14711"/>
                  </a:cubicBezTo>
                  <a:close/>
                </a:path>
              </a:pathLst>
            </a:custGeom>
            <a:solidFill>
              <a:srgbClr val="5F873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FD3F9701-0F01-7190-2B8E-8D2A516CE7EC}"/>
                </a:ext>
              </a:extLst>
            </p:cNvPr>
            <p:cNvSpPr/>
            <p:nvPr/>
          </p:nvSpPr>
          <p:spPr>
            <a:xfrm>
              <a:off x="2094630" y="5208031"/>
              <a:ext cx="4283" cy="13304"/>
            </a:xfrm>
            <a:custGeom>
              <a:avLst/>
              <a:gdLst>
                <a:gd name="csX0" fmla="*/ 4283 w 4283"/>
                <a:gd name="csY0" fmla="*/ 5518 h 13304"/>
                <a:gd name="csX1" fmla="*/ 4283 w 4283"/>
                <a:gd name="csY1" fmla="*/ 13304 h 13304"/>
                <a:gd name="csX2" fmla="*/ 1918 w 4283"/>
                <a:gd name="csY2" fmla="*/ 8815 h 13304"/>
                <a:gd name="csX3" fmla="*/ 688 w 4283"/>
                <a:gd name="csY3" fmla="*/ 2929 h 13304"/>
                <a:gd name="csX4" fmla="*/ 819 w 4283"/>
                <a:gd name="csY4" fmla="*/ 154 h 13304"/>
                <a:gd name="csX5" fmla="*/ 3091 w 4283"/>
                <a:gd name="csY5" fmla="*/ 1849 h 13304"/>
                <a:gd name="csX6" fmla="*/ 4283 w 4283"/>
                <a:gd name="csY6" fmla="*/ 5518 h 13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283" h="13304">
                  <a:moveTo>
                    <a:pt x="4283" y="5518"/>
                  </a:moveTo>
                  <a:cubicBezTo>
                    <a:pt x="4283" y="7735"/>
                    <a:pt x="4283" y="9970"/>
                    <a:pt x="4283" y="13304"/>
                  </a:cubicBezTo>
                  <a:cubicBezTo>
                    <a:pt x="3147" y="11144"/>
                    <a:pt x="2532" y="9970"/>
                    <a:pt x="1918" y="8815"/>
                  </a:cubicBezTo>
                  <a:cubicBezTo>
                    <a:pt x="1936" y="6766"/>
                    <a:pt x="1601" y="4810"/>
                    <a:pt x="688" y="2929"/>
                  </a:cubicBezTo>
                  <a:cubicBezTo>
                    <a:pt x="241" y="2016"/>
                    <a:pt x="-671" y="806"/>
                    <a:pt x="819" y="154"/>
                  </a:cubicBezTo>
                  <a:cubicBezTo>
                    <a:pt x="2160" y="-424"/>
                    <a:pt x="2719" y="731"/>
                    <a:pt x="3091" y="1849"/>
                  </a:cubicBezTo>
                  <a:cubicBezTo>
                    <a:pt x="3482" y="3078"/>
                    <a:pt x="3874" y="4308"/>
                    <a:pt x="4283" y="5518"/>
                  </a:cubicBezTo>
                  <a:close/>
                </a:path>
              </a:pathLst>
            </a:custGeom>
            <a:solidFill>
              <a:srgbClr val="5273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2D195FC4-652F-7DAE-219B-00C4192FB3A6}"/>
                </a:ext>
              </a:extLst>
            </p:cNvPr>
            <p:cNvSpPr/>
            <p:nvPr/>
          </p:nvSpPr>
          <p:spPr>
            <a:xfrm>
              <a:off x="2243446" y="5154914"/>
              <a:ext cx="4508" cy="13577"/>
            </a:xfrm>
            <a:custGeom>
              <a:avLst/>
              <a:gdLst>
                <a:gd name="csX0" fmla="*/ 1109 w 4508"/>
                <a:gd name="csY0" fmla="*/ 13577 h 13577"/>
                <a:gd name="csX1" fmla="*/ 848 w 4508"/>
                <a:gd name="csY1" fmla="*/ 7915 h 13577"/>
                <a:gd name="csX2" fmla="*/ 1500 w 4508"/>
                <a:gd name="csY2" fmla="*/ 2606 h 13577"/>
                <a:gd name="csX3" fmla="*/ 2077 w 4508"/>
                <a:gd name="csY3" fmla="*/ 36 h 13577"/>
                <a:gd name="csX4" fmla="*/ 4499 w 4508"/>
                <a:gd name="csY4" fmla="*/ 2364 h 13577"/>
                <a:gd name="csX5" fmla="*/ 1165 w 4508"/>
                <a:gd name="csY5" fmla="*/ 13522 h 13577"/>
                <a:gd name="csX6" fmla="*/ 1109 w 4508"/>
                <a:gd name="csY6" fmla="*/ 13577 h 13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08" h="13577">
                  <a:moveTo>
                    <a:pt x="1109" y="13577"/>
                  </a:moveTo>
                  <a:cubicBezTo>
                    <a:pt x="-1033" y="11771"/>
                    <a:pt x="531" y="9852"/>
                    <a:pt x="848" y="7915"/>
                  </a:cubicBezTo>
                  <a:cubicBezTo>
                    <a:pt x="1146" y="6145"/>
                    <a:pt x="2860" y="4413"/>
                    <a:pt x="1500" y="2606"/>
                  </a:cubicBezTo>
                  <a:cubicBezTo>
                    <a:pt x="494" y="1265"/>
                    <a:pt x="-139" y="353"/>
                    <a:pt x="2077" y="36"/>
                  </a:cubicBezTo>
                  <a:cubicBezTo>
                    <a:pt x="3716" y="-206"/>
                    <a:pt x="4443" y="800"/>
                    <a:pt x="4499" y="2364"/>
                  </a:cubicBezTo>
                  <a:cubicBezTo>
                    <a:pt x="4666" y="6462"/>
                    <a:pt x="2711" y="9927"/>
                    <a:pt x="1165" y="13522"/>
                  </a:cubicBezTo>
                  <a:cubicBezTo>
                    <a:pt x="1146" y="13522"/>
                    <a:pt x="1109" y="13577"/>
                    <a:pt x="1109" y="13577"/>
                  </a:cubicBezTo>
                  <a:close/>
                </a:path>
              </a:pathLst>
            </a:custGeom>
            <a:solidFill>
              <a:srgbClr val="54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C907FC7B-9F2B-0C1A-C22A-E76EA89109BF}"/>
                </a:ext>
              </a:extLst>
            </p:cNvPr>
            <p:cNvSpPr/>
            <p:nvPr/>
          </p:nvSpPr>
          <p:spPr>
            <a:xfrm>
              <a:off x="2169896" y="5132542"/>
              <a:ext cx="2855" cy="13187"/>
            </a:xfrm>
            <a:custGeom>
              <a:avLst/>
              <a:gdLst>
                <a:gd name="csX0" fmla="*/ 96 w 2855"/>
                <a:gd name="csY0" fmla="*/ 13188 h 13187"/>
                <a:gd name="csX1" fmla="*/ 1698 w 2855"/>
                <a:gd name="csY1" fmla="*/ 0 h 13187"/>
                <a:gd name="csX2" fmla="*/ 78 w 2855"/>
                <a:gd name="csY2" fmla="*/ 13150 h 13187"/>
                <a:gd name="csX3" fmla="*/ 96 w 2855"/>
                <a:gd name="csY3" fmla="*/ 13188 h 1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5" h="13187">
                  <a:moveTo>
                    <a:pt x="96" y="13188"/>
                  </a:moveTo>
                  <a:cubicBezTo>
                    <a:pt x="-314" y="8717"/>
                    <a:pt x="655" y="4433"/>
                    <a:pt x="1698" y="0"/>
                  </a:cubicBezTo>
                  <a:cubicBezTo>
                    <a:pt x="3766" y="2868"/>
                    <a:pt x="2965" y="8773"/>
                    <a:pt x="78" y="13150"/>
                  </a:cubicBezTo>
                  <a:cubicBezTo>
                    <a:pt x="78" y="13150"/>
                    <a:pt x="96" y="13188"/>
                    <a:pt x="96" y="13188"/>
                  </a:cubicBezTo>
                  <a:close/>
                </a:path>
              </a:pathLst>
            </a:custGeom>
            <a:solidFill>
              <a:srgbClr val="4763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7CB5B322-43BB-4C78-0FD0-E399E2AD22C8}"/>
                </a:ext>
              </a:extLst>
            </p:cNvPr>
            <p:cNvSpPr/>
            <p:nvPr/>
          </p:nvSpPr>
          <p:spPr>
            <a:xfrm>
              <a:off x="2004465" y="4840612"/>
              <a:ext cx="112301" cy="139911"/>
            </a:xfrm>
            <a:custGeom>
              <a:avLst/>
              <a:gdLst>
                <a:gd name="csX0" fmla="*/ 5263 w 112301"/>
                <a:gd name="csY0" fmla="*/ 135746 h 139911"/>
                <a:gd name="csX1" fmla="*/ 346 w 112301"/>
                <a:gd name="csY1" fmla="*/ 122502 h 139911"/>
                <a:gd name="csX2" fmla="*/ 14204 w 112301"/>
                <a:gd name="csY2" fmla="*/ 85882 h 139911"/>
                <a:gd name="csX3" fmla="*/ 57194 w 112301"/>
                <a:gd name="csY3" fmla="*/ 29891 h 139911"/>
                <a:gd name="csX4" fmla="*/ 88003 w 112301"/>
                <a:gd name="csY4" fmla="*/ 4596 h 139911"/>
                <a:gd name="csX5" fmla="*/ 102215 w 112301"/>
                <a:gd name="csY5" fmla="*/ 32 h 139911"/>
                <a:gd name="csX6" fmla="*/ 112031 w 112301"/>
                <a:gd name="csY6" fmla="*/ 12922 h 139911"/>
                <a:gd name="csX7" fmla="*/ 106518 w 112301"/>
                <a:gd name="csY7" fmla="*/ 25755 h 139911"/>
                <a:gd name="csX8" fmla="*/ 85339 w 112301"/>
                <a:gd name="csY8" fmla="*/ 50417 h 139911"/>
                <a:gd name="csX9" fmla="*/ 48310 w 112301"/>
                <a:gd name="csY9" fmla="*/ 99070 h 139911"/>
                <a:gd name="csX10" fmla="*/ 24710 w 112301"/>
                <a:gd name="csY10" fmla="*/ 132374 h 139911"/>
                <a:gd name="csX11" fmla="*/ 16085 w 112301"/>
                <a:gd name="csY11" fmla="*/ 138633 h 139911"/>
                <a:gd name="csX12" fmla="*/ 8299 w 112301"/>
                <a:gd name="csY12" fmla="*/ 136603 h 139911"/>
                <a:gd name="csX13" fmla="*/ 9790 w 112301"/>
                <a:gd name="csY13" fmla="*/ 129934 h 139911"/>
                <a:gd name="csX14" fmla="*/ 19345 w 112301"/>
                <a:gd name="csY14" fmla="*/ 112779 h 139911"/>
                <a:gd name="csX15" fmla="*/ 21971 w 112301"/>
                <a:gd name="csY15" fmla="*/ 117715 h 139911"/>
                <a:gd name="csX16" fmla="*/ 35979 w 112301"/>
                <a:gd name="csY16" fmla="*/ 98437 h 139911"/>
                <a:gd name="csX17" fmla="*/ 63975 w 112301"/>
                <a:gd name="csY17" fmla="*/ 59190 h 139911"/>
                <a:gd name="csX18" fmla="*/ 91486 w 112301"/>
                <a:gd name="csY18" fmla="*/ 27152 h 139911"/>
                <a:gd name="csX19" fmla="*/ 91952 w 112301"/>
                <a:gd name="csY19" fmla="*/ 18379 h 139911"/>
                <a:gd name="csX20" fmla="*/ 100818 w 112301"/>
                <a:gd name="csY20" fmla="*/ 10649 h 139911"/>
                <a:gd name="csX21" fmla="*/ 83290 w 112301"/>
                <a:gd name="csY21" fmla="*/ 23762 h 139911"/>
                <a:gd name="csX22" fmla="*/ 39611 w 112301"/>
                <a:gd name="csY22" fmla="*/ 77444 h 139911"/>
                <a:gd name="csX23" fmla="*/ 8542 w 112301"/>
                <a:gd name="csY23" fmla="*/ 132300 h 139911"/>
                <a:gd name="csX24" fmla="*/ 5263 w 112301"/>
                <a:gd name="csY24" fmla="*/ 135746 h 13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2301" h="139911">
                  <a:moveTo>
                    <a:pt x="5263" y="135746"/>
                  </a:moveTo>
                  <a:cubicBezTo>
                    <a:pt x="-1051" y="133101"/>
                    <a:pt x="-138" y="127271"/>
                    <a:pt x="346" y="122502"/>
                  </a:cubicBezTo>
                  <a:cubicBezTo>
                    <a:pt x="1668" y="109147"/>
                    <a:pt x="7648" y="97263"/>
                    <a:pt x="14204" y="85882"/>
                  </a:cubicBezTo>
                  <a:cubicBezTo>
                    <a:pt x="26051" y="65374"/>
                    <a:pt x="39350" y="45816"/>
                    <a:pt x="57194" y="29891"/>
                  </a:cubicBezTo>
                  <a:cubicBezTo>
                    <a:pt x="67104" y="21043"/>
                    <a:pt x="76771" y="11860"/>
                    <a:pt x="88003" y="4596"/>
                  </a:cubicBezTo>
                  <a:cubicBezTo>
                    <a:pt x="92343" y="1783"/>
                    <a:pt x="96888" y="-285"/>
                    <a:pt x="102215" y="32"/>
                  </a:cubicBezTo>
                  <a:cubicBezTo>
                    <a:pt x="109033" y="442"/>
                    <a:pt x="113466" y="6235"/>
                    <a:pt x="112031" y="12922"/>
                  </a:cubicBezTo>
                  <a:cubicBezTo>
                    <a:pt x="111026" y="17560"/>
                    <a:pt x="109014" y="21732"/>
                    <a:pt x="106518" y="25755"/>
                  </a:cubicBezTo>
                  <a:cubicBezTo>
                    <a:pt x="100725" y="35106"/>
                    <a:pt x="92269" y="42110"/>
                    <a:pt x="85339" y="50417"/>
                  </a:cubicBezTo>
                  <a:cubicBezTo>
                    <a:pt x="72282" y="66064"/>
                    <a:pt x="58051" y="80946"/>
                    <a:pt x="48310" y="99070"/>
                  </a:cubicBezTo>
                  <a:cubicBezTo>
                    <a:pt x="41790" y="111196"/>
                    <a:pt x="34470" y="122614"/>
                    <a:pt x="24710" y="132374"/>
                  </a:cubicBezTo>
                  <a:cubicBezTo>
                    <a:pt x="22139" y="134945"/>
                    <a:pt x="19122" y="136752"/>
                    <a:pt x="16085" y="138633"/>
                  </a:cubicBezTo>
                  <a:cubicBezTo>
                    <a:pt x="12677" y="140738"/>
                    <a:pt x="10088" y="140365"/>
                    <a:pt x="8299" y="136603"/>
                  </a:cubicBezTo>
                  <a:cubicBezTo>
                    <a:pt x="6772" y="133939"/>
                    <a:pt x="8914" y="131983"/>
                    <a:pt x="9790" y="129934"/>
                  </a:cubicBezTo>
                  <a:cubicBezTo>
                    <a:pt x="12360" y="123899"/>
                    <a:pt x="14651" y="117659"/>
                    <a:pt x="19345" y="112779"/>
                  </a:cubicBezTo>
                  <a:cubicBezTo>
                    <a:pt x="21450" y="113673"/>
                    <a:pt x="20314" y="116281"/>
                    <a:pt x="21971" y="117715"/>
                  </a:cubicBezTo>
                  <a:cubicBezTo>
                    <a:pt x="28193" y="112388"/>
                    <a:pt x="32645" y="105720"/>
                    <a:pt x="35979" y="98437"/>
                  </a:cubicBezTo>
                  <a:cubicBezTo>
                    <a:pt x="42815" y="83517"/>
                    <a:pt x="53357" y="71447"/>
                    <a:pt x="63975" y="59190"/>
                  </a:cubicBezTo>
                  <a:cubicBezTo>
                    <a:pt x="73195" y="48573"/>
                    <a:pt x="81707" y="37341"/>
                    <a:pt x="91486" y="27152"/>
                  </a:cubicBezTo>
                  <a:cubicBezTo>
                    <a:pt x="93777" y="24768"/>
                    <a:pt x="96888" y="21546"/>
                    <a:pt x="91952" y="18379"/>
                  </a:cubicBezTo>
                  <a:cubicBezTo>
                    <a:pt x="93051" y="13965"/>
                    <a:pt x="97242" y="13164"/>
                    <a:pt x="100818" y="10649"/>
                  </a:cubicBezTo>
                  <a:cubicBezTo>
                    <a:pt x="93759" y="14077"/>
                    <a:pt x="88487" y="18938"/>
                    <a:pt x="83290" y="23762"/>
                  </a:cubicBezTo>
                  <a:cubicBezTo>
                    <a:pt x="66228" y="39595"/>
                    <a:pt x="52445" y="58147"/>
                    <a:pt x="39611" y="77444"/>
                  </a:cubicBezTo>
                  <a:cubicBezTo>
                    <a:pt x="27951" y="94991"/>
                    <a:pt x="17129" y="113021"/>
                    <a:pt x="8542" y="132300"/>
                  </a:cubicBezTo>
                  <a:cubicBezTo>
                    <a:pt x="7871" y="133771"/>
                    <a:pt x="7368" y="135578"/>
                    <a:pt x="5263" y="135746"/>
                  </a:cubicBezTo>
                  <a:close/>
                </a:path>
              </a:pathLst>
            </a:custGeom>
            <a:solidFill>
              <a:srgbClr val="9A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7C5E3961-53D9-CCA9-502D-0AD6D4DF6E92}"/>
                </a:ext>
              </a:extLst>
            </p:cNvPr>
            <p:cNvSpPr/>
            <p:nvPr/>
          </p:nvSpPr>
          <p:spPr>
            <a:xfrm>
              <a:off x="2008414" y="4848746"/>
              <a:ext cx="101396" cy="134465"/>
            </a:xfrm>
            <a:custGeom>
              <a:avLst/>
              <a:gdLst>
                <a:gd name="csX0" fmla="*/ 1315 w 101396"/>
                <a:gd name="csY0" fmla="*/ 127611 h 134465"/>
                <a:gd name="csX1" fmla="*/ 29404 w 101396"/>
                <a:gd name="csY1" fmla="*/ 76276 h 134465"/>
                <a:gd name="csX2" fmla="*/ 85601 w 101396"/>
                <a:gd name="csY2" fmla="*/ 8475 h 134465"/>
                <a:gd name="csX3" fmla="*/ 101396 w 101396"/>
                <a:gd name="csY3" fmla="*/ 0 h 134465"/>
                <a:gd name="csX4" fmla="*/ 88115 w 101396"/>
                <a:gd name="csY4" fmla="*/ 9984 h 134465"/>
                <a:gd name="csX5" fmla="*/ 79510 w 101396"/>
                <a:gd name="csY5" fmla="*/ 18627 h 134465"/>
                <a:gd name="csX6" fmla="*/ 30987 w 101396"/>
                <a:gd name="csY6" fmla="*/ 80579 h 134465"/>
                <a:gd name="csX7" fmla="*/ 15676 w 101396"/>
                <a:gd name="csY7" fmla="*/ 104738 h 134465"/>
                <a:gd name="csX8" fmla="*/ 4333 w 101396"/>
                <a:gd name="csY8" fmla="*/ 128431 h 134465"/>
                <a:gd name="csX9" fmla="*/ 458 w 101396"/>
                <a:gd name="csY9" fmla="*/ 134466 h 134465"/>
                <a:gd name="csX10" fmla="*/ 1315 w 101396"/>
                <a:gd name="csY10" fmla="*/ 127611 h 13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396" h="134465">
                  <a:moveTo>
                    <a:pt x="1315" y="127611"/>
                  </a:moveTo>
                  <a:cubicBezTo>
                    <a:pt x="9921" y="110102"/>
                    <a:pt x="18675" y="92649"/>
                    <a:pt x="29404" y="76276"/>
                  </a:cubicBezTo>
                  <a:cubicBezTo>
                    <a:pt x="45591" y="51577"/>
                    <a:pt x="62522" y="27456"/>
                    <a:pt x="85601" y="8475"/>
                  </a:cubicBezTo>
                  <a:cubicBezTo>
                    <a:pt x="89848" y="4992"/>
                    <a:pt x="94132" y="1378"/>
                    <a:pt x="101396" y="0"/>
                  </a:cubicBezTo>
                  <a:cubicBezTo>
                    <a:pt x="97205" y="5327"/>
                    <a:pt x="91356" y="6016"/>
                    <a:pt x="88115" y="9984"/>
                  </a:cubicBezTo>
                  <a:cubicBezTo>
                    <a:pt x="86607" y="14212"/>
                    <a:pt x="82378" y="15740"/>
                    <a:pt x="79510" y="18627"/>
                  </a:cubicBezTo>
                  <a:cubicBezTo>
                    <a:pt x="60902" y="37402"/>
                    <a:pt x="45106" y="58283"/>
                    <a:pt x="30987" y="80579"/>
                  </a:cubicBezTo>
                  <a:cubicBezTo>
                    <a:pt x="25884" y="88644"/>
                    <a:pt x="22047" y="97492"/>
                    <a:pt x="15676" y="104738"/>
                  </a:cubicBezTo>
                  <a:cubicBezTo>
                    <a:pt x="11224" y="112319"/>
                    <a:pt x="7406" y="120198"/>
                    <a:pt x="4333" y="128431"/>
                  </a:cubicBezTo>
                  <a:cubicBezTo>
                    <a:pt x="3066" y="130405"/>
                    <a:pt x="1799" y="132380"/>
                    <a:pt x="458" y="134466"/>
                  </a:cubicBezTo>
                  <a:cubicBezTo>
                    <a:pt x="-753" y="131858"/>
                    <a:pt x="756" y="129809"/>
                    <a:pt x="1315" y="127611"/>
                  </a:cubicBezTo>
                  <a:close/>
                </a:path>
              </a:pathLst>
            </a:custGeom>
            <a:solidFill>
              <a:srgbClr val="52682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1FFF51BE-F358-A55D-1C55-07D11976A8AE}"/>
                </a:ext>
              </a:extLst>
            </p:cNvPr>
            <p:cNvSpPr/>
            <p:nvPr/>
          </p:nvSpPr>
          <p:spPr>
            <a:xfrm>
              <a:off x="2077389" y="4914495"/>
              <a:ext cx="12471" cy="8422"/>
            </a:xfrm>
            <a:custGeom>
              <a:avLst/>
              <a:gdLst>
                <a:gd name="csX0" fmla="*/ 12471 w 12471"/>
                <a:gd name="csY0" fmla="*/ 8422 h 8422"/>
                <a:gd name="csX1" fmla="*/ 1556 w 12471"/>
                <a:gd name="csY1" fmla="*/ 3244 h 8422"/>
                <a:gd name="csX2" fmla="*/ 234 w 12471"/>
                <a:gd name="csY2" fmla="*/ 618 h 8422"/>
                <a:gd name="csX3" fmla="*/ 2692 w 12471"/>
                <a:gd name="csY3" fmla="*/ 469 h 8422"/>
                <a:gd name="csX4" fmla="*/ 12471 w 12471"/>
                <a:gd name="csY4" fmla="*/ 8422 h 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71" h="8422">
                  <a:moveTo>
                    <a:pt x="12471" y="8422"/>
                  </a:moveTo>
                  <a:cubicBezTo>
                    <a:pt x="8839" y="6709"/>
                    <a:pt x="5188" y="4976"/>
                    <a:pt x="1556" y="3244"/>
                  </a:cubicBezTo>
                  <a:cubicBezTo>
                    <a:pt x="439" y="2723"/>
                    <a:pt x="-437" y="1866"/>
                    <a:pt x="234" y="618"/>
                  </a:cubicBezTo>
                  <a:cubicBezTo>
                    <a:pt x="792" y="-463"/>
                    <a:pt x="1817" y="133"/>
                    <a:pt x="2692" y="469"/>
                  </a:cubicBezTo>
                  <a:cubicBezTo>
                    <a:pt x="6679" y="2015"/>
                    <a:pt x="10404" y="3896"/>
                    <a:pt x="12471" y="8422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2B548638-F3D7-7AFA-F301-5D0F199D0A42}"/>
                </a:ext>
              </a:extLst>
            </p:cNvPr>
            <p:cNvSpPr/>
            <p:nvPr/>
          </p:nvSpPr>
          <p:spPr>
            <a:xfrm>
              <a:off x="2054058" y="4957165"/>
              <a:ext cx="13897" cy="5104"/>
            </a:xfrm>
            <a:custGeom>
              <a:avLst/>
              <a:gdLst>
                <a:gd name="csX0" fmla="*/ 10787 w 13897"/>
                <a:gd name="csY0" fmla="*/ 4533 h 5104"/>
                <a:gd name="csX1" fmla="*/ 2069 w 13897"/>
                <a:gd name="csY1" fmla="*/ 3192 h 5104"/>
                <a:gd name="csX2" fmla="*/ 20 w 13897"/>
                <a:gd name="csY2" fmla="*/ 1106 h 5104"/>
                <a:gd name="csX3" fmla="*/ 2274 w 13897"/>
                <a:gd name="csY3" fmla="*/ 7 h 5104"/>
                <a:gd name="csX4" fmla="*/ 13897 w 13897"/>
                <a:gd name="csY4" fmla="*/ 3378 h 5104"/>
                <a:gd name="csX5" fmla="*/ 10787 w 13897"/>
                <a:gd name="csY5" fmla="*/ 4533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897" h="5104">
                  <a:moveTo>
                    <a:pt x="10787" y="4533"/>
                  </a:moveTo>
                  <a:cubicBezTo>
                    <a:pt x="7974" y="3415"/>
                    <a:pt x="5106" y="2987"/>
                    <a:pt x="2069" y="3192"/>
                  </a:cubicBezTo>
                  <a:cubicBezTo>
                    <a:pt x="952" y="3266"/>
                    <a:pt x="-166" y="2447"/>
                    <a:pt x="20" y="1106"/>
                  </a:cubicBezTo>
                  <a:cubicBezTo>
                    <a:pt x="169" y="-68"/>
                    <a:pt x="1417" y="-12"/>
                    <a:pt x="2274" y="7"/>
                  </a:cubicBezTo>
                  <a:cubicBezTo>
                    <a:pt x="6428" y="100"/>
                    <a:pt x="10321" y="1199"/>
                    <a:pt x="13897" y="3378"/>
                  </a:cubicBezTo>
                  <a:cubicBezTo>
                    <a:pt x="13823" y="6358"/>
                    <a:pt x="11979" y="4589"/>
                    <a:pt x="10787" y="4533"/>
                  </a:cubicBezTo>
                  <a:close/>
                </a:path>
              </a:pathLst>
            </a:custGeom>
            <a:solidFill>
              <a:srgbClr val="4864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3F53B8AE-E743-8212-D2F9-AE3C04985942}"/>
                </a:ext>
              </a:extLst>
            </p:cNvPr>
            <p:cNvSpPr/>
            <p:nvPr/>
          </p:nvSpPr>
          <p:spPr>
            <a:xfrm>
              <a:off x="2064845" y="4960525"/>
              <a:ext cx="6095" cy="4070"/>
            </a:xfrm>
            <a:custGeom>
              <a:avLst/>
              <a:gdLst>
                <a:gd name="csX0" fmla="*/ 0 w 6095"/>
                <a:gd name="csY0" fmla="*/ 1173 h 4070"/>
                <a:gd name="csX1" fmla="*/ 3092 w 6095"/>
                <a:gd name="csY1" fmla="*/ 0 h 4070"/>
                <a:gd name="csX2" fmla="*/ 5756 w 6095"/>
                <a:gd name="csY2" fmla="*/ 3204 h 4070"/>
                <a:gd name="csX3" fmla="*/ 0 w 6095"/>
                <a:gd name="csY3" fmla="*/ 1173 h 4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5" h="4070">
                  <a:moveTo>
                    <a:pt x="0" y="1173"/>
                  </a:moveTo>
                  <a:cubicBezTo>
                    <a:pt x="1099" y="969"/>
                    <a:pt x="2515" y="1602"/>
                    <a:pt x="3092" y="0"/>
                  </a:cubicBezTo>
                  <a:cubicBezTo>
                    <a:pt x="4675" y="577"/>
                    <a:pt x="6966" y="1956"/>
                    <a:pt x="5756" y="3204"/>
                  </a:cubicBezTo>
                  <a:cubicBezTo>
                    <a:pt x="3297" y="5756"/>
                    <a:pt x="1956" y="1937"/>
                    <a:pt x="0" y="1173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EF53E415-E562-0842-8C7A-25685803EE2C}"/>
                </a:ext>
              </a:extLst>
            </p:cNvPr>
            <p:cNvSpPr/>
            <p:nvPr/>
          </p:nvSpPr>
          <p:spPr>
            <a:xfrm>
              <a:off x="1610597" y="5419422"/>
              <a:ext cx="30715" cy="17844"/>
            </a:xfrm>
            <a:custGeom>
              <a:avLst/>
              <a:gdLst>
                <a:gd name="csX0" fmla="*/ 2142 w 30715"/>
                <a:gd name="csY0" fmla="*/ 26 h 17844"/>
                <a:gd name="csX1" fmla="*/ 3316 w 30715"/>
                <a:gd name="csY1" fmla="*/ 994 h 17844"/>
                <a:gd name="csX2" fmla="*/ 16876 w 30715"/>
                <a:gd name="csY2" fmla="*/ 11127 h 17844"/>
                <a:gd name="csX3" fmla="*/ 30715 w 30715"/>
                <a:gd name="csY3" fmla="*/ 17554 h 17844"/>
                <a:gd name="csX4" fmla="*/ 16857 w 30715"/>
                <a:gd name="csY4" fmla="*/ 14610 h 17844"/>
                <a:gd name="csX5" fmla="*/ 7842 w 30715"/>
                <a:gd name="csY5" fmla="*/ 9972 h 17844"/>
                <a:gd name="csX6" fmla="*/ 0 w 30715"/>
                <a:gd name="csY6" fmla="*/ 1907 h 17844"/>
                <a:gd name="csX7" fmla="*/ 2142 w 30715"/>
                <a:gd name="csY7" fmla="*/ 26 h 17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715" h="17844">
                  <a:moveTo>
                    <a:pt x="2142" y="26"/>
                  </a:moveTo>
                  <a:cubicBezTo>
                    <a:pt x="2533" y="343"/>
                    <a:pt x="2924" y="678"/>
                    <a:pt x="3316" y="994"/>
                  </a:cubicBezTo>
                  <a:cubicBezTo>
                    <a:pt x="6668" y="5931"/>
                    <a:pt x="11437" y="8985"/>
                    <a:pt x="16876" y="11127"/>
                  </a:cubicBezTo>
                  <a:cubicBezTo>
                    <a:pt x="20862" y="14350"/>
                    <a:pt x="26245" y="14536"/>
                    <a:pt x="30715" y="17554"/>
                  </a:cubicBezTo>
                  <a:cubicBezTo>
                    <a:pt x="25407" y="18820"/>
                    <a:pt x="21365" y="15598"/>
                    <a:pt x="16857" y="14610"/>
                  </a:cubicBezTo>
                  <a:cubicBezTo>
                    <a:pt x="13858" y="13064"/>
                    <a:pt x="10841" y="11519"/>
                    <a:pt x="7842" y="9972"/>
                  </a:cubicBezTo>
                  <a:cubicBezTo>
                    <a:pt x="3334" y="9134"/>
                    <a:pt x="1695" y="5502"/>
                    <a:pt x="0" y="1907"/>
                  </a:cubicBezTo>
                  <a:cubicBezTo>
                    <a:pt x="19" y="510"/>
                    <a:pt x="726" y="-142"/>
                    <a:pt x="2142" y="26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57E333D6-5B3C-9869-48DF-87BA6D0193B5}"/>
                </a:ext>
              </a:extLst>
            </p:cNvPr>
            <p:cNvSpPr/>
            <p:nvPr/>
          </p:nvSpPr>
          <p:spPr>
            <a:xfrm>
              <a:off x="1712646" y="5300275"/>
              <a:ext cx="28859" cy="18986"/>
            </a:xfrm>
            <a:custGeom>
              <a:avLst/>
              <a:gdLst>
                <a:gd name="csX0" fmla="*/ 5203 w 28859"/>
                <a:gd name="csY0" fmla="*/ 11753 h 18986"/>
                <a:gd name="csX1" fmla="*/ 435 w 28859"/>
                <a:gd name="csY1" fmla="*/ 0 h 18986"/>
                <a:gd name="csX2" fmla="*/ 6302 w 28859"/>
                <a:gd name="csY2" fmla="*/ 8270 h 18986"/>
                <a:gd name="csX3" fmla="*/ 28859 w 28859"/>
                <a:gd name="csY3" fmla="*/ 18925 h 18986"/>
                <a:gd name="csX4" fmla="*/ 5203 w 28859"/>
                <a:gd name="csY4" fmla="*/ 11753 h 1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859" h="18986">
                  <a:moveTo>
                    <a:pt x="5203" y="11753"/>
                  </a:moveTo>
                  <a:cubicBezTo>
                    <a:pt x="3173" y="8363"/>
                    <a:pt x="-1428" y="6128"/>
                    <a:pt x="435" y="0"/>
                  </a:cubicBezTo>
                  <a:cubicBezTo>
                    <a:pt x="2223" y="3539"/>
                    <a:pt x="3210" y="6761"/>
                    <a:pt x="6302" y="8270"/>
                  </a:cubicBezTo>
                  <a:cubicBezTo>
                    <a:pt x="12039" y="14901"/>
                    <a:pt x="20663" y="15628"/>
                    <a:pt x="28859" y="18925"/>
                  </a:cubicBezTo>
                  <a:cubicBezTo>
                    <a:pt x="19490" y="19484"/>
                    <a:pt x="12188" y="16168"/>
                    <a:pt x="5203" y="11753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3945DD24-FDB0-C975-F58D-F3D0B2A5DD84}"/>
                </a:ext>
              </a:extLst>
            </p:cNvPr>
            <p:cNvSpPr/>
            <p:nvPr/>
          </p:nvSpPr>
          <p:spPr>
            <a:xfrm>
              <a:off x="1664204" y="5359116"/>
              <a:ext cx="24438" cy="17322"/>
            </a:xfrm>
            <a:custGeom>
              <a:avLst/>
              <a:gdLst>
                <a:gd name="csX0" fmla="*/ 20881 w 24438"/>
                <a:gd name="csY0" fmla="*/ 17323 h 17322"/>
                <a:gd name="csX1" fmla="*/ 0 w 24438"/>
                <a:gd name="csY1" fmla="*/ 0 h 17322"/>
                <a:gd name="csX2" fmla="*/ 23023 w 24438"/>
                <a:gd name="csY2" fmla="*/ 15050 h 17322"/>
                <a:gd name="csX3" fmla="*/ 24438 w 24438"/>
                <a:gd name="csY3" fmla="*/ 16987 h 17322"/>
                <a:gd name="csX4" fmla="*/ 20881 w 24438"/>
                <a:gd name="csY4" fmla="*/ 17323 h 17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38" h="17322">
                  <a:moveTo>
                    <a:pt x="20881" y="17323"/>
                  </a:moveTo>
                  <a:cubicBezTo>
                    <a:pt x="11586" y="14324"/>
                    <a:pt x="3073" y="10394"/>
                    <a:pt x="0" y="0"/>
                  </a:cubicBezTo>
                  <a:cubicBezTo>
                    <a:pt x="5104" y="8959"/>
                    <a:pt x="13672" y="12592"/>
                    <a:pt x="23023" y="15050"/>
                  </a:cubicBezTo>
                  <a:cubicBezTo>
                    <a:pt x="23488" y="15702"/>
                    <a:pt x="23973" y="16335"/>
                    <a:pt x="24438" y="16987"/>
                  </a:cubicBezTo>
                  <a:cubicBezTo>
                    <a:pt x="23246" y="17099"/>
                    <a:pt x="22073" y="17211"/>
                    <a:pt x="20881" y="17323"/>
                  </a:cubicBezTo>
                  <a:close/>
                </a:path>
              </a:pathLst>
            </a:custGeom>
            <a:solidFill>
              <a:srgbClr val="57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7B4FF437-17B3-EECC-5BC6-A0436DF8C864}"/>
                </a:ext>
              </a:extLst>
            </p:cNvPr>
            <p:cNvSpPr/>
            <p:nvPr/>
          </p:nvSpPr>
          <p:spPr>
            <a:xfrm>
              <a:off x="1824530" y="5137454"/>
              <a:ext cx="60381" cy="122910"/>
            </a:xfrm>
            <a:custGeom>
              <a:avLst/>
              <a:gdLst>
                <a:gd name="csX0" fmla="*/ 34546 w 60381"/>
                <a:gd name="csY0" fmla="*/ 6264 h 122910"/>
                <a:gd name="csX1" fmla="*/ 41587 w 60381"/>
                <a:gd name="csY1" fmla="*/ 24 h 122910"/>
                <a:gd name="csX2" fmla="*/ 60065 w 60381"/>
                <a:gd name="csY2" fmla="*/ 19247 h 122910"/>
                <a:gd name="csX3" fmla="*/ 60307 w 60381"/>
                <a:gd name="csY3" fmla="*/ 33887 h 122910"/>
                <a:gd name="csX4" fmla="*/ 37806 w 60381"/>
                <a:gd name="csY4" fmla="*/ 106662 h 122910"/>
                <a:gd name="csX5" fmla="*/ 26630 w 60381"/>
                <a:gd name="csY5" fmla="*/ 119067 h 122910"/>
                <a:gd name="csX6" fmla="*/ 2546 w 60381"/>
                <a:gd name="csY6" fmla="*/ 111020 h 122910"/>
                <a:gd name="csX7" fmla="*/ 3533 w 60381"/>
                <a:gd name="csY7" fmla="*/ 80025 h 122910"/>
                <a:gd name="csX8" fmla="*/ 18844 w 60381"/>
                <a:gd name="csY8" fmla="*/ 28541 h 122910"/>
                <a:gd name="csX9" fmla="*/ 25978 w 60381"/>
                <a:gd name="csY9" fmla="*/ 10846 h 122910"/>
                <a:gd name="csX10" fmla="*/ 31194 w 60381"/>
                <a:gd name="csY10" fmla="*/ 7158 h 122910"/>
                <a:gd name="csX11" fmla="*/ 40395 w 60381"/>
                <a:gd name="csY11" fmla="*/ 14367 h 122910"/>
                <a:gd name="csX12" fmla="*/ 43338 w 60381"/>
                <a:gd name="csY12" fmla="*/ 39792 h 122910"/>
                <a:gd name="csX13" fmla="*/ 18751 w 60381"/>
                <a:gd name="csY13" fmla="*/ 100701 h 122910"/>
                <a:gd name="csX14" fmla="*/ 43375 w 60381"/>
                <a:gd name="csY14" fmla="*/ 40165 h 122910"/>
                <a:gd name="csX15" fmla="*/ 42202 w 60381"/>
                <a:gd name="csY15" fmla="*/ 18315 h 122910"/>
                <a:gd name="csX16" fmla="*/ 34546 w 60381"/>
                <a:gd name="csY16" fmla="*/ 6264 h 12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381" h="122910">
                  <a:moveTo>
                    <a:pt x="34546" y="6264"/>
                  </a:moveTo>
                  <a:cubicBezTo>
                    <a:pt x="33950" y="2222"/>
                    <a:pt x="36763" y="-274"/>
                    <a:pt x="41587" y="24"/>
                  </a:cubicBezTo>
                  <a:cubicBezTo>
                    <a:pt x="52018" y="657"/>
                    <a:pt x="61369" y="9151"/>
                    <a:pt x="60065" y="19247"/>
                  </a:cubicBezTo>
                  <a:cubicBezTo>
                    <a:pt x="59394" y="24481"/>
                    <a:pt x="60698" y="29212"/>
                    <a:pt x="60307" y="33887"/>
                  </a:cubicBezTo>
                  <a:cubicBezTo>
                    <a:pt x="58202" y="59704"/>
                    <a:pt x="54887" y="85278"/>
                    <a:pt x="37806" y="106662"/>
                  </a:cubicBezTo>
                  <a:cubicBezTo>
                    <a:pt x="34286" y="111058"/>
                    <a:pt x="31287" y="115826"/>
                    <a:pt x="26630" y="119067"/>
                  </a:cubicBezTo>
                  <a:cubicBezTo>
                    <a:pt x="16050" y="126462"/>
                    <a:pt x="7333" y="122867"/>
                    <a:pt x="2546" y="111020"/>
                  </a:cubicBezTo>
                  <a:cubicBezTo>
                    <a:pt x="-1850" y="100142"/>
                    <a:pt x="87" y="90550"/>
                    <a:pt x="3533" y="80025"/>
                  </a:cubicBezTo>
                  <a:cubicBezTo>
                    <a:pt x="9121" y="63038"/>
                    <a:pt x="15026" y="46088"/>
                    <a:pt x="18844" y="28541"/>
                  </a:cubicBezTo>
                  <a:cubicBezTo>
                    <a:pt x="20204" y="22283"/>
                    <a:pt x="23426" y="16676"/>
                    <a:pt x="25978" y="10846"/>
                  </a:cubicBezTo>
                  <a:cubicBezTo>
                    <a:pt x="26984" y="8555"/>
                    <a:pt x="28753" y="7382"/>
                    <a:pt x="31194" y="7158"/>
                  </a:cubicBezTo>
                  <a:cubicBezTo>
                    <a:pt x="36074" y="7233"/>
                    <a:pt x="38477" y="10567"/>
                    <a:pt x="40395" y="14367"/>
                  </a:cubicBezTo>
                  <a:cubicBezTo>
                    <a:pt x="44474" y="22469"/>
                    <a:pt x="44567" y="31317"/>
                    <a:pt x="43338" y="39792"/>
                  </a:cubicBezTo>
                  <a:cubicBezTo>
                    <a:pt x="40134" y="62014"/>
                    <a:pt x="32162" y="82503"/>
                    <a:pt x="18751" y="100701"/>
                  </a:cubicBezTo>
                  <a:cubicBezTo>
                    <a:pt x="32144" y="82633"/>
                    <a:pt x="40078" y="62274"/>
                    <a:pt x="43375" y="40165"/>
                  </a:cubicBezTo>
                  <a:cubicBezTo>
                    <a:pt x="44437" y="32975"/>
                    <a:pt x="44046" y="25561"/>
                    <a:pt x="42202" y="18315"/>
                  </a:cubicBezTo>
                  <a:cubicBezTo>
                    <a:pt x="40935" y="13417"/>
                    <a:pt x="36968" y="10380"/>
                    <a:pt x="34546" y="6264"/>
                  </a:cubicBezTo>
                  <a:close/>
                </a:path>
              </a:pathLst>
            </a:custGeom>
            <a:solidFill>
              <a:srgbClr val="96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A0E8A725-3E2C-FABF-92EE-03190DED1A6E}"/>
                </a:ext>
              </a:extLst>
            </p:cNvPr>
            <p:cNvSpPr/>
            <p:nvPr/>
          </p:nvSpPr>
          <p:spPr>
            <a:xfrm>
              <a:off x="1839207" y="5143567"/>
              <a:ext cx="30062" cy="99430"/>
            </a:xfrm>
            <a:custGeom>
              <a:avLst/>
              <a:gdLst>
                <a:gd name="csX0" fmla="*/ 19869 w 30062"/>
                <a:gd name="csY0" fmla="*/ 151 h 99430"/>
                <a:gd name="csX1" fmla="*/ 30058 w 30062"/>
                <a:gd name="csY1" fmla="*/ 23323 h 99430"/>
                <a:gd name="csX2" fmla="*/ 7557 w 30062"/>
                <a:gd name="csY2" fmla="*/ 91924 h 99430"/>
                <a:gd name="csX3" fmla="*/ 3292 w 30062"/>
                <a:gd name="csY3" fmla="*/ 97885 h 99430"/>
                <a:gd name="csX4" fmla="*/ 628 w 30062"/>
                <a:gd name="csY4" fmla="*/ 99133 h 99430"/>
                <a:gd name="csX5" fmla="*/ 1112 w 30062"/>
                <a:gd name="csY5" fmla="*/ 96358 h 99430"/>
                <a:gd name="csX6" fmla="*/ 21378 w 30062"/>
                <a:gd name="csY6" fmla="*/ 58825 h 99430"/>
                <a:gd name="csX7" fmla="*/ 26817 w 30062"/>
                <a:gd name="csY7" fmla="*/ 14140 h 99430"/>
                <a:gd name="csX8" fmla="*/ 16554 w 30062"/>
                <a:gd name="csY8" fmla="*/ 1120 h 99430"/>
                <a:gd name="csX9" fmla="*/ 19869 w 30062"/>
                <a:gd name="csY9" fmla="*/ 151 h 9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0062" h="99430">
                  <a:moveTo>
                    <a:pt x="19869" y="151"/>
                  </a:moveTo>
                  <a:cubicBezTo>
                    <a:pt x="28233" y="5683"/>
                    <a:pt x="29984" y="14363"/>
                    <a:pt x="30058" y="23323"/>
                  </a:cubicBezTo>
                  <a:cubicBezTo>
                    <a:pt x="30300" y="48655"/>
                    <a:pt x="21155" y="71044"/>
                    <a:pt x="7557" y="91924"/>
                  </a:cubicBezTo>
                  <a:cubicBezTo>
                    <a:pt x="6216" y="93973"/>
                    <a:pt x="4707" y="95911"/>
                    <a:pt x="3292" y="97885"/>
                  </a:cubicBezTo>
                  <a:cubicBezTo>
                    <a:pt x="2621" y="98816"/>
                    <a:pt x="1820" y="99990"/>
                    <a:pt x="628" y="99133"/>
                  </a:cubicBezTo>
                  <a:cubicBezTo>
                    <a:pt x="-713" y="98183"/>
                    <a:pt x="404" y="97196"/>
                    <a:pt x="1112" y="96358"/>
                  </a:cubicBezTo>
                  <a:cubicBezTo>
                    <a:pt x="10314" y="85163"/>
                    <a:pt x="16740" y="72441"/>
                    <a:pt x="21378" y="58825"/>
                  </a:cubicBezTo>
                  <a:cubicBezTo>
                    <a:pt x="26296" y="44352"/>
                    <a:pt x="30002" y="29656"/>
                    <a:pt x="26817" y="14140"/>
                  </a:cubicBezTo>
                  <a:cubicBezTo>
                    <a:pt x="25550" y="8011"/>
                    <a:pt x="22328" y="3616"/>
                    <a:pt x="16554" y="1120"/>
                  </a:cubicBezTo>
                  <a:cubicBezTo>
                    <a:pt x="17336" y="-240"/>
                    <a:pt x="18603" y="-72"/>
                    <a:pt x="19869" y="151"/>
                  </a:cubicBezTo>
                  <a:close/>
                </a:path>
              </a:pathLst>
            </a:custGeom>
            <a:solidFill>
              <a:srgbClr val="5B75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BFFACBF1-F72D-2C1F-B433-78FE779F21C4}"/>
                </a:ext>
              </a:extLst>
            </p:cNvPr>
            <p:cNvSpPr/>
            <p:nvPr/>
          </p:nvSpPr>
          <p:spPr>
            <a:xfrm>
              <a:off x="1807531" y="5213581"/>
              <a:ext cx="14347" cy="4411"/>
            </a:xfrm>
            <a:custGeom>
              <a:avLst/>
              <a:gdLst>
                <a:gd name="csX0" fmla="*/ 14348 w 14347"/>
                <a:gd name="csY0" fmla="*/ 434 h 4411"/>
                <a:gd name="csX1" fmla="*/ 2315 w 14347"/>
                <a:gd name="csY1" fmla="*/ 4196 h 4411"/>
                <a:gd name="csX2" fmla="*/ 43 w 14347"/>
                <a:gd name="csY2" fmla="*/ 3451 h 4411"/>
                <a:gd name="csX3" fmla="*/ 1644 w 14347"/>
                <a:gd name="csY3" fmla="*/ 1477 h 4411"/>
                <a:gd name="csX4" fmla="*/ 14348 w 14347"/>
                <a:gd name="csY4" fmla="*/ 434 h 4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47" h="4411">
                  <a:moveTo>
                    <a:pt x="14348" y="434"/>
                  </a:moveTo>
                  <a:cubicBezTo>
                    <a:pt x="9691" y="1905"/>
                    <a:pt x="6022" y="3079"/>
                    <a:pt x="2315" y="4196"/>
                  </a:cubicBezTo>
                  <a:cubicBezTo>
                    <a:pt x="1440" y="4457"/>
                    <a:pt x="322" y="4718"/>
                    <a:pt x="43" y="3451"/>
                  </a:cubicBezTo>
                  <a:cubicBezTo>
                    <a:pt x="-218" y="2315"/>
                    <a:pt x="769" y="1682"/>
                    <a:pt x="1644" y="1477"/>
                  </a:cubicBezTo>
                  <a:cubicBezTo>
                    <a:pt x="5444" y="564"/>
                    <a:pt x="9226" y="-665"/>
                    <a:pt x="14348" y="434"/>
                  </a:cubicBezTo>
                  <a:close/>
                </a:path>
              </a:pathLst>
            </a:custGeom>
            <a:solidFill>
              <a:srgbClr val="5A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5614F0B9-B70B-D502-6597-D1C1FDA9BECB}"/>
                </a:ext>
              </a:extLst>
            </p:cNvPr>
            <p:cNvSpPr/>
            <p:nvPr/>
          </p:nvSpPr>
          <p:spPr>
            <a:xfrm>
              <a:off x="1881447" y="5211966"/>
              <a:ext cx="9592" cy="6742"/>
            </a:xfrm>
            <a:custGeom>
              <a:avLst/>
              <a:gdLst>
                <a:gd name="csX0" fmla="*/ 0 w 9592"/>
                <a:gd name="csY0" fmla="*/ 6743 h 6742"/>
                <a:gd name="csX1" fmla="*/ 9593 w 9592"/>
                <a:gd name="csY1" fmla="*/ 0 h 6742"/>
                <a:gd name="csX2" fmla="*/ 0 w 9592"/>
                <a:gd name="csY2" fmla="*/ 6743 h 6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92" h="6742">
                  <a:moveTo>
                    <a:pt x="0" y="6743"/>
                  </a:moveTo>
                  <a:cubicBezTo>
                    <a:pt x="2161" y="3036"/>
                    <a:pt x="5681" y="1248"/>
                    <a:pt x="9593" y="0"/>
                  </a:cubicBezTo>
                  <a:cubicBezTo>
                    <a:pt x="7283" y="3446"/>
                    <a:pt x="3930" y="5476"/>
                    <a:pt x="0" y="6743"/>
                  </a:cubicBezTo>
                  <a:close/>
                </a:path>
              </a:pathLst>
            </a:custGeom>
            <a:solidFill>
              <a:srgbClr val="5E83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F7E23E9E-2989-6E73-EFC8-7EED847C28B1}"/>
                </a:ext>
              </a:extLst>
            </p:cNvPr>
            <p:cNvSpPr/>
            <p:nvPr/>
          </p:nvSpPr>
          <p:spPr>
            <a:xfrm>
              <a:off x="1920470" y="5057998"/>
              <a:ext cx="69328" cy="39354"/>
            </a:xfrm>
            <a:custGeom>
              <a:avLst/>
              <a:gdLst>
                <a:gd name="csX0" fmla="*/ 69328 w 69328"/>
                <a:gd name="csY0" fmla="*/ 0 h 39354"/>
                <a:gd name="csX1" fmla="*/ 0 w 69328"/>
                <a:gd name="csY1" fmla="*/ 39265 h 39354"/>
                <a:gd name="csX2" fmla="*/ 69328 w 69328"/>
                <a:gd name="csY2" fmla="*/ 0 h 3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328" h="39354">
                  <a:moveTo>
                    <a:pt x="69328" y="0"/>
                  </a:moveTo>
                  <a:cubicBezTo>
                    <a:pt x="65696" y="12890"/>
                    <a:pt x="15553" y="41146"/>
                    <a:pt x="0" y="39265"/>
                  </a:cubicBezTo>
                  <a:cubicBezTo>
                    <a:pt x="26375" y="31162"/>
                    <a:pt x="49323" y="19204"/>
                    <a:pt x="69328" y="0"/>
                  </a:cubicBezTo>
                  <a:close/>
                </a:path>
              </a:pathLst>
            </a:custGeom>
            <a:solidFill>
              <a:srgbClr val="40532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70C84B5E-ED39-C9DD-BFD9-F4BDCA68AFCB}"/>
                </a:ext>
              </a:extLst>
            </p:cNvPr>
            <p:cNvSpPr/>
            <p:nvPr/>
          </p:nvSpPr>
          <p:spPr>
            <a:xfrm>
              <a:off x="1957202" y="5095530"/>
              <a:ext cx="6109" cy="11883"/>
            </a:xfrm>
            <a:custGeom>
              <a:avLst/>
              <a:gdLst>
                <a:gd name="csX0" fmla="*/ 0 w 6109"/>
                <a:gd name="csY0" fmla="*/ 0 h 11883"/>
                <a:gd name="csX1" fmla="*/ 6110 w 6109"/>
                <a:gd name="csY1" fmla="*/ 11884 h 11883"/>
                <a:gd name="csX2" fmla="*/ 0 w 6109"/>
                <a:gd name="csY2" fmla="*/ 0 h 11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09" h="11883">
                  <a:moveTo>
                    <a:pt x="0" y="0"/>
                  </a:moveTo>
                  <a:cubicBezTo>
                    <a:pt x="3912" y="2570"/>
                    <a:pt x="4955" y="6557"/>
                    <a:pt x="6110" y="11884"/>
                  </a:cubicBezTo>
                  <a:cubicBezTo>
                    <a:pt x="2459" y="7842"/>
                    <a:pt x="745" y="4191"/>
                    <a:pt x="0" y="0"/>
                  </a:cubicBezTo>
                  <a:close/>
                </a:path>
              </a:pathLst>
            </a:custGeom>
            <a:solidFill>
              <a:srgbClr val="6083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125C456-1812-B5B2-4E96-2A255B201BB8}"/>
                </a:ext>
              </a:extLst>
            </p:cNvPr>
            <p:cNvSpPr/>
            <p:nvPr/>
          </p:nvSpPr>
          <p:spPr>
            <a:xfrm>
              <a:off x="1937763" y="5055651"/>
              <a:ext cx="3622" cy="11213"/>
            </a:xfrm>
            <a:custGeom>
              <a:avLst/>
              <a:gdLst>
                <a:gd name="csX0" fmla="*/ 3494 w 3622"/>
                <a:gd name="csY0" fmla="*/ 11213 h 11213"/>
                <a:gd name="csX1" fmla="*/ 235 w 3622"/>
                <a:gd name="csY1" fmla="*/ 0 h 11213"/>
                <a:gd name="csX2" fmla="*/ 3494 w 3622"/>
                <a:gd name="csY2" fmla="*/ 11213 h 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22" h="11213">
                  <a:moveTo>
                    <a:pt x="3494" y="11213"/>
                  </a:moveTo>
                  <a:cubicBezTo>
                    <a:pt x="1483" y="8177"/>
                    <a:pt x="-734" y="5234"/>
                    <a:pt x="235" y="0"/>
                  </a:cubicBezTo>
                  <a:cubicBezTo>
                    <a:pt x="2861" y="4172"/>
                    <a:pt x="4034" y="7451"/>
                    <a:pt x="3494" y="11213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D2E02F25-D435-A272-B948-A9EB00591C72}"/>
                </a:ext>
              </a:extLst>
            </p:cNvPr>
            <p:cNvSpPr/>
            <p:nvPr/>
          </p:nvSpPr>
          <p:spPr>
            <a:xfrm>
              <a:off x="2055681" y="4842293"/>
              <a:ext cx="10617" cy="4497"/>
            </a:xfrm>
            <a:custGeom>
              <a:avLst/>
              <a:gdLst>
                <a:gd name="csX0" fmla="*/ 0 w 10617"/>
                <a:gd name="csY0" fmla="*/ 64 h 4497"/>
                <a:gd name="csX1" fmla="*/ 10617 w 10617"/>
                <a:gd name="csY1" fmla="*/ 4498 h 4497"/>
                <a:gd name="csX2" fmla="*/ 0 w 10617"/>
                <a:gd name="csY2" fmla="*/ 64 h 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7" h="4497">
                  <a:moveTo>
                    <a:pt x="0" y="64"/>
                  </a:moveTo>
                  <a:cubicBezTo>
                    <a:pt x="4489" y="-439"/>
                    <a:pt x="7525" y="2095"/>
                    <a:pt x="10617" y="4498"/>
                  </a:cubicBezTo>
                  <a:cubicBezTo>
                    <a:pt x="6445" y="4479"/>
                    <a:pt x="2962" y="2840"/>
                    <a:pt x="0" y="64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74A494C8-2AB6-7416-EA50-15468C634313}"/>
                </a:ext>
              </a:extLst>
            </p:cNvPr>
            <p:cNvSpPr/>
            <p:nvPr/>
          </p:nvSpPr>
          <p:spPr>
            <a:xfrm>
              <a:off x="2014539" y="4877072"/>
              <a:ext cx="9178" cy="4224"/>
            </a:xfrm>
            <a:custGeom>
              <a:avLst/>
              <a:gdLst>
                <a:gd name="csX0" fmla="*/ 9178 w 9178"/>
                <a:gd name="csY0" fmla="*/ 3581 h 4224"/>
                <a:gd name="csX1" fmla="*/ 7875 w 9178"/>
                <a:gd name="csY1" fmla="*/ 4214 h 4224"/>
                <a:gd name="csX2" fmla="*/ 14 w 9178"/>
                <a:gd name="csY2" fmla="*/ 1216 h 4224"/>
                <a:gd name="csX3" fmla="*/ 796 w 9178"/>
                <a:gd name="csY3" fmla="*/ 42 h 4224"/>
                <a:gd name="csX4" fmla="*/ 9178 w 9178"/>
                <a:gd name="csY4" fmla="*/ 3581 h 4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78" h="4224">
                  <a:moveTo>
                    <a:pt x="9178" y="3581"/>
                  </a:moveTo>
                  <a:cubicBezTo>
                    <a:pt x="8489" y="3935"/>
                    <a:pt x="8117" y="4289"/>
                    <a:pt x="7875" y="4214"/>
                  </a:cubicBezTo>
                  <a:cubicBezTo>
                    <a:pt x="5174" y="3413"/>
                    <a:pt x="1895" y="4084"/>
                    <a:pt x="14" y="1216"/>
                  </a:cubicBezTo>
                  <a:cubicBezTo>
                    <a:pt x="-98" y="1048"/>
                    <a:pt x="480" y="79"/>
                    <a:pt x="796" y="42"/>
                  </a:cubicBezTo>
                  <a:cubicBezTo>
                    <a:pt x="4168" y="-293"/>
                    <a:pt x="6645" y="1420"/>
                    <a:pt x="9178" y="3581"/>
                  </a:cubicBezTo>
                  <a:close/>
                </a:path>
              </a:pathLst>
            </a:custGeom>
            <a:solidFill>
              <a:srgbClr val="5578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2D84C6BA-5C0A-0FB7-34B2-0FE0E4F94EE6}"/>
                </a:ext>
              </a:extLst>
            </p:cNvPr>
            <p:cNvSpPr/>
            <p:nvPr/>
          </p:nvSpPr>
          <p:spPr>
            <a:xfrm>
              <a:off x="1981360" y="4928131"/>
              <a:ext cx="9052" cy="3564"/>
            </a:xfrm>
            <a:custGeom>
              <a:avLst/>
              <a:gdLst>
                <a:gd name="csX0" fmla="*/ 0 w 9052"/>
                <a:gd name="csY0" fmla="*/ 169 h 3564"/>
                <a:gd name="csX1" fmla="*/ 9053 w 9052"/>
                <a:gd name="csY1" fmla="*/ 3261 h 3564"/>
                <a:gd name="csX2" fmla="*/ 0 w 9052"/>
                <a:gd name="csY2" fmla="*/ 169 h 3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52" h="3564">
                  <a:moveTo>
                    <a:pt x="0" y="169"/>
                  </a:moveTo>
                  <a:cubicBezTo>
                    <a:pt x="4750" y="-613"/>
                    <a:pt x="6836" y="1473"/>
                    <a:pt x="9053" y="3261"/>
                  </a:cubicBezTo>
                  <a:cubicBezTo>
                    <a:pt x="5905" y="4230"/>
                    <a:pt x="3558" y="2795"/>
                    <a:pt x="0" y="169"/>
                  </a:cubicBezTo>
                  <a:close/>
                </a:path>
              </a:pathLst>
            </a:custGeom>
            <a:solidFill>
              <a:srgbClr val="5579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FB676092-8A4F-8EBE-3B3E-FFA76068CCDF}"/>
                </a:ext>
              </a:extLst>
            </p:cNvPr>
            <p:cNvSpPr/>
            <p:nvPr/>
          </p:nvSpPr>
          <p:spPr>
            <a:xfrm>
              <a:off x="1558582" y="5242281"/>
              <a:ext cx="163965" cy="205329"/>
            </a:xfrm>
            <a:custGeom>
              <a:avLst/>
              <a:gdLst>
                <a:gd name="csX0" fmla="*/ 12339 w 163965"/>
                <a:gd name="csY0" fmla="*/ 205330 h 205329"/>
                <a:gd name="csX1" fmla="*/ 325 w 163965"/>
                <a:gd name="csY1" fmla="*/ 187541 h 205329"/>
                <a:gd name="csX2" fmla="*/ 23553 w 163965"/>
                <a:gd name="csY2" fmla="*/ 135443 h 205329"/>
                <a:gd name="csX3" fmla="*/ 55348 w 163965"/>
                <a:gd name="csY3" fmla="*/ 89062 h 205329"/>
                <a:gd name="csX4" fmla="*/ 87666 w 163965"/>
                <a:gd name="csY4" fmla="*/ 50189 h 205329"/>
                <a:gd name="csX5" fmla="*/ 114376 w 163965"/>
                <a:gd name="csY5" fmla="*/ 22696 h 205329"/>
                <a:gd name="csX6" fmla="*/ 138796 w 163965"/>
                <a:gd name="csY6" fmla="*/ 3044 h 205329"/>
                <a:gd name="csX7" fmla="*/ 153865 w 163965"/>
                <a:gd name="csY7" fmla="*/ 791 h 205329"/>
                <a:gd name="csX8" fmla="*/ 162489 w 163965"/>
                <a:gd name="csY8" fmla="*/ 21299 h 205329"/>
                <a:gd name="csX9" fmla="*/ 148742 w 163965"/>
                <a:gd name="csY9" fmla="*/ 38137 h 205329"/>
                <a:gd name="csX10" fmla="*/ 112551 w 163965"/>
                <a:gd name="csY10" fmla="*/ 74534 h 205329"/>
                <a:gd name="csX11" fmla="*/ 86008 w 163965"/>
                <a:gd name="csY11" fmla="*/ 108676 h 205329"/>
                <a:gd name="csX12" fmla="*/ 73453 w 163965"/>
                <a:gd name="csY12" fmla="*/ 126558 h 205329"/>
                <a:gd name="csX13" fmla="*/ 32624 w 163965"/>
                <a:gd name="csY13" fmla="*/ 191229 h 205329"/>
                <a:gd name="csX14" fmla="*/ 12339 w 163965"/>
                <a:gd name="csY14" fmla="*/ 205330 h 20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3965" h="205329">
                  <a:moveTo>
                    <a:pt x="12339" y="205330"/>
                  </a:moveTo>
                  <a:cubicBezTo>
                    <a:pt x="3827" y="205218"/>
                    <a:pt x="-1389" y="197078"/>
                    <a:pt x="325" y="187541"/>
                  </a:cubicBezTo>
                  <a:cubicBezTo>
                    <a:pt x="3808" y="168226"/>
                    <a:pt x="13122" y="151611"/>
                    <a:pt x="23553" y="135443"/>
                  </a:cubicBezTo>
                  <a:cubicBezTo>
                    <a:pt x="33741" y="119703"/>
                    <a:pt x="43856" y="103871"/>
                    <a:pt x="55348" y="89062"/>
                  </a:cubicBezTo>
                  <a:cubicBezTo>
                    <a:pt x="65667" y="75763"/>
                    <a:pt x="76992" y="63246"/>
                    <a:pt x="87666" y="50189"/>
                  </a:cubicBezTo>
                  <a:cubicBezTo>
                    <a:pt x="95787" y="40242"/>
                    <a:pt x="104988" y="31320"/>
                    <a:pt x="114376" y="22696"/>
                  </a:cubicBezTo>
                  <a:cubicBezTo>
                    <a:pt x="122050" y="15655"/>
                    <a:pt x="128812" y="7217"/>
                    <a:pt x="138796" y="3044"/>
                  </a:cubicBezTo>
                  <a:cubicBezTo>
                    <a:pt x="143546" y="1051"/>
                    <a:pt x="148277" y="-1240"/>
                    <a:pt x="153865" y="791"/>
                  </a:cubicBezTo>
                  <a:cubicBezTo>
                    <a:pt x="162154" y="3808"/>
                    <a:pt x="166419" y="13308"/>
                    <a:pt x="162489" y="21299"/>
                  </a:cubicBezTo>
                  <a:cubicBezTo>
                    <a:pt x="159229" y="27948"/>
                    <a:pt x="153976" y="33052"/>
                    <a:pt x="148742" y="38137"/>
                  </a:cubicBezTo>
                  <a:cubicBezTo>
                    <a:pt x="136467" y="50058"/>
                    <a:pt x="124360" y="62147"/>
                    <a:pt x="112551" y="74534"/>
                  </a:cubicBezTo>
                  <a:cubicBezTo>
                    <a:pt x="102511" y="85058"/>
                    <a:pt x="95656" y="97891"/>
                    <a:pt x="86008" y="108676"/>
                  </a:cubicBezTo>
                  <a:cubicBezTo>
                    <a:pt x="81183" y="114078"/>
                    <a:pt x="77775" y="120690"/>
                    <a:pt x="73453" y="126558"/>
                  </a:cubicBezTo>
                  <a:cubicBezTo>
                    <a:pt x="58235" y="147103"/>
                    <a:pt x="45402" y="169138"/>
                    <a:pt x="32624" y="191229"/>
                  </a:cubicBezTo>
                  <a:cubicBezTo>
                    <a:pt x="28433" y="198550"/>
                    <a:pt x="22193" y="205181"/>
                    <a:pt x="12339" y="205330"/>
                  </a:cubicBezTo>
                  <a:close/>
                </a:path>
              </a:pathLst>
            </a:custGeom>
            <a:solidFill>
              <a:srgbClr val="9E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176322C3-A70C-A035-9C15-19D24F6A9378}"/>
                </a:ext>
              </a:extLst>
            </p:cNvPr>
            <p:cNvSpPr/>
            <p:nvPr/>
          </p:nvSpPr>
          <p:spPr>
            <a:xfrm>
              <a:off x="1542214" y="5389310"/>
              <a:ext cx="76268" cy="81506"/>
            </a:xfrm>
            <a:custGeom>
              <a:avLst/>
              <a:gdLst>
                <a:gd name="csX0" fmla="*/ 68383 w 76268"/>
                <a:gd name="csY0" fmla="*/ 32019 h 81506"/>
                <a:gd name="csX1" fmla="*/ 76225 w 76268"/>
                <a:gd name="csY1" fmla="*/ 40084 h 81506"/>
                <a:gd name="csX2" fmla="*/ 73449 w 76268"/>
                <a:gd name="csY2" fmla="*/ 45579 h 81506"/>
                <a:gd name="csX3" fmla="*/ 61379 w 76268"/>
                <a:gd name="csY3" fmla="*/ 56997 h 81506"/>
                <a:gd name="csX4" fmla="*/ 35618 w 76268"/>
                <a:gd name="csY4" fmla="*/ 79088 h 81506"/>
                <a:gd name="csX5" fmla="*/ 4 w 76268"/>
                <a:gd name="csY5" fmla="*/ 54278 h 81506"/>
                <a:gd name="csX6" fmla="*/ 3022 w 76268"/>
                <a:gd name="csY6" fmla="*/ 25649 h 81506"/>
                <a:gd name="csX7" fmla="*/ 14049 w 76268"/>
                <a:gd name="csY7" fmla="*/ 540 h 81506"/>
                <a:gd name="csX8" fmla="*/ 20754 w 76268"/>
                <a:gd name="csY8" fmla="*/ 1564 h 81506"/>
                <a:gd name="csX9" fmla="*/ 6933 w 76268"/>
                <a:gd name="csY9" fmla="*/ 38687 h 81506"/>
                <a:gd name="csX10" fmla="*/ 8461 w 76268"/>
                <a:gd name="csY10" fmla="*/ 60089 h 81506"/>
                <a:gd name="csX11" fmla="*/ 35525 w 76268"/>
                <a:gd name="csY11" fmla="*/ 69663 h 81506"/>
                <a:gd name="csX12" fmla="*/ 58250 w 76268"/>
                <a:gd name="csY12" fmla="*/ 48559 h 81506"/>
                <a:gd name="csX13" fmla="*/ 68383 w 76268"/>
                <a:gd name="csY13" fmla="*/ 32019 h 81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8" h="81506">
                  <a:moveTo>
                    <a:pt x="68383" y="32019"/>
                  </a:moveTo>
                  <a:cubicBezTo>
                    <a:pt x="70990" y="34701"/>
                    <a:pt x="73617" y="37383"/>
                    <a:pt x="76225" y="40084"/>
                  </a:cubicBezTo>
                  <a:cubicBezTo>
                    <a:pt x="76448" y="42506"/>
                    <a:pt x="75871" y="44238"/>
                    <a:pt x="73449" y="45579"/>
                  </a:cubicBezTo>
                  <a:cubicBezTo>
                    <a:pt x="68495" y="48317"/>
                    <a:pt x="64825" y="52378"/>
                    <a:pt x="61379" y="56997"/>
                  </a:cubicBezTo>
                  <a:cubicBezTo>
                    <a:pt x="54487" y="66199"/>
                    <a:pt x="46143" y="74953"/>
                    <a:pt x="35618" y="79088"/>
                  </a:cubicBezTo>
                  <a:cubicBezTo>
                    <a:pt x="17048" y="86409"/>
                    <a:pt x="-312" y="76816"/>
                    <a:pt x="4" y="54278"/>
                  </a:cubicBezTo>
                  <a:cubicBezTo>
                    <a:pt x="135" y="44499"/>
                    <a:pt x="936" y="34943"/>
                    <a:pt x="3022" y="25649"/>
                  </a:cubicBezTo>
                  <a:cubicBezTo>
                    <a:pt x="5015" y="16764"/>
                    <a:pt x="6244" y="7059"/>
                    <a:pt x="14049" y="540"/>
                  </a:cubicBezTo>
                  <a:cubicBezTo>
                    <a:pt x="16545" y="-801"/>
                    <a:pt x="18612" y="670"/>
                    <a:pt x="20754" y="1564"/>
                  </a:cubicBezTo>
                  <a:cubicBezTo>
                    <a:pt x="13769" y="13057"/>
                    <a:pt x="9411" y="25555"/>
                    <a:pt x="6933" y="38687"/>
                  </a:cubicBezTo>
                  <a:cubicBezTo>
                    <a:pt x="5574" y="45840"/>
                    <a:pt x="5704" y="52806"/>
                    <a:pt x="8461" y="60089"/>
                  </a:cubicBezTo>
                  <a:cubicBezTo>
                    <a:pt x="12391" y="70520"/>
                    <a:pt x="26566" y="73333"/>
                    <a:pt x="35525" y="69663"/>
                  </a:cubicBezTo>
                  <a:cubicBezTo>
                    <a:pt x="45882" y="65416"/>
                    <a:pt x="52010" y="56867"/>
                    <a:pt x="58250" y="48559"/>
                  </a:cubicBezTo>
                  <a:cubicBezTo>
                    <a:pt x="62106" y="43418"/>
                    <a:pt x="67191" y="38836"/>
                    <a:pt x="68383" y="32019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E8ADCB7F-4AE4-1D93-D4A1-3544E31F76DA}"/>
                </a:ext>
              </a:extLst>
            </p:cNvPr>
            <p:cNvSpPr/>
            <p:nvPr/>
          </p:nvSpPr>
          <p:spPr>
            <a:xfrm>
              <a:off x="1535028" y="5371652"/>
              <a:ext cx="28126" cy="19355"/>
            </a:xfrm>
            <a:custGeom>
              <a:avLst/>
              <a:gdLst>
                <a:gd name="csX0" fmla="*/ 27977 w 28126"/>
                <a:gd name="csY0" fmla="*/ 19204 h 19355"/>
                <a:gd name="csX1" fmla="*/ 21272 w 28126"/>
                <a:gd name="csY1" fmla="*/ 18180 h 19355"/>
                <a:gd name="csX2" fmla="*/ 12033 w 28126"/>
                <a:gd name="csY2" fmla="*/ 12610 h 19355"/>
                <a:gd name="csX3" fmla="*/ 0 w 28126"/>
                <a:gd name="csY3" fmla="*/ 0 h 19355"/>
                <a:gd name="csX4" fmla="*/ 14454 w 28126"/>
                <a:gd name="csY4" fmla="*/ 10412 h 19355"/>
                <a:gd name="csX5" fmla="*/ 24606 w 28126"/>
                <a:gd name="csY5" fmla="*/ 16075 h 19355"/>
                <a:gd name="csX6" fmla="*/ 28126 w 28126"/>
                <a:gd name="csY6" fmla="*/ 18235 h 19355"/>
                <a:gd name="csX7" fmla="*/ 27977 w 28126"/>
                <a:gd name="csY7" fmla="*/ 19204 h 1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126" h="19355">
                  <a:moveTo>
                    <a:pt x="27977" y="19204"/>
                  </a:moveTo>
                  <a:cubicBezTo>
                    <a:pt x="25593" y="19781"/>
                    <a:pt x="23507" y="18552"/>
                    <a:pt x="21272" y="18180"/>
                  </a:cubicBezTo>
                  <a:cubicBezTo>
                    <a:pt x="18198" y="16317"/>
                    <a:pt x="15106" y="14454"/>
                    <a:pt x="12033" y="12610"/>
                  </a:cubicBezTo>
                  <a:cubicBezTo>
                    <a:pt x="8792" y="8177"/>
                    <a:pt x="2515" y="6668"/>
                    <a:pt x="0" y="0"/>
                  </a:cubicBezTo>
                  <a:cubicBezTo>
                    <a:pt x="5793" y="3260"/>
                    <a:pt x="9164" y="8233"/>
                    <a:pt x="14454" y="10412"/>
                  </a:cubicBezTo>
                  <a:cubicBezTo>
                    <a:pt x="17453" y="13001"/>
                    <a:pt x="20731" y="15088"/>
                    <a:pt x="24606" y="16075"/>
                  </a:cubicBezTo>
                  <a:cubicBezTo>
                    <a:pt x="25779" y="16801"/>
                    <a:pt x="26953" y="17509"/>
                    <a:pt x="28126" y="18235"/>
                  </a:cubicBezTo>
                  <a:cubicBezTo>
                    <a:pt x="28033" y="18552"/>
                    <a:pt x="27977" y="18869"/>
                    <a:pt x="27977" y="19204"/>
                  </a:cubicBezTo>
                  <a:close/>
                </a:path>
              </a:pathLst>
            </a:custGeom>
            <a:solidFill>
              <a:srgbClr val="587C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1199EDB2-9F09-6FB8-58C4-E74A90844817}"/>
                </a:ext>
              </a:extLst>
            </p:cNvPr>
            <p:cNvSpPr/>
            <p:nvPr/>
          </p:nvSpPr>
          <p:spPr>
            <a:xfrm>
              <a:off x="1939419" y="5227407"/>
              <a:ext cx="120029" cy="144068"/>
            </a:xfrm>
            <a:custGeom>
              <a:avLst/>
              <a:gdLst>
                <a:gd name="csX0" fmla="*/ 70068 w 120029"/>
                <a:gd name="csY0" fmla="*/ 113753 h 144068"/>
                <a:gd name="csX1" fmla="*/ 47231 w 120029"/>
                <a:gd name="csY1" fmla="*/ 96411 h 144068"/>
                <a:gd name="csX2" fmla="*/ 36707 w 120029"/>
                <a:gd name="csY2" fmla="*/ 86371 h 144068"/>
                <a:gd name="csX3" fmla="*/ 3887 w 120029"/>
                <a:gd name="csY3" fmla="*/ 39190 h 144068"/>
                <a:gd name="csX4" fmla="*/ 14169 w 120029"/>
                <a:gd name="csY4" fmla="*/ 5290 h 144068"/>
                <a:gd name="csX5" fmla="*/ 27096 w 120029"/>
                <a:gd name="csY5" fmla="*/ 447 h 144068"/>
                <a:gd name="csX6" fmla="*/ 31753 w 120029"/>
                <a:gd name="csY6" fmla="*/ 1546 h 144068"/>
                <a:gd name="csX7" fmla="*/ 57476 w 120029"/>
                <a:gd name="csY7" fmla="*/ 23097 h 144068"/>
                <a:gd name="csX8" fmla="*/ 75749 w 120029"/>
                <a:gd name="csY8" fmla="*/ 43679 h 144068"/>
                <a:gd name="csX9" fmla="*/ 96070 w 120029"/>
                <a:gd name="csY9" fmla="*/ 77933 h 144068"/>
                <a:gd name="csX10" fmla="*/ 112332 w 120029"/>
                <a:gd name="csY10" fmla="*/ 110083 h 144068"/>
                <a:gd name="csX11" fmla="*/ 115144 w 120029"/>
                <a:gd name="csY11" fmla="*/ 114293 h 144068"/>
                <a:gd name="csX12" fmla="*/ 115945 w 120029"/>
                <a:gd name="csY12" fmla="*/ 135415 h 144068"/>
                <a:gd name="csX13" fmla="*/ 114231 w 120029"/>
                <a:gd name="csY13" fmla="*/ 138954 h 144068"/>
                <a:gd name="csX14" fmla="*/ 114325 w 120029"/>
                <a:gd name="csY14" fmla="*/ 138917 h 144068"/>
                <a:gd name="csX15" fmla="*/ 109556 w 120029"/>
                <a:gd name="csY15" fmla="*/ 140016 h 144068"/>
                <a:gd name="csX16" fmla="*/ 93575 w 120029"/>
                <a:gd name="csY16" fmla="*/ 143499 h 144068"/>
                <a:gd name="csX17" fmla="*/ 84671 w 120029"/>
                <a:gd name="csY17" fmla="*/ 137315 h 144068"/>
                <a:gd name="csX18" fmla="*/ 69956 w 120029"/>
                <a:gd name="csY18" fmla="*/ 115969 h 144068"/>
                <a:gd name="csX19" fmla="*/ 70068 w 120029"/>
                <a:gd name="csY19" fmla="*/ 113753 h 144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029" h="144068">
                  <a:moveTo>
                    <a:pt x="70068" y="113753"/>
                  </a:moveTo>
                  <a:cubicBezTo>
                    <a:pt x="59618" y="111722"/>
                    <a:pt x="53490" y="103899"/>
                    <a:pt x="47231" y="96411"/>
                  </a:cubicBezTo>
                  <a:cubicBezTo>
                    <a:pt x="44065" y="92611"/>
                    <a:pt x="39464" y="90264"/>
                    <a:pt x="36707" y="86371"/>
                  </a:cubicBezTo>
                  <a:cubicBezTo>
                    <a:pt x="25643" y="70725"/>
                    <a:pt x="13796" y="55637"/>
                    <a:pt x="3887" y="39190"/>
                  </a:cubicBezTo>
                  <a:cubicBezTo>
                    <a:pt x="-3899" y="26245"/>
                    <a:pt x="255" y="11343"/>
                    <a:pt x="14169" y="5290"/>
                  </a:cubicBezTo>
                  <a:cubicBezTo>
                    <a:pt x="18341" y="3483"/>
                    <a:pt x="23222" y="3464"/>
                    <a:pt x="27096" y="447"/>
                  </a:cubicBezTo>
                  <a:cubicBezTo>
                    <a:pt x="28679" y="-801"/>
                    <a:pt x="30262" y="894"/>
                    <a:pt x="31753" y="1546"/>
                  </a:cubicBezTo>
                  <a:cubicBezTo>
                    <a:pt x="42370" y="6258"/>
                    <a:pt x="50118" y="14640"/>
                    <a:pt x="57476" y="23097"/>
                  </a:cubicBezTo>
                  <a:cubicBezTo>
                    <a:pt x="63492" y="30007"/>
                    <a:pt x="70366" y="36135"/>
                    <a:pt x="75749" y="43679"/>
                  </a:cubicBezTo>
                  <a:cubicBezTo>
                    <a:pt x="83497" y="54557"/>
                    <a:pt x="89905" y="66162"/>
                    <a:pt x="96070" y="77933"/>
                  </a:cubicBezTo>
                  <a:cubicBezTo>
                    <a:pt x="101640" y="88569"/>
                    <a:pt x="106893" y="99373"/>
                    <a:pt x="112332" y="110083"/>
                  </a:cubicBezTo>
                  <a:cubicBezTo>
                    <a:pt x="113095" y="111573"/>
                    <a:pt x="114101" y="112970"/>
                    <a:pt x="115144" y="114293"/>
                  </a:cubicBezTo>
                  <a:cubicBezTo>
                    <a:pt x="121421" y="122209"/>
                    <a:pt x="121608" y="127276"/>
                    <a:pt x="115945" y="135415"/>
                  </a:cubicBezTo>
                  <a:cubicBezTo>
                    <a:pt x="115200" y="136477"/>
                    <a:pt x="114790" y="137762"/>
                    <a:pt x="114231" y="138954"/>
                  </a:cubicBezTo>
                  <a:cubicBezTo>
                    <a:pt x="114231" y="138954"/>
                    <a:pt x="114306" y="138917"/>
                    <a:pt x="114325" y="138917"/>
                  </a:cubicBezTo>
                  <a:cubicBezTo>
                    <a:pt x="112574" y="138582"/>
                    <a:pt x="110692" y="138824"/>
                    <a:pt x="109556" y="140016"/>
                  </a:cubicBezTo>
                  <a:cubicBezTo>
                    <a:pt x="104955" y="144915"/>
                    <a:pt x="99572" y="144356"/>
                    <a:pt x="93575" y="143499"/>
                  </a:cubicBezTo>
                  <a:cubicBezTo>
                    <a:pt x="89216" y="142866"/>
                    <a:pt x="86664" y="139811"/>
                    <a:pt x="84671" y="137315"/>
                  </a:cubicBezTo>
                  <a:cubicBezTo>
                    <a:pt x="79288" y="130591"/>
                    <a:pt x="70384" y="126102"/>
                    <a:pt x="69956" y="115969"/>
                  </a:cubicBezTo>
                  <a:cubicBezTo>
                    <a:pt x="69341" y="115168"/>
                    <a:pt x="69360" y="114442"/>
                    <a:pt x="70068" y="113753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D056ABC8-54F7-3ABB-9587-5363943B4711}"/>
                </a:ext>
              </a:extLst>
            </p:cNvPr>
            <p:cNvSpPr/>
            <p:nvPr/>
          </p:nvSpPr>
          <p:spPr>
            <a:xfrm>
              <a:off x="1995163" y="5341160"/>
              <a:ext cx="14323" cy="9304"/>
            </a:xfrm>
            <a:custGeom>
              <a:avLst/>
              <a:gdLst>
                <a:gd name="csX0" fmla="*/ 14324 w 14323"/>
                <a:gd name="csY0" fmla="*/ 0 h 9304"/>
                <a:gd name="csX1" fmla="*/ 14194 w 14323"/>
                <a:gd name="csY1" fmla="*/ 2179 h 9304"/>
                <a:gd name="csX2" fmla="*/ 0 w 14323"/>
                <a:gd name="csY2" fmla="*/ 9239 h 9304"/>
                <a:gd name="csX3" fmla="*/ 14324 w 14323"/>
                <a:gd name="csY3" fmla="*/ 0 h 9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323" h="9304">
                  <a:moveTo>
                    <a:pt x="14324" y="0"/>
                  </a:moveTo>
                  <a:cubicBezTo>
                    <a:pt x="14287" y="726"/>
                    <a:pt x="14249" y="1453"/>
                    <a:pt x="14194" y="2179"/>
                  </a:cubicBezTo>
                  <a:cubicBezTo>
                    <a:pt x="9313" y="4210"/>
                    <a:pt x="6352" y="9984"/>
                    <a:pt x="0" y="9239"/>
                  </a:cubicBezTo>
                  <a:cubicBezTo>
                    <a:pt x="4266" y="5364"/>
                    <a:pt x="8829" y="1993"/>
                    <a:pt x="14324" y="0"/>
                  </a:cubicBezTo>
                  <a:close/>
                </a:path>
              </a:pathLst>
            </a:custGeom>
            <a:solidFill>
              <a:srgbClr val="4E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467A9D6D-22BC-D933-7FD9-B8C580F48D13}"/>
                </a:ext>
              </a:extLst>
            </p:cNvPr>
            <p:cNvSpPr/>
            <p:nvPr/>
          </p:nvSpPr>
          <p:spPr>
            <a:xfrm>
              <a:off x="1949658" y="5289766"/>
              <a:ext cx="6848" cy="8459"/>
            </a:xfrm>
            <a:custGeom>
              <a:avLst/>
              <a:gdLst>
                <a:gd name="csX0" fmla="*/ 0 w 6848"/>
                <a:gd name="csY0" fmla="*/ 8460 h 8459"/>
                <a:gd name="csX1" fmla="*/ 4117 w 6848"/>
                <a:gd name="csY1" fmla="*/ 1344 h 8459"/>
                <a:gd name="csX2" fmla="*/ 6147 w 6848"/>
                <a:gd name="csY2" fmla="*/ 227 h 8459"/>
                <a:gd name="csX3" fmla="*/ 6557 w 6848"/>
                <a:gd name="csY3" fmla="*/ 2760 h 8459"/>
                <a:gd name="csX4" fmla="*/ 0 w 6848"/>
                <a:gd name="csY4" fmla="*/ 8460 h 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48" h="8459">
                  <a:moveTo>
                    <a:pt x="0" y="8460"/>
                  </a:moveTo>
                  <a:cubicBezTo>
                    <a:pt x="1378" y="6094"/>
                    <a:pt x="2775" y="3729"/>
                    <a:pt x="4117" y="1344"/>
                  </a:cubicBezTo>
                  <a:cubicBezTo>
                    <a:pt x="4582" y="506"/>
                    <a:pt x="5066" y="-444"/>
                    <a:pt x="6147" y="227"/>
                  </a:cubicBezTo>
                  <a:cubicBezTo>
                    <a:pt x="7041" y="786"/>
                    <a:pt x="6966" y="1903"/>
                    <a:pt x="6557" y="2760"/>
                  </a:cubicBezTo>
                  <a:cubicBezTo>
                    <a:pt x="5271" y="5479"/>
                    <a:pt x="3353" y="7659"/>
                    <a:pt x="0" y="8460"/>
                  </a:cubicBezTo>
                  <a:close/>
                </a:path>
              </a:pathLst>
            </a:custGeom>
            <a:solidFill>
              <a:srgbClr val="4E6D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1D9BA3E9-A007-F462-4768-7197DE361CD0}"/>
                </a:ext>
              </a:extLst>
            </p:cNvPr>
            <p:cNvSpPr/>
            <p:nvPr/>
          </p:nvSpPr>
          <p:spPr>
            <a:xfrm>
              <a:off x="2005743" y="5242256"/>
              <a:ext cx="7737" cy="6237"/>
            </a:xfrm>
            <a:custGeom>
              <a:avLst/>
              <a:gdLst>
                <a:gd name="csX0" fmla="*/ 2515 w 7737"/>
                <a:gd name="csY0" fmla="*/ 2679 h 6237"/>
                <a:gd name="csX1" fmla="*/ 7693 w 7737"/>
                <a:gd name="csY1" fmla="*/ 71 h 6237"/>
                <a:gd name="csX2" fmla="*/ 3781 w 7737"/>
                <a:gd name="csY2" fmla="*/ 5268 h 6237"/>
                <a:gd name="csX3" fmla="*/ 0 w 7737"/>
                <a:gd name="csY3" fmla="*/ 5938 h 6237"/>
                <a:gd name="csX4" fmla="*/ 2515 w 7737"/>
                <a:gd name="csY4" fmla="*/ 2679 h 6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37" h="6237">
                  <a:moveTo>
                    <a:pt x="2515" y="2679"/>
                  </a:moveTo>
                  <a:cubicBezTo>
                    <a:pt x="4601" y="2623"/>
                    <a:pt x="5066" y="-506"/>
                    <a:pt x="7693" y="71"/>
                  </a:cubicBezTo>
                  <a:cubicBezTo>
                    <a:pt x="8158" y="3182"/>
                    <a:pt x="4880" y="3442"/>
                    <a:pt x="3781" y="5268"/>
                  </a:cubicBezTo>
                  <a:cubicBezTo>
                    <a:pt x="2552" y="5510"/>
                    <a:pt x="1527" y="6814"/>
                    <a:pt x="0" y="5938"/>
                  </a:cubicBezTo>
                  <a:cubicBezTo>
                    <a:pt x="112" y="4299"/>
                    <a:pt x="1453" y="3591"/>
                    <a:pt x="2515" y="2679"/>
                  </a:cubicBezTo>
                  <a:close/>
                </a:path>
              </a:pathLst>
            </a:custGeom>
            <a:solidFill>
              <a:srgbClr val="4D6D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6AB9E173-9C3F-4DD7-24D2-8A559B905320}"/>
                </a:ext>
              </a:extLst>
            </p:cNvPr>
            <p:cNvSpPr/>
            <p:nvPr/>
          </p:nvSpPr>
          <p:spPr>
            <a:xfrm>
              <a:off x="1580906" y="5295301"/>
              <a:ext cx="28579" cy="16745"/>
            </a:xfrm>
            <a:custGeom>
              <a:avLst/>
              <a:gdLst>
                <a:gd name="csX0" fmla="*/ 28517 w 28579"/>
                <a:gd name="csY0" fmla="*/ 15367 h 16745"/>
                <a:gd name="csX1" fmla="*/ 26264 w 28579"/>
                <a:gd name="csY1" fmla="*/ 16745 h 16745"/>
                <a:gd name="csX2" fmla="*/ 0 w 28579"/>
                <a:gd name="csY2" fmla="*/ 0 h 16745"/>
                <a:gd name="csX3" fmla="*/ 28517 w 28579"/>
                <a:gd name="csY3" fmla="*/ 15367 h 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79" h="16745">
                  <a:moveTo>
                    <a:pt x="28517" y="15367"/>
                  </a:moveTo>
                  <a:cubicBezTo>
                    <a:pt x="28964" y="17788"/>
                    <a:pt x="26878" y="16056"/>
                    <a:pt x="26264" y="16745"/>
                  </a:cubicBezTo>
                  <a:cubicBezTo>
                    <a:pt x="16410" y="12945"/>
                    <a:pt x="6761" y="8810"/>
                    <a:pt x="0" y="0"/>
                  </a:cubicBezTo>
                  <a:cubicBezTo>
                    <a:pt x="9500" y="5141"/>
                    <a:pt x="18254" y="11660"/>
                    <a:pt x="28517" y="15367"/>
                  </a:cubicBezTo>
                  <a:close/>
                </a:path>
              </a:pathLst>
            </a:custGeom>
            <a:solidFill>
              <a:srgbClr val="5C82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D8BD6E83-4180-1DE5-7645-82B8A13C1571}"/>
                </a:ext>
              </a:extLst>
            </p:cNvPr>
            <p:cNvSpPr/>
            <p:nvPr/>
          </p:nvSpPr>
          <p:spPr>
            <a:xfrm>
              <a:off x="1630583" y="5254658"/>
              <a:ext cx="17360" cy="9855"/>
            </a:xfrm>
            <a:custGeom>
              <a:avLst/>
              <a:gdLst>
                <a:gd name="csX0" fmla="*/ 17360 w 17360"/>
                <a:gd name="csY0" fmla="*/ 8605 h 9855"/>
                <a:gd name="csX1" fmla="*/ 14436 w 17360"/>
                <a:gd name="csY1" fmla="*/ 9704 h 9855"/>
                <a:gd name="csX2" fmla="*/ 0 w 17360"/>
                <a:gd name="csY2" fmla="*/ 0 h 9855"/>
                <a:gd name="csX3" fmla="*/ 17267 w 17360"/>
                <a:gd name="csY3" fmla="*/ 8550 h 9855"/>
                <a:gd name="csX4" fmla="*/ 17360 w 17360"/>
                <a:gd name="csY4" fmla="*/ 8605 h 9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60" h="9855">
                  <a:moveTo>
                    <a:pt x="17360" y="8605"/>
                  </a:moveTo>
                  <a:cubicBezTo>
                    <a:pt x="16689" y="9779"/>
                    <a:pt x="15516" y="10077"/>
                    <a:pt x="14436" y="9704"/>
                  </a:cubicBezTo>
                  <a:cubicBezTo>
                    <a:pt x="8829" y="7786"/>
                    <a:pt x="4116" y="4396"/>
                    <a:pt x="0" y="0"/>
                  </a:cubicBezTo>
                  <a:cubicBezTo>
                    <a:pt x="5756" y="2850"/>
                    <a:pt x="11511" y="5700"/>
                    <a:pt x="17267" y="8550"/>
                  </a:cubicBezTo>
                  <a:cubicBezTo>
                    <a:pt x="17286" y="8568"/>
                    <a:pt x="17360" y="8605"/>
                    <a:pt x="17360" y="8605"/>
                  </a:cubicBezTo>
                  <a:close/>
                </a:path>
              </a:pathLst>
            </a:custGeom>
            <a:solidFill>
              <a:srgbClr val="60893C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4960EADB-F1C7-CFAF-7CB1-AB4C8C12D145}"/>
                </a:ext>
              </a:extLst>
            </p:cNvPr>
            <p:cNvSpPr/>
            <p:nvPr/>
          </p:nvSpPr>
          <p:spPr>
            <a:xfrm>
              <a:off x="2043816" y="5295488"/>
              <a:ext cx="5303" cy="7655"/>
            </a:xfrm>
            <a:custGeom>
              <a:avLst/>
              <a:gdLst>
                <a:gd name="csX0" fmla="*/ 0 w 5303"/>
                <a:gd name="csY0" fmla="*/ 7656 h 7655"/>
                <a:gd name="csX1" fmla="*/ 4657 w 5303"/>
                <a:gd name="csY1" fmla="*/ 0 h 7655"/>
                <a:gd name="csX2" fmla="*/ 0 w 5303"/>
                <a:gd name="csY2" fmla="*/ 7656 h 7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03" h="7655">
                  <a:moveTo>
                    <a:pt x="0" y="7656"/>
                  </a:moveTo>
                  <a:cubicBezTo>
                    <a:pt x="1546" y="5104"/>
                    <a:pt x="3111" y="2552"/>
                    <a:pt x="4657" y="0"/>
                  </a:cubicBezTo>
                  <a:cubicBezTo>
                    <a:pt x="6799" y="4713"/>
                    <a:pt x="3204" y="6072"/>
                    <a:pt x="0" y="7656"/>
                  </a:cubicBezTo>
                  <a:close/>
                </a:path>
              </a:pathLst>
            </a:custGeom>
            <a:solidFill>
              <a:srgbClr val="4D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EB1DB99-C097-7B47-F35A-F6F0C534CD80}"/>
                </a:ext>
              </a:extLst>
            </p:cNvPr>
            <p:cNvSpPr/>
            <p:nvPr/>
          </p:nvSpPr>
          <p:spPr>
            <a:xfrm>
              <a:off x="1783022" y="4852956"/>
              <a:ext cx="63955" cy="143648"/>
            </a:xfrm>
            <a:custGeom>
              <a:avLst/>
              <a:gdLst>
                <a:gd name="csX0" fmla="*/ 6279 w 63955"/>
                <a:gd name="csY0" fmla="*/ 0 h 143648"/>
                <a:gd name="csX1" fmla="*/ 26508 w 63955"/>
                <a:gd name="csY1" fmla="*/ 22259 h 143648"/>
                <a:gd name="csX2" fmla="*/ 62122 w 63955"/>
                <a:gd name="csY2" fmla="*/ 120775 h 143648"/>
                <a:gd name="csX3" fmla="*/ 63705 w 63955"/>
                <a:gd name="csY3" fmla="*/ 143649 h 143648"/>
                <a:gd name="csX4" fmla="*/ 39956 w 63955"/>
                <a:gd name="csY4" fmla="*/ 120328 h 143648"/>
                <a:gd name="csX5" fmla="*/ 32170 w 63955"/>
                <a:gd name="csY5" fmla="*/ 91047 h 143648"/>
                <a:gd name="csX6" fmla="*/ 11681 w 63955"/>
                <a:gd name="csY6" fmla="*/ 39433 h 143648"/>
                <a:gd name="csX7" fmla="*/ 1194 w 63955"/>
                <a:gd name="csY7" fmla="*/ 16373 h 143648"/>
                <a:gd name="csX8" fmla="*/ 6279 w 63955"/>
                <a:gd name="csY8" fmla="*/ 0 h 143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955" h="143648">
                  <a:moveTo>
                    <a:pt x="6279" y="0"/>
                  </a:moveTo>
                  <a:cubicBezTo>
                    <a:pt x="15369" y="5271"/>
                    <a:pt x="21218" y="13728"/>
                    <a:pt x="26508" y="22259"/>
                  </a:cubicBezTo>
                  <a:cubicBezTo>
                    <a:pt x="45284" y="52546"/>
                    <a:pt x="56366" y="85776"/>
                    <a:pt x="62122" y="120775"/>
                  </a:cubicBezTo>
                  <a:cubicBezTo>
                    <a:pt x="63351" y="128226"/>
                    <a:pt x="64469" y="135937"/>
                    <a:pt x="63705" y="143649"/>
                  </a:cubicBezTo>
                  <a:cubicBezTo>
                    <a:pt x="49400" y="142382"/>
                    <a:pt x="44818" y="131150"/>
                    <a:pt x="39956" y="120328"/>
                  </a:cubicBezTo>
                  <a:cubicBezTo>
                    <a:pt x="35765" y="111015"/>
                    <a:pt x="35356" y="100677"/>
                    <a:pt x="32170" y="91047"/>
                  </a:cubicBezTo>
                  <a:cubicBezTo>
                    <a:pt x="26322" y="73445"/>
                    <a:pt x="20789" y="55750"/>
                    <a:pt x="11681" y="39433"/>
                  </a:cubicBezTo>
                  <a:cubicBezTo>
                    <a:pt x="7565" y="32056"/>
                    <a:pt x="3709" y="24494"/>
                    <a:pt x="1194" y="16373"/>
                  </a:cubicBezTo>
                  <a:cubicBezTo>
                    <a:pt x="-1376" y="8103"/>
                    <a:pt x="151" y="3390"/>
                    <a:pt x="6279" y="0"/>
                  </a:cubicBezTo>
                  <a:close/>
                </a:path>
              </a:pathLst>
            </a:custGeom>
            <a:solidFill>
              <a:srgbClr val="9F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FE041976-A172-B6C9-A633-35560F5DE6C8}"/>
                </a:ext>
              </a:extLst>
            </p:cNvPr>
            <p:cNvSpPr/>
            <p:nvPr/>
          </p:nvSpPr>
          <p:spPr>
            <a:xfrm>
              <a:off x="1684742" y="5032650"/>
              <a:ext cx="49805" cy="30693"/>
            </a:xfrm>
            <a:custGeom>
              <a:avLst/>
              <a:gdLst>
                <a:gd name="csX0" fmla="*/ 46555 w 49805"/>
                <a:gd name="csY0" fmla="*/ 30694 h 30693"/>
                <a:gd name="csX1" fmla="*/ 2559 w 49805"/>
                <a:gd name="csY1" fmla="*/ 6162 h 30693"/>
                <a:gd name="csX2" fmla="*/ 454 w 49805"/>
                <a:gd name="csY2" fmla="*/ 1021 h 30693"/>
                <a:gd name="csX3" fmla="*/ 6750 w 49805"/>
                <a:gd name="csY3" fmla="*/ 1319 h 30693"/>
                <a:gd name="csX4" fmla="*/ 26625 w 49805"/>
                <a:gd name="csY4" fmla="*/ 11713 h 30693"/>
                <a:gd name="csX5" fmla="*/ 47803 w 49805"/>
                <a:gd name="csY5" fmla="*/ 25534 h 30693"/>
                <a:gd name="csX6" fmla="*/ 46555 w 49805"/>
                <a:gd name="csY6" fmla="*/ 30694 h 30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805" h="30693">
                  <a:moveTo>
                    <a:pt x="46555" y="30694"/>
                  </a:moveTo>
                  <a:cubicBezTo>
                    <a:pt x="30704" y="24659"/>
                    <a:pt x="15877" y="16761"/>
                    <a:pt x="2559" y="6162"/>
                  </a:cubicBezTo>
                  <a:cubicBezTo>
                    <a:pt x="2745" y="4020"/>
                    <a:pt x="-1334" y="3219"/>
                    <a:pt x="454" y="1021"/>
                  </a:cubicBezTo>
                  <a:cubicBezTo>
                    <a:pt x="2187" y="-1139"/>
                    <a:pt x="4664" y="705"/>
                    <a:pt x="6750" y="1319"/>
                  </a:cubicBezTo>
                  <a:cubicBezTo>
                    <a:pt x="14070" y="3443"/>
                    <a:pt x="20515" y="7429"/>
                    <a:pt x="26625" y="11713"/>
                  </a:cubicBezTo>
                  <a:cubicBezTo>
                    <a:pt x="33535" y="16575"/>
                    <a:pt x="41508" y="19760"/>
                    <a:pt x="47803" y="25534"/>
                  </a:cubicBezTo>
                  <a:cubicBezTo>
                    <a:pt x="50392" y="27918"/>
                    <a:pt x="50951" y="29911"/>
                    <a:pt x="46555" y="30694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F71A2FAB-C8C3-6E49-D666-0FE92BB2F383}"/>
                </a:ext>
              </a:extLst>
            </p:cNvPr>
            <p:cNvSpPr/>
            <p:nvPr/>
          </p:nvSpPr>
          <p:spPr>
            <a:xfrm>
              <a:off x="1679505" y="5039517"/>
              <a:ext cx="40634" cy="26684"/>
            </a:xfrm>
            <a:custGeom>
              <a:avLst/>
              <a:gdLst>
                <a:gd name="csX0" fmla="*/ 3493 w 40634"/>
                <a:gd name="csY0" fmla="*/ 3 h 26684"/>
                <a:gd name="csX1" fmla="*/ 40635 w 40634"/>
                <a:gd name="csY1" fmla="*/ 22802 h 26684"/>
                <a:gd name="csX2" fmla="*/ 32812 w 40634"/>
                <a:gd name="csY2" fmla="*/ 25671 h 26684"/>
                <a:gd name="csX3" fmla="*/ 6381 w 40634"/>
                <a:gd name="csY3" fmla="*/ 11533 h 26684"/>
                <a:gd name="csX4" fmla="*/ 606 w 40634"/>
                <a:gd name="csY4" fmla="*/ 4716 h 26684"/>
                <a:gd name="csX5" fmla="*/ 3493 w 40634"/>
                <a:gd name="csY5" fmla="*/ 3 h 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0634" h="26684">
                  <a:moveTo>
                    <a:pt x="3493" y="3"/>
                  </a:moveTo>
                  <a:cubicBezTo>
                    <a:pt x="14837" y="9298"/>
                    <a:pt x="27727" y="16060"/>
                    <a:pt x="40635" y="22802"/>
                  </a:cubicBezTo>
                  <a:cubicBezTo>
                    <a:pt x="39909" y="28707"/>
                    <a:pt x="35177" y="26286"/>
                    <a:pt x="32812" y="25671"/>
                  </a:cubicBezTo>
                  <a:cubicBezTo>
                    <a:pt x="22940" y="23119"/>
                    <a:pt x="13813" y="18779"/>
                    <a:pt x="6381" y="11533"/>
                  </a:cubicBezTo>
                  <a:cubicBezTo>
                    <a:pt x="4257" y="9466"/>
                    <a:pt x="1798" y="7622"/>
                    <a:pt x="606" y="4716"/>
                  </a:cubicBezTo>
                  <a:cubicBezTo>
                    <a:pt x="-604" y="1754"/>
                    <a:pt x="-176" y="-90"/>
                    <a:pt x="3493" y="3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390128CD-129C-FCCE-1F8C-C49DE921DE40}"/>
                </a:ext>
              </a:extLst>
            </p:cNvPr>
            <p:cNvSpPr/>
            <p:nvPr/>
          </p:nvSpPr>
          <p:spPr>
            <a:xfrm>
              <a:off x="2039386" y="5151487"/>
              <a:ext cx="284050" cy="86928"/>
            </a:xfrm>
            <a:custGeom>
              <a:avLst/>
              <a:gdLst>
                <a:gd name="csX0" fmla="*/ 25441 w 284050"/>
                <a:gd name="csY0" fmla="*/ 16762 h 86928"/>
                <a:gd name="csX1" fmla="*/ 4840 w 284050"/>
                <a:gd name="csY1" fmla="*/ 15719 h 86928"/>
                <a:gd name="csX2" fmla="*/ 220 w 284050"/>
                <a:gd name="csY2" fmla="*/ 14825 h 86928"/>
                <a:gd name="csX3" fmla="*/ 2437 w 284050"/>
                <a:gd name="csY3" fmla="*/ 9405 h 86928"/>
                <a:gd name="csX4" fmla="*/ 22740 w 284050"/>
                <a:gd name="csY4" fmla="*/ 1190 h 86928"/>
                <a:gd name="csX5" fmla="*/ 48799 w 284050"/>
                <a:gd name="csY5" fmla="*/ 54 h 86928"/>
                <a:gd name="csX6" fmla="*/ 79533 w 284050"/>
                <a:gd name="csY6" fmla="*/ 2401 h 86928"/>
                <a:gd name="csX7" fmla="*/ 106150 w 284050"/>
                <a:gd name="csY7" fmla="*/ 5922 h 86928"/>
                <a:gd name="csX8" fmla="*/ 141522 w 284050"/>
                <a:gd name="csY8" fmla="*/ 14751 h 86928"/>
                <a:gd name="csX9" fmla="*/ 206566 w 284050"/>
                <a:gd name="csY9" fmla="*/ 34234 h 86928"/>
                <a:gd name="csX10" fmla="*/ 243689 w 284050"/>
                <a:gd name="csY10" fmla="*/ 51799 h 86928"/>
                <a:gd name="csX11" fmla="*/ 278447 w 284050"/>
                <a:gd name="csY11" fmla="*/ 75474 h 86928"/>
                <a:gd name="csX12" fmla="*/ 283215 w 284050"/>
                <a:gd name="csY12" fmla="*/ 81564 h 86928"/>
                <a:gd name="csX13" fmla="*/ 279881 w 284050"/>
                <a:gd name="csY13" fmla="*/ 86929 h 86928"/>
                <a:gd name="csX14" fmla="*/ 276416 w 284050"/>
                <a:gd name="csY14" fmla="*/ 85215 h 86928"/>
                <a:gd name="csX15" fmla="*/ 228211 w 284050"/>
                <a:gd name="csY15" fmla="*/ 58840 h 86928"/>
                <a:gd name="csX16" fmla="*/ 146514 w 284050"/>
                <a:gd name="csY16" fmla="*/ 35016 h 86928"/>
                <a:gd name="csX17" fmla="*/ 65376 w 284050"/>
                <a:gd name="csY17" fmla="*/ 21680 h 86928"/>
                <a:gd name="csX18" fmla="*/ 31196 w 284050"/>
                <a:gd name="csY18" fmla="*/ 18327 h 86928"/>
                <a:gd name="csX19" fmla="*/ 25441 w 284050"/>
                <a:gd name="csY19" fmla="*/ 16762 h 8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4050" h="86928">
                  <a:moveTo>
                    <a:pt x="25441" y="16762"/>
                  </a:moveTo>
                  <a:cubicBezTo>
                    <a:pt x="18661" y="14490"/>
                    <a:pt x="11694" y="16371"/>
                    <a:pt x="4840" y="15719"/>
                  </a:cubicBezTo>
                  <a:cubicBezTo>
                    <a:pt x="3238" y="15570"/>
                    <a:pt x="947" y="16613"/>
                    <a:pt x="220" y="14825"/>
                  </a:cubicBezTo>
                  <a:cubicBezTo>
                    <a:pt x="-618" y="12795"/>
                    <a:pt x="1114" y="10895"/>
                    <a:pt x="2437" y="9405"/>
                  </a:cubicBezTo>
                  <a:cubicBezTo>
                    <a:pt x="7838" y="3370"/>
                    <a:pt x="15308" y="1935"/>
                    <a:pt x="22740" y="1190"/>
                  </a:cubicBezTo>
                  <a:cubicBezTo>
                    <a:pt x="31383" y="315"/>
                    <a:pt x="40137" y="-169"/>
                    <a:pt x="48799" y="54"/>
                  </a:cubicBezTo>
                  <a:cubicBezTo>
                    <a:pt x="59062" y="334"/>
                    <a:pt x="69307" y="1414"/>
                    <a:pt x="79533" y="2401"/>
                  </a:cubicBezTo>
                  <a:cubicBezTo>
                    <a:pt x="88436" y="3258"/>
                    <a:pt x="97377" y="4432"/>
                    <a:pt x="106150" y="5922"/>
                  </a:cubicBezTo>
                  <a:cubicBezTo>
                    <a:pt x="118090" y="7933"/>
                    <a:pt x="129843" y="11398"/>
                    <a:pt x="141522" y="14751"/>
                  </a:cubicBezTo>
                  <a:cubicBezTo>
                    <a:pt x="163278" y="21009"/>
                    <a:pt x="185034" y="27268"/>
                    <a:pt x="206566" y="34234"/>
                  </a:cubicBezTo>
                  <a:cubicBezTo>
                    <a:pt x="219605" y="38462"/>
                    <a:pt x="232010" y="44646"/>
                    <a:pt x="243689" y="51799"/>
                  </a:cubicBezTo>
                  <a:cubicBezTo>
                    <a:pt x="255629" y="59119"/>
                    <a:pt x="267327" y="66868"/>
                    <a:pt x="278447" y="75474"/>
                  </a:cubicBezTo>
                  <a:cubicBezTo>
                    <a:pt x="280663" y="77187"/>
                    <a:pt x="282042" y="79199"/>
                    <a:pt x="283215" y="81564"/>
                  </a:cubicBezTo>
                  <a:cubicBezTo>
                    <a:pt x="285041" y="85197"/>
                    <a:pt x="283848" y="86910"/>
                    <a:pt x="279881" y="86929"/>
                  </a:cubicBezTo>
                  <a:cubicBezTo>
                    <a:pt x="278465" y="86910"/>
                    <a:pt x="277385" y="86109"/>
                    <a:pt x="276416" y="85215"/>
                  </a:cubicBezTo>
                  <a:cubicBezTo>
                    <a:pt x="262614" y="72288"/>
                    <a:pt x="245366" y="65639"/>
                    <a:pt x="228211" y="58840"/>
                  </a:cubicBezTo>
                  <a:cubicBezTo>
                    <a:pt x="201742" y="48335"/>
                    <a:pt x="174212" y="41275"/>
                    <a:pt x="146514" y="35016"/>
                  </a:cubicBezTo>
                  <a:cubicBezTo>
                    <a:pt x="119748" y="28981"/>
                    <a:pt x="92683" y="24604"/>
                    <a:pt x="65376" y="21680"/>
                  </a:cubicBezTo>
                  <a:cubicBezTo>
                    <a:pt x="53995" y="20450"/>
                    <a:pt x="42559" y="19780"/>
                    <a:pt x="31196" y="18327"/>
                  </a:cubicBezTo>
                  <a:cubicBezTo>
                    <a:pt x="29296" y="18085"/>
                    <a:pt x="27005" y="18644"/>
                    <a:pt x="25441" y="16762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F774E409-09C5-CD2B-D4E7-92D3CDDE0266}"/>
                </a:ext>
              </a:extLst>
            </p:cNvPr>
            <p:cNvSpPr/>
            <p:nvPr/>
          </p:nvSpPr>
          <p:spPr>
            <a:xfrm>
              <a:off x="2041370" y="5170294"/>
              <a:ext cx="272178" cy="70945"/>
            </a:xfrm>
            <a:custGeom>
              <a:avLst/>
              <a:gdLst>
                <a:gd name="csX0" fmla="*/ 272178 w 272178"/>
                <a:gd name="csY0" fmla="*/ 67879 h 70945"/>
                <a:gd name="csX1" fmla="*/ 258171 w 272178"/>
                <a:gd name="csY1" fmla="*/ 69555 h 70945"/>
                <a:gd name="csX2" fmla="*/ 203353 w 272178"/>
                <a:gd name="csY2" fmla="*/ 52922 h 70945"/>
                <a:gd name="csX3" fmla="*/ 139706 w 272178"/>
                <a:gd name="csY3" fmla="*/ 32600 h 70945"/>
                <a:gd name="csX4" fmla="*/ 68477 w 272178"/>
                <a:gd name="csY4" fmla="*/ 17680 h 70945"/>
                <a:gd name="csX5" fmla="*/ 32397 w 272178"/>
                <a:gd name="csY5" fmla="*/ 13694 h 70945"/>
                <a:gd name="csX6" fmla="*/ 3638 w 272178"/>
                <a:gd name="csY6" fmla="*/ 7398 h 70945"/>
                <a:gd name="csX7" fmla="*/ 99 w 272178"/>
                <a:gd name="csY7" fmla="*/ 2928 h 70945"/>
                <a:gd name="csX8" fmla="*/ 4998 w 272178"/>
                <a:gd name="csY8" fmla="*/ 1531 h 70945"/>
                <a:gd name="csX9" fmla="*/ 28132 w 272178"/>
                <a:gd name="csY9" fmla="*/ 1400 h 70945"/>
                <a:gd name="csX10" fmla="*/ 35676 w 272178"/>
                <a:gd name="csY10" fmla="*/ 451 h 70945"/>
                <a:gd name="csX11" fmla="*/ 46945 w 272178"/>
                <a:gd name="csY11" fmla="*/ 1084 h 70945"/>
                <a:gd name="csX12" fmla="*/ 130448 w 272178"/>
                <a:gd name="csY12" fmla="*/ 13396 h 70945"/>
                <a:gd name="csX13" fmla="*/ 228424 w 272178"/>
                <a:gd name="csY13" fmla="*/ 40516 h 70945"/>
                <a:gd name="csX14" fmla="*/ 263703 w 272178"/>
                <a:gd name="csY14" fmla="*/ 57970 h 70945"/>
                <a:gd name="csX15" fmla="*/ 272178 w 272178"/>
                <a:gd name="csY15" fmla="*/ 67879 h 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72178" h="70945">
                  <a:moveTo>
                    <a:pt x="272178" y="67879"/>
                  </a:moveTo>
                  <a:cubicBezTo>
                    <a:pt x="268025" y="72517"/>
                    <a:pt x="262716" y="70859"/>
                    <a:pt x="258171" y="69555"/>
                  </a:cubicBezTo>
                  <a:cubicBezTo>
                    <a:pt x="239805" y="64303"/>
                    <a:pt x="221514" y="58789"/>
                    <a:pt x="203353" y="52922"/>
                  </a:cubicBezTo>
                  <a:cubicBezTo>
                    <a:pt x="182156" y="46086"/>
                    <a:pt x="161406" y="37797"/>
                    <a:pt x="139706" y="32600"/>
                  </a:cubicBezTo>
                  <a:cubicBezTo>
                    <a:pt x="116106" y="26956"/>
                    <a:pt x="92562" y="20828"/>
                    <a:pt x="68477" y="17680"/>
                  </a:cubicBezTo>
                  <a:cubicBezTo>
                    <a:pt x="56519" y="16116"/>
                    <a:pt x="44523" y="14402"/>
                    <a:pt x="32397" y="13694"/>
                  </a:cubicBezTo>
                  <a:cubicBezTo>
                    <a:pt x="22637" y="13117"/>
                    <a:pt x="12486" y="12875"/>
                    <a:pt x="3638" y="7398"/>
                  </a:cubicBezTo>
                  <a:cubicBezTo>
                    <a:pt x="1868" y="6299"/>
                    <a:pt x="-516" y="5312"/>
                    <a:pt x="99" y="2928"/>
                  </a:cubicBezTo>
                  <a:cubicBezTo>
                    <a:pt x="713" y="525"/>
                    <a:pt x="3284" y="1568"/>
                    <a:pt x="4998" y="1531"/>
                  </a:cubicBezTo>
                  <a:cubicBezTo>
                    <a:pt x="12709" y="1400"/>
                    <a:pt x="20420" y="1419"/>
                    <a:pt x="28132" y="1400"/>
                  </a:cubicBezTo>
                  <a:cubicBezTo>
                    <a:pt x="30442" y="-630"/>
                    <a:pt x="33068" y="22"/>
                    <a:pt x="35676" y="451"/>
                  </a:cubicBezTo>
                  <a:cubicBezTo>
                    <a:pt x="39382" y="1475"/>
                    <a:pt x="43182" y="953"/>
                    <a:pt x="46945" y="1084"/>
                  </a:cubicBezTo>
                  <a:cubicBezTo>
                    <a:pt x="74903" y="4399"/>
                    <a:pt x="102862" y="7696"/>
                    <a:pt x="130448" y="13396"/>
                  </a:cubicBezTo>
                  <a:cubicBezTo>
                    <a:pt x="163715" y="20251"/>
                    <a:pt x="196685" y="28186"/>
                    <a:pt x="228424" y="40516"/>
                  </a:cubicBezTo>
                  <a:cubicBezTo>
                    <a:pt x="240681" y="45285"/>
                    <a:pt x="252788" y="50482"/>
                    <a:pt x="263703" y="57970"/>
                  </a:cubicBezTo>
                  <a:cubicBezTo>
                    <a:pt x="267336" y="60428"/>
                    <a:pt x="271359" y="62868"/>
                    <a:pt x="272178" y="67879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6CB72702-FA89-054B-8896-B7CD1A007F3A}"/>
                </a:ext>
              </a:extLst>
            </p:cNvPr>
            <p:cNvSpPr/>
            <p:nvPr/>
          </p:nvSpPr>
          <p:spPr>
            <a:xfrm>
              <a:off x="2033925" y="5168113"/>
              <a:ext cx="285341" cy="72641"/>
            </a:xfrm>
            <a:custGeom>
              <a:avLst/>
              <a:gdLst>
                <a:gd name="csX0" fmla="*/ 279623 w 285341"/>
                <a:gd name="csY0" fmla="*/ 70060 h 72641"/>
                <a:gd name="csX1" fmla="*/ 252596 w 285341"/>
                <a:gd name="csY1" fmla="*/ 51247 h 72641"/>
                <a:gd name="csX2" fmla="*/ 182970 w 285341"/>
                <a:gd name="csY2" fmla="*/ 27349 h 72641"/>
                <a:gd name="csX3" fmla="*/ 123979 w 285341"/>
                <a:gd name="csY3" fmla="*/ 14236 h 72641"/>
                <a:gd name="csX4" fmla="*/ 72905 w 285341"/>
                <a:gd name="csY4" fmla="*/ 7084 h 72641"/>
                <a:gd name="csX5" fmla="*/ 54818 w 285341"/>
                <a:gd name="csY5" fmla="*/ 4718 h 72641"/>
                <a:gd name="csX6" fmla="*/ 43344 w 285341"/>
                <a:gd name="csY6" fmla="*/ 3693 h 72641"/>
                <a:gd name="csX7" fmla="*/ 35577 w 285341"/>
                <a:gd name="csY7" fmla="*/ 3563 h 72641"/>
                <a:gd name="csX8" fmla="*/ 8084 w 285341"/>
                <a:gd name="csY8" fmla="*/ 2483 h 72641"/>
                <a:gd name="csX9" fmla="*/ 0 w 285341"/>
                <a:gd name="csY9" fmla="*/ 844 h 72641"/>
                <a:gd name="csX10" fmla="*/ 30883 w 285341"/>
                <a:gd name="csY10" fmla="*/ 136 h 72641"/>
                <a:gd name="csX11" fmla="*/ 223054 w 285341"/>
                <a:gd name="csY11" fmla="*/ 36663 h 72641"/>
                <a:gd name="csX12" fmla="*/ 270310 w 285341"/>
                <a:gd name="csY12" fmla="*/ 57748 h 72641"/>
                <a:gd name="csX13" fmla="*/ 285342 w 285341"/>
                <a:gd name="csY13" fmla="*/ 70321 h 72641"/>
                <a:gd name="csX14" fmla="*/ 279623 w 285341"/>
                <a:gd name="csY14" fmla="*/ 70060 h 72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5341" h="72641">
                  <a:moveTo>
                    <a:pt x="279623" y="70060"/>
                  </a:moveTo>
                  <a:cubicBezTo>
                    <a:pt x="272545" y="61026"/>
                    <a:pt x="262655" y="55941"/>
                    <a:pt x="252596" y="51247"/>
                  </a:cubicBezTo>
                  <a:cubicBezTo>
                    <a:pt x="230244" y="40816"/>
                    <a:pt x="206905" y="33310"/>
                    <a:pt x="182970" y="27349"/>
                  </a:cubicBezTo>
                  <a:cubicBezTo>
                    <a:pt x="163412" y="22469"/>
                    <a:pt x="143816" y="17589"/>
                    <a:pt x="123979" y="14236"/>
                  </a:cubicBezTo>
                  <a:cubicBezTo>
                    <a:pt x="107047" y="11368"/>
                    <a:pt x="90079" y="8369"/>
                    <a:pt x="72905" y="7084"/>
                  </a:cubicBezTo>
                  <a:cubicBezTo>
                    <a:pt x="66851" y="6636"/>
                    <a:pt x="60835" y="5519"/>
                    <a:pt x="54818" y="4718"/>
                  </a:cubicBezTo>
                  <a:cubicBezTo>
                    <a:pt x="51093" y="3302"/>
                    <a:pt x="47070" y="5128"/>
                    <a:pt x="43344" y="3693"/>
                  </a:cubicBezTo>
                  <a:cubicBezTo>
                    <a:pt x="40755" y="3656"/>
                    <a:pt x="38166" y="3619"/>
                    <a:pt x="35577" y="3563"/>
                  </a:cubicBezTo>
                  <a:cubicBezTo>
                    <a:pt x="26487" y="1533"/>
                    <a:pt x="17248" y="3023"/>
                    <a:pt x="8084" y="2483"/>
                  </a:cubicBezTo>
                  <a:cubicBezTo>
                    <a:pt x="5774" y="2352"/>
                    <a:pt x="3297" y="3191"/>
                    <a:pt x="0" y="844"/>
                  </a:cubicBezTo>
                  <a:cubicBezTo>
                    <a:pt x="11008" y="-740"/>
                    <a:pt x="20974" y="452"/>
                    <a:pt x="30883" y="136"/>
                  </a:cubicBezTo>
                  <a:cubicBezTo>
                    <a:pt x="96542" y="3898"/>
                    <a:pt x="160711" y="15521"/>
                    <a:pt x="223054" y="36663"/>
                  </a:cubicBezTo>
                  <a:cubicBezTo>
                    <a:pt x="239427" y="42213"/>
                    <a:pt x="255483" y="48658"/>
                    <a:pt x="270310" y="57748"/>
                  </a:cubicBezTo>
                  <a:cubicBezTo>
                    <a:pt x="275935" y="61194"/>
                    <a:pt x="281039" y="65273"/>
                    <a:pt x="285342" y="70321"/>
                  </a:cubicBezTo>
                  <a:cubicBezTo>
                    <a:pt x="283218" y="75499"/>
                    <a:pt x="281523" y="70451"/>
                    <a:pt x="279623" y="70060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160066BF-BF17-95B1-9C5B-C92AF3A150D2}"/>
                </a:ext>
              </a:extLst>
            </p:cNvPr>
            <p:cNvSpPr/>
            <p:nvPr/>
          </p:nvSpPr>
          <p:spPr>
            <a:xfrm>
              <a:off x="2024090" y="4858700"/>
              <a:ext cx="76852" cy="102398"/>
            </a:xfrm>
            <a:custGeom>
              <a:avLst/>
              <a:gdLst>
                <a:gd name="csX0" fmla="*/ 0 w 76852"/>
                <a:gd name="csY0" fmla="*/ 94821 h 102398"/>
                <a:gd name="csX1" fmla="*/ 33044 w 76852"/>
                <a:gd name="csY1" fmla="*/ 42462 h 102398"/>
                <a:gd name="csX2" fmla="*/ 70092 w 76852"/>
                <a:gd name="csY2" fmla="*/ 1595 h 102398"/>
                <a:gd name="csX3" fmla="*/ 72420 w 76852"/>
                <a:gd name="csY3" fmla="*/ 49 h 102398"/>
                <a:gd name="csX4" fmla="*/ 75866 w 76852"/>
                <a:gd name="csY4" fmla="*/ 5413 h 102398"/>
                <a:gd name="csX5" fmla="*/ 73277 w 76852"/>
                <a:gd name="csY5" fmla="*/ 9735 h 102398"/>
                <a:gd name="csX6" fmla="*/ 52676 w 76852"/>
                <a:gd name="csY6" fmla="*/ 32776 h 102398"/>
                <a:gd name="csX7" fmla="*/ 13448 w 76852"/>
                <a:gd name="csY7" fmla="*/ 88451 h 102398"/>
                <a:gd name="csX8" fmla="*/ 3390 w 76852"/>
                <a:gd name="csY8" fmla="*/ 101173 h 102398"/>
                <a:gd name="csX9" fmla="*/ 1043 w 76852"/>
                <a:gd name="csY9" fmla="*/ 102309 h 102398"/>
                <a:gd name="csX10" fmla="*/ 74 w 76852"/>
                <a:gd name="csY10" fmla="*/ 99925 h 102398"/>
                <a:gd name="csX11" fmla="*/ 0 w 76852"/>
                <a:gd name="csY11" fmla="*/ 94821 h 102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852" h="102398">
                  <a:moveTo>
                    <a:pt x="0" y="94821"/>
                  </a:moveTo>
                  <a:cubicBezTo>
                    <a:pt x="9295" y="76288"/>
                    <a:pt x="20601" y="58984"/>
                    <a:pt x="33044" y="42462"/>
                  </a:cubicBezTo>
                  <a:cubicBezTo>
                    <a:pt x="44145" y="27747"/>
                    <a:pt x="55638" y="13311"/>
                    <a:pt x="70092" y="1595"/>
                  </a:cubicBezTo>
                  <a:cubicBezTo>
                    <a:pt x="70819" y="1017"/>
                    <a:pt x="71638" y="552"/>
                    <a:pt x="72420" y="49"/>
                  </a:cubicBezTo>
                  <a:cubicBezTo>
                    <a:pt x="76928" y="-342"/>
                    <a:pt x="77841" y="1632"/>
                    <a:pt x="75866" y="5413"/>
                  </a:cubicBezTo>
                  <a:cubicBezTo>
                    <a:pt x="75084" y="6903"/>
                    <a:pt x="74451" y="8617"/>
                    <a:pt x="73277" y="9735"/>
                  </a:cubicBezTo>
                  <a:cubicBezTo>
                    <a:pt x="65827" y="16906"/>
                    <a:pt x="59121" y="24729"/>
                    <a:pt x="52676" y="32776"/>
                  </a:cubicBezTo>
                  <a:cubicBezTo>
                    <a:pt x="38464" y="50508"/>
                    <a:pt x="22352" y="66937"/>
                    <a:pt x="13448" y="88451"/>
                  </a:cubicBezTo>
                  <a:cubicBezTo>
                    <a:pt x="11325" y="93573"/>
                    <a:pt x="6352" y="96609"/>
                    <a:pt x="3390" y="101173"/>
                  </a:cubicBezTo>
                  <a:cubicBezTo>
                    <a:pt x="2924" y="101899"/>
                    <a:pt x="2105" y="102663"/>
                    <a:pt x="1043" y="102309"/>
                  </a:cubicBezTo>
                  <a:cubicBezTo>
                    <a:pt x="-112" y="101918"/>
                    <a:pt x="112" y="100819"/>
                    <a:pt x="74" y="99925"/>
                  </a:cubicBezTo>
                  <a:cubicBezTo>
                    <a:pt x="0" y="98211"/>
                    <a:pt x="19" y="96516"/>
                    <a:pt x="0" y="94821"/>
                  </a:cubicBezTo>
                  <a:close/>
                </a:path>
              </a:pathLst>
            </a:custGeom>
            <a:solidFill>
              <a:srgbClr val="9DC8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02DACCEC-8724-CD9A-D75C-BA48AEF812D6}"/>
                </a:ext>
              </a:extLst>
            </p:cNvPr>
            <p:cNvSpPr/>
            <p:nvPr/>
          </p:nvSpPr>
          <p:spPr>
            <a:xfrm>
              <a:off x="1574704" y="5263096"/>
              <a:ext cx="133552" cy="167828"/>
            </a:xfrm>
            <a:custGeom>
              <a:avLst/>
              <a:gdLst>
                <a:gd name="csX0" fmla="*/ 128299 w 133552"/>
                <a:gd name="csY0" fmla="*/ 149 h 167828"/>
                <a:gd name="csX1" fmla="*/ 133552 w 133552"/>
                <a:gd name="csY1" fmla="*/ 466 h 167828"/>
                <a:gd name="csX2" fmla="*/ 128765 w 133552"/>
                <a:gd name="csY2" fmla="*/ 8270 h 167828"/>
                <a:gd name="csX3" fmla="*/ 87265 w 133552"/>
                <a:gd name="csY3" fmla="*/ 47032 h 167828"/>
                <a:gd name="csX4" fmla="*/ 77635 w 133552"/>
                <a:gd name="csY4" fmla="*/ 60089 h 167828"/>
                <a:gd name="csX5" fmla="*/ 31031 w 133552"/>
                <a:gd name="csY5" fmla="*/ 126754 h 167828"/>
                <a:gd name="csX6" fmla="*/ 15962 w 133552"/>
                <a:gd name="csY6" fmla="*/ 153092 h 167828"/>
                <a:gd name="csX7" fmla="*/ 7990 w 133552"/>
                <a:gd name="csY7" fmla="*/ 164585 h 167828"/>
                <a:gd name="csX8" fmla="*/ 3277 w 133552"/>
                <a:gd name="csY8" fmla="*/ 167658 h 167828"/>
                <a:gd name="csX9" fmla="*/ 781 w 133552"/>
                <a:gd name="csY9" fmla="*/ 162368 h 167828"/>
                <a:gd name="csX10" fmla="*/ 763 w 133552"/>
                <a:gd name="csY10" fmla="*/ 159556 h 167828"/>
                <a:gd name="csX11" fmla="*/ 1433 w 133552"/>
                <a:gd name="csY11" fmla="*/ 153875 h 167828"/>
                <a:gd name="csX12" fmla="*/ 32856 w 133552"/>
                <a:gd name="csY12" fmla="*/ 101646 h 167828"/>
                <a:gd name="csX13" fmla="*/ 39469 w 133552"/>
                <a:gd name="csY13" fmla="*/ 92630 h 167828"/>
                <a:gd name="csX14" fmla="*/ 71581 w 133552"/>
                <a:gd name="csY14" fmla="*/ 53589 h 167828"/>
                <a:gd name="csX15" fmla="*/ 99912 w 133552"/>
                <a:gd name="csY15" fmla="*/ 23134 h 167828"/>
                <a:gd name="csX16" fmla="*/ 122842 w 133552"/>
                <a:gd name="csY16" fmla="*/ 2366 h 167828"/>
                <a:gd name="csX17" fmla="*/ 128299 w 133552"/>
                <a:gd name="csY17" fmla="*/ 149 h 16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3552" h="167828">
                  <a:moveTo>
                    <a:pt x="128299" y="149"/>
                  </a:moveTo>
                  <a:cubicBezTo>
                    <a:pt x="129938" y="242"/>
                    <a:pt x="131596" y="354"/>
                    <a:pt x="133552" y="466"/>
                  </a:cubicBezTo>
                  <a:cubicBezTo>
                    <a:pt x="132621" y="3763"/>
                    <a:pt x="131019" y="6407"/>
                    <a:pt x="128765" y="8270"/>
                  </a:cubicBezTo>
                  <a:cubicBezTo>
                    <a:pt x="114199" y="20415"/>
                    <a:pt x="101179" y="34180"/>
                    <a:pt x="87265" y="47032"/>
                  </a:cubicBezTo>
                  <a:cubicBezTo>
                    <a:pt x="83372" y="50627"/>
                    <a:pt x="80745" y="55656"/>
                    <a:pt x="77635" y="60089"/>
                  </a:cubicBezTo>
                  <a:cubicBezTo>
                    <a:pt x="62044" y="82274"/>
                    <a:pt x="46286" y="104346"/>
                    <a:pt x="31031" y="126754"/>
                  </a:cubicBezTo>
                  <a:cubicBezTo>
                    <a:pt x="25350" y="135099"/>
                    <a:pt x="20693" y="144152"/>
                    <a:pt x="15962" y="153092"/>
                  </a:cubicBezTo>
                  <a:cubicBezTo>
                    <a:pt x="13745" y="157302"/>
                    <a:pt x="11138" y="161065"/>
                    <a:pt x="7990" y="164585"/>
                  </a:cubicBezTo>
                  <a:cubicBezTo>
                    <a:pt x="6593" y="166150"/>
                    <a:pt x="5531" y="168478"/>
                    <a:pt x="3277" y="167658"/>
                  </a:cubicBezTo>
                  <a:cubicBezTo>
                    <a:pt x="1284" y="166932"/>
                    <a:pt x="856" y="164510"/>
                    <a:pt x="781" y="162368"/>
                  </a:cubicBezTo>
                  <a:cubicBezTo>
                    <a:pt x="744" y="161437"/>
                    <a:pt x="763" y="160487"/>
                    <a:pt x="763" y="159556"/>
                  </a:cubicBezTo>
                  <a:cubicBezTo>
                    <a:pt x="-970" y="157432"/>
                    <a:pt x="688" y="155644"/>
                    <a:pt x="1433" y="153875"/>
                  </a:cubicBezTo>
                  <a:cubicBezTo>
                    <a:pt x="9219" y="134857"/>
                    <a:pt x="20972" y="118205"/>
                    <a:pt x="32856" y="101646"/>
                  </a:cubicBezTo>
                  <a:cubicBezTo>
                    <a:pt x="35017" y="98628"/>
                    <a:pt x="36712" y="95219"/>
                    <a:pt x="39469" y="92630"/>
                  </a:cubicBezTo>
                  <a:cubicBezTo>
                    <a:pt x="49844" y="79349"/>
                    <a:pt x="60275" y="66143"/>
                    <a:pt x="71581" y="53589"/>
                  </a:cubicBezTo>
                  <a:cubicBezTo>
                    <a:pt x="80857" y="43270"/>
                    <a:pt x="90077" y="32932"/>
                    <a:pt x="99912" y="23134"/>
                  </a:cubicBezTo>
                  <a:cubicBezTo>
                    <a:pt x="107233" y="15833"/>
                    <a:pt x="115056" y="9127"/>
                    <a:pt x="122842" y="2366"/>
                  </a:cubicBezTo>
                  <a:cubicBezTo>
                    <a:pt x="124388" y="1024"/>
                    <a:pt x="125934" y="-484"/>
                    <a:pt x="128299" y="149"/>
                  </a:cubicBezTo>
                  <a:close/>
                </a:path>
              </a:pathLst>
            </a:custGeom>
            <a:solidFill>
              <a:srgbClr val="A1CA4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03712A93-F5EB-2174-9EF8-D4FFB06BA7AA}"/>
                </a:ext>
              </a:extLst>
            </p:cNvPr>
            <p:cNvSpPr/>
            <p:nvPr/>
          </p:nvSpPr>
          <p:spPr>
            <a:xfrm>
              <a:off x="1613686" y="5252296"/>
              <a:ext cx="100735" cy="103811"/>
            </a:xfrm>
            <a:custGeom>
              <a:avLst/>
              <a:gdLst>
                <a:gd name="csX0" fmla="*/ 89318 w 100735"/>
                <a:gd name="csY0" fmla="*/ 10949 h 103811"/>
                <a:gd name="csX1" fmla="*/ 44912 w 100735"/>
                <a:gd name="csY1" fmla="*/ 52225 h 103811"/>
                <a:gd name="csX2" fmla="*/ 1437 w 100735"/>
                <a:gd name="csY2" fmla="*/ 103747 h 103811"/>
                <a:gd name="csX3" fmla="*/ 77 w 100735"/>
                <a:gd name="csY3" fmla="*/ 102387 h 103811"/>
                <a:gd name="csX4" fmla="*/ 74882 w 100735"/>
                <a:gd name="csY4" fmla="*/ 18921 h 103811"/>
                <a:gd name="csX5" fmla="*/ 96470 w 100735"/>
                <a:gd name="csY5" fmla="*/ 1132 h 103811"/>
                <a:gd name="csX6" fmla="*/ 100736 w 100735"/>
                <a:gd name="csY6" fmla="*/ 630 h 103811"/>
                <a:gd name="csX7" fmla="*/ 89318 w 100735"/>
                <a:gd name="csY7" fmla="*/ 10949 h 103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0735" h="103811">
                  <a:moveTo>
                    <a:pt x="89318" y="10949"/>
                  </a:moveTo>
                  <a:cubicBezTo>
                    <a:pt x="72926" y="23000"/>
                    <a:pt x="58658" y="37361"/>
                    <a:pt x="44912" y="52225"/>
                  </a:cubicBezTo>
                  <a:cubicBezTo>
                    <a:pt x="29656" y="68729"/>
                    <a:pt x="15277" y="86014"/>
                    <a:pt x="1437" y="103747"/>
                  </a:cubicBezTo>
                  <a:cubicBezTo>
                    <a:pt x="282" y="103989"/>
                    <a:pt x="-202" y="103560"/>
                    <a:pt x="77" y="102387"/>
                  </a:cubicBezTo>
                  <a:cubicBezTo>
                    <a:pt x="22280" y="72119"/>
                    <a:pt x="47445" y="44495"/>
                    <a:pt x="74882" y="18921"/>
                  </a:cubicBezTo>
                  <a:cubicBezTo>
                    <a:pt x="81699" y="12569"/>
                    <a:pt x="88610" y="6255"/>
                    <a:pt x="96470" y="1132"/>
                  </a:cubicBezTo>
                  <a:cubicBezTo>
                    <a:pt x="97811" y="257"/>
                    <a:pt x="98873" y="-637"/>
                    <a:pt x="100736" y="630"/>
                  </a:cubicBezTo>
                  <a:cubicBezTo>
                    <a:pt x="97960" y="5230"/>
                    <a:pt x="92615" y="7018"/>
                    <a:pt x="89318" y="10949"/>
                  </a:cubicBezTo>
                  <a:close/>
                </a:path>
              </a:pathLst>
            </a:custGeom>
            <a:solidFill>
              <a:srgbClr val="46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AAFE3CAA-3314-7BD4-C1B2-A42A9BED83CA}"/>
                </a:ext>
              </a:extLst>
            </p:cNvPr>
            <p:cNvSpPr/>
            <p:nvPr/>
          </p:nvSpPr>
          <p:spPr>
            <a:xfrm>
              <a:off x="1570678" y="5354683"/>
              <a:ext cx="44463" cy="80243"/>
            </a:xfrm>
            <a:custGeom>
              <a:avLst/>
              <a:gdLst>
                <a:gd name="csX0" fmla="*/ 43104 w 44463"/>
                <a:gd name="csY0" fmla="*/ 0 h 80243"/>
                <a:gd name="csX1" fmla="*/ 44464 w 44463"/>
                <a:gd name="csY1" fmla="*/ 1360 h 80243"/>
                <a:gd name="csX2" fmla="*/ 12705 w 44463"/>
                <a:gd name="csY2" fmla="*/ 49528 h 80243"/>
                <a:gd name="csX3" fmla="*/ 4826 w 44463"/>
                <a:gd name="csY3" fmla="*/ 67969 h 80243"/>
                <a:gd name="csX4" fmla="*/ 4621 w 44463"/>
                <a:gd name="csY4" fmla="*/ 80243 h 80243"/>
                <a:gd name="csX5" fmla="*/ 766 w 44463"/>
                <a:gd name="csY5" fmla="*/ 70912 h 80243"/>
                <a:gd name="csX6" fmla="*/ 41819 w 44463"/>
                <a:gd name="csY6" fmla="*/ 1062 h 80243"/>
                <a:gd name="csX7" fmla="*/ 43104 w 44463"/>
                <a:gd name="csY7" fmla="*/ 0 h 80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4463" h="80243">
                  <a:moveTo>
                    <a:pt x="43104" y="0"/>
                  </a:moveTo>
                  <a:cubicBezTo>
                    <a:pt x="43551" y="447"/>
                    <a:pt x="43998" y="913"/>
                    <a:pt x="44464" y="1360"/>
                  </a:cubicBezTo>
                  <a:cubicBezTo>
                    <a:pt x="33455" y="17136"/>
                    <a:pt x="21777" y="32466"/>
                    <a:pt x="12705" y="49528"/>
                  </a:cubicBezTo>
                  <a:cubicBezTo>
                    <a:pt x="9557" y="55433"/>
                    <a:pt x="6223" y="61300"/>
                    <a:pt x="4826" y="67969"/>
                  </a:cubicBezTo>
                  <a:cubicBezTo>
                    <a:pt x="2572" y="71768"/>
                    <a:pt x="3709" y="75792"/>
                    <a:pt x="4621" y="80243"/>
                  </a:cubicBezTo>
                  <a:cubicBezTo>
                    <a:pt x="-948" y="78306"/>
                    <a:pt x="-408" y="74153"/>
                    <a:pt x="766" y="70912"/>
                  </a:cubicBezTo>
                  <a:cubicBezTo>
                    <a:pt x="10098" y="45095"/>
                    <a:pt x="25725" y="22929"/>
                    <a:pt x="41819" y="1062"/>
                  </a:cubicBezTo>
                  <a:cubicBezTo>
                    <a:pt x="42135" y="633"/>
                    <a:pt x="42657" y="354"/>
                    <a:pt x="43104" y="0"/>
                  </a:cubicBezTo>
                  <a:close/>
                </a:path>
              </a:pathLst>
            </a:custGeom>
            <a:solidFill>
              <a:srgbClr val="5C74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AC1FD1F7-3304-D84E-C220-B6ADEACA76E4}"/>
                </a:ext>
              </a:extLst>
            </p:cNvPr>
            <p:cNvSpPr/>
            <p:nvPr/>
          </p:nvSpPr>
          <p:spPr>
            <a:xfrm>
              <a:off x="1951267" y="5249309"/>
              <a:ext cx="82415" cy="100510"/>
            </a:xfrm>
            <a:custGeom>
              <a:avLst/>
              <a:gdLst>
                <a:gd name="csX0" fmla="*/ 81950 w 82415"/>
                <a:gd name="csY0" fmla="*/ 96414 h 100510"/>
                <a:gd name="csX1" fmla="*/ 75487 w 82415"/>
                <a:gd name="csY1" fmla="*/ 98780 h 100510"/>
                <a:gd name="csX2" fmla="*/ 59803 w 82415"/>
                <a:gd name="csY2" fmla="*/ 82202 h 100510"/>
                <a:gd name="csX3" fmla="*/ 42182 w 82415"/>
                <a:gd name="csY3" fmla="*/ 62626 h 100510"/>
                <a:gd name="csX4" fmla="*/ 15993 w 82415"/>
                <a:gd name="csY4" fmla="*/ 32096 h 100510"/>
                <a:gd name="csX5" fmla="*/ 1539 w 82415"/>
                <a:gd name="csY5" fmla="*/ 11514 h 100510"/>
                <a:gd name="csX6" fmla="*/ 3942 w 82415"/>
                <a:gd name="csY6" fmla="*/ 413 h 100510"/>
                <a:gd name="csX7" fmla="*/ 14801 w 82415"/>
                <a:gd name="csY7" fmla="*/ 4734 h 100510"/>
                <a:gd name="csX8" fmla="*/ 45405 w 82415"/>
                <a:gd name="csY8" fmla="*/ 33717 h 100510"/>
                <a:gd name="csX9" fmla="*/ 79156 w 82415"/>
                <a:gd name="csY9" fmla="*/ 84810 h 100510"/>
                <a:gd name="csX10" fmla="*/ 81950 w 82415"/>
                <a:gd name="csY10" fmla="*/ 96414 h 10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415" h="100510">
                  <a:moveTo>
                    <a:pt x="81950" y="96414"/>
                  </a:moveTo>
                  <a:cubicBezTo>
                    <a:pt x="80926" y="100251"/>
                    <a:pt x="79659" y="102114"/>
                    <a:pt x="75487" y="98780"/>
                  </a:cubicBezTo>
                  <a:cubicBezTo>
                    <a:pt x="69470" y="93937"/>
                    <a:pt x="64180" y="88312"/>
                    <a:pt x="59803" y="82202"/>
                  </a:cubicBezTo>
                  <a:cubicBezTo>
                    <a:pt x="54606" y="74938"/>
                    <a:pt x="47826" y="69350"/>
                    <a:pt x="42182" y="62626"/>
                  </a:cubicBezTo>
                  <a:cubicBezTo>
                    <a:pt x="33558" y="52362"/>
                    <a:pt x="24562" y="42397"/>
                    <a:pt x="15993" y="32096"/>
                  </a:cubicBezTo>
                  <a:cubicBezTo>
                    <a:pt x="10629" y="25652"/>
                    <a:pt x="4855" y="19449"/>
                    <a:pt x="1539" y="11514"/>
                  </a:cubicBezTo>
                  <a:cubicBezTo>
                    <a:pt x="-1013" y="5367"/>
                    <a:pt x="-510" y="2722"/>
                    <a:pt x="3942" y="413"/>
                  </a:cubicBezTo>
                  <a:cubicBezTo>
                    <a:pt x="8766" y="-1245"/>
                    <a:pt x="11672" y="2480"/>
                    <a:pt x="14801" y="4734"/>
                  </a:cubicBezTo>
                  <a:cubicBezTo>
                    <a:pt x="26275" y="13023"/>
                    <a:pt x="36296" y="22858"/>
                    <a:pt x="45405" y="33717"/>
                  </a:cubicBezTo>
                  <a:cubicBezTo>
                    <a:pt x="58630" y="49475"/>
                    <a:pt x="70588" y="66034"/>
                    <a:pt x="79156" y="84810"/>
                  </a:cubicBezTo>
                  <a:cubicBezTo>
                    <a:pt x="80833" y="88423"/>
                    <a:pt x="83496" y="91963"/>
                    <a:pt x="81950" y="96414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698F19C1-3757-D9AE-66F9-85C1B29295DE}"/>
                </a:ext>
              </a:extLst>
            </p:cNvPr>
            <p:cNvSpPr/>
            <p:nvPr/>
          </p:nvSpPr>
          <p:spPr>
            <a:xfrm>
              <a:off x="1957367" y="5240771"/>
              <a:ext cx="86194" cy="108027"/>
            </a:xfrm>
            <a:custGeom>
              <a:avLst/>
              <a:gdLst>
                <a:gd name="csX0" fmla="*/ 3 w 86194"/>
                <a:gd name="csY0" fmla="*/ 5859 h 108027"/>
                <a:gd name="csX1" fmla="*/ 8459 w 86194"/>
                <a:gd name="csY1" fmla="*/ 234 h 108027"/>
                <a:gd name="csX2" fmla="*/ 27253 w 86194"/>
                <a:gd name="csY2" fmla="*/ 9771 h 108027"/>
                <a:gd name="csX3" fmla="*/ 78141 w 86194"/>
                <a:gd name="csY3" fmla="*/ 81241 h 108027"/>
                <a:gd name="csX4" fmla="*/ 83599 w 86194"/>
                <a:gd name="csY4" fmla="*/ 94802 h 108027"/>
                <a:gd name="csX5" fmla="*/ 85778 w 86194"/>
                <a:gd name="csY5" fmla="*/ 101153 h 108027"/>
                <a:gd name="csX6" fmla="*/ 84791 w 86194"/>
                <a:gd name="csY6" fmla="*/ 107505 h 108027"/>
                <a:gd name="csX7" fmla="*/ 79278 w 86194"/>
                <a:gd name="csY7" fmla="*/ 105046 h 108027"/>
                <a:gd name="csX8" fmla="*/ 72255 w 86194"/>
                <a:gd name="csY8" fmla="*/ 91933 h 108027"/>
                <a:gd name="csX9" fmla="*/ 43831 w 86194"/>
                <a:gd name="csY9" fmla="*/ 48086 h 108027"/>
                <a:gd name="csX10" fmla="*/ 1716 w 86194"/>
                <a:gd name="csY10" fmla="*/ 8597 h 108027"/>
                <a:gd name="csX11" fmla="*/ 3 w 86194"/>
                <a:gd name="csY11" fmla="*/ 5859 h 108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194" h="108027">
                  <a:moveTo>
                    <a:pt x="3" y="5859"/>
                  </a:moveTo>
                  <a:cubicBezTo>
                    <a:pt x="599" y="1054"/>
                    <a:pt x="3355" y="-679"/>
                    <a:pt x="8459" y="234"/>
                  </a:cubicBezTo>
                  <a:cubicBezTo>
                    <a:pt x="15705" y="1519"/>
                    <a:pt x="21703" y="5319"/>
                    <a:pt x="27253" y="9771"/>
                  </a:cubicBezTo>
                  <a:cubicBezTo>
                    <a:pt x="50984" y="28751"/>
                    <a:pt x="67226" y="53115"/>
                    <a:pt x="78141" y="81241"/>
                  </a:cubicBezTo>
                  <a:cubicBezTo>
                    <a:pt x="79911" y="85786"/>
                    <a:pt x="81289" y="90462"/>
                    <a:pt x="83599" y="94802"/>
                  </a:cubicBezTo>
                  <a:cubicBezTo>
                    <a:pt x="84642" y="96757"/>
                    <a:pt x="85462" y="98974"/>
                    <a:pt x="85778" y="101153"/>
                  </a:cubicBezTo>
                  <a:cubicBezTo>
                    <a:pt x="86095" y="103277"/>
                    <a:pt x="86896" y="106015"/>
                    <a:pt x="84791" y="107505"/>
                  </a:cubicBezTo>
                  <a:cubicBezTo>
                    <a:pt x="82090" y="109405"/>
                    <a:pt x="81289" y="105549"/>
                    <a:pt x="79278" y="105046"/>
                  </a:cubicBezTo>
                  <a:cubicBezTo>
                    <a:pt x="74938" y="101768"/>
                    <a:pt x="74397" y="96366"/>
                    <a:pt x="72255" y="91933"/>
                  </a:cubicBezTo>
                  <a:cubicBezTo>
                    <a:pt x="64581" y="76119"/>
                    <a:pt x="54765" y="61795"/>
                    <a:pt x="43831" y="48086"/>
                  </a:cubicBezTo>
                  <a:cubicBezTo>
                    <a:pt x="31686" y="32849"/>
                    <a:pt x="18052" y="19308"/>
                    <a:pt x="1716" y="8597"/>
                  </a:cubicBezTo>
                  <a:cubicBezTo>
                    <a:pt x="822" y="7946"/>
                    <a:pt x="-53" y="7182"/>
                    <a:pt x="3" y="5859"/>
                  </a:cubicBezTo>
                  <a:close/>
                </a:path>
              </a:pathLst>
            </a:custGeom>
            <a:solidFill>
              <a:srgbClr val="97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898AF482-76C7-E3B3-9E05-AD306CC73AB5}"/>
                </a:ext>
              </a:extLst>
            </p:cNvPr>
            <p:cNvSpPr/>
            <p:nvPr/>
          </p:nvSpPr>
          <p:spPr>
            <a:xfrm>
              <a:off x="1952209" y="5245596"/>
              <a:ext cx="85781" cy="107284"/>
            </a:xfrm>
            <a:custGeom>
              <a:avLst/>
              <a:gdLst>
                <a:gd name="csX0" fmla="*/ 5161 w 85781"/>
                <a:gd name="csY0" fmla="*/ 1034 h 107284"/>
                <a:gd name="csX1" fmla="*/ 84454 w 85781"/>
                <a:gd name="csY1" fmla="*/ 100202 h 107284"/>
                <a:gd name="csX2" fmla="*/ 84380 w 85781"/>
                <a:gd name="csY2" fmla="*/ 107224 h 107284"/>
                <a:gd name="csX3" fmla="*/ 81642 w 85781"/>
                <a:gd name="csY3" fmla="*/ 100984 h 107284"/>
                <a:gd name="csX4" fmla="*/ 80990 w 85781"/>
                <a:gd name="csY4" fmla="*/ 100128 h 107284"/>
                <a:gd name="csX5" fmla="*/ 61879 w 85781"/>
                <a:gd name="csY5" fmla="*/ 62632 h 107284"/>
                <a:gd name="csX6" fmla="*/ 13729 w 85781"/>
                <a:gd name="csY6" fmla="*/ 10030 h 107284"/>
                <a:gd name="csX7" fmla="*/ 3018 w 85781"/>
                <a:gd name="csY7" fmla="*/ 4126 h 107284"/>
                <a:gd name="csX8" fmla="*/ 1 w 85781"/>
                <a:gd name="csY8" fmla="*/ 643 h 107284"/>
                <a:gd name="csX9" fmla="*/ 5161 w 85781"/>
                <a:gd name="csY9" fmla="*/ 1034 h 107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781" h="107284">
                  <a:moveTo>
                    <a:pt x="5161" y="1034"/>
                  </a:moveTo>
                  <a:cubicBezTo>
                    <a:pt x="41836" y="25900"/>
                    <a:pt x="67225" y="59801"/>
                    <a:pt x="84454" y="100202"/>
                  </a:cubicBezTo>
                  <a:cubicBezTo>
                    <a:pt x="84268" y="102679"/>
                    <a:pt x="87584" y="106200"/>
                    <a:pt x="84380" y="107224"/>
                  </a:cubicBezTo>
                  <a:cubicBezTo>
                    <a:pt x="82387" y="107876"/>
                    <a:pt x="82834" y="103108"/>
                    <a:pt x="81642" y="100984"/>
                  </a:cubicBezTo>
                  <a:cubicBezTo>
                    <a:pt x="81474" y="100668"/>
                    <a:pt x="81213" y="100407"/>
                    <a:pt x="80990" y="100128"/>
                  </a:cubicBezTo>
                  <a:cubicBezTo>
                    <a:pt x="77115" y="86362"/>
                    <a:pt x="69776" y="74348"/>
                    <a:pt x="61879" y="62632"/>
                  </a:cubicBezTo>
                  <a:cubicBezTo>
                    <a:pt x="48449" y="42720"/>
                    <a:pt x="33007" y="24596"/>
                    <a:pt x="13729" y="10030"/>
                  </a:cubicBezTo>
                  <a:cubicBezTo>
                    <a:pt x="10469" y="7572"/>
                    <a:pt x="7358" y="4703"/>
                    <a:pt x="3018" y="4126"/>
                  </a:cubicBezTo>
                  <a:cubicBezTo>
                    <a:pt x="2478" y="2598"/>
                    <a:pt x="-55" y="2729"/>
                    <a:pt x="1" y="643"/>
                  </a:cubicBezTo>
                  <a:cubicBezTo>
                    <a:pt x="1957" y="-997"/>
                    <a:pt x="3484" y="1015"/>
                    <a:pt x="5161" y="1034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0B3DC552-27B3-BA68-F1FE-504CCB1B0464}"/>
                </a:ext>
              </a:extLst>
            </p:cNvPr>
            <p:cNvSpPr/>
            <p:nvPr/>
          </p:nvSpPr>
          <p:spPr>
            <a:xfrm>
              <a:off x="2077269" y="5171807"/>
              <a:ext cx="11474" cy="1235"/>
            </a:xfrm>
            <a:custGeom>
              <a:avLst/>
              <a:gdLst>
                <a:gd name="csX0" fmla="*/ 0 w 11474"/>
                <a:gd name="csY0" fmla="*/ 0 h 1235"/>
                <a:gd name="csX1" fmla="*/ 11474 w 11474"/>
                <a:gd name="csY1" fmla="*/ 1025 h 1235"/>
                <a:gd name="csX2" fmla="*/ 0 w 11474"/>
                <a:gd name="csY2" fmla="*/ 0 h 1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74" h="1235">
                  <a:moveTo>
                    <a:pt x="0" y="0"/>
                  </a:moveTo>
                  <a:cubicBezTo>
                    <a:pt x="3837" y="130"/>
                    <a:pt x="7730" y="-335"/>
                    <a:pt x="11474" y="1025"/>
                  </a:cubicBezTo>
                  <a:cubicBezTo>
                    <a:pt x="7637" y="708"/>
                    <a:pt x="3651" y="2217"/>
                    <a:pt x="0" y="0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</p:grpSp>
      <p:grpSp>
        <p:nvGrpSpPr>
          <p:cNvPr id="722" name="Graphic 9">
            <a:extLst>
              <a:ext uri="{FF2B5EF4-FFF2-40B4-BE49-F238E27FC236}">
                <a16:creationId xmlns:a16="http://schemas.microsoft.com/office/drawing/2014/main" id="{42785C10-3B45-3D19-33E0-D81550DCCA62}"/>
              </a:ext>
            </a:extLst>
          </p:cNvPr>
          <p:cNvGrpSpPr/>
          <p:nvPr/>
        </p:nvGrpSpPr>
        <p:grpSpPr>
          <a:xfrm>
            <a:off x="3788921" y="5931625"/>
            <a:ext cx="265192" cy="216464"/>
            <a:chOff x="1505087" y="4809315"/>
            <a:chExt cx="842483" cy="687679"/>
          </a:xfrm>
        </p:grpSpPr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9E597139-1FE7-30F3-F6FB-C31BC3FFF85B}"/>
                </a:ext>
              </a:extLst>
            </p:cNvPr>
            <p:cNvSpPr/>
            <p:nvPr/>
          </p:nvSpPr>
          <p:spPr>
            <a:xfrm>
              <a:off x="1505087" y="4809315"/>
              <a:ext cx="842483" cy="687679"/>
            </a:xfrm>
            <a:custGeom>
              <a:avLst/>
              <a:gdLst>
                <a:gd name="csX0" fmla="*/ 320275 w 842483"/>
                <a:gd name="csY0" fmla="*/ 319221 h 687679"/>
                <a:gd name="csX1" fmla="*/ 309025 w 842483"/>
                <a:gd name="csY1" fmla="*/ 319799 h 687679"/>
                <a:gd name="csX2" fmla="*/ 302747 w 842483"/>
                <a:gd name="csY2" fmla="*/ 313633 h 687679"/>
                <a:gd name="csX3" fmla="*/ 303660 w 842483"/>
                <a:gd name="csY3" fmla="*/ 304693 h 687679"/>
                <a:gd name="csX4" fmla="*/ 299227 w 842483"/>
                <a:gd name="csY4" fmla="*/ 295789 h 687679"/>
                <a:gd name="csX5" fmla="*/ 269219 w 842483"/>
                <a:gd name="csY5" fmla="*/ 282844 h 687679"/>
                <a:gd name="csX6" fmla="*/ 260390 w 842483"/>
                <a:gd name="csY6" fmla="*/ 281167 h 687679"/>
                <a:gd name="csX7" fmla="*/ 257689 w 842483"/>
                <a:gd name="csY7" fmla="*/ 280199 h 687679"/>
                <a:gd name="csX8" fmla="*/ 267226 w 842483"/>
                <a:gd name="csY8" fmla="*/ 278094 h 687679"/>
                <a:gd name="csX9" fmla="*/ 294980 w 842483"/>
                <a:gd name="csY9" fmla="*/ 289084 h 687679"/>
                <a:gd name="csX10" fmla="*/ 296917 w 842483"/>
                <a:gd name="csY10" fmla="*/ 290238 h 687679"/>
                <a:gd name="csX11" fmla="*/ 309881 w 842483"/>
                <a:gd name="csY11" fmla="*/ 287314 h 687679"/>
                <a:gd name="csX12" fmla="*/ 315115 w 842483"/>
                <a:gd name="csY12" fmla="*/ 281745 h 687679"/>
                <a:gd name="csX13" fmla="*/ 331730 w 842483"/>
                <a:gd name="csY13" fmla="*/ 277684 h 687679"/>
                <a:gd name="csX14" fmla="*/ 369468 w 842483"/>
                <a:gd name="csY14" fmla="*/ 294280 h 687679"/>
                <a:gd name="csX15" fmla="*/ 374516 w 842483"/>
                <a:gd name="csY15" fmla="*/ 310821 h 687679"/>
                <a:gd name="csX16" fmla="*/ 380476 w 842483"/>
                <a:gd name="csY16" fmla="*/ 314826 h 687679"/>
                <a:gd name="csX17" fmla="*/ 417879 w 842483"/>
                <a:gd name="csY17" fmla="*/ 311864 h 687679"/>
                <a:gd name="csX18" fmla="*/ 442764 w 842483"/>
                <a:gd name="csY18" fmla="*/ 315012 h 687679"/>
                <a:gd name="csX19" fmla="*/ 470406 w 842483"/>
                <a:gd name="csY19" fmla="*/ 301042 h 687679"/>
                <a:gd name="csX20" fmla="*/ 492590 w 842483"/>
                <a:gd name="csY20" fmla="*/ 265968 h 687679"/>
                <a:gd name="csX21" fmla="*/ 494043 w 842483"/>
                <a:gd name="csY21" fmla="*/ 262317 h 687679"/>
                <a:gd name="csX22" fmla="*/ 478304 w 842483"/>
                <a:gd name="csY22" fmla="*/ 230652 h 687679"/>
                <a:gd name="csX23" fmla="*/ 454182 w 842483"/>
                <a:gd name="csY23" fmla="*/ 229124 h 687679"/>
                <a:gd name="csX24" fmla="*/ 452208 w 842483"/>
                <a:gd name="csY24" fmla="*/ 226535 h 687679"/>
                <a:gd name="csX25" fmla="*/ 468320 w 842483"/>
                <a:gd name="csY25" fmla="*/ 198819 h 687679"/>
                <a:gd name="csX26" fmla="*/ 466141 w 842483"/>
                <a:gd name="csY26" fmla="*/ 177286 h 687679"/>
                <a:gd name="csX27" fmla="*/ 454294 w 842483"/>
                <a:gd name="csY27" fmla="*/ 158064 h 687679"/>
                <a:gd name="csX28" fmla="*/ 450289 w 842483"/>
                <a:gd name="csY28" fmla="*/ 135879 h 687679"/>
                <a:gd name="csX29" fmla="*/ 463812 w 842483"/>
                <a:gd name="csY29" fmla="*/ 91138 h 687679"/>
                <a:gd name="csX30" fmla="*/ 492795 w 842483"/>
                <a:gd name="csY30" fmla="*/ 53270 h 687679"/>
                <a:gd name="csX31" fmla="*/ 529080 w 842483"/>
                <a:gd name="csY31" fmla="*/ 22797 h 687679"/>
                <a:gd name="csX32" fmla="*/ 575833 w 842483"/>
                <a:gd name="csY32" fmla="*/ 2624 h 687679"/>
                <a:gd name="csX33" fmla="*/ 638456 w 842483"/>
                <a:gd name="csY33" fmla="*/ 23579 h 687679"/>
                <a:gd name="csX34" fmla="*/ 645050 w 842483"/>
                <a:gd name="csY34" fmla="*/ 31291 h 687679"/>
                <a:gd name="csX35" fmla="*/ 655425 w 842483"/>
                <a:gd name="csY35" fmla="*/ 75641 h 687679"/>
                <a:gd name="csX36" fmla="*/ 607238 w 842483"/>
                <a:gd name="csY36" fmla="*/ 170711 h 687679"/>
                <a:gd name="csX37" fmla="*/ 574045 w 842483"/>
                <a:gd name="csY37" fmla="*/ 195988 h 687679"/>
                <a:gd name="csX38" fmla="*/ 537630 w 842483"/>
                <a:gd name="csY38" fmla="*/ 196286 h 687679"/>
                <a:gd name="csX39" fmla="*/ 515538 w 842483"/>
                <a:gd name="csY39" fmla="*/ 195596 h 687679"/>
                <a:gd name="csX40" fmla="*/ 481955 w 842483"/>
                <a:gd name="csY40" fmla="*/ 224281 h 687679"/>
                <a:gd name="csX41" fmla="*/ 483221 w 842483"/>
                <a:gd name="csY41" fmla="*/ 228100 h 687679"/>
                <a:gd name="csX42" fmla="*/ 500693 w 842483"/>
                <a:gd name="csY42" fmla="*/ 250415 h 687679"/>
                <a:gd name="csX43" fmla="*/ 500507 w 842483"/>
                <a:gd name="csY43" fmla="*/ 256543 h 687679"/>
                <a:gd name="csX44" fmla="*/ 487803 w 842483"/>
                <a:gd name="csY44" fmla="*/ 287780 h 687679"/>
                <a:gd name="csX45" fmla="*/ 432333 w 842483"/>
                <a:gd name="csY45" fmla="*/ 319650 h 687679"/>
                <a:gd name="csX46" fmla="*/ 414787 w 842483"/>
                <a:gd name="csY46" fmla="*/ 315627 h 687679"/>
                <a:gd name="csX47" fmla="*/ 399289 w 842483"/>
                <a:gd name="csY47" fmla="*/ 312888 h 687679"/>
                <a:gd name="csX48" fmla="*/ 387536 w 842483"/>
                <a:gd name="csY48" fmla="*/ 317452 h 687679"/>
                <a:gd name="csX49" fmla="*/ 408770 w 842483"/>
                <a:gd name="csY49" fmla="*/ 322928 h 687679"/>
                <a:gd name="csX50" fmla="*/ 454424 w 842483"/>
                <a:gd name="csY50" fmla="*/ 323841 h 687679"/>
                <a:gd name="csX51" fmla="*/ 497228 w 842483"/>
                <a:gd name="csY51" fmla="*/ 330751 h 687679"/>
                <a:gd name="csX52" fmla="*/ 522840 w 842483"/>
                <a:gd name="csY52" fmla="*/ 320265 h 687679"/>
                <a:gd name="csX53" fmla="*/ 546477 w 842483"/>
                <a:gd name="csY53" fmla="*/ 295398 h 687679"/>
                <a:gd name="csX54" fmla="*/ 587605 w 842483"/>
                <a:gd name="csY54" fmla="*/ 280832 h 687679"/>
                <a:gd name="csX55" fmla="*/ 665669 w 842483"/>
                <a:gd name="csY55" fmla="*/ 287985 h 687679"/>
                <a:gd name="csX56" fmla="*/ 752712 w 842483"/>
                <a:gd name="csY56" fmla="*/ 319911 h 687679"/>
                <a:gd name="csX57" fmla="*/ 817197 w 842483"/>
                <a:gd name="csY57" fmla="*/ 369532 h 687679"/>
                <a:gd name="csX58" fmla="*/ 840704 w 842483"/>
                <a:gd name="csY58" fmla="*/ 410883 h 687679"/>
                <a:gd name="csX59" fmla="*/ 834930 w 842483"/>
                <a:gd name="csY59" fmla="*/ 459201 h 687679"/>
                <a:gd name="csX60" fmla="*/ 803414 w 842483"/>
                <a:gd name="csY60" fmla="*/ 483471 h 687679"/>
                <a:gd name="csX61" fmla="*/ 679006 w 842483"/>
                <a:gd name="csY61" fmla="*/ 481609 h 687679"/>
                <a:gd name="csX62" fmla="*/ 578050 w 842483"/>
                <a:gd name="csY62" fmla="*/ 453184 h 687679"/>
                <a:gd name="csX63" fmla="*/ 553611 w 842483"/>
                <a:gd name="csY63" fmla="*/ 445957 h 687679"/>
                <a:gd name="csX64" fmla="*/ 561863 w 842483"/>
                <a:gd name="csY64" fmla="*/ 470135 h 687679"/>
                <a:gd name="csX65" fmla="*/ 572871 w 842483"/>
                <a:gd name="csY65" fmla="*/ 513255 h 687679"/>
                <a:gd name="csX66" fmla="*/ 570170 w 842483"/>
                <a:gd name="csY66" fmla="*/ 529628 h 687679"/>
                <a:gd name="csX67" fmla="*/ 550277 w 842483"/>
                <a:gd name="csY67" fmla="*/ 559449 h 687679"/>
                <a:gd name="csX68" fmla="*/ 464855 w 842483"/>
                <a:gd name="csY68" fmla="*/ 569843 h 687679"/>
                <a:gd name="csX69" fmla="*/ 411732 w 842483"/>
                <a:gd name="csY69" fmla="*/ 515863 h 687679"/>
                <a:gd name="csX70" fmla="*/ 414470 w 842483"/>
                <a:gd name="csY70" fmla="*/ 452551 h 687679"/>
                <a:gd name="csX71" fmla="*/ 420915 w 842483"/>
                <a:gd name="csY71" fmla="*/ 440630 h 687679"/>
                <a:gd name="csX72" fmla="*/ 422740 w 842483"/>
                <a:gd name="csY72" fmla="*/ 431391 h 687679"/>
                <a:gd name="csX73" fmla="*/ 414899 w 842483"/>
                <a:gd name="csY73" fmla="*/ 396187 h 687679"/>
                <a:gd name="csX74" fmla="*/ 408714 w 842483"/>
                <a:gd name="csY74" fmla="*/ 385979 h 687679"/>
                <a:gd name="csX75" fmla="*/ 406926 w 842483"/>
                <a:gd name="csY75" fmla="*/ 396652 h 687679"/>
                <a:gd name="csX76" fmla="*/ 366227 w 842483"/>
                <a:gd name="csY76" fmla="*/ 449552 h 687679"/>
                <a:gd name="csX77" fmla="*/ 347489 w 842483"/>
                <a:gd name="csY77" fmla="*/ 459964 h 687679"/>
                <a:gd name="csX78" fmla="*/ 324280 w 842483"/>
                <a:gd name="csY78" fmla="*/ 466465 h 687679"/>
                <a:gd name="csX79" fmla="*/ 299152 w 842483"/>
                <a:gd name="csY79" fmla="*/ 456872 h 687679"/>
                <a:gd name="csX80" fmla="*/ 279781 w 842483"/>
                <a:gd name="csY80" fmla="*/ 415111 h 687679"/>
                <a:gd name="csX81" fmla="*/ 279669 w 842483"/>
                <a:gd name="csY81" fmla="*/ 410585 h 687679"/>
                <a:gd name="csX82" fmla="*/ 276447 w 842483"/>
                <a:gd name="csY82" fmla="*/ 408592 h 687679"/>
                <a:gd name="csX83" fmla="*/ 245713 w 842483"/>
                <a:gd name="csY83" fmla="*/ 436607 h 687679"/>
                <a:gd name="csX84" fmla="*/ 245061 w 842483"/>
                <a:gd name="csY84" fmla="*/ 451266 h 687679"/>
                <a:gd name="csX85" fmla="*/ 260223 w 842483"/>
                <a:gd name="csY85" fmla="*/ 491928 h 687679"/>
                <a:gd name="csX86" fmla="*/ 267189 w 842483"/>
                <a:gd name="csY86" fmla="*/ 538718 h 687679"/>
                <a:gd name="csX87" fmla="*/ 262588 w 842483"/>
                <a:gd name="csY87" fmla="*/ 549484 h 687679"/>
                <a:gd name="csX88" fmla="*/ 201158 w 842483"/>
                <a:gd name="csY88" fmla="*/ 616074 h 687679"/>
                <a:gd name="csX89" fmla="*/ 170312 w 842483"/>
                <a:gd name="csY89" fmla="*/ 645746 h 687679"/>
                <a:gd name="csX90" fmla="*/ 134865 w 842483"/>
                <a:gd name="csY90" fmla="*/ 669123 h 687679"/>
                <a:gd name="csX91" fmla="*/ 74217 w 842483"/>
                <a:gd name="csY91" fmla="*/ 686148 h 687679"/>
                <a:gd name="csX92" fmla="*/ 29662 w 842483"/>
                <a:gd name="csY92" fmla="*/ 683708 h 687679"/>
                <a:gd name="csX93" fmla="*/ 14872 w 842483"/>
                <a:gd name="csY93" fmla="*/ 671973 h 687679"/>
                <a:gd name="csX94" fmla="*/ 269 w 842483"/>
                <a:gd name="csY94" fmla="*/ 625928 h 687679"/>
                <a:gd name="csX95" fmla="*/ 28079 w 842483"/>
                <a:gd name="csY95" fmla="*/ 528156 h 687679"/>
                <a:gd name="csX96" fmla="*/ 74645 w 842483"/>
                <a:gd name="csY96" fmla="*/ 467545 h 687679"/>
                <a:gd name="csX97" fmla="*/ 99661 w 842483"/>
                <a:gd name="csY97" fmla="*/ 439233 h 687679"/>
                <a:gd name="csX98" fmla="*/ 151350 w 842483"/>
                <a:gd name="csY98" fmla="*/ 415149 h 687679"/>
                <a:gd name="csX99" fmla="*/ 183406 w 842483"/>
                <a:gd name="csY99" fmla="*/ 415391 h 687679"/>
                <a:gd name="csX100" fmla="*/ 200841 w 842483"/>
                <a:gd name="csY100" fmla="*/ 415409 h 687679"/>
                <a:gd name="csX101" fmla="*/ 233959 w 842483"/>
                <a:gd name="csY101" fmla="*/ 404867 h 687679"/>
                <a:gd name="csX102" fmla="*/ 281550 w 842483"/>
                <a:gd name="csY102" fmla="*/ 371506 h 687679"/>
                <a:gd name="csX103" fmla="*/ 298277 w 842483"/>
                <a:gd name="csY103" fmla="*/ 354873 h 687679"/>
                <a:gd name="csX104" fmla="*/ 302617 w 842483"/>
                <a:gd name="csY104" fmla="*/ 351297 h 687679"/>
                <a:gd name="csX105" fmla="*/ 327893 w 842483"/>
                <a:gd name="csY105" fmla="*/ 318123 h 687679"/>
                <a:gd name="csX106" fmla="*/ 327577 w 842483"/>
                <a:gd name="csY106" fmla="*/ 316427 h 687679"/>
                <a:gd name="csX107" fmla="*/ 328936 w 842483"/>
                <a:gd name="csY107" fmla="*/ 315329 h 687679"/>
                <a:gd name="csX108" fmla="*/ 332308 w 842483"/>
                <a:gd name="csY108" fmla="*/ 318514 h 687679"/>
                <a:gd name="csX109" fmla="*/ 316922 w 842483"/>
                <a:gd name="csY109" fmla="*/ 345373 h 687679"/>
                <a:gd name="csX110" fmla="*/ 309006 w 842483"/>
                <a:gd name="csY110" fmla="*/ 352507 h 687679"/>
                <a:gd name="csX111" fmla="*/ 286058 w 842483"/>
                <a:gd name="csY111" fmla="*/ 386482 h 687679"/>
                <a:gd name="csX112" fmla="*/ 285425 w 842483"/>
                <a:gd name="csY112" fmla="*/ 427498 h 687679"/>
                <a:gd name="csX113" fmla="*/ 318859 w 842483"/>
                <a:gd name="csY113" fmla="*/ 461883 h 687679"/>
                <a:gd name="csX114" fmla="*/ 339740 w 842483"/>
                <a:gd name="csY114" fmla="*/ 458400 h 687679"/>
                <a:gd name="csX115" fmla="*/ 383848 w 842483"/>
                <a:gd name="csY115" fmla="*/ 430534 h 687679"/>
                <a:gd name="csX116" fmla="*/ 404673 w 842483"/>
                <a:gd name="csY116" fmla="*/ 383074 h 687679"/>
                <a:gd name="csX117" fmla="*/ 407932 w 842483"/>
                <a:gd name="csY117" fmla="*/ 347143 h 687679"/>
                <a:gd name="csX118" fmla="*/ 406870 w 842483"/>
                <a:gd name="csY118" fmla="*/ 338202 h 687679"/>
                <a:gd name="csX119" fmla="*/ 385841 w 842483"/>
                <a:gd name="csY119" fmla="*/ 322127 h 687679"/>
                <a:gd name="csX120" fmla="*/ 371778 w 842483"/>
                <a:gd name="csY120" fmla="*/ 321066 h 687679"/>
                <a:gd name="csX121" fmla="*/ 369543 w 842483"/>
                <a:gd name="csY121" fmla="*/ 317415 h 687679"/>
                <a:gd name="csX122" fmla="*/ 361477 w 842483"/>
                <a:gd name="csY122" fmla="*/ 292772 h 687679"/>
                <a:gd name="csX123" fmla="*/ 334785 w 842483"/>
                <a:gd name="csY123" fmla="*/ 282769 h 687679"/>
                <a:gd name="csX124" fmla="*/ 330892 w 842483"/>
                <a:gd name="csY124" fmla="*/ 283421 h 687679"/>
                <a:gd name="csX125" fmla="*/ 307032 w 842483"/>
                <a:gd name="csY125" fmla="*/ 308232 h 687679"/>
                <a:gd name="csX126" fmla="*/ 308354 w 842483"/>
                <a:gd name="csY126" fmla="*/ 315794 h 687679"/>
                <a:gd name="csX127" fmla="*/ 314687 w 842483"/>
                <a:gd name="csY127" fmla="*/ 316875 h 687679"/>
                <a:gd name="csX128" fmla="*/ 320275 w 842483"/>
                <a:gd name="csY128" fmla="*/ 319221 h 68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842483" h="687679">
                  <a:moveTo>
                    <a:pt x="320275" y="319221"/>
                  </a:moveTo>
                  <a:cubicBezTo>
                    <a:pt x="316531" y="319408"/>
                    <a:pt x="312769" y="319557"/>
                    <a:pt x="309025" y="319799"/>
                  </a:cubicBezTo>
                  <a:cubicBezTo>
                    <a:pt x="304573" y="320097"/>
                    <a:pt x="302803" y="317526"/>
                    <a:pt x="302747" y="313633"/>
                  </a:cubicBezTo>
                  <a:cubicBezTo>
                    <a:pt x="302710" y="310635"/>
                    <a:pt x="302673" y="307431"/>
                    <a:pt x="303660" y="304693"/>
                  </a:cubicBezTo>
                  <a:cubicBezTo>
                    <a:pt x="305467" y="299775"/>
                    <a:pt x="303511" y="297819"/>
                    <a:pt x="299227" y="295789"/>
                  </a:cubicBezTo>
                  <a:cubicBezTo>
                    <a:pt x="289373" y="291114"/>
                    <a:pt x="279594" y="286290"/>
                    <a:pt x="269219" y="282844"/>
                  </a:cubicBezTo>
                  <a:cubicBezTo>
                    <a:pt x="266332" y="281894"/>
                    <a:pt x="263426" y="281223"/>
                    <a:pt x="260390" y="281167"/>
                  </a:cubicBezTo>
                  <a:cubicBezTo>
                    <a:pt x="259124" y="281838"/>
                    <a:pt x="258155" y="281707"/>
                    <a:pt x="257689" y="280199"/>
                  </a:cubicBezTo>
                  <a:cubicBezTo>
                    <a:pt x="260111" y="276119"/>
                    <a:pt x="263892" y="277237"/>
                    <a:pt x="267226" y="278094"/>
                  </a:cubicBezTo>
                  <a:cubicBezTo>
                    <a:pt x="276931" y="280590"/>
                    <a:pt x="286058" y="284576"/>
                    <a:pt x="294980" y="289084"/>
                  </a:cubicBezTo>
                  <a:cubicBezTo>
                    <a:pt x="295651" y="289419"/>
                    <a:pt x="296265" y="289866"/>
                    <a:pt x="296917" y="290238"/>
                  </a:cubicBezTo>
                  <a:cubicBezTo>
                    <a:pt x="304536" y="294504"/>
                    <a:pt x="304983" y="294411"/>
                    <a:pt x="309881" y="287314"/>
                  </a:cubicBezTo>
                  <a:cubicBezTo>
                    <a:pt x="311073" y="284948"/>
                    <a:pt x="313029" y="283291"/>
                    <a:pt x="315115" y="281745"/>
                  </a:cubicBezTo>
                  <a:cubicBezTo>
                    <a:pt x="319809" y="277032"/>
                    <a:pt x="326124" y="278522"/>
                    <a:pt x="331730" y="277684"/>
                  </a:cubicBezTo>
                  <a:cubicBezTo>
                    <a:pt x="347619" y="275337"/>
                    <a:pt x="360658" y="279957"/>
                    <a:pt x="369468" y="294280"/>
                  </a:cubicBezTo>
                  <a:cubicBezTo>
                    <a:pt x="372635" y="299440"/>
                    <a:pt x="374125" y="304991"/>
                    <a:pt x="374516" y="310821"/>
                  </a:cubicBezTo>
                  <a:cubicBezTo>
                    <a:pt x="374814" y="315217"/>
                    <a:pt x="376323" y="316707"/>
                    <a:pt x="380476" y="314826"/>
                  </a:cubicBezTo>
                  <a:cubicBezTo>
                    <a:pt x="392453" y="307729"/>
                    <a:pt x="404859" y="307449"/>
                    <a:pt x="417879" y="311864"/>
                  </a:cubicBezTo>
                  <a:cubicBezTo>
                    <a:pt x="425870" y="314565"/>
                    <a:pt x="434010" y="316055"/>
                    <a:pt x="442764" y="315012"/>
                  </a:cubicBezTo>
                  <a:cubicBezTo>
                    <a:pt x="453903" y="313671"/>
                    <a:pt x="462303" y="308008"/>
                    <a:pt x="470406" y="301042"/>
                  </a:cubicBezTo>
                  <a:cubicBezTo>
                    <a:pt x="481396" y="291580"/>
                    <a:pt x="489349" y="280292"/>
                    <a:pt x="492590" y="265968"/>
                  </a:cubicBezTo>
                  <a:cubicBezTo>
                    <a:pt x="492870" y="264683"/>
                    <a:pt x="493298" y="263379"/>
                    <a:pt x="494043" y="262317"/>
                  </a:cubicBezTo>
                  <a:cubicBezTo>
                    <a:pt x="502258" y="250694"/>
                    <a:pt x="491082" y="232626"/>
                    <a:pt x="478304" y="230652"/>
                  </a:cubicBezTo>
                  <a:cubicBezTo>
                    <a:pt x="470220" y="229404"/>
                    <a:pt x="462192" y="230149"/>
                    <a:pt x="454182" y="229124"/>
                  </a:cubicBezTo>
                  <a:cubicBezTo>
                    <a:pt x="453046" y="228640"/>
                    <a:pt x="451686" y="228286"/>
                    <a:pt x="452208" y="226535"/>
                  </a:cubicBezTo>
                  <a:cubicBezTo>
                    <a:pt x="457460" y="217222"/>
                    <a:pt x="464520" y="208989"/>
                    <a:pt x="468320" y="198819"/>
                  </a:cubicBezTo>
                  <a:cubicBezTo>
                    <a:pt x="471170" y="191238"/>
                    <a:pt x="470536" y="184141"/>
                    <a:pt x="466141" y="177286"/>
                  </a:cubicBezTo>
                  <a:cubicBezTo>
                    <a:pt x="462080" y="170953"/>
                    <a:pt x="458280" y="164453"/>
                    <a:pt x="454294" y="158064"/>
                  </a:cubicBezTo>
                  <a:cubicBezTo>
                    <a:pt x="450010" y="151191"/>
                    <a:pt x="448278" y="143665"/>
                    <a:pt x="450289" y="135879"/>
                  </a:cubicBezTo>
                  <a:cubicBezTo>
                    <a:pt x="454182" y="120792"/>
                    <a:pt x="457609" y="105462"/>
                    <a:pt x="463812" y="91138"/>
                  </a:cubicBezTo>
                  <a:cubicBezTo>
                    <a:pt x="470238" y="76274"/>
                    <a:pt x="481265" y="64297"/>
                    <a:pt x="492795" y="53270"/>
                  </a:cubicBezTo>
                  <a:cubicBezTo>
                    <a:pt x="504176" y="42374"/>
                    <a:pt x="516824" y="32762"/>
                    <a:pt x="529080" y="22797"/>
                  </a:cubicBezTo>
                  <a:cubicBezTo>
                    <a:pt x="542733" y="11696"/>
                    <a:pt x="559311" y="7300"/>
                    <a:pt x="575833" y="2624"/>
                  </a:cubicBezTo>
                  <a:cubicBezTo>
                    <a:pt x="601612" y="-4659"/>
                    <a:pt x="621953" y="3500"/>
                    <a:pt x="638456" y="23579"/>
                  </a:cubicBezTo>
                  <a:cubicBezTo>
                    <a:pt x="640598" y="26187"/>
                    <a:pt x="642610" y="28981"/>
                    <a:pt x="645050" y="31291"/>
                  </a:cubicBezTo>
                  <a:cubicBezTo>
                    <a:pt x="658386" y="43808"/>
                    <a:pt x="656784" y="59845"/>
                    <a:pt x="655425" y="75641"/>
                  </a:cubicBezTo>
                  <a:cubicBezTo>
                    <a:pt x="652128" y="113714"/>
                    <a:pt x="633818" y="144522"/>
                    <a:pt x="607238" y="170711"/>
                  </a:cubicBezTo>
                  <a:cubicBezTo>
                    <a:pt x="597365" y="180434"/>
                    <a:pt x="585500" y="188053"/>
                    <a:pt x="574045" y="195988"/>
                  </a:cubicBezTo>
                  <a:cubicBezTo>
                    <a:pt x="561956" y="204351"/>
                    <a:pt x="549476" y="201874"/>
                    <a:pt x="537630" y="196286"/>
                  </a:cubicBezTo>
                  <a:cubicBezTo>
                    <a:pt x="529937" y="192653"/>
                    <a:pt x="522952" y="191964"/>
                    <a:pt x="515538" y="195596"/>
                  </a:cubicBezTo>
                  <a:cubicBezTo>
                    <a:pt x="501904" y="202265"/>
                    <a:pt x="490933" y="212118"/>
                    <a:pt x="481955" y="224281"/>
                  </a:cubicBezTo>
                  <a:cubicBezTo>
                    <a:pt x="480409" y="226368"/>
                    <a:pt x="480483" y="227206"/>
                    <a:pt x="483221" y="228100"/>
                  </a:cubicBezTo>
                  <a:cubicBezTo>
                    <a:pt x="493931" y="231602"/>
                    <a:pt x="498495" y="240189"/>
                    <a:pt x="500693" y="250415"/>
                  </a:cubicBezTo>
                  <a:cubicBezTo>
                    <a:pt x="501121" y="252370"/>
                    <a:pt x="501326" y="254848"/>
                    <a:pt x="500507" y="256543"/>
                  </a:cubicBezTo>
                  <a:cubicBezTo>
                    <a:pt x="495571" y="266694"/>
                    <a:pt x="494546" y="278615"/>
                    <a:pt x="487803" y="287780"/>
                  </a:cubicBezTo>
                  <a:cubicBezTo>
                    <a:pt x="474113" y="306406"/>
                    <a:pt x="457945" y="321419"/>
                    <a:pt x="432333" y="319650"/>
                  </a:cubicBezTo>
                  <a:cubicBezTo>
                    <a:pt x="426261" y="319240"/>
                    <a:pt x="420449" y="317694"/>
                    <a:pt x="414787" y="315627"/>
                  </a:cubicBezTo>
                  <a:cubicBezTo>
                    <a:pt x="409758" y="313801"/>
                    <a:pt x="404542" y="313280"/>
                    <a:pt x="399289" y="312888"/>
                  </a:cubicBezTo>
                  <a:cubicBezTo>
                    <a:pt x="395192" y="312590"/>
                    <a:pt x="391485" y="313708"/>
                    <a:pt x="387536" y="317452"/>
                  </a:cubicBezTo>
                  <a:cubicBezTo>
                    <a:pt x="395322" y="318458"/>
                    <a:pt x="401059" y="323021"/>
                    <a:pt x="408770" y="322928"/>
                  </a:cubicBezTo>
                  <a:cubicBezTo>
                    <a:pt x="423988" y="322742"/>
                    <a:pt x="439374" y="320991"/>
                    <a:pt x="454424" y="323841"/>
                  </a:cubicBezTo>
                  <a:cubicBezTo>
                    <a:pt x="468636" y="326523"/>
                    <a:pt x="482830" y="329243"/>
                    <a:pt x="497228" y="330751"/>
                  </a:cubicBezTo>
                  <a:cubicBezTo>
                    <a:pt x="507510" y="331832"/>
                    <a:pt x="515892" y="327734"/>
                    <a:pt x="522840" y="320265"/>
                  </a:cubicBezTo>
                  <a:cubicBezTo>
                    <a:pt x="530626" y="311883"/>
                    <a:pt x="538002" y="303016"/>
                    <a:pt x="546477" y="295398"/>
                  </a:cubicBezTo>
                  <a:cubicBezTo>
                    <a:pt x="557989" y="285060"/>
                    <a:pt x="572462" y="280590"/>
                    <a:pt x="587605" y="280832"/>
                  </a:cubicBezTo>
                  <a:cubicBezTo>
                    <a:pt x="613757" y="281260"/>
                    <a:pt x="639965" y="283309"/>
                    <a:pt x="665669" y="287985"/>
                  </a:cubicBezTo>
                  <a:cubicBezTo>
                    <a:pt x="696348" y="293573"/>
                    <a:pt x="725237" y="304898"/>
                    <a:pt x="752712" y="319911"/>
                  </a:cubicBezTo>
                  <a:cubicBezTo>
                    <a:pt x="776852" y="333117"/>
                    <a:pt x="798962" y="348875"/>
                    <a:pt x="817197" y="369532"/>
                  </a:cubicBezTo>
                  <a:cubicBezTo>
                    <a:pt x="827833" y="381583"/>
                    <a:pt x="836606" y="395013"/>
                    <a:pt x="840704" y="410883"/>
                  </a:cubicBezTo>
                  <a:cubicBezTo>
                    <a:pt x="845044" y="427722"/>
                    <a:pt x="840797" y="443219"/>
                    <a:pt x="834930" y="459201"/>
                  </a:cubicBezTo>
                  <a:cubicBezTo>
                    <a:pt x="829193" y="474847"/>
                    <a:pt x="817849" y="480435"/>
                    <a:pt x="803414" y="483471"/>
                  </a:cubicBezTo>
                  <a:cubicBezTo>
                    <a:pt x="761802" y="492244"/>
                    <a:pt x="720245" y="490531"/>
                    <a:pt x="679006" y="481609"/>
                  </a:cubicBezTo>
                  <a:cubicBezTo>
                    <a:pt x="644807" y="474214"/>
                    <a:pt x="611131" y="464751"/>
                    <a:pt x="578050" y="453184"/>
                  </a:cubicBezTo>
                  <a:cubicBezTo>
                    <a:pt x="570301" y="450483"/>
                    <a:pt x="562124" y="448881"/>
                    <a:pt x="553611" y="445957"/>
                  </a:cubicBezTo>
                  <a:cubicBezTo>
                    <a:pt x="556517" y="454395"/>
                    <a:pt x="559479" y="462181"/>
                    <a:pt x="561863" y="470135"/>
                  </a:cubicBezTo>
                  <a:cubicBezTo>
                    <a:pt x="566128" y="484347"/>
                    <a:pt x="570841" y="498466"/>
                    <a:pt x="572871" y="513255"/>
                  </a:cubicBezTo>
                  <a:cubicBezTo>
                    <a:pt x="573672" y="519048"/>
                    <a:pt x="572909" y="524413"/>
                    <a:pt x="570170" y="529628"/>
                  </a:cubicBezTo>
                  <a:cubicBezTo>
                    <a:pt x="564564" y="540264"/>
                    <a:pt x="560019" y="551757"/>
                    <a:pt x="550277" y="559449"/>
                  </a:cubicBezTo>
                  <a:cubicBezTo>
                    <a:pt x="524014" y="580144"/>
                    <a:pt x="496018" y="586626"/>
                    <a:pt x="464855" y="569843"/>
                  </a:cubicBezTo>
                  <a:cubicBezTo>
                    <a:pt x="441460" y="557233"/>
                    <a:pt x="422070" y="540543"/>
                    <a:pt x="411732" y="515863"/>
                  </a:cubicBezTo>
                  <a:cubicBezTo>
                    <a:pt x="402959" y="494889"/>
                    <a:pt x="403611" y="473227"/>
                    <a:pt x="414470" y="452551"/>
                  </a:cubicBezTo>
                  <a:cubicBezTo>
                    <a:pt x="416575" y="448546"/>
                    <a:pt x="418661" y="444542"/>
                    <a:pt x="420915" y="440630"/>
                  </a:cubicBezTo>
                  <a:cubicBezTo>
                    <a:pt x="422591" y="437724"/>
                    <a:pt x="423132" y="434632"/>
                    <a:pt x="422740" y="431391"/>
                  </a:cubicBezTo>
                  <a:cubicBezTo>
                    <a:pt x="421232" y="419414"/>
                    <a:pt x="418847" y="407605"/>
                    <a:pt x="414899" y="396187"/>
                  </a:cubicBezTo>
                  <a:cubicBezTo>
                    <a:pt x="413762" y="392927"/>
                    <a:pt x="411304" y="390133"/>
                    <a:pt x="408714" y="385979"/>
                  </a:cubicBezTo>
                  <a:cubicBezTo>
                    <a:pt x="407988" y="390338"/>
                    <a:pt x="407597" y="393523"/>
                    <a:pt x="406926" y="396652"/>
                  </a:cubicBezTo>
                  <a:cubicBezTo>
                    <a:pt x="401804" y="420774"/>
                    <a:pt x="386567" y="437184"/>
                    <a:pt x="366227" y="449552"/>
                  </a:cubicBezTo>
                  <a:cubicBezTo>
                    <a:pt x="360118" y="453259"/>
                    <a:pt x="353747" y="456518"/>
                    <a:pt x="347489" y="459964"/>
                  </a:cubicBezTo>
                  <a:cubicBezTo>
                    <a:pt x="340261" y="463932"/>
                    <a:pt x="332196" y="465329"/>
                    <a:pt x="324280" y="466465"/>
                  </a:cubicBezTo>
                  <a:cubicBezTo>
                    <a:pt x="314482" y="467881"/>
                    <a:pt x="306771" y="462311"/>
                    <a:pt x="299152" y="456872"/>
                  </a:cubicBezTo>
                  <a:cubicBezTo>
                    <a:pt x="284698" y="446553"/>
                    <a:pt x="280097" y="431875"/>
                    <a:pt x="279781" y="415111"/>
                  </a:cubicBezTo>
                  <a:cubicBezTo>
                    <a:pt x="279743" y="413603"/>
                    <a:pt x="279706" y="412094"/>
                    <a:pt x="279669" y="410585"/>
                  </a:cubicBezTo>
                  <a:cubicBezTo>
                    <a:pt x="279632" y="408257"/>
                    <a:pt x="279259" y="406878"/>
                    <a:pt x="276447" y="408592"/>
                  </a:cubicBezTo>
                  <a:cubicBezTo>
                    <a:pt x="264358" y="415912"/>
                    <a:pt x="254672" y="425915"/>
                    <a:pt x="245713" y="436607"/>
                  </a:cubicBezTo>
                  <a:cubicBezTo>
                    <a:pt x="242043" y="440965"/>
                    <a:pt x="243533" y="446441"/>
                    <a:pt x="245061" y="451266"/>
                  </a:cubicBezTo>
                  <a:cubicBezTo>
                    <a:pt x="249475" y="465050"/>
                    <a:pt x="254448" y="478610"/>
                    <a:pt x="260223" y="491928"/>
                  </a:cubicBezTo>
                  <a:cubicBezTo>
                    <a:pt x="266630" y="506736"/>
                    <a:pt x="269834" y="522382"/>
                    <a:pt x="267189" y="538718"/>
                  </a:cubicBezTo>
                  <a:cubicBezTo>
                    <a:pt x="266556" y="542685"/>
                    <a:pt x="264805" y="546094"/>
                    <a:pt x="262588" y="549484"/>
                  </a:cubicBezTo>
                  <a:cubicBezTo>
                    <a:pt x="245862" y="575152"/>
                    <a:pt x="222876" y="595008"/>
                    <a:pt x="201158" y="616074"/>
                  </a:cubicBezTo>
                  <a:cubicBezTo>
                    <a:pt x="190913" y="626002"/>
                    <a:pt x="179383" y="634589"/>
                    <a:pt x="170312" y="645746"/>
                  </a:cubicBezTo>
                  <a:cubicBezTo>
                    <a:pt x="160961" y="657239"/>
                    <a:pt x="148072" y="663759"/>
                    <a:pt x="134865" y="669123"/>
                  </a:cubicBezTo>
                  <a:cubicBezTo>
                    <a:pt x="115344" y="677058"/>
                    <a:pt x="95470" y="684378"/>
                    <a:pt x="74217" y="686148"/>
                  </a:cubicBezTo>
                  <a:cubicBezTo>
                    <a:pt x="59315" y="687377"/>
                    <a:pt x="44265" y="689817"/>
                    <a:pt x="29662" y="683708"/>
                  </a:cubicBezTo>
                  <a:cubicBezTo>
                    <a:pt x="23571" y="681156"/>
                    <a:pt x="18635" y="677430"/>
                    <a:pt x="14872" y="671973"/>
                  </a:cubicBezTo>
                  <a:cubicBezTo>
                    <a:pt x="5298" y="658096"/>
                    <a:pt x="1349" y="642822"/>
                    <a:pt x="269" y="625928"/>
                  </a:cubicBezTo>
                  <a:cubicBezTo>
                    <a:pt x="-2022" y="589829"/>
                    <a:pt x="10588" y="558276"/>
                    <a:pt x="28079" y="528156"/>
                  </a:cubicBezTo>
                  <a:cubicBezTo>
                    <a:pt x="40931" y="506009"/>
                    <a:pt x="55758" y="485203"/>
                    <a:pt x="74645" y="467545"/>
                  </a:cubicBezTo>
                  <a:cubicBezTo>
                    <a:pt x="83865" y="458921"/>
                    <a:pt x="91782" y="449105"/>
                    <a:pt x="99661" y="439233"/>
                  </a:cubicBezTo>
                  <a:cubicBezTo>
                    <a:pt x="112811" y="422748"/>
                    <a:pt x="130097" y="414553"/>
                    <a:pt x="151350" y="415149"/>
                  </a:cubicBezTo>
                  <a:cubicBezTo>
                    <a:pt x="162042" y="415447"/>
                    <a:pt x="172677" y="416881"/>
                    <a:pt x="183406" y="415391"/>
                  </a:cubicBezTo>
                  <a:cubicBezTo>
                    <a:pt x="189143" y="414609"/>
                    <a:pt x="194992" y="414571"/>
                    <a:pt x="200841" y="415409"/>
                  </a:cubicBezTo>
                  <a:cubicBezTo>
                    <a:pt x="213507" y="417235"/>
                    <a:pt x="224068" y="411572"/>
                    <a:pt x="233959" y="404867"/>
                  </a:cubicBezTo>
                  <a:cubicBezTo>
                    <a:pt x="249978" y="393989"/>
                    <a:pt x="265531" y="382403"/>
                    <a:pt x="281550" y="371506"/>
                  </a:cubicBezTo>
                  <a:cubicBezTo>
                    <a:pt x="288256" y="366943"/>
                    <a:pt x="292410" y="360107"/>
                    <a:pt x="298277" y="354873"/>
                  </a:cubicBezTo>
                  <a:cubicBezTo>
                    <a:pt x="299674" y="353625"/>
                    <a:pt x="300978" y="352079"/>
                    <a:pt x="302617" y="351297"/>
                  </a:cubicBezTo>
                  <a:cubicBezTo>
                    <a:pt x="316755" y="344554"/>
                    <a:pt x="320759" y="330155"/>
                    <a:pt x="327893" y="318123"/>
                  </a:cubicBezTo>
                  <a:cubicBezTo>
                    <a:pt x="327521" y="317601"/>
                    <a:pt x="327428" y="317042"/>
                    <a:pt x="327577" y="316427"/>
                  </a:cubicBezTo>
                  <a:cubicBezTo>
                    <a:pt x="327856" y="315869"/>
                    <a:pt x="328322" y="315496"/>
                    <a:pt x="328936" y="315329"/>
                  </a:cubicBezTo>
                  <a:cubicBezTo>
                    <a:pt x="331302" y="315086"/>
                    <a:pt x="332308" y="316260"/>
                    <a:pt x="332308" y="318514"/>
                  </a:cubicBezTo>
                  <a:cubicBezTo>
                    <a:pt x="328136" y="328013"/>
                    <a:pt x="322473" y="336675"/>
                    <a:pt x="316922" y="345373"/>
                  </a:cubicBezTo>
                  <a:cubicBezTo>
                    <a:pt x="315022" y="348335"/>
                    <a:pt x="312210" y="350812"/>
                    <a:pt x="309006" y="352507"/>
                  </a:cubicBezTo>
                  <a:cubicBezTo>
                    <a:pt x="295297" y="359753"/>
                    <a:pt x="288926" y="372363"/>
                    <a:pt x="286058" y="386482"/>
                  </a:cubicBezTo>
                  <a:cubicBezTo>
                    <a:pt x="283338" y="399931"/>
                    <a:pt x="283152" y="413808"/>
                    <a:pt x="285425" y="427498"/>
                  </a:cubicBezTo>
                  <a:cubicBezTo>
                    <a:pt x="288070" y="443517"/>
                    <a:pt x="302841" y="458791"/>
                    <a:pt x="318859" y="461883"/>
                  </a:cubicBezTo>
                  <a:cubicBezTo>
                    <a:pt x="326142" y="463299"/>
                    <a:pt x="333332" y="461026"/>
                    <a:pt x="339740" y="458400"/>
                  </a:cubicBezTo>
                  <a:cubicBezTo>
                    <a:pt x="355964" y="451713"/>
                    <a:pt x="371312" y="443275"/>
                    <a:pt x="383848" y="430534"/>
                  </a:cubicBezTo>
                  <a:cubicBezTo>
                    <a:pt x="396831" y="417328"/>
                    <a:pt x="403574" y="401607"/>
                    <a:pt x="404673" y="383074"/>
                  </a:cubicBezTo>
                  <a:cubicBezTo>
                    <a:pt x="405380" y="371078"/>
                    <a:pt x="408230" y="359250"/>
                    <a:pt x="407932" y="347143"/>
                  </a:cubicBezTo>
                  <a:cubicBezTo>
                    <a:pt x="407858" y="344125"/>
                    <a:pt x="407709" y="341126"/>
                    <a:pt x="406870" y="338202"/>
                  </a:cubicBezTo>
                  <a:cubicBezTo>
                    <a:pt x="403685" y="327287"/>
                    <a:pt x="397203" y="322202"/>
                    <a:pt x="385841" y="322127"/>
                  </a:cubicBezTo>
                  <a:cubicBezTo>
                    <a:pt x="381110" y="322090"/>
                    <a:pt x="376528" y="320786"/>
                    <a:pt x="371778" y="321066"/>
                  </a:cubicBezTo>
                  <a:cubicBezTo>
                    <a:pt x="370083" y="320432"/>
                    <a:pt x="369785" y="318942"/>
                    <a:pt x="369543" y="317415"/>
                  </a:cubicBezTo>
                  <a:cubicBezTo>
                    <a:pt x="368667" y="308623"/>
                    <a:pt x="367717" y="300148"/>
                    <a:pt x="361477" y="292772"/>
                  </a:cubicBezTo>
                  <a:cubicBezTo>
                    <a:pt x="354176" y="284148"/>
                    <a:pt x="345272" y="281856"/>
                    <a:pt x="334785" y="282769"/>
                  </a:cubicBezTo>
                  <a:cubicBezTo>
                    <a:pt x="333481" y="282881"/>
                    <a:pt x="332196" y="283253"/>
                    <a:pt x="330892" y="283421"/>
                  </a:cubicBezTo>
                  <a:cubicBezTo>
                    <a:pt x="316512" y="285228"/>
                    <a:pt x="308168" y="293852"/>
                    <a:pt x="307032" y="308232"/>
                  </a:cubicBezTo>
                  <a:cubicBezTo>
                    <a:pt x="306827" y="310821"/>
                    <a:pt x="306491" y="313522"/>
                    <a:pt x="308354" y="315794"/>
                  </a:cubicBezTo>
                  <a:cubicBezTo>
                    <a:pt x="310273" y="317396"/>
                    <a:pt x="312564" y="316577"/>
                    <a:pt x="314687" y="316875"/>
                  </a:cubicBezTo>
                  <a:cubicBezTo>
                    <a:pt x="316792" y="317173"/>
                    <a:pt x="319306" y="316390"/>
                    <a:pt x="320275" y="319221"/>
                  </a:cubicBezTo>
                  <a:close/>
                </a:path>
              </a:pathLst>
            </a:custGeom>
            <a:solidFill>
              <a:srgbClr val="32382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39CADC04-B719-04D8-0CDD-1C73736D0BD5}"/>
                </a:ext>
              </a:extLst>
            </p:cNvPr>
            <p:cNvSpPr/>
            <p:nvPr/>
          </p:nvSpPr>
          <p:spPr>
            <a:xfrm>
              <a:off x="1687301" y="4813444"/>
              <a:ext cx="272564" cy="294707"/>
            </a:xfrm>
            <a:custGeom>
              <a:avLst/>
              <a:gdLst>
                <a:gd name="csX0" fmla="*/ 133367 w 272564"/>
                <a:gd name="csY0" fmla="*/ 279125 h 294707"/>
                <a:gd name="csX1" fmla="*/ 129008 w 272564"/>
                <a:gd name="csY1" fmla="*/ 283744 h 294707"/>
                <a:gd name="csX2" fmla="*/ 97715 w 272564"/>
                <a:gd name="csY2" fmla="*/ 262733 h 294707"/>
                <a:gd name="csX3" fmla="*/ 86037 w 272564"/>
                <a:gd name="csY3" fmla="*/ 232335 h 294707"/>
                <a:gd name="csX4" fmla="*/ 88253 w 272564"/>
                <a:gd name="csY4" fmla="*/ 217284 h 294707"/>
                <a:gd name="csX5" fmla="*/ 82777 w 272564"/>
                <a:gd name="csY5" fmla="*/ 196143 h 294707"/>
                <a:gd name="csX6" fmla="*/ 44965 w 272564"/>
                <a:gd name="csY6" fmla="*/ 165372 h 294707"/>
                <a:gd name="csX7" fmla="*/ 5327 w 272564"/>
                <a:gd name="csY7" fmla="*/ 160920 h 294707"/>
                <a:gd name="csX8" fmla="*/ 0 w 272564"/>
                <a:gd name="csY8" fmla="*/ 158405 h 294707"/>
                <a:gd name="csX9" fmla="*/ 21737 w 272564"/>
                <a:gd name="csY9" fmla="*/ 155220 h 294707"/>
                <a:gd name="csX10" fmla="*/ 53533 w 272564"/>
                <a:gd name="csY10" fmla="*/ 166005 h 294707"/>
                <a:gd name="csX11" fmla="*/ 75755 w 272564"/>
                <a:gd name="csY11" fmla="*/ 183179 h 294707"/>
                <a:gd name="csX12" fmla="*/ 89427 w 272564"/>
                <a:gd name="csY12" fmla="*/ 196646 h 294707"/>
                <a:gd name="csX13" fmla="*/ 93748 w 272564"/>
                <a:gd name="csY13" fmla="*/ 218849 h 294707"/>
                <a:gd name="csX14" fmla="*/ 90730 w 272564"/>
                <a:gd name="csY14" fmla="*/ 242356 h 294707"/>
                <a:gd name="csX15" fmla="*/ 95033 w 272564"/>
                <a:gd name="csY15" fmla="*/ 252973 h 294707"/>
                <a:gd name="csX16" fmla="*/ 118037 w 272564"/>
                <a:gd name="csY16" fmla="*/ 270240 h 294707"/>
                <a:gd name="csX17" fmla="*/ 121856 w 272564"/>
                <a:gd name="csY17" fmla="*/ 268694 h 294707"/>
                <a:gd name="csX18" fmla="*/ 136794 w 272564"/>
                <a:gd name="csY18" fmla="*/ 251892 h 294707"/>
                <a:gd name="csX19" fmla="*/ 158587 w 272564"/>
                <a:gd name="csY19" fmla="*/ 244051 h 294707"/>
                <a:gd name="csX20" fmla="*/ 160879 w 272564"/>
                <a:gd name="csY20" fmla="*/ 237494 h 294707"/>
                <a:gd name="csX21" fmla="*/ 151267 w 272564"/>
                <a:gd name="csY21" fmla="*/ 218979 h 294707"/>
                <a:gd name="csX22" fmla="*/ 136571 w 272564"/>
                <a:gd name="csY22" fmla="*/ 212534 h 294707"/>
                <a:gd name="csX23" fmla="*/ 113492 w 272564"/>
                <a:gd name="csY23" fmla="*/ 208958 h 294707"/>
                <a:gd name="csX24" fmla="*/ 89296 w 272564"/>
                <a:gd name="csY24" fmla="*/ 195677 h 294707"/>
                <a:gd name="csX25" fmla="*/ 77878 w 272564"/>
                <a:gd name="csY25" fmla="*/ 182341 h 294707"/>
                <a:gd name="csX26" fmla="*/ 55340 w 272564"/>
                <a:gd name="csY26" fmla="*/ 132421 h 294707"/>
                <a:gd name="csX27" fmla="*/ 46604 w 272564"/>
                <a:gd name="csY27" fmla="*/ 92206 h 294707"/>
                <a:gd name="csX28" fmla="*/ 50404 w 272564"/>
                <a:gd name="csY28" fmla="*/ 48694 h 294707"/>
                <a:gd name="csX29" fmla="*/ 58767 w 272564"/>
                <a:gd name="csY29" fmla="*/ 24759 h 294707"/>
                <a:gd name="csX30" fmla="*/ 94512 w 272564"/>
                <a:gd name="csY30" fmla="*/ 1346 h 294707"/>
                <a:gd name="csX31" fmla="*/ 162387 w 272564"/>
                <a:gd name="csY31" fmla="*/ 25467 h 294707"/>
                <a:gd name="csX32" fmla="*/ 194407 w 272564"/>
                <a:gd name="csY32" fmla="*/ 80900 h 294707"/>
                <a:gd name="csX33" fmla="*/ 202826 w 272564"/>
                <a:gd name="csY33" fmla="*/ 172673 h 294707"/>
                <a:gd name="csX34" fmla="*/ 191780 w 272564"/>
                <a:gd name="csY34" fmla="*/ 197708 h 294707"/>
                <a:gd name="csX35" fmla="*/ 183789 w 272564"/>
                <a:gd name="csY35" fmla="*/ 210653 h 294707"/>
                <a:gd name="csX36" fmla="*/ 182783 w 272564"/>
                <a:gd name="csY36" fmla="*/ 224828 h 294707"/>
                <a:gd name="csX37" fmla="*/ 202919 w 272564"/>
                <a:gd name="csY37" fmla="*/ 286762 h 294707"/>
                <a:gd name="csX38" fmla="*/ 204148 w 272564"/>
                <a:gd name="csY38" fmla="*/ 289444 h 294707"/>
                <a:gd name="csX39" fmla="*/ 207687 w 272564"/>
                <a:gd name="csY39" fmla="*/ 280261 h 294707"/>
                <a:gd name="csX40" fmla="*/ 221210 w 272564"/>
                <a:gd name="csY40" fmla="*/ 248149 h 294707"/>
                <a:gd name="csX41" fmla="*/ 270031 w 272564"/>
                <a:gd name="csY41" fmla="*/ 222444 h 294707"/>
                <a:gd name="csX42" fmla="*/ 272564 w 272564"/>
                <a:gd name="csY42" fmla="*/ 223953 h 294707"/>
                <a:gd name="csX43" fmla="*/ 267665 w 272564"/>
                <a:gd name="csY43" fmla="*/ 226784 h 294707"/>
                <a:gd name="csX44" fmla="*/ 219571 w 272564"/>
                <a:gd name="csY44" fmla="*/ 254891 h 294707"/>
                <a:gd name="csX45" fmla="*/ 211487 w 272564"/>
                <a:gd name="csY45" fmla="*/ 276796 h 294707"/>
                <a:gd name="csX46" fmla="*/ 206179 w 272564"/>
                <a:gd name="csY46" fmla="*/ 292610 h 294707"/>
                <a:gd name="csX47" fmla="*/ 202192 w 272564"/>
                <a:gd name="csY47" fmla="*/ 294622 h 294707"/>
                <a:gd name="csX48" fmla="*/ 198449 w 272564"/>
                <a:gd name="csY48" fmla="*/ 291828 h 294707"/>
                <a:gd name="csX49" fmla="*/ 181368 w 272564"/>
                <a:gd name="csY49" fmla="*/ 232111 h 294707"/>
                <a:gd name="csX50" fmla="*/ 183063 w 272564"/>
                <a:gd name="csY50" fmla="*/ 203053 h 294707"/>
                <a:gd name="csX51" fmla="*/ 199659 w 272564"/>
                <a:gd name="csY51" fmla="*/ 166582 h 294707"/>
                <a:gd name="csX52" fmla="*/ 198393 w 272564"/>
                <a:gd name="csY52" fmla="*/ 114297 h 294707"/>
                <a:gd name="csX53" fmla="*/ 161866 w 272564"/>
                <a:gd name="csY53" fmla="*/ 30906 h 294707"/>
                <a:gd name="csX54" fmla="*/ 85049 w 272564"/>
                <a:gd name="csY54" fmla="*/ 7306 h 294707"/>
                <a:gd name="csX55" fmla="*/ 59438 w 272564"/>
                <a:gd name="csY55" fmla="*/ 33123 h 294707"/>
                <a:gd name="csX56" fmla="*/ 50366 w 272564"/>
                <a:gd name="csY56" fmla="*/ 88853 h 294707"/>
                <a:gd name="csX57" fmla="*/ 60816 w 272564"/>
                <a:gd name="csY57" fmla="*/ 138475 h 294707"/>
                <a:gd name="csX58" fmla="*/ 76667 w 272564"/>
                <a:gd name="csY58" fmla="*/ 173232 h 294707"/>
                <a:gd name="csX59" fmla="*/ 108482 w 272564"/>
                <a:gd name="csY59" fmla="*/ 200110 h 294707"/>
                <a:gd name="csX60" fmla="*/ 111015 w 272564"/>
                <a:gd name="csY60" fmla="*/ 201340 h 294707"/>
                <a:gd name="csX61" fmla="*/ 138638 w 272564"/>
                <a:gd name="csY61" fmla="*/ 206779 h 294707"/>
                <a:gd name="csX62" fmla="*/ 153763 w 272564"/>
                <a:gd name="csY62" fmla="*/ 213056 h 294707"/>
                <a:gd name="csX63" fmla="*/ 161381 w 272564"/>
                <a:gd name="csY63" fmla="*/ 225554 h 294707"/>
                <a:gd name="csX64" fmla="*/ 177494 w 272564"/>
                <a:gd name="csY64" fmla="*/ 262193 h 294707"/>
                <a:gd name="csX65" fmla="*/ 175948 w 272564"/>
                <a:gd name="csY65" fmla="*/ 266999 h 294707"/>
                <a:gd name="csX66" fmla="*/ 172334 w 272564"/>
                <a:gd name="csY66" fmla="*/ 263199 h 294707"/>
                <a:gd name="csX67" fmla="*/ 167864 w 272564"/>
                <a:gd name="csY67" fmla="*/ 252265 h 294707"/>
                <a:gd name="csX68" fmla="*/ 160748 w 272564"/>
                <a:gd name="csY68" fmla="*/ 248838 h 294707"/>
                <a:gd name="csX69" fmla="*/ 136981 w 272564"/>
                <a:gd name="csY69" fmla="*/ 257536 h 294707"/>
                <a:gd name="csX70" fmla="*/ 127090 w 272564"/>
                <a:gd name="csY70" fmla="*/ 269066 h 294707"/>
                <a:gd name="csX71" fmla="*/ 131504 w 272564"/>
                <a:gd name="csY71" fmla="*/ 277877 h 294707"/>
                <a:gd name="csX72" fmla="*/ 133367 w 272564"/>
                <a:gd name="csY72" fmla="*/ 279125 h 294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</a:cxnLst>
              <a:rect l="l" t="t" r="r" b="b"/>
              <a:pathLst>
                <a:path w="272564" h="294707">
                  <a:moveTo>
                    <a:pt x="133367" y="279125"/>
                  </a:moveTo>
                  <a:cubicBezTo>
                    <a:pt x="131597" y="280354"/>
                    <a:pt x="129846" y="281621"/>
                    <a:pt x="129008" y="283744"/>
                  </a:cubicBezTo>
                  <a:cubicBezTo>
                    <a:pt x="118205" y="277299"/>
                    <a:pt x="108072" y="269867"/>
                    <a:pt x="97715" y="262733"/>
                  </a:cubicBezTo>
                  <a:cubicBezTo>
                    <a:pt x="86502" y="255003"/>
                    <a:pt x="83913" y="244777"/>
                    <a:pt x="86037" y="232335"/>
                  </a:cubicBezTo>
                  <a:cubicBezTo>
                    <a:pt x="86893" y="227343"/>
                    <a:pt x="87452" y="222295"/>
                    <a:pt x="88253" y="217284"/>
                  </a:cubicBezTo>
                  <a:cubicBezTo>
                    <a:pt x="89520" y="209331"/>
                    <a:pt x="87601" y="202364"/>
                    <a:pt x="82777" y="196143"/>
                  </a:cubicBezTo>
                  <a:cubicBezTo>
                    <a:pt x="72569" y="182955"/>
                    <a:pt x="58525" y="174499"/>
                    <a:pt x="44965" y="165372"/>
                  </a:cubicBezTo>
                  <a:cubicBezTo>
                    <a:pt x="32373" y="156897"/>
                    <a:pt x="18962" y="158722"/>
                    <a:pt x="5327" y="160920"/>
                  </a:cubicBezTo>
                  <a:cubicBezTo>
                    <a:pt x="3297" y="160622"/>
                    <a:pt x="726" y="161460"/>
                    <a:pt x="0" y="158405"/>
                  </a:cubicBezTo>
                  <a:cubicBezTo>
                    <a:pt x="7246" y="157325"/>
                    <a:pt x="14454" y="156021"/>
                    <a:pt x="21737" y="155220"/>
                  </a:cubicBezTo>
                  <a:cubicBezTo>
                    <a:pt x="33938" y="153898"/>
                    <a:pt x="43866" y="159616"/>
                    <a:pt x="53533" y="166005"/>
                  </a:cubicBezTo>
                  <a:cubicBezTo>
                    <a:pt x="61375" y="171183"/>
                    <a:pt x="68434" y="177349"/>
                    <a:pt x="75755" y="183179"/>
                  </a:cubicBezTo>
                  <a:cubicBezTo>
                    <a:pt x="82460" y="185489"/>
                    <a:pt x="85105" y="191915"/>
                    <a:pt x="89427" y="196646"/>
                  </a:cubicBezTo>
                  <a:cubicBezTo>
                    <a:pt x="93990" y="203426"/>
                    <a:pt x="94735" y="210933"/>
                    <a:pt x="93748" y="218849"/>
                  </a:cubicBezTo>
                  <a:cubicBezTo>
                    <a:pt x="92761" y="226691"/>
                    <a:pt x="90768" y="234383"/>
                    <a:pt x="90730" y="242356"/>
                  </a:cubicBezTo>
                  <a:cubicBezTo>
                    <a:pt x="90712" y="246584"/>
                    <a:pt x="91997" y="250011"/>
                    <a:pt x="95033" y="252973"/>
                  </a:cubicBezTo>
                  <a:cubicBezTo>
                    <a:pt x="101944" y="259753"/>
                    <a:pt x="110009" y="264968"/>
                    <a:pt x="118037" y="270240"/>
                  </a:cubicBezTo>
                  <a:cubicBezTo>
                    <a:pt x="120105" y="271600"/>
                    <a:pt x="121483" y="271581"/>
                    <a:pt x="121856" y="268694"/>
                  </a:cubicBezTo>
                  <a:cubicBezTo>
                    <a:pt x="122973" y="259678"/>
                    <a:pt x="129139" y="255134"/>
                    <a:pt x="136794" y="251892"/>
                  </a:cubicBezTo>
                  <a:cubicBezTo>
                    <a:pt x="143910" y="248875"/>
                    <a:pt x="151323" y="246677"/>
                    <a:pt x="158587" y="244051"/>
                  </a:cubicBezTo>
                  <a:cubicBezTo>
                    <a:pt x="162611" y="242598"/>
                    <a:pt x="162965" y="240921"/>
                    <a:pt x="160879" y="237494"/>
                  </a:cubicBezTo>
                  <a:cubicBezTo>
                    <a:pt x="157265" y="231552"/>
                    <a:pt x="155309" y="224735"/>
                    <a:pt x="151267" y="218979"/>
                  </a:cubicBezTo>
                  <a:cubicBezTo>
                    <a:pt x="147616" y="213782"/>
                    <a:pt x="143463" y="210597"/>
                    <a:pt x="136571" y="212534"/>
                  </a:cubicBezTo>
                  <a:cubicBezTo>
                    <a:pt x="128449" y="214825"/>
                    <a:pt x="120924" y="213727"/>
                    <a:pt x="113492" y="208958"/>
                  </a:cubicBezTo>
                  <a:cubicBezTo>
                    <a:pt x="105781" y="204003"/>
                    <a:pt x="96635" y="201452"/>
                    <a:pt x="89296" y="195677"/>
                  </a:cubicBezTo>
                  <a:cubicBezTo>
                    <a:pt x="85236" y="191449"/>
                    <a:pt x="81566" y="186886"/>
                    <a:pt x="77878" y="182341"/>
                  </a:cubicBezTo>
                  <a:cubicBezTo>
                    <a:pt x="65976" y="167700"/>
                    <a:pt x="60239" y="150154"/>
                    <a:pt x="55340" y="132421"/>
                  </a:cubicBezTo>
                  <a:cubicBezTo>
                    <a:pt x="51689" y="119215"/>
                    <a:pt x="48765" y="105748"/>
                    <a:pt x="46604" y="92206"/>
                  </a:cubicBezTo>
                  <a:cubicBezTo>
                    <a:pt x="44276" y="77547"/>
                    <a:pt x="46175" y="62944"/>
                    <a:pt x="50404" y="48694"/>
                  </a:cubicBezTo>
                  <a:cubicBezTo>
                    <a:pt x="52807" y="40592"/>
                    <a:pt x="55023" y="32415"/>
                    <a:pt x="58767" y="24759"/>
                  </a:cubicBezTo>
                  <a:cubicBezTo>
                    <a:pt x="66069" y="9895"/>
                    <a:pt x="79256" y="4084"/>
                    <a:pt x="94512" y="1346"/>
                  </a:cubicBezTo>
                  <a:cubicBezTo>
                    <a:pt x="121744" y="-3535"/>
                    <a:pt x="144915" y="4940"/>
                    <a:pt x="162387" y="25467"/>
                  </a:cubicBezTo>
                  <a:cubicBezTo>
                    <a:pt x="176246" y="41747"/>
                    <a:pt x="187161" y="60448"/>
                    <a:pt x="194407" y="80900"/>
                  </a:cubicBezTo>
                  <a:cubicBezTo>
                    <a:pt x="204986" y="110777"/>
                    <a:pt x="207687" y="141362"/>
                    <a:pt x="202826" y="172673"/>
                  </a:cubicBezTo>
                  <a:cubicBezTo>
                    <a:pt x="201373" y="182043"/>
                    <a:pt x="197070" y="190052"/>
                    <a:pt x="191780" y="197708"/>
                  </a:cubicBezTo>
                  <a:cubicBezTo>
                    <a:pt x="188893" y="201880"/>
                    <a:pt x="186155" y="206183"/>
                    <a:pt x="183789" y="210653"/>
                  </a:cubicBezTo>
                  <a:cubicBezTo>
                    <a:pt x="181405" y="215124"/>
                    <a:pt x="180343" y="220525"/>
                    <a:pt x="182783" y="224828"/>
                  </a:cubicBezTo>
                  <a:cubicBezTo>
                    <a:pt x="193736" y="244144"/>
                    <a:pt x="197312" y="265751"/>
                    <a:pt x="202919" y="286762"/>
                  </a:cubicBezTo>
                  <a:cubicBezTo>
                    <a:pt x="203142" y="287600"/>
                    <a:pt x="203645" y="288363"/>
                    <a:pt x="204148" y="289444"/>
                  </a:cubicBezTo>
                  <a:cubicBezTo>
                    <a:pt x="207780" y="287041"/>
                    <a:pt x="208209" y="283409"/>
                    <a:pt x="207687" y="280261"/>
                  </a:cubicBezTo>
                  <a:cubicBezTo>
                    <a:pt x="205415" y="266589"/>
                    <a:pt x="211059" y="256177"/>
                    <a:pt x="221210" y="248149"/>
                  </a:cubicBezTo>
                  <a:cubicBezTo>
                    <a:pt x="235814" y="236581"/>
                    <a:pt x="250734" y="225238"/>
                    <a:pt x="270031" y="222444"/>
                  </a:cubicBezTo>
                  <a:cubicBezTo>
                    <a:pt x="270515" y="223543"/>
                    <a:pt x="271521" y="223804"/>
                    <a:pt x="272564" y="223953"/>
                  </a:cubicBezTo>
                  <a:cubicBezTo>
                    <a:pt x="272042" y="226784"/>
                    <a:pt x="269491" y="226374"/>
                    <a:pt x="267665" y="226784"/>
                  </a:cubicBezTo>
                  <a:cubicBezTo>
                    <a:pt x="248685" y="231124"/>
                    <a:pt x="233597" y="242356"/>
                    <a:pt x="219571" y="254891"/>
                  </a:cubicBezTo>
                  <a:cubicBezTo>
                    <a:pt x="213536" y="260293"/>
                    <a:pt x="210295" y="267986"/>
                    <a:pt x="211487" y="276796"/>
                  </a:cubicBezTo>
                  <a:cubicBezTo>
                    <a:pt x="212307" y="282831"/>
                    <a:pt x="211208" y="288438"/>
                    <a:pt x="206179" y="292610"/>
                  </a:cubicBezTo>
                  <a:cubicBezTo>
                    <a:pt x="205005" y="293579"/>
                    <a:pt x="203701" y="294399"/>
                    <a:pt x="202192" y="294622"/>
                  </a:cubicBezTo>
                  <a:cubicBezTo>
                    <a:pt x="200069" y="294939"/>
                    <a:pt x="198933" y="294454"/>
                    <a:pt x="198449" y="291828"/>
                  </a:cubicBezTo>
                  <a:cubicBezTo>
                    <a:pt x="194798" y="271357"/>
                    <a:pt x="192060" y="250626"/>
                    <a:pt x="181368" y="232111"/>
                  </a:cubicBezTo>
                  <a:cubicBezTo>
                    <a:pt x="175649" y="222202"/>
                    <a:pt x="175985" y="212292"/>
                    <a:pt x="183063" y="203053"/>
                  </a:cubicBezTo>
                  <a:cubicBezTo>
                    <a:pt x="191408" y="192157"/>
                    <a:pt x="198225" y="180701"/>
                    <a:pt x="199659" y="166582"/>
                  </a:cubicBezTo>
                  <a:cubicBezTo>
                    <a:pt x="201429" y="149073"/>
                    <a:pt x="200833" y="131751"/>
                    <a:pt x="198393" y="114297"/>
                  </a:cubicBezTo>
                  <a:cubicBezTo>
                    <a:pt x="193997" y="82986"/>
                    <a:pt x="180772" y="55437"/>
                    <a:pt x="161866" y="30906"/>
                  </a:cubicBezTo>
                  <a:cubicBezTo>
                    <a:pt x="144096" y="7828"/>
                    <a:pt x="114163" y="-2752"/>
                    <a:pt x="85049" y="7306"/>
                  </a:cubicBezTo>
                  <a:cubicBezTo>
                    <a:pt x="72048" y="11795"/>
                    <a:pt x="64057" y="20587"/>
                    <a:pt x="59438" y="33123"/>
                  </a:cubicBezTo>
                  <a:cubicBezTo>
                    <a:pt x="52807" y="51135"/>
                    <a:pt x="47964" y="69575"/>
                    <a:pt x="50366" y="88853"/>
                  </a:cubicBezTo>
                  <a:cubicBezTo>
                    <a:pt x="52471" y="105617"/>
                    <a:pt x="55396" y="122381"/>
                    <a:pt x="60816" y="138475"/>
                  </a:cubicBezTo>
                  <a:cubicBezTo>
                    <a:pt x="64895" y="150564"/>
                    <a:pt x="68695" y="162876"/>
                    <a:pt x="76667" y="173232"/>
                  </a:cubicBezTo>
                  <a:cubicBezTo>
                    <a:pt x="85329" y="184501"/>
                    <a:pt x="94419" y="195249"/>
                    <a:pt x="108482" y="200110"/>
                  </a:cubicBezTo>
                  <a:cubicBezTo>
                    <a:pt x="109376" y="200408"/>
                    <a:pt x="110233" y="200837"/>
                    <a:pt x="111015" y="201340"/>
                  </a:cubicBezTo>
                  <a:cubicBezTo>
                    <a:pt x="119509" y="206816"/>
                    <a:pt x="128245" y="209778"/>
                    <a:pt x="138638" y="206779"/>
                  </a:cubicBezTo>
                  <a:cubicBezTo>
                    <a:pt x="144692" y="205028"/>
                    <a:pt x="149907" y="207636"/>
                    <a:pt x="153763" y="213056"/>
                  </a:cubicBezTo>
                  <a:cubicBezTo>
                    <a:pt x="156632" y="217061"/>
                    <a:pt x="159221" y="221159"/>
                    <a:pt x="161381" y="225554"/>
                  </a:cubicBezTo>
                  <a:cubicBezTo>
                    <a:pt x="167286" y="237531"/>
                    <a:pt x="173750" y="249266"/>
                    <a:pt x="177494" y="262193"/>
                  </a:cubicBezTo>
                  <a:cubicBezTo>
                    <a:pt x="177680" y="264018"/>
                    <a:pt x="177810" y="265844"/>
                    <a:pt x="175948" y="266999"/>
                  </a:cubicBezTo>
                  <a:cubicBezTo>
                    <a:pt x="173563" y="266868"/>
                    <a:pt x="173135" y="264819"/>
                    <a:pt x="172334" y="263199"/>
                  </a:cubicBezTo>
                  <a:cubicBezTo>
                    <a:pt x="170583" y="259660"/>
                    <a:pt x="169242" y="255953"/>
                    <a:pt x="167864" y="252265"/>
                  </a:cubicBezTo>
                  <a:cubicBezTo>
                    <a:pt x="166616" y="248912"/>
                    <a:pt x="164231" y="247571"/>
                    <a:pt x="160748" y="248838"/>
                  </a:cubicBezTo>
                  <a:cubicBezTo>
                    <a:pt x="152813" y="251706"/>
                    <a:pt x="144617" y="253867"/>
                    <a:pt x="136981" y="257536"/>
                  </a:cubicBezTo>
                  <a:cubicBezTo>
                    <a:pt x="131989" y="259939"/>
                    <a:pt x="128431" y="263534"/>
                    <a:pt x="127090" y="269066"/>
                  </a:cubicBezTo>
                  <a:cubicBezTo>
                    <a:pt x="125655" y="274971"/>
                    <a:pt x="125898" y="275548"/>
                    <a:pt x="131504" y="277877"/>
                  </a:cubicBezTo>
                  <a:cubicBezTo>
                    <a:pt x="132193" y="278231"/>
                    <a:pt x="132864" y="278529"/>
                    <a:pt x="133367" y="279125"/>
                  </a:cubicBezTo>
                  <a:close/>
                </a:path>
              </a:pathLst>
            </a:custGeom>
            <a:solidFill>
              <a:srgbClr val="3C44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4C55EE56-488D-9F4F-0710-2A372AA7DCCF}"/>
                </a:ext>
              </a:extLst>
            </p:cNvPr>
            <p:cNvSpPr/>
            <p:nvPr/>
          </p:nvSpPr>
          <p:spPr>
            <a:xfrm>
              <a:off x="1629077" y="5011338"/>
              <a:ext cx="136419" cy="111786"/>
            </a:xfrm>
            <a:custGeom>
              <a:avLst/>
              <a:gdLst>
                <a:gd name="csX0" fmla="*/ 133979 w 136419"/>
                <a:gd name="csY0" fmla="*/ 77953 h 111786"/>
                <a:gd name="csX1" fmla="*/ 136419 w 136419"/>
                <a:gd name="csY1" fmla="*/ 79163 h 111786"/>
                <a:gd name="csX2" fmla="*/ 126212 w 136419"/>
                <a:gd name="csY2" fmla="*/ 89240 h 111786"/>
                <a:gd name="csX3" fmla="*/ 100824 w 136419"/>
                <a:gd name="csY3" fmla="*/ 109655 h 111786"/>
                <a:gd name="csX4" fmla="*/ 75212 w 136419"/>
                <a:gd name="csY4" fmla="*/ 110884 h 111786"/>
                <a:gd name="csX5" fmla="*/ 45018 w 136419"/>
                <a:gd name="csY5" fmla="*/ 104570 h 111786"/>
                <a:gd name="csX6" fmla="*/ 11565 w 136419"/>
                <a:gd name="csY6" fmla="*/ 74730 h 111786"/>
                <a:gd name="csX7" fmla="*/ 6517 w 136419"/>
                <a:gd name="csY7" fmla="*/ 65305 h 111786"/>
                <a:gd name="csX8" fmla="*/ 2084 w 136419"/>
                <a:gd name="csY8" fmla="*/ 23935 h 111786"/>
                <a:gd name="csX9" fmla="*/ 7765 w 136419"/>
                <a:gd name="csY9" fmla="*/ 0 h 111786"/>
                <a:gd name="csX10" fmla="*/ 9646 w 136419"/>
                <a:gd name="csY10" fmla="*/ 2645 h 111786"/>
                <a:gd name="csX11" fmla="*/ 5083 w 136419"/>
                <a:gd name="csY11" fmla="*/ 32150 h 111786"/>
                <a:gd name="csX12" fmla="*/ 11043 w 136419"/>
                <a:gd name="csY12" fmla="*/ 65771 h 111786"/>
                <a:gd name="csX13" fmla="*/ 41144 w 136419"/>
                <a:gd name="csY13" fmla="*/ 98498 h 111786"/>
                <a:gd name="csX14" fmla="*/ 55505 w 136419"/>
                <a:gd name="csY14" fmla="*/ 103247 h 111786"/>
                <a:gd name="csX15" fmla="*/ 84544 w 136419"/>
                <a:gd name="csY15" fmla="*/ 107196 h 111786"/>
                <a:gd name="csX16" fmla="*/ 119823 w 136419"/>
                <a:gd name="csY16" fmla="*/ 90954 h 111786"/>
                <a:gd name="csX17" fmla="*/ 124982 w 136419"/>
                <a:gd name="csY17" fmla="*/ 83559 h 111786"/>
                <a:gd name="csX18" fmla="*/ 133979 w 136419"/>
                <a:gd name="csY18" fmla="*/ 77953 h 111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6419" h="111786">
                  <a:moveTo>
                    <a:pt x="133979" y="77953"/>
                  </a:moveTo>
                  <a:cubicBezTo>
                    <a:pt x="134482" y="78958"/>
                    <a:pt x="135507" y="78958"/>
                    <a:pt x="136419" y="79163"/>
                  </a:cubicBezTo>
                  <a:cubicBezTo>
                    <a:pt x="131763" y="81249"/>
                    <a:pt x="128875" y="85012"/>
                    <a:pt x="126212" y="89240"/>
                  </a:cubicBezTo>
                  <a:cubicBezTo>
                    <a:pt x="120121" y="98926"/>
                    <a:pt x="111627" y="106153"/>
                    <a:pt x="100824" y="109655"/>
                  </a:cubicBezTo>
                  <a:cubicBezTo>
                    <a:pt x="92628" y="112319"/>
                    <a:pt x="83929" y="112188"/>
                    <a:pt x="75212" y="110884"/>
                  </a:cubicBezTo>
                  <a:cubicBezTo>
                    <a:pt x="64986" y="109338"/>
                    <a:pt x="54257" y="109022"/>
                    <a:pt x="45018" y="104570"/>
                  </a:cubicBezTo>
                  <a:cubicBezTo>
                    <a:pt x="31253" y="97939"/>
                    <a:pt x="18848" y="89017"/>
                    <a:pt x="11565" y="74730"/>
                  </a:cubicBezTo>
                  <a:cubicBezTo>
                    <a:pt x="9944" y="71545"/>
                    <a:pt x="8435" y="68285"/>
                    <a:pt x="6517" y="65305"/>
                  </a:cubicBezTo>
                  <a:cubicBezTo>
                    <a:pt x="-1865" y="52229"/>
                    <a:pt x="-748" y="38185"/>
                    <a:pt x="2084" y="23935"/>
                  </a:cubicBezTo>
                  <a:cubicBezTo>
                    <a:pt x="3686" y="15889"/>
                    <a:pt x="3332" y="7376"/>
                    <a:pt x="7765" y="0"/>
                  </a:cubicBezTo>
                  <a:cubicBezTo>
                    <a:pt x="9385" y="168"/>
                    <a:pt x="9460" y="1453"/>
                    <a:pt x="9646" y="2645"/>
                  </a:cubicBezTo>
                  <a:cubicBezTo>
                    <a:pt x="7821" y="12443"/>
                    <a:pt x="6964" y="22408"/>
                    <a:pt x="5083" y="32150"/>
                  </a:cubicBezTo>
                  <a:cubicBezTo>
                    <a:pt x="2736" y="44387"/>
                    <a:pt x="5939" y="54855"/>
                    <a:pt x="11043" y="65771"/>
                  </a:cubicBezTo>
                  <a:cubicBezTo>
                    <a:pt x="17730" y="80095"/>
                    <a:pt x="28403" y="90078"/>
                    <a:pt x="41144" y="98498"/>
                  </a:cubicBezTo>
                  <a:cubicBezTo>
                    <a:pt x="45521" y="101385"/>
                    <a:pt x="50550" y="102372"/>
                    <a:pt x="55505" y="103247"/>
                  </a:cubicBezTo>
                  <a:cubicBezTo>
                    <a:pt x="65116" y="104961"/>
                    <a:pt x="74746" y="106451"/>
                    <a:pt x="84544" y="107196"/>
                  </a:cubicBezTo>
                  <a:cubicBezTo>
                    <a:pt x="99576" y="108351"/>
                    <a:pt x="110659" y="101981"/>
                    <a:pt x="119823" y="90954"/>
                  </a:cubicBezTo>
                  <a:cubicBezTo>
                    <a:pt x="121760" y="88626"/>
                    <a:pt x="123008" y="85794"/>
                    <a:pt x="124982" y="83559"/>
                  </a:cubicBezTo>
                  <a:cubicBezTo>
                    <a:pt x="127404" y="80877"/>
                    <a:pt x="129378" y="77226"/>
                    <a:pt x="133979" y="77953"/>
                  </a:cubicBezTo>
                  <a:close/>
                </a:path>
              </a:pathLst>
            </a:custGeom>
            <a:solidFill>
              <a:srgbClr val="434D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99210FF2-EC8C-42E1-8ACB-F8FBD1E761F9}"/>
                </a:ext>
              </a:extLst>
            </p:cNvPr>
            <p:cNvSpPr/>
            <p:nvPr/>
          </p:nvSpPr>
          <p:spPr>
            <a:xfrm>
              <a:off x="1636860" y="4971850"/>
              <a:ext cx="56162" cy="41760"/>
            </a:xfrm>
            <a:custGeom>
              <a:avLst/>
              <a:gdLst>
                <a:gd name="csX0" fmla="*/ 857 w 56162"/>
                <a:gd name="csY0" fmla="*/ 41761 h 41760"/>
                <a:gd name="csX1" fmla="*/ 0 w 56162"/>
                <a:gd name="csY1" fmla="*/ 39507 h 41760"/>
                <a:gd name="csX2" fmla="*/ 50478 w 56162"/>
                <a:gd name="csY2" fmla="*/ 0 h 41760"/>
                <a:gd name="csX3" fmla="*/ 56159 w 56162"/>
                <a:gd name="csY3" fmla="*/ 1099 h 41760"/>
                <a:gd name="csX4" fmla="*/ 53030 w 56162"/>
                <a:gd name="csY4" fmla="*/ 3483 h 41760"/>
                <a:gd name="csX5" fmla="*/ 5346 w 56162"/>
                <a:gd name="csY5" fmla="*/ 37272 h 41760"/>
                <a:gd name="csX6" fmla="*/ 857 w 56162"/>
                <a:gd name="csY6" fmla="*/ 41761 h 41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162" h="41760">
                  <a:moveTo>
                    <a:pt x="857" y="41761"/>
                  </a:moveTo>
                  <a:cubicBezTo>
                    <a:pt x="577" y="41016"/>
                    <a:pt x="279" y="40271"/>
                    <a:pt x="0" y="39507"/>
                  </a:cubicBezTo>
                  <a:cubicBezTo>
                    <a:pt x="11213" y="19167"/>
                    <a:pt x="28573" y="6668"/>
                    <a:pt x="50478" y="0"/>
                  </a:cubicBezTo>
                  <a:cubicBezTo>
                    <a:pt x="52099" y="1751"/>
                    <a:pt x="54297" y="615"/>
                    <a:pt x="56159" y="1099"/>
                  </a:cubicBezTo>
                  <a:cubicBezTo>
                    <a:pt x="56253" y="3371"/>
                    <a:pt x="54371" y="3148"/>
                    <a:pt x="53030" y="3483"/>
                  </a:cubicBezTo>
                  <a:cubicBezTo>
                    <a:pt x="32783" y="8624"/>
                    <a:pt x="17099" y="20154"/>
                    <a:pt x="5346" y="37272"/>
                  </a:cubicBezTo>
                  <a:cubicBezTo>
                    <a:pt x="4172" y="39004"/>
                    <a:pt x="3763" y="41705"/>
                    <a:pt x="857" y="41761"/>
                  </a:cubicBezTo>
                  <a:close/>
                </a:path>
              </a:pathLst>
            </a:custGeom>
            <a:solidFill>
              <a:srgbClr val="56654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AEA56F31-E261-5CC4-3374-905F641F1D7B}"/>
                </a:ext>
              </a:extLst>
            </p:cNvPr>
            <p:cNvSpPr/>
            <p:nvPr/>
          </p:nvSpPr>
          <p:spPr>
            <a:xfrm>
              <a:off x="1763074" y="4995748"/>
              <a:ext cx="13783" cy="14323"/>
            </a:xfrm>
            <a:custGeom>
              <a:avLst/>
              <a:gdLst>
                <a:gd name="csX0" fmla="*/ 12499 w 13783"/>
                <a:gd name="csY0" fmla="*/ 14324 h 14323"/>
                <a:gd name="csX1" fmla="*/ 0 w 13783"/>
                <a:gd name="csY1" fmla="*/ 857 h 14323"/>
                <a:gd name="csX2" fmla="*/ 2086 w 13783"/>
                <a:gd name="csY2" fmla="*/ 0 h 14323"/>
                <a:gd name="csX3" fmla="*/ 13784 w 13783"/>
                <a:gd name="csY3" fmla="*/ 11977 h 14323"/>
                <a:gd name="csX4" fmla="*/ 12499 w 13783"/>
                <a:gd name="csY4" fmla="*/ 14324 h 1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83" h="14323">
                  <a:moveTo>
                    <a:pt x="12499" y="14324"/>
                  </a:moveTo>
                  <a:cubicBezTo>
                    <a:pt x="8568" y="9611"/>
                    <a:pt x="4675" y="4880"/>
                    <a:pt x="0" y="857"/>
                  </a:cubicBezTo>
                  <a:cubicBezTo>
                    <a:pt x="689" y="577"/>
                    <a:pt x="1397" y="279"/>
                    <a:pt x="2086" y="0"/>
                  </a:cubicBezTo>
                  <a:cubicBezTo>
                    <a:pt x="7022" y="2980"/>
                    <a:pt x="9723" y="8140"/>
                    <a:pt x="13784" y="11977"/>
                  </a:cubicBezTo>
                  <a:cubicBezTo>
                    <a:pt x="13635" y="12908"/>
                    <a:pt x="13393" y="13802"/>
                    <a:pt x="12499" y="14324"/>
                  </a:cubicBezTo>
                  <a:close/>
                </a:path>
              </a:pathLst>
            </a:custGeom>
            <a:solidFill>
              <a:srgbClr val="BABAB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66CE141C-285F-BF27-300B-37580794E136}"/>
                </a:ext>
              </a:extLst>
            </p:cNvPr>
            <p:cNvSpPr/>
            <p:nvPr/>
          </p:nvSpPr>
          <p:spPr>
            <a:xfrm>
              <a:off x="1811690" y="5124260"/>
              <a:ext cx="21327" cy="4277"/>
            </a:xfrm>
            <a:custGeom>
              <a:avLst/>
              <a:gdLst>
                <a:gd name="csX0" fmla="*/ 13672 w 21327"/>
                <a:gd name="csY0" fmla="*/ 4277 h 4277"/>
                <a:gd name="csX1" fmla="*/ 0 w 21327"/>
                <a:gd name="csY1" fmla="*/ 2284 h 4277"/>
                <a:gd name="csX2" fmla="*/ 21328 w 21327"/>
                <a:gd name="csY2" fmla="*/ 1036 h 4277"/>
                <a:gd name="csX3" fmla="*/ 21328 w 21327"/>
                <a:gd name="csY3" fmla="*/ 3234 h 4277"/>
                <a:gd name="csX4" fmla="*/ 13672 w 21327"/>
                <a:gd name="csY4" fmla="*/ 4277 h 4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27" h="4277">
                  <a:moveTo>
                    <a:pt x="13672" y="4277"/>
                  </a:moveTo>
                  <a:cubicBezTo>
                    <a:pt x="9388" y="1763"/>
                    <a:pt x="4228" y="5227"/>
                    <a:pt x="0" y="2284"/>
                  </a:cubicBezTo>
                  <a:cubicBezTo>
                    <a:pt x="7004" y="86"/>
                    <a:pt x="14082" y="-901"/>
                    <a:pt x="21328" y="1036"/>
                  </a:cubicBezTo>
                  <a:cubicBezTo>
                    <a:pt x="21328" y="1763"/>
                    <a:pt x="21328" y="2508"/>
                    <a:pt x="21328" y="3234"/>
                  </a:cubicBezTo>
                  <a:cubicBezTo>
                    <a:pt x="18776" y="3588"/>
                    <a:pt x="16224" y="3942"/>
                    <a:pt x="13672" y="4277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A4B6BD98-1C63-04DD-B99D-71A0B6137DB7}"/>
                </a:ext>
              </a:extLst>
            </p:cNvPr>
            <p:cNvSpPr/>
            <p:nvPr/>
          </p:nvSpPr>
          <p:spPr>
            <a:xfrm>
              <a:off x="1735543" y="4815322"/>
              <a:ext cx="158087" cy="311143"/>
            </a:xfrm>
            <a:custGeom>
              <a:avLst/>
              <a:gdLst>
                <a:gd name="csX0" fmla="*/ 85125 w 158087"/>
                <a:gd name="csY0" fmla="*/ 277247 h 311143"/>
                <a:gd name="csX1" fmla="*/ 77208 w 158087"/>
                <a:gd name="csY1" fmla="*/ 267990 h 311143"/>
                <a:gd name="csX2" fmla="*/ 86820 w 158087"/>
                <a:gd name="csY2" fmla="*/ 255044 h 311143"/>
                <a:gd name="csX3" fmla="*/ 113605 w 158087"/>
                <a:gd name="csY3" fmla="*/ 245023 h 311143"/>
                <a:gd name="csX4" fmla="*/ 120534 w 158087"/>
                <a:gd name="csY4" fmla="*/ 248749 h 311143"/>
                <a:gd name="csX5" fmla="*/ 126923 w 158087"/>
                <a:gd name="csY5" fmla="*/ 264935 h 311143"/>
                <a:gd name="csX6" fmla="*/ 128935 w 158087"/>
                <a:gd name="csY6" fmla="*/ 268530 h 311143"/>
                <a:gd name="csX7" fmla="*/ 128115 w 158087"/>
                <a:gd name="csY7" fmla="*/ 260334 h 311143"/>
                <a:gd name="csX8" fmla="*/ 110550 w 158087"/>
                <a:gd name="csY8" fmla="*/ 221926 h 311143"/>
                <a:gd name="csX9" fmla="*/ 103919 w 158087"/>
                <a:gd name="csY9" fmla="*/ 211495 h 311143"/>
                <a:gd name="csX10" fmla="*/ 91868 w 158087"/>
                <a:gd name="csY10" fmla="*/ 206298 h 311143"/>
                <a:gd name="csX11" fmla="*/ 59643 w 158087"/>
                <a:gd name="csY11" fmla="*/ 199891 h 311143"/>
                <a:gd name="csX12" fmla="*/ 19466 w 158087"/>
                <a:gd name="csY12" fmla="*/ 158987 h 311143"/>
                <a:gd name="csX13" fmla="*/ 4006 w 158087"/>
                <a:gd name="csY13" fmla="*/ 106869 h 311143"/>
                <a:gd name="csX14" fmla="*/ 1 w 158087"/>
                <a:gd name="csY14" fmla="*/ 77365 h 311143"/>
                <a:gd name="csX15" fmla="*/ 12574 w 158087"/>
                <a:gd name="csY15" fmla="*/ 24540 h 311143"/>
                <a:gd name="csX16" fmla="*/ 40924 w 158087"/>
                <a:gd name="csY16" fmla="*/ 2579 h 311143"/>
                <a:gd name="csX17" fmla="*/ 100510 w 158087"/>
                <a:gd name="csY17" fmla="*/ 14519 h 311143"/>
                <a:gd name="csX18" fmla="*/ 141806 w 158087"/>
                <a:gd name="csY18" fmla="*/ 76061 h 311143"/>
                <a:gd name="csX19" fmla="*/ 152144 w 158087"/>
                <a:gd name="csY19" fmla="*/ 169176 h 311143"/>
                <a:gd name="csX20" fmla="*/ 136516 w 158087"/>
                <a:gd name="csY20" fmla="*/ 201232 h 311143"/>
                <a:gd name="csX21" fmla="*/ 135305 w 158087"/>
                <a:gd name="csY21" fmla="*/ 231016 h 311143"/>
                <a:gd name="csX22" fmla="*/ 148120 w 158087"/>
                <a:gd name="csY22" fmla="*/ 270393 h 311143"/>
                <a:gd name="csX23" fmla="*/ 152460 w 158087"/>
                <a:gd name="csY23" fmla="*/ 286095 h 311143"/>
                <a:gd name="csX24" fmla="*/ 151231 w 158087"/>
                <a:gd name="csY24" fmla="*/ 291068 h 311143"/>
                <a:gd name="csX25" fmla="*/ 157527 w 158087"/>
                <a:gd name="csY25" fmla="*/ 289802 h 311143"/>
                <a:gd name="csX26" fmla="*/ 155161 w 158087"/>
                <a:gd name="csY26" fmla="*/ 296451 h 311143"/>
                <a:gd name="csX27" fmla="*/ 150188 w 158087"/>
                <a:gd name="csY27" fmla="*/ 300847 h 311143"/>
                <a:gd name="csX28" fmla="*/ 151045 w 158087"/>
                <a:gd name="csY28" fmla="*/ 310198 h 311143"/>
                <a:gd name="csX29" fmla="*/ 142663 w 158087"/>
                <a:gd name="csY29" fmla="*/ 305057 h 311143"/>
                <a:gd name="csX30" fmla="*/ 116473 w 158087"/>
                <a:gd name="csY30" fmla="*/ 273373 h 311143"/>
                <a:gd name="csX31" fmla="*/ 85125 w 158087"/>
                <a:gd name="csY31" fmla="*/ 277247 h 311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8087" h="311143">
                  <a:moveTo>
                    <a:pt x="85125" y="277247"/>
                  </a:moveTo>
                  <a:cubicBezTo>
                    <a:pt x="77171" y="276931"/>
                    <a:pt x="76035" y="275422"/>
                    <a:pt x="77208" y="267990"/>
                  </a:cubicBezTo>
                  <a:cubicBezTo>
                    <a:pt x="78177" y="261880"/>
                    <a:pt x="81344" y="257354"/>
                    <a:pt x="86820" y="255044"/>
                  </a:cubicBezTo>
                  <a:cubicBezTo>
                    <a:pt x="95612" y="251356"/>
                    <a:pt x="104627" y="248227"/>
                    <a:pt x="113605" y="245023"/>
                  </a:cubicBezTo>
                  <a:cubicBezTo>
                    <a:pt x="117069" y="243794"/>
                    <a:pt x="119267" y="245359"/>
                    <a:pt x="120534" y="248749"/>
                  </a:cubicBezTo>
                  <a:cubicBezTo>
                    <a:pt x="122564" y="254188"/>
                    <a:pt x="124781" y="259552"/>
                    <a:pt x="126923" y="264935"/>
                  </a:cubicBezTo>
                  <a:cubicBezTo>
                    <a:pt x="128525" y="266071"/>
                    <a:pt x="128674" y="268046"/>
                    <a:pt x="128935" y="268530"/>
                  </a:cubicBezTo>
                  <a:cubicBezTo>
                    <a:pt x="127631" y="266742"/>
                    <a:pt x="129531" y="263277"/>
                    <a:pt x="128115" y="260334"/>
                  </a:cubicBezTo>
                  <a:cubicBezTo>
                    <a:pt x="123216" y="247091"/>
                    <a:pt x="116976" y="234462"/>
                    <a:pt x="110550" y="221926"/>
                  </a:cubicBezTo>
                  <a:cubicBezTo>
                    <a:pt x="108669" y="218238"/>
                    <a:pt x="106322" y="214885"/>
                    <a:pt x="103919" y="211495"/>
                  </a:cubicBezTo>
                  <a:cubicBezTo>
                    <a:pt x="100790" y="207081"/>
                    <a:pt x="96636" y="204771"/>
                    <a:pt x="91868" y="206298"/>
                  </a:cubicBezTo>
                  <a:cubicBezTo>
                    <a:pt x="79704" y="210191"/>
                    <a:pt x="70149" y="204510"/>
                    <a:pt x="59643" y="199891"/>
                  </a:cubicBezTo>
                  <a:cubicBezTo>
                    <a:pt x="40533" y="191509"/>
                    <a:pt x="28109" y="176906"/>
                    <a:pt x="19466" y="158987"/>
                  </a:cubicBezTo>
                  <a:cubicBezTo>
                    <a:pt x="11531" y="142595"/>
                    <a:pt x="6632" y="124993"/>
                    <a:pt x="4006" y="106869"/>
                  </a:cubicBezTo>
                  <a:cubicBezTo>
                    <a:pt x="2590" y="97053"/>
                    <a:pt x="-55" y="87498"/>
                    <a:pt x="1" y="77365"/>
                  </a:cubicBezTo>
                  <a:cubicBezTo>
                    <a:pt x="113" y="58682"/>
                    <a:pt x="5589" y="41490"/>
                    <a:pt x="12574" y="24540"/>
                  </a:cubicBezTo>
                  <a:cubicBezTo>
                    <a:pt x="17845" y="11780"/>
                    <a:pt x="28649" y="5932"/>
                    <a:pt x="40924" y="2579"/>
                  </a:cubicBezTo>
                  <a:cubicBezTo>
                    <a:pt x="62624" y="-3326"/>
                    <a:pt x="82592" y="1014"/>
                    <a:pt x="100510" y="14519"/>
                  </a:cubicBezTo>
                  <a:cubicBezTo>
                    <a:pt x="121354" y="30239"/>
                    <a:pt x="132418" y="52871"/>
                    <a:pt x="141806" y="76061"/>
                  </a:cubicBezTo>
                  <a:cubicBezTo>
                    <a:pt x="153894" y="105920"/>
                    <a:pt x="156726" y="137212"/>
                    <a:pt x="152144" y="169176"/>
                  </a:cubicBezTo>
                  <a:cubicBezTo>
                    <a:pt x="150355" y="181655"/>
                    <a:pt x="143575" y="191453"/>
                    <a:pt x="136516" y="201232"/>
                  </a:cubicBezTo>
                  <a:cubicBezTo>
                    <a:pt x="129009" y="211663"/>
                    <a:pt x="128618" y="220250"/>
                    <a:pt x="135305" y="231016"/>
                  </a:cubicBezTo>
                  <a:cubicBezTo>
                    <a:pt x="142793" y="243105"/>
                    <a:pt x="145047" y="256870"/>
                    <a:pt x="148120" y="270393"/>
                  </a:cubicBezTo>
                  <a:cubicBezTo>
                    <a:pt x="149331" y="275683"/>
                    <a:pt x="150076" y="281159"/>
                    <a:pt x="152460" y="286095"/>
                  </a:cubicBezTo>
                  <a:cubicBezTo>
                    <a:pt x="153503" y="288274"/>
                    <a:pt x="152162" y="289504"/>
                    <a:pt x="151231" y="291068"/>
                  </a:cubicBezTo>
                  <a:cubicBezTo>
                    <a:pt x="153876" y="292745"/>
                    <a:pt x="155478" y="290156"/>
                    <a:pt x="157527" y="289802"/>
                  </a:cubicBezTo>
                  <a:cubicBezTo>
                    <a:pt x="159147" y="292856"/>
                    <a:pt x="156912" y="294645"/>
                    <a:pt x="155161" y="296451"/>
                  </a:cubicBezTo>
                  <a:cubicBezTo>
                    <a:pt x="153634" y="298035"/>
                    <a:pt x="151641" y="299152"/>
                    <a:pt x="150188" y="300847"/>
                  </a:cubicBezTo>
                  <a:cubicBezTo>
                    <a:pt x="146649" y="304982"/>
                    <a:pt x="146816" y="306826"/>
                    <a:pt x="151045" y="310198"/>
                  </a:cubicBezTo>
                  <a:cubicBezTo>
                    <a:pt x="143948" y="312023"/>
                    <a:pt x="143333" y="311651"/>
                    <a:pt x="142663" y="305057"/>
                  </a:cubicBezTo>
                  <a:cubicBezTo>
                    <a:pt x="140949" y="288405"/>
                    <a:pt x="132008" y="276484"/>
                    <a:pt x="116473" y="273373"/>
                  </a:cubicBezTo>
                  <a:cubicBezTo>
                    <a:pt x="106024" y="271324"/>
                    <a:pt x="95034" y="271641"/>
                    <a:pt x="85125" y="277247"/>
                  </a:cubicBezTo>
                  <a:close/>
                </a:path>
              </a:pathLst>
            </a:custGeom>
            <a:solidFill>
              <a:srgbClr val="7D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356E22D7-29E2-0B92-D7C3-D8A5E16F2546}"/>
                </a:ext>
              </a:extLst>
            </p:cNvPr>
            <p:cNvSpPr/>
            <p:nvPr/>
          </p:nvSpPr>
          <p:spPr>
            <a:xfrm>
              <a:off x="1631378" y="4971048"/>
              <a:ext cx="184967" cy="149354"/>
            </a:xfrm>
            <a:custGeom>
              <a:avLst/>
              <a:gdLst>
                <a:gd name="csX0" fmla="*/ 6339 w 184967"/>
                <a:gd name="csY0" fmla="*/ 42563 h 149354"/>
                <a:gd name="csX1" fmla="*/ 61642 w 184967"/>
                <a:gd name="csY1" fmla="*/ 1901 h 149354"/>
                <a:gd name="csX2" fmla="*/ 74997 w 184967"/>
                <a:gd name="csY2" fmla="*/ 57 h 149354"/>
                <a:gd name="csX3" fmla="*/ 97740 w 184967"/>
                <a:gd name="csY3" fmla="*/ 4378 h 149354"/>
                <a:gd name="csX4" fmla="*/ 132423 w 184967"/>
                <a:gd name="csY4" fmla="*/ 29319 h 149354"/>
                <a:gd name="csX5" fmla="*/ 144623 w 184967"/>
                <a:gd name="csY5" fmla="*/ 67709 h 149354"/>
                <a:gd name="csX6" fmla="*/ 142742 w 184967"/>
                <a:gd name="csY6" fmla="*/ 82759 h 149354"/>
                <a:gd name="csX7" fmla="*/ 151161 w 184967"/>
                <a:gd name="csY7" fmla="*/ 101125 h 149354"/>
                <a:gd name="csX8" fmla="*/ 182678 w 184967"/>
                <a:gd name="csY8" fmla="*/ 122732 h 149354"/>
                <a:gd name="csX9" fmla="*/ 184932 w 184967"/>
                <a:gd name="csY9" fmla="*/ 126141 h 149354"/>
                <a:gd name="csX10" fmla="*/ 184578 w 184967"/>
                <a:gd name="csY10" fmla="*/ 126588 h 149354"/>
                <a:gd name="csX11" fmla="*/ 169304 w 184967"/>
                <a:gd name="csY11" fmla="*/ 129437 h 149354"/>
                <a:gd name="csX12" fmla="*/ 139781 w 184967"/>
                <a:gd name="csY12" fmla="*/ 117479 h 149354"/>
                <a:gd name="csX13" fmla="*/ 131678 w 184967"/>
                <a:gd name="csY13" fmla="*/ 118243 h 149354"/>
                <a:gd name="csX14" fmla="*/ 122048 w 184967"/>
                <a:gd name="csY14" fmla="*/ 127295 h 149354"/>
                <a:gd name="csX15" fmla="*/ 86825 w 184967"/>
                <a:gd name="csY15" fmla="*/ 149331 h 149354"/>
                <a:gd name="csX16" fmla="*/ 51714 w 184967"/>
                <a:gd name="csY16" fmla="*/ 144711 h 149354"/>
                <a:gd name="csX17" fmla="*/ 9822 w 184967"/>
                <a:gd name="csY17" fmla="*/ 110960 h 149354"/>
                <a:gd name="csX18" fmla="*/ 3825 w 184967"/>
                <a:gd name="csY18" fmla="*/ 98853 h 149354"/>
                <a:gd name="csX19" fmla="*/ 379 w 184967"/>
                <a:gd name="csY19" fmla="*/ 79760 h 149354"/>
                <a:gd name="csX20" fmla="*/ 6339 w 184967"/>
                <a:gd name="csY20" fmla="*/ 42563 h 14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4967" h="149354">
                  <a:moveTo>
                    <a:pt x="6339" y="42563"/>
                  </a:moveTo>
                  <a:cubicBezTo>
                    <a:pt x="18875" y="20975"/>
                    <a:pt x="37427" y="7582"/>
                    <a:pt x="61642" y="1901"/>
                  </a:cubicBezTo>
                  <a:cubicBezTo>
                    <a:pt x="66093" y="1249"/>
                    <a:pt x="70527" y="187"/>
                    <a:pt x="74997" y="57"/>
                  </a:cubicBezTo>
                  <a:cubicBezTo>
                    <a:pt x="82839" y="-185"/>
                    <a:pt x="90401" y="187"/>
                    <a:pt x="97740" y="4378"/>
                  </a:cubicBezTo>
                  <a:cubicBezTo>
                    <a:pt x="110220" y="11512"/>
                    <a:pt x="121526" y="20043"/>
                    <a:pt x="132423" y="29319"/>
                  </a:cubicBezTo>
                  <a:cubicBezTo>
                    <a:pt x="144549" y="39657"/>
                    <a:pt x="148312" y="52416"/>
                    <a:pt x="144623" y="67709"/>
                  </a:cubicBezTo>
                  <a:cubicBezTo>
                    <a:pt x="143431" y="72626"/>
                    <a:pt x="143320" y="77730"/>
                    <a:pt x="142742" y="82759"/>
                  </a:cubicBezTo>
                  <a:cubicBezTo>
                    <a:pt x="141811" y="90824"/>
                    <a:pt x="145071" y="96301"/>
                    <a:pt x="151161" y="101125"/>
                  </a:cubicBezTo>
                  <a:cubicBezTo>
                    <a:pt x="161183" y="109060"/>
                    <a:pt x="171446" y="116622"/>
                    <a:pt x="182678" y="122732"/>
                  </a:cubicBezTo>
                  <a:cubicBezTo>
                    <a:pt x="184149" y="123533"/>
                    <a:pt x="185174" y="124334"/>
                    <a:pt x="184932" y="126141"/>
                  </a:cubicBezTo>
                  <a:cubicBezTo>
                    <a:pt x="184820" y="126290"/>
                    <a:pt x="184689" y="126420"/>
                    <a:pt x="184578" y="126588"/>
                  </a:cubicBezTo>
                  <a:cubicBezTo>
                    <a:pt x="178748" y="134970"/>
                    <a:pt x="178822" y="134821"/>
                    <a:pt x="169304" y="129437"/>
                  </a:cubicBezTo>
                  <a:cubicBezTo>
                    <a:pt x="160009" y="124185"/>
                    <a:pt x="150062" y="120348"/>
                    <a:pt x="139781" y="117479"/>
                  </a:cubicBezTo>
                  <a:cubicBezTo>
                    <a:pt x="137042" y="116715"/>
                    <a:pt x="134230" y="116492"/>
                    <a:pt x="131678" y="118243"/>
                  </a:cubicBezTo>
                  <a:cubicBezTo>
                    <a:pt x="127263" y="119994"/>
                    <a:pt x="124525" y="123365"/>
                    <a:pt x="122048" y="127295"/>
                  </a:cubicBezTo>
                  <a:cubicBezTo>
                    <a:pt x="113889" y="140278"/>
                    <a:pt x="102509" y="148958"/>
                    <a:pt x="86825" y="149331"/>
                  </a:cubicBezTo>
                  <a:cubicBezTo>
                    <a:pt x="75016" y="149610"/>
                    <a:pt x="63244" y="147375"/>
                    <a:pt x="51714" y="144711"/>
                  </a:cubicBezTo>
                  <a:cubicBezTo>
                    <a:pt x="32435" y="140241"/>
                    <a:pt x="18893" y="128264"/>
                    <a:pt x="9822" y="110960"/>
                  </a:cubicBezTo>
                  <a:cubicBezTo>
                    <a:pt x="7736" y="106974"/>
                    <a:pt x="5836" y="102876"/>
                    <a:pt x="3825" y="98853"/>
                  </a:cubicBezTo>
                  <a:cubicBezTo>
                    <a:pt x="807" y="92817"/>
                    <a:pt x="-776" y="86447"/>
                    <a:pt x="379" y="79760"/>
                  </a:cubicBezTo>
                  <a:cubicBezTo>
                    <a:pt x="2521" y="67373"/>
                    <a:pt x="2856" y="54707"/>
                    <a:pt x="6339" y="42563"/>
                  </a:cubicBezTo>
                  <a:close/>
                </a:path>
              </a:pathLst>
            </a:custGeom>
            <a:solidFill>
              <a:srgbClr val="82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66CA3352-DF05-A71D-0B46-70358648FFE8}"/>
                </a:ext>
              </a:extLst>
            </p:cNvPr>
            <p:cNvSpPr/>
            <p:nvPr/>
          </p:nvSpPr>
          <p:spPr>
            <a:xfrm>
              <a:off x="2001601" y="5127937"/>
              <a:ext cx="343690" cy="155147"/>
            </a:xfrm>
            <a:custGeom>
              <a:avLst/>
              <a:gdLst>
                <a:gd name="csX0" fmla="*/ 333182 w 343690"/>
                <a:gd name="csY0" fmla="*/ 73244 h 155147"/>
                <a:gd name="csX1" fmla="*/ 335343 w 343690"/>
                <a:gd name="csY1" fmla="*/ 140728 h 155147"/>
                <a:gd name="csX2" fmla="*/ 326160 w 343690"/>
                <a:gd name="csY2" fmla="*/ 154530 h 155147"/>
                <a:gd name="csX3" fmla="*/ 320721 w 343690"/>
                <a:gd name="csY3" fmla="*/ 151736 h 155147"/>
                <a:gd name="csX4" fmla="*/ 306676 w 343690"/>
                <a:gd name="csY4" fmla="*/ 141194 h 155147"/>
                <a:gd name="csX5" fmla="*/ 298890 w 343690"/>
                <a:gd name="csY5" fmla="*/ 139853 h 155147"/>
                <a:gd name="csX6" fmla="*/ 291011 w 343690"/>
                <a:gd name="csY6" fmla="*/ 132365 h 155147"/>
                <a:gd name="csX7" fmla="*/ 281996 w 343690"/>
                <a:gd name="csY7" fmla="*/ 139070 h 155147"/>
                <a:gd name="csX8" fmla="*/ 240179 w 343690"/>
                <a:gd name="csY8" fmla="*/ 133836 h 155147"/>
                <a:gd name="csX9" fmla="*/ 201976 w 343690"/>
                <a:gd name="csY9" fmla="*/ 126963 h 155147"/>
                <a:gd name="csX10" fmla="*/ 173309 w 343690"/>
                <a:gd name="csY10" fmla="*/ 121282 h 155147"/>
                <a:gd name="csX11" fmla="*/ 168355 w 343690"/>
                <a:gd name="csY11" fmla="*/ 117147 h 155147"/>
                <a:gd name="csX12" fmla="*/ 168056 w 343690"/>
                <a:gd name="csY12" fmla="*/ 106529 h 155147"/>
                <a:gd name="csX13" fmla="*/ 167814 w 343690"/>
                <a:gd name="csY13" fmla="*/ 105598 h 155147"/>
                <a:gd name="csX14" fmla="*/ 167684 w 343690"/>
                <a:gd name="csY14" fmla="*/ 106045 h 155147"/>
                <a:gd name="csX15" fmla="*/ 167293 w 343690"/>
                <a:gd name="csY15" fmla="*/ 111167 h 155147"/>
                <a:gd name="csX16" fmla="*/ 157775 w 343690"/>
                <a:gd name="csY16" fmla="*/ 116811 h 155147"/>
                <a:gd name="csX17" fmla="*/ 106607 w 343690"/>
                <a:gd name="csY17" fmla="*/ 101780 h 155147"/>
                <a:gd name="csX18" fmla="*/ 96716 w 343690"/>
                <a:gd name="csY18" fmla="*/ 89579 h 155147"/>
                <a:gd name="csX19" fmla="*/ 96418 w 343690"/>
                <a:gd name="csY19" fmla="*/ 86785 h 155147"/>
                <a:gd name="csX20" fmla="*/ 95226 w 343690"/>
                <a:gd name="csY20" fmla="*/ 83414 h 155147"/>
                <a:gd name="csX21" fmla="*/ 96325 w 343690"/>
                <a:gd name="csY21" fmla="*/ 90101 h 155147"/>
                <a:gd name="csX22" fmla="*/ 86192 w 343690"/>
                <a:gd name="csY22" fmla="*/ 97421 h 155147"/>
                <a:gd name="csX23" fmla="*/ 30852 w 343690"/>
                <a:gd name="csY23" fmla="*/ 83358 h 155147"/>
                <a:gd name="csX24" fmla="*/ 25544 w 343690"/>
                <a:gd name="csY24" fmla="*/ 78999 h 155147"/>
                <a:gd name="csX25" fmla="*/ 2093 w 343690"/>
                <a:gd name="csY25" fmla="*/ 47558 h 155147"/>
                <a:gd name="csX26" fmla="*/ 2689 w 343690"/>
                <a:gd name="csY26" fmla="*/ 39008 h 155147"/>
                <a:gd name="csX27" fmla="*/ 19006 w 343690"/>
                <a:gd name="csY27" fmla="*/ 14048 h 155147"/>
                <a:gd name="csX28" fmla="*/ 22415 w 343690"/>
                <a:gd name="csY28" fmla="*/ 9745 h 155147"/>
                <a:gd name="csX29" fmla="*/ 22359 w 343690"/>
                <a:gd name="csY29" fmla="*/ 9783 h 155147"/>
                <a:gd name="csX30" fmla="*/ 31355 w 343690"/>
                <a:gd name="csY30" fmla="*/ 3338 h 155147"/>
                <a:gd name="csX31" fmla="*/ 41414 w 343690"/>
                <a:gd name="csY31" fmla="*/ 823 h 155147"/>
                <a:gd name="csX32" fmla="*/ 55738 w 343690"/>
                <a:gd name="csY32" fmla="*/ 2146 h 155147"/>
                <a:gd name="csX33" fmla="*/ 86472 w 343690"/>
                <a:gd name="csY33" fmla="*/ 1755 h 155147"/>
                <a:gd name="csX34" fmla="*/ 94891 w 343690"/>
                <a:gd name="csY34" fmla="*/ 7212 h 155147"/>
                <a:gd name="csX35" fmla="*/ 96120 w 343690"/>
                <a:gd name="csY35" fmla="*/ 8255 h 155147"/>
                <a:gd name="csX36" fmla="*/ 97219 w 343690"/>
                <a:gd name="csY36" fmla="*/ 6411 h 155147"/>
                <a:gd name="csX37" fmla="*/ 106384 w 343690"/>
                <a:gd name="csY37" fmla="*/ 3450 h 155147"/>
                <a:gd name="csX38" fmla="*/ 150864 w 343690"/>
                <a:gd name="csY38" fmla="*/ 8646 h 155147"/>
                <a:gd name="csX39" fmla="*/ 167628 w 343690"/>
                <a:gd name="csY39" fmla="*/ 15501 h 155147"/>
                <a:gd name="csX40" fmla="*/ 169081 w 343690"/>
                <a:gd name="csY40" fmla="*/ 16339 h 155147"/>
                <a:gd name="csX41" fmla="*/ 192551 w 343690"/>
                <a:gd name="csY41" fmla="*/ 19860 h 155147"/>
                <a:gd name="csX42" fmla="*/ 227792 w 343690"/>
                <a:gd name="csY42" fmla="*/ 31650 h 155147"/>
                <a:gd name="csX43" fmla="*/ 242768 w 343690"/>
                <a:gd name="csY43" fmla="*/ 39026 h 155147"/>
                <a:gd name="csX44" fmla="*/ 244389 w 343690"/>
                <a:gd name="csY44" fmla="*/ 39138 h 155147"/>
                <a:gd name="csX45" fmla="*/ 254764 w 343690"/>
                <a:gd name="csY45" fmla="*/ 41280 h 155147"/>
                <a:gd name="csX46" fmla="*/ 283411 w 343690"/>
                <a:gd name="csY46" fmla="*/ 58026 h 155147"/>
                <a:gd name="csX47" fmla="*/ 303510 w 343690"/>
                <a:gd name="csY47" fmla="*/ 71604 h 155147"/>
                <a:gd name="csX48" fmla="*/ 325806 w 343690"/>
                <a:gd name="csY48" fmla="*/ 73355 h 155147"/>
                <a:gd name="csX49" fmla="*/ 333182 w 343690"/>
                <a:gd name="csY49" fmla="*/ 73244 h 155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43690" h="155147">
                  <a:moveTo>
                    <a:pt x="333182" y="73244"/>
                  </a:moveTo>
                  <a:cubicBezTo>
                    <a:pt x="346966" y="95316"/>
                    <a:pt x="346668" y="117799"/>
                    <a:pt x="335343" y="140728"/>
                  </a:cubicBezTo>
                  <a:cubicBezTo>
                    <a:pt x="332865" y="145757"/>
                    <a:pt x="330723" y="150917"/>
                    <a:pt x="326160" y="154530"/>
                  </a:cubicBezTo>
                  <a:cubicBezTo>
                    <a:pt x="323012" y="156207"/>
                    <a:pt x="321615" y="154195"/>
                    <a:pt x="320721" y="151736"/>
                  </a:cubicBezTo>
                  <a:cubicBezTo>
                    <a:pt x="318336" y="145105"/>
                    <a:pt x="313382" y="142088"/>
                    <a:pt x="306676" y="141194"/>
                  </a:cubicBezTo>
                  <a:cubicBezTo>
                    <a:pt x="304068" y="140858"/>
                    <a:pt x="301461" y="140430"/>
                    <a:pt x="298890" y="139853"/>
                  </a:cubicBezTo>
                  <a:cubicBezTo>
                    <a:pt x="295221" y="139033"/>
                    <a:pt x="292240" y="137301"/>
                    <a:pt x="291011" y="132365"/>
                  </a:cubicBezTo>
                  <a:cubicBezTo>
                    <a:pt x="289819" y="138269"/>
                    <a:pt x="286094" y="139573"/>
                    <a:pt x="281996" y="139070"/>
                  </a:cubicBezTo>
                  <a:cubicBezTo>
                    <a:pt x="268082" y="137338"/>
                    <a:pt x="254056" y="137710"/>
                    <a:pt x="240179" y="133836"/>
                  </a:cubicBezTo>
                  <a:cubicBezTo>
                    <a:pt x="227848" y="130390"/>
                    <a:pt x="214828" y="128732"/>
                    <a:pt x="201976" y="126963"/>
                  </a:cubicBezTo>
                  <a:cubicBezTo>
                    <a:pt x="192327" y="125640"/>
                    <a:pt x="182678" y="124057"/>
                    <a:pt x="173309" y="121282"/>
                  </a:cubicBezTo>
                  <a:cubicBezTo>
                    <a:pt x="171055" y="120611"/>
                    <a:pt x="169100" y="119605"/>
                    <a:pt x="168355" y="117147"/>
                  </a:cubicBezTo>
                  <a:cubicBezTo>
                    <a:pt x="167703" y="113626"/>
                    <a:pt x="168112" y="110069"/>
                    <a:pt x="168056" y="106529"/>
                  </a:cubicBezTo>
                  <a:cubicBezTo>
                    <a:pt x="168056" y="106101"/>
                    <a:pt x="168056" y="105784"/>
                    <a:pt x="167814" y="105598"/>
                  </a:cubicBezTo>
                  <a:cubicBezTo>
                    <a:pt x="167777" y="105728"/>
                    <a:pt x="167721" y="105840"/>
                    <a:pt x="167684" y="106045"/>
                  </a:cubicBezTo>
                  <a:cubicBezTo>
                    <a:pt x="167572" y="107815"/>
                    <a:pt x="167647" y="109510"/>
                    <a:pt x="167293" y="111167"/>
                  </a:cubicBezTo>
                  <a:cubicBezTo>
                    <a:pt x="166194" y="116402"/>
                    <a:pt x="162692" y="118748"/>
                    <a:pt x="157775" y="116811"/>
                  </a:cubicBezTo>
                  <a:cubicBezTo>
                    <a:pt x="141141" y="110311"/>
                    <a:pt x="123874" y="106101"/>
                    <a:pt x="106607" y="101780"/>
                  </a:cubicBezTo>
                  <a:cubicBezTo>
                    <a:pt x="97517" y="99507"/>
                    <a:pt x="97108" y="98874"/>
                    <a:pt x="96716" y="89579"/>
                  </a:cubicBezTo>
                  <a:cubicBezTo>
                    <a:pt x="96679" y="88648"/>
                    <a:pt x="96623" y="87698"/>
                    <a:pt x="96418" y="86785"/>
                  </a:cubicBezTo>
                  <a:cubicBezTo>
                    <a:pt x="96083" y="85742"/>
                    <a:pt x="95934" y="84643"/>
                    <a:pt x="95226" y="83414"/>
                  </a:cubicBezTo>
                  <a:cubicBezTo>
                    <a:pt x="96008" y="85742"/>
                    <a:pt x="96362" y="87884"/>
                    <a:pt x="96325" y="90101"/>
                  </a:cubicBezTo>
                  <a:cubicBezTo>
                    <a:pt x="95357" y="97049"/>
                    <a:pt x="92730" y="98837"/>
                    <a:pt x="86192" y="97421"/>
                  </a:cubicBezTo>
                  <a:cubicBezTo>
                    <a:pt x="67584" y="93379"/>
                    <a:pt x="49423" y="87568"/>
                    <a:pt x="30852" y="83358"/>
                  </a:cubicBezTo>
                  <a:cubicBezTo>
                    <a:pt x="28207" y="82762"/>
                    <a:pt x="26885" y="80974"/>
                    <a:pt x="25544" y="78999"/>
                  </a:cubicBezTo>
                  <a:cubicBezTo>
                    <a:pt x="22564" y="64918"/>
                    <a:pt x="14666" y="54505"/>
                    <a:pt x="2093" y="47558"/>
                  </a:cubicBezTo>
                  <a:cubicBezTo>
                    <a:pt x="-1092" y="44465"/>
                    <a:pt x="-440" y="41523"/>
                    <a:pt x="2689" y="39008"/>
                  </a:cubicBezTo>
                  <a:cubicBezTo>
                    <a:pt x="10866" y="32451"/>
                    <a:pt x="15988" y="23920"/>
                    <a:pt x="19006" y="14048"/>
                  </a:cubicBezTo>
                  <a:cubicBezTo>
                    <a:pt x="19621" y="12036"/>
                    <a:pt x="21278" y="11161"/>
                    <a:pt x="22415" y="9745"/>
                  </a:cubicBezTo>
                  <a:lnTo>
                    <a:pt x="22359" y="9783"/>
                  </a:lnTo>
                  <a:cubicBezTo>
                    <a:pt x="26028" y="8572"/>
                    <a:pt x="28859" y="6225"/>
                    <a:pt x="31355" y="3338"/>
                  </a:cubicBezTo>
                  <a:cubicBezTo>
                    <a:pt x="34056" y="209"/>
                    <a:pt x="37353" y="-928"/>
                    <a:pt x="41414" y="823"/>
                  </a:cubicBezTo>
                  <a:cubicBezTo>
                    <a:pt x="46015" y="2798"/>
                    <a:pt x="50783" y="2593"/>
                    <a:pt x="55738" y="2146"/>
                  </a:cubicBezTo>
                  <a:cubicBezTo>
                    <a:pt x="65945" y="1214"/>
                    <a:pt x="76208" y="283"/>
                    <a:pt x="86472" y="1755"/>
                  </a:cubicBezTo>
                  <a:cubicBezTo>
                    <a:pt x="90067" y="2276"/>
                    <a:pt x="93513" y="3189"/>
                    <a:pt x="94891" y="7212"/>
                  </a:cubicBezTo>
                  <a:cubicBezTo>
                    <a:pt x="95394" y="9615"/>
                    <a:pt x="95412" y="9615"/>
                    <a:pt x="96120" y="8255"/>
                  </a:cubicBezTo>
                  <a:cubicBezTo>
                    <a:pt x="96456" y="7622"/>
                    <a:pt x="96772" y="6989"/>
                    <a:pt x="97219" y="6411"/>
                  </a:cubicBezTo>
                  <a:cubicBezTo>
                    <a:pt x="99715" y="3673"/>
                    <a:pt x="102770" y="3226"/>
                    <a:pt x="106384" y="3450"/>
                  </a:cubicBezTo>
                  <a:cubicBezTo>
                    <a:pt x="121304" y="4400"/>
                    <a:pt x="136093" y="6486"/>
                    <a:pt x="150864" y="8646"/>
                  </a:cubicBezTo>
                  <a:cubicBezTo>
                    <a:pt x="156992" y="9540"/>
                    <a:pt x="163102" y="10639"/>
                    <a:pt x="167628" y="15501"/>
                  </a:cubicBezTo>
                  <a:cubicBezTo>
                    <a:pt x="168075" y="15836"/>
                    <a:pt x="168559" y="16116"/>
                    <a:pt x="169081" y="16339"/>
                  </a:cubicBezTo>
                  <a:cubicBezTo>
                    <a:pt x="177370" y="14477"/>
                    <a:pt x="184914" y="17066"/>
                    <a:pt x="192551" y="19860"/>
                  </a:cubicBezTo>
                  <a:cubicBezTo>
                    <a:pt x="204174" y="24125"/>
                    <a:pt x="215927" y="28130"/>
                    <a:pt x="227792" y="31650"/>
                  </a:cubicBezTo>
                  <a:cubicBezTo>
                    <a:pt x="233287" y="33289"/>
                    <a:pt x="238391" y="35338"/>
                    <a:pt x="242768" y="39026"/>
                  </a:cubicBezTo>
                  <a:cubicBezTo>
                    <a:pt x="243308" y="39082"/>
                    <a:pt x="243848" y="39138"/>
                    <a:pt x="244389" y="39138"/>
                  </a:cubicBezTo>
                  <a:cubicBezTo>
                    <a:pt x="248058" y="38803"/>
                    <a:pt x="251374" y="39902"/>
                    <a:pt x="254764" y="41280"/>
                  </a:cubicBezTo>
                  <a:cubicBezTo>
                    <a:pt x="265157" y="45471"/>
                    <a:pt x="274676" y="51097"/>
                    <a:pt x="283411" y="58026"/>
                  </a:cubicBezTo>
                  <a:cubicBezTo>
                    <a:pt x="289763" y="63074"/>
                    <a:pt x="296618" y="67451"/>
                    <a:pt x="303510" y="71604"/>
                  </a:cubicBezTo>
                  <a:cubicBezTo>
                    <a:pt x="310290" y="75665"/>
                    <a:pt x="317871" y="78534"/>
                    <a:pt x="325806" y="73355"/>
                  </a:cubicBezTo>
                  <a:cubicBezTo>
                    <a:pt x="328078" y="71847"/>
                    <a:pt x="330704" y="71306"/>
                    <a:pt x="333182" y="73244"/>
                  </a:cubicBezTo>
                  <a:close/>
                </a:path>
              </a:pathLst>
            </a:custGeom>
            <a:solidFill>
              <a:srgbClr val="88BE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C75A71F8-81FE-B7F7-119F-16B1A81A65B0}"/>
                </a:ext>
              </a:extLst>
            </p:cNvPr>
            <p:cNvSpPr/>
            <p:nvPr/>
          </p:nvSpPr>
          <p:spPr>
            <a:xfrm>
              <a:off x="2023960" y="5092760"/>
              <a:ext cx="310823" cy="112743"/>
            </a:xfrm>
            <a:custGeom>
              <a:avLst/>
              <a:gdLst>
                <a:gd name="csX0" fmla="*/ 310823 w 310823"/>
                <a:gd name="csY0" fmla="*/ 108421 h 112743"/>
                <a:gd name="csX1" fmla="*/ 304807 w 310823"/>
                <a:gd name="csY1" fmla="*/ 109259 h 112743"/>
                <a:gd name="csX2" fmla="*/ 277500 w 310823"/>
                <a:gd name="csY2" fmla="*/ 106130 h 112743"/>
                <a:gd name="csX3" fmla="*/ 230989 w 310823"/>
                <a:gd name="csY3" fmla="*/ 77296 h 112743"/>
                <a:gd name="csX4" fmla="*/ 220633 w 310823"/>
                <a:gd name="csY4" fmla="*/ 75676 h 112743"/>
                <a:gd name="csX5" fmla="*/ 222570 w 310823"/>
                <a:gd name="csY5" fmla="*/ 65114 h 112743"/>
                <a:gd name="csX6" fmla="*/ 220596 w 310823"/>
                <a:gd name="csY6" fmla="*/ 75732 h 112743"/>
                <a:gd name="csX7" fmla="*/ 220204 w 310823"/>
                <a:gd name="csY7" fmla="*/ 76141 h 112743"/>
                <a:gd name="csX8" fmla="*/ 190718 w 310823"/>
                <a:gd name="csY8" fmla="*/ 63773 h 112743"/>
                <a:gd name="csX9" fmla="*/ 156855 w 310823"/>
                <a:gd name="csY9" fmla="*/ 52430 h 112743"/>
                <a:gd name="csX10" fmla="*/ 145996 w 310823"/>
                <a:gd name="csY10" fmla="*/ 52933 h 112743"/>
                <a:gd name="csX11" fmla="*/ 147672 w 310823"/>
                <a:gd name="csY11" fmla="*/ 44420 h 112743"/>
                <a:gd name="csX12" fmla="*/ 146014 w 310823"/>
                <a:gd name="csY12" fmla="*/ 52970 h 112743"/>
                <a:gd name="csX13" fmla="*/ 120123 w 310823"/>
                <a:gd name="csY13" fmla="*/ 44290 h 112743"/>
                <a:gd name="csX14" fmla="*/ 81305 w 310823"/>
                <a:gd name="csY14" fmla="*/ 39670 h 112743"/>
                <a:gd name="csX15" fmla="*/ 74935 w 310823"/>
                <a:gd name="csY15" fmla="*/ 42893 h 112743"/>
                <a:gd name="csX16" fmla="*/ 74805 w 310823"/>
                <a:gd name="csY16" fmla="*/ 33933 h 112743"/>
                <a:gd name="csX17" fmla="*/ 71415 w 310823"/>
                <a:gd name="csY17" fmla="*/ 44066 h 112743"/>
                <a:gd name="csX18" fmla="*/ 65435 w 310823"/>
                <a:gd name="csY18" fmla="*/ 38609 h 112743"/>
                <a:gd name="csX19" fmla="*/ 52676 w 310823"/>
                <a:gd name="csY19" fmla="*/ 37547 h 112743"/>
                <a:gd name="csX20" fmla="*/ 31423 w 310823"/>
                <a:gd name="csY20" fmla="*/ 39205 h 112743"/>
                <a:gd name="csX21" fmla="*/ 18813 w 310823"/>
                <a:gd name="csY21" fmla="*/ 37677 h 112743"/>
                <a:gd name="csX22" fmla="*/ 9444 w 310823"/>
                <a:gd name="csY22" fmla="*/ 40285 h 112743"/>
                <a:gd name="csX23" fmla="*/ 0 w 310823"/>
                <a:gd name="csY23" fmla="*/ 44923 h 112743"/>
                <a:gd name="csX24" fmla="*/ 24271 w 310823"/>
                <a:gd name="csY24" fmla="*/ 18324 h 112743"/>
                <a:gd name="csX25" fmla="*/ 64765 w 310823"/>
                <a:gd name="csY25" fmla="*/ 89 h 112743"/>
                <a:gd name="csX26" fmla="*/ 149907 w 310823"/>
                <a:gd name="csY26" fmla="*/ 7744 h 112743"/>
                <a:gd name="csX27" fmla="*/ 230039 w 310823"/>
                <a:gd name="csY27" fmla="*/ 37174 h 112743"/>
                <a:gd name="csX28" fmla="*/ 296518 w 310823"/>
                <a:gd name="csY28" fmla="*/ 87559 h 112743"/>
                <a:gd name="csX29" fmla="*/ 310823 w 310823"/>
                <a:gd name="csY29" fmla="*/ 108421 h 11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10823" h="112743">
                  <a:moveTo>
                    <a:pt x="310823" y="108421"/>
                  </a:moveTo>
                  <a:cubicBezTo>
                    <a:pt x="308774" y="108459"/>
                    <a:pt x="306632" y="107993"/>
                    <a:pt x="304807" y="109259"/>
                  </a:cubicBezTo>
                  <a:cubicBezTo>
                    <a:pt x="294767" y="116207"/>
                    <a:pt x="286217" y="111495"/>
                    <a:pt x="277500" y="106130"/>
                  </a:cubicBezTo>
                  <a:cubicBezTo>
                    <a:pt x="261965" y="96593"/>
                    <a:pt x="248536" y="83685"/>
                    <a:pt x="230989" y="77296"/>
                  </a:cubicBezTo>
                  <a:cubicBezTo>
                    <a:pt x="227487" y="76030"/>
                    <a:pt x="224191" y="75564"/>
                    <a:pt x="220633" y="75676"/>
                  </a:cubicBezTo>
                  <a:cubicBezTo>
                    <a:pt x="219720" y="71876"/>
                    <a:pt x="223334" y="68896"/>
                    <a:pt x="222570" y="65114"/>
                  </a:cubicBezTo>
                  <a:cubicBezTo>
                    <a:pt x="223203" y="68896"/>
                    <a:pt x="219627" y="71894"/>
                    <a:pt x="220596" y="75732"/>
                  </a:cubicBezTo>
                  <a:cubicBezTo>
                    <a:pt x="220465" y="75862"/>
                    <a:pt x="220335" y="76011"/>
                    <a:pt x="220204" y="76141"/>
                  </a:cubicBezTo>
                  <a:cubicBezTo>
                    <a:pt x="212139" y="67871"/>
                    <a:pt x="200740" y="67312"/>
                    <a:pt x="190718" y="63773"/>
                  </a:cubicBezTo>
                  <a:cubicBezTo>
                    <a:pt x="179524" y="59824"/>
                    <a:pt x="168441" y="55447"/>
                    <a:pt x="156855" y="52430"/>
                  </a:cubicBezTo>
                  <a:cubicBezTo>
                    <a:pt x="152739" y="51349"/>
                    <a:pt x="149609" y="54143"/>
                    <a:pt x="145996" y="52933"/>
                  </a:cubicBezTo>
                  <a:cubicBezTo>
                    <a:pt x="147616" y="50306"/>
                    <a:pt x="146610" y="47158"/>
                    <a:pt x="147672" y="44420"/>
                  </a:cubicBezTo>
                  <a:cubicBezTo>
                    <a:pt x="146648" y="47177"/>
                    <a:pt x="147449" y="50288"/>
                    <a:pt x="146014" y="52970"/>
                  </a:cubicBezTo>
                  <a:cubicBezTo>
                    <a:pt x="138992" y="45333"/>
                    <a:pt x="129213" y="45575"/>
                    <a:pt x="120123" y="44290"/>
                  </a:cubicBezTo>
                  <a:cubicBezTo>
                    <a:pt x="107215" y="42446"/>
                    <a:pt x="94251" y="41086"/>
                    <a:pt x="81305" y="39670"/>
                  </a:cubicBezTo>
                  <a:cubicBezTo>
                    <a:pt x="78679" y="39391"/>
                    <a:pt x="76909" y="41496"/>
                    <a:pt x="74935" y="42893"/>
                  </a:cubicBezTo>
                  <a:cubicBezTo>
                    <a:pt x="72048" y="39763"/>
                    <a:pt x="76015" y="36541"/>
                    <a:pt x="74805" y="33933"/>
                  </a:cubicBezTo>
                  <a:cubicBezTo>
                    <a:pt x="73836" y="37007"/>
                    <a:pt x="75270" y="41365"/>
                    <a:pt x="71415" y="44066"/>
                  </a:cubicBezTo>
                  <a:cubicBezTo>
                    <a:pt x="71620" y="39875"/>
                    <a:pt x="68136" y="39018"/>
                    <a:pt x="65435" y="38609"/>
                  </a:cubicBezTo>
                  <a:cubicBezTo>
                    <a:pt x="61207" y="37957"/>
                    <a:pt x="56569" y="36876"/>
                    <a:pt x="52676" y="37547"/>
                  </a:cubicBezTo>
                  <a:cubicBezTo>
                    <a:pt x="45579" y="38795"/>
                    <a:pt x="38427" y="37286"/>
                    <a:pt x="31423" y="39205"/>
                  </a:cubicBezTo>
                  <a:cubicBezTo>
                    <a:pt x="27195" y="40360"/>
                    <a:pt x="22445" y="39819"/>
                    <a:pt x="18813" y="37677"/>
                  </a:cubicBezTo>
                  <a:cubicBezTo>
                    <a:pt x="14194" y="34976"/>
                    <a:pt x="11642" y="36969"/>
                    <a:pt x="9444" y="40285"/>
                  </a:cubicBezTo>
                  <a:cubicBezTo>
                    <a:pt x="7097" y="43805"/>
                    <a:pt x="4210" y="45519"/>
                    <a:pt x="0" y="44923"/>
                  </a:cubicBezTo>
                  <a:cubicBezTo>
                    <a:pt x="8103" y="36075"/>
                    <a:pt x="16317" y="27321"/>
                    <a:pt x="24271" y="18324"/>
                  </a:cubicBezTo>
                  <a:cubicBezTo>
                    <a:pt x="35055" y="6105"/>
                    <a:pt x="49435" y="443"/>
                    <a:pt x="64765" y="89"/>
                  </a:cubicBezTo>
                  <a:cubicBezTo>
                    <a:pt x="93320" y="-563"/>
                    <a:pt x="121874" y="2417"/>
                    <a:pt x="149907" y="7744"/>
                  </a:cubicBezTo>
                  <a:cubicBezTo>
                    <a:pt x="178071" y="13090"/>
                    <a:pt x="204577" y="23782"/>
                    <a:pt x="230039" y="37174"/>
                  </a:cubicBezTo>
                  <a:cubicBezTo>
                    <a:pt x="255055" y="50343"/>
                    <a:pt x="277630" y="66474"/>
                    <a:pt x="296518" y="87559"/>
                  </a:cubicBezTo>
                  <a:cubicBezTo>
                    <a:pt x="302180" y="93893"/>
                    <a:pt x="306967" y="100859"/>
                    <a:pt x="310823" y="108421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478D9280-42CE-E03D-392F-BC551C4A5CE6}"/>
                </a:ext>
              </a:extLst>
            </p:cNvPr>
            <p:cNvSpPr/>
            <p:nvPr/>
          </p:nvSpPr>
          <p:spPr>
            <a:xfrm>
              <a:off x="1976487" y="4813109"/>
              <a:ext cx="170493" cy="190557"/>
            </a:xfrm>
            <a:custGeom>
              <a:avLst/>
              <a:gdLst>
                <a:gd name="csX0" fmla="*/ 132615 w 170493"/>
                <a:gd name="csY0" fmla="*/ 339 h 190557"/>
                <a:gd name="csX1" fmla="*/ 168602 w 170493"/>
                <a:gd name="csY1" fmla="*/ 26342 h 190557"/>
                <a:gd name="csX2" fmla="*/ 166422 w 170493"/>
                <a:gd name="csY2" fmla="*/ 37797 h 190557"/>
                <a:gd name="csX3" fmla="*/ 160816 w 170493"/>
                <a:gd name="csY3" fmla="*/ 46776 h 190557"/>
                <a:gd name="csX4" fmla="*/ 156066 w 170493"/>
                <a:gd name="csY4" fmla="*/ 57002 h 190557"/>
                <a:gd name="csX5" fmla="*/ 147423 w 170493"/>
                <a:gd name="csY5" fmla="*/ 60783 h 190557"/>
                <a:gd name="csX6" fmla="*/ 149770 w 170493"/>
                <a:gd name="csY6" fmla="*/ 73579 h 190557"/>
                <a:gd name="csX7" fmla="*/ 138576 w 170493"/>
                <a:gd name="csY7" fmla="*/ 97514 h 190557"/>
                <a:gd name="csX8" fmla="*/ 110934 w 170493"/>
                <a:gd name="csY8" fmla="*/ 141324 h 190557"/>
                <a:gd name="csX9" fmla="*/ 83124 w 170493"/>
                <a:gd name="csY9" fmla="*/ 165669 h 190557"/>
                <a:gd name="csX10" fmla="*/ 52316 w 170493"/>
                <a:gd name="csY10" fmla="*/ 184315 h 190557"/>
                <a:gd name="csX11" fmla="*/ 45405 w 170493"/>
                <a:gd name="csY11" fmla="*/ 187947 h 190557"/>
                <a:gd name="csX12" fmla="*/ 42276 w 170493"/>
                <a:gd name="csY12" fmla="*/ 189269 h 190557"/>
                <a:gd name="csX13" fmla="*/ 26704 w 170493"/>
                <a:gd name="csY13" fmla="*/ 187947 h 190557"/>
                <a:gd name="csX14" fmla="*/ 8655 w 170493"/>
                <a:gd name="csY14" fmla="*/ 178671 h 190557"/>
                <a:gd name="csX15" fmla="*/ 1111 w 170493"/>
                <a:gd name="csY15" fmla="*/ 168035 h 190557"/>
                <a:gd name="csX16" fmla="*/ 1502 w 170493"/>
                <a:gd name="csY16" fmla="*/ 148570 h 190557"/>
                <a:gd name="csX17" fmla="*/ 3551 w 170493"/>
                <a:gd name="csY17" fmla="*/ 134675 h 190557"/>
                <a:gd name="csX18" fmla="*/ 12305 w 170493"/>
                <a:gd name="csY18" fmla="*/ 119941 h 190557"/>
                <a:gd name="csX19" fmla="*/ 13982 w 170493"/>
                <a:gd name="csY19" fmla="*/ 115601 h 190557"/>
                <a:gd name="csX20" fmla="*/ 16087 w 170493"/>
                <a:gd name="csY20" fmla="*/ 107070 h 190557"/>
                <a:gd name="csX21" fmla="*/ 30932 w 170493"/>
                <a:gd name="csY21" fmla="*/ 88034 h 190557"/>
                <a:gd name="csX22" fmla="*/ 82621 w 170493"/>
                <a:gd name="csY22" fmla="*/ 40964 h 190557"/>
                <a:gd name="csX23" fmla="*/ 112256 w 170493"/>
                <a:gd name="csY23" fmla="*/ 13322 h 190557"/>
                <a:gd name="csX24" fmla="*/ 115553 w 170493"/>
                <a:gd name="csY24" fmla="*/ 8777 h 190557"/>
                <a:gd name="csX25" fmla="*/ 132615 w 170493"/>
                <a:gd name="csY25" fmla="*/ 339 h 190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0493" h="190557">
                  <a:moveTo>
                    <a:pt x="132615" y="339"/>
                  </a:moveTo>
                  <a:cubicBezTo>
                    <a:pt x="148727" y="3320"/>
                    <a:pt x="159437" y="13769"/>
                    <a:pt x="168602" y="26342"/>
                  </a:cubicBezTo>
                  <a:cubicBezTo>
                    <a:pt x="171321" y="30812"/>
                    <a:pt x="171526" y="34463"/>
                    <a:pt x="166422" y="37797"/>
                  </a:cubicBezTo>
                  <a:cubicBezTo>
                    <a:pt x="163480" y="39716"/>
                    <a:pt x="162176" y="43460"/>
                    <a:pt x="160816" y="46776"/>
                  </a:cubicBezTo>
                  <a:cubicBezTo>
                    <a:pt x="159382" y="50259"/>
                    <a:pt x="157966" y="53723"/>
                    <a:pt x="156066" y="57002"/>
                  </a:cubicBezTo>
                  <a:cubicBezTo>
                    <a:pt x="154148" y="60280"/>
                    <a:pt x="151819" y="62310"/>
                    <a:pt x="147423" y="60783"/>
                  </a:cubicBezTo>
                  <a:cubicBezTo>
                    <a:pt x="152266" y="66203"/>
                    <a:pt x="152266" y="68047"/>
                    <a:pt x="149770" y="73579"/>
                  </a:cubicBezTo>
                  <a:cubicBezTo>
                    <a:pt x="146138" y="81607"/>
                    <a:pt x="143083" y="89859"/>
                    <a:pt x="138576" y="97514"/>
                  </a:cubicBezTo>
                  <a:cubicBezTo>
                    <a:pt x="129802" y="112416"/>
                    <a:pt x="121961" y="127969"/>
                    <a:pt x="110934" y="141324"/>
                  </a:cubicBezTo>
                  <a:cubicBezTo>
                    <a:pt x="103092" y="150824"/>
                    <a:pt x="94561" y="159839"/>
                    <a:pt x="83124" y="165669"/>
                  </a:cubicBezTo>
                  <a:cubicBezTo>
                    <a:pt x="72451" y="171108"/>
                    <a:pt x="62448" y="177888"/>
                    <a:pt x="52316" y="184315"/>
                  </a:cubicBezTo>
                  <a:cubicBezTo>
                    <a:pt x="50080" y="185730"/>
                    <a:pt x="47827" y="186960"/>
                    <a:pt x="45405" y="187947"/>
                  </a:cubicBezTo>
                  <a:cubicBezTo>
                    <a:pt x="44418" y="188524"/>
                    <a:pt x="43598" y="189474"/>
                    <a:pt x="42276" y="189269"/>
                  </a:cubicBezTo>
                  <a:cubicBezTo>
                    <a:pt x="36874" y="191300"/>
                    <a:pt x="31957" y="190983"/>
                    <a:pt x="26704" y="187947"/>
                  </a:cubicBezTo>
                  <a:cubicBezTo>
                    <a:pt x="20874" y="184575"/>
                    <a:pt x="14522" y="182117"/>
                    <a:pt x="8655" y="178671"/>
                  </a:cubicBezTo>
                  <a:cubicBezTo>
                    <a:pt x="4445" y="176193"/>
                    <a:pt x="2061" y="172785"/>
                    <a:pt x="1111" y="168035"/>
                  </a:cubicBezTo>
                  <a:cubicBezTo>
                    <a:pt x="-193" y="161497"/>
                    <a:pt x="-677" y="155127"/>
                    <a:pt x="1502" y="148570"/>
                  </a:cubicBezTo>
                  <a:cubicBezTo>
                    <a:pt x="2973" y="144156"/>
                    <a:pt x="1968" y="139201"/>
                    <a:pt x="3551" y="134675"/>
                  </a:cubicBezTo>
                  <a:cubicBezTo>
                    <a:pt x="5469" y="129143"/>
                    <a:pt x="7109" y="123480"/>
                    <a:pt x="12305" y="119941"/>
                  </a:cubicBezTo>
                  <a:cubicBezTo>
                    <a:pt x="13907" y="118842"/>
                    <a:pt x="14429" y="117501"/>
                    <a:pt x="13982" y="115601"/>
                  </a:cubicBezTo>
                  <a:cubicBezTo>
                    <a:pt x="13218" y="112434"/>
                    <a:pt x="14448" y="109659"/>
                    <a:pt x="16087" y="107070"/>
                  </a:cubicBezTo>
                  <a:cubicBezTo>
                    <a:pt x="20408" y="100234"/>
                    <a:pt x="24618" y="93342"/>
                    <a:pt x="30932" y="88034"/>
                  </a:cubicBezTo>
                  <a:cubicBezTo>
                    <a:pt x="48795" y="73039"/>
                    <a:pt x="64348" y="55456"/>
                    <a:pt x="82621" y="40964"/>
                  </a:cubicBezTo>
                  <a:cubicBezTo>
                    <a:pt x="93294" y="32508"/>
                    <a:pt x="101564" y="21648"/>
                    <a:pt x="112256" y="13322"/>
                  </a:cubicBezTo>
                  <a:cubicBezTo>
                    <a:pt x="113728" y="12167"/>
                    <a:pt x="114659" y="10435"/>
                    <a:pt x="115553" y="8777"/>
                  </a:cubicBezTo>
                  <a:cubicBezTo>
                    <a:pt x="119781" y="898"/>
                    <a:pt x="123302" y="-853"/>
                    <a:pt x="132615" y="339"/>
                  </a:cubicBezTo>
                  <a:close/>
                </a:path>
              </a:pathLst>
            </a:custGeom>
            <a:solidFill>
              <a:srgbClr val="8B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8FF43FA3-5715-0FED-AE5E-18319EEFE9C8}"/>
                </a:ext>
              </a:extLst>
            </p:cNvPr>
            <p:cNvSpPr/>
            <p:nvPr/>
          </p:nvSpPr>
          <p:spPr>
            <a:xfrm>
              <a:off x="1602084" y="5282579"/>
              <a:ext cx="168712" cy="195519"/>
            </a:xfrm>
            <a:custGeom>
              <a:avLst/>
              <a:gdLst>
                <a:gd name="csX0" fmla="*/ 151956 w 168712"/>
                <a:gd name="csY0" fmla="*/ 0 h 195519"/>
                <a:gd name="csX1" fmla="*/ 168701 w 168712"/>
                <a:gd name="csY1" fmla="*/ 55526 h 195519"/>
                <a:gd name="csX2" fmla="*/ 162257 w 168712"/>
                <a:gd name="csY2" fmla="*/ 76537 h 195519"/>
                <a:gd name="csX3" fmla="*/ 102204 w 168712"/>
                <a:gd name="csY3" fmla="*/ 141469 h 195519"/>
                <a:gd name="csX4" fmla="*/ 75121 w 168712"/>
                <a:gd name="csY4" fmla="*/ 165926 h 195519"/>
                <a:gd name="csX5" fmla="*/ 69794 w 168712"/>
                <a:gd name="csY5" fmla="*/ 166727 h 195519"/>
                <a:gd name="csX6" fmla="*/ 37756 w 168712"/>
                <a:gd name="csY6" fmla="*/ 187682 h 195519"/>
                <a:gd name="csX7" fmla="*/ 12368 w 168712"/>
                <a:gd name="csY7" fmla="*/ 195319 h 195519"/>
                <a:gd name="csX8" fmla="*/ 931 w 168712"/>
                <a:gd name="csY8" fmla="*/ 189340 h 195519"/>
                <a:gd name="csX9" fmla="*/ 3762 w 168712"/>
                <a:gd name="csY9" fmla="*/ 176301 h 195519"/>
                <a:gd name="csX10" fmla="*/ 21290 w 168712"/>
                <a:gd name="csY10" fmla="*/ 158904 h 195519"/>
                <a:gd name="csX11" fmla="*/ 25481 w 168712"/>
                <a:gd name="csY11" fmla="*/ 151099 h 195519"/>
                <a:gd name="csX12" fmla="*/ 37980 w 168712"/>
                <a:gd name="csY12" fmla="*/ 154452 h 195519"/>
                <a:gd name="csX13" fmla="*/ 24922 w 168712"/>
                <a:gd name="csY13" fmla="*/ 148454 h 195519"/>
                <a:gd name="csX14" fmla="*/ 27809 w 168712"/>
                <a:gd name="csY14" fmla="*/ 144673 h 195519"/>
                <a:gd name="csX15" fmla="*/ 70409 w 168712"/>
                <a:gd name="csY15" fmla="*/ 110661 h 195519"/>
                <a:gd name="csX16" fmla="*/ 82628 w 168712"/>
                <a:gd name="csY16" fmla="*/ 93711 h 195519"/>
                <a:gd name="csX17" fmla="*/ 83540 w 168712"/>
                <a:gd name="csY17" fmla="*/ 93152 h 195519"/>
                <a:gd name="csX18" fmla="*/ 85198 w 168712"/>
                <a:gd name="csY18" fmla="*/ 90973 h 195519"/>
                <a:gd name="csX19" fmla="*/ 108705 w 168712"/>
                <a:gd name="csY19" fmla="*/ 51186 h 195519"/>
                <a:gd name="csX20" fmla="*/ 109618 w 168712"/>
                <a:gd name="csY20" fmla="*/ 47945 h 195519"/>
                <a:gd name="csX21" fmla="*/ 115429 w 168712"/>
                <a:gd name="csY21" fmla="*/ 29430 h 195519"/>
                <a:gd name="csX22" fmla="*/ 116416 w 168712"/>
                <a:gd name="csY22" fmla="*/ 29020 h 195519"/>
                <a:gd name="csX23" fmla="*/ 136962 w 168712"/>
                <a:gd name="csY23" fmla="*/ 36303 h 195519"/>
                <a:gd name="csX24" fmla="*/ 131895 w 168712"/>
                <a:gd name="csY24" fmla="*/ 35130 h 195519"/>
                <a:gd name="csX25" fmla="*/ 116547 w 168712"/>
                <a:gd name="csY25" fmla="*/ 26245 h 195519"/>
                <a:gd name="csX26" fmla="*/ 131392 w 168712"/>
                <a:gd name="csY26" fmla="*/ 8941 h 195519"/>
                <a:gd name="csX27" fmla="*/ 146852 w 168712"/>
                <a:gd name="csY27" fmla="*/ 3967 h 195519"/>
                <a:gd name="csX28" fmla="*/ 151956 w 168712"/>
                <a:gd name="csY28" fmla="*/ 0 h 195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8712" h="195519">
                  <a:moveTo>
                    <a:pt x="151956" y="0"/>
                  </a:moveTo>
                  <a:cubicBezTo>
                    <a:pt x="160599" y="17584"/>
                    <a:pt x="168199" y="35540"/>
                    <a:pt x="168701" y="55526"/>
                  </a:cubicBezTo>
                  <a:cubicBezTo>
                    <a:pt x="168888" y="63107"/>
                    <a:pt x="166708" y="69775"/>
                    <a:pt x="162257" y="76537"/>
                  </a:cubicBezTo>
                  <a:cubicBezTo>
                    <a:pt x="145753" y="101534"/>
                    <a:pt x="123010" y="120589"/>
                    <a:pt x="102204" y="141469"/>
                  </a:cubicBezTo>
                  <a:cubicBezTo>
                    <a:pt x="93655" y="150056"/>
                    <a:pt x="83466" y="157004"/>
                    <a:pt x="75121" y="165926"/>
                  </a:cubicBezTo>
                  <a:cubicBezTo>
                    <a:pt x="72979" y="163710"/>
                    <a:pt x="71433" y="165516"/>
                    <a:pt x="69794" y="166727"/>
                  </a:cubicBezTo>
                  <a:cubicBezTo>
                    <a:pt x="59493" y="174290"/>
                    <a:pt x="49472" y="182467"/>
                    <a:pt x="37756" y="187682"/>
                  </a:cubicBezTo>
                  <a:cubicBezTo>
                    <a:pt x="29728" y="191277"/>
                    <a:pt x="21942" y="196623"/>
                    <a:pt x="12368" y="195319"/>
                  </a:cubicBezTo>
                  <a:cubicBezTo>
                    <a:pt x="7879" y="194704"/>
                    <a:pt x="3148" y="194108"/>
                    <a:pt x="931" y="189340"/>
                  </a:cubicBezTo>
                  <a:cubicBezTo>
                    <a:pt x="-1379" y="184385"/>
                    <a:pt x="1006" y="180380"/>
                    <a:pt x="3762" y="176301"/>
                  </a:cubicBezTo>
                  <a:cubicBezTo>
                    <a:pt x="8475" y="169316"/>
                    <a:pt x="14547" y="163728"/>
                    <a:pt x="21290" y="158904"/>
                  </a:cubicBezTo>
                  <a:cubicBezTo>
                    <a:pt x="24214" y="156818"/>
                    <a:pt x="25462" y="154433"/>
                    <a:pt x="25481" y="151099"/>
                  </a:cubicBezTo>
                  <a:cubicBezTo>
                    <a:pt x="30324" y="150708"/>
                    <a:pt x="34087" y="153949"/>
                    <a:pt x="37980" y="154452"/>
                  </a:cubicBezTo>
                  <a:cubicBezTo>
                    <a:pt x="34198" y="152366"/>
                    <a:pt x="28461" y="152701"/>
                    <a:pt x="24922" y="148454"/>
                  </a:cubicBezTo>
                  <a:cubicBezTo>
                    <a:pt x="24755" y="146350"/>
                    <a:pt x="26431" y="145586"/>
                    <a:pt x="27809" y="144673"/>
                  </a:cubicBezTo>
                  <a:cubicBezTo>
                    <a:pt x="43065" y="134652"/>
                    <a:pt x="56848" y="122731"/>
                    <a:pt x="70409" y="110661"/>
                  </a:cubicBezTo>
                  <a:cubicBezTo>
                    <a:pt x="75475" y="106153"/>
                    <a:pt x="81026" y="101105"/>
                    <a:pt x="82628" y="93711"/>
                  </a:cubicBezTo>
                  <a:cubicBezTo>
                    <a:pt x="82907" y="93450"/>
                    <a:pt x="83205" y="93189"/>
                    <a:pt x="83540" y="93152"/>
                  </a:cubicBezTo>
                  <a:cubicBezTo>
                    <a:pt x="85012" y="92966"/>
                    <a:pt x="85515" y="92351"/>
                    <a:pt x="85198" y="90973"/>
                  </a:cubicBezTo>
                  <a:cubicBezTo>
                    <a:pt x="97753" y="80504"/>
                    <a:pt x="104682" y="66702"/>
                    <a:pt x="108705" y="51186"/>
                  </a:cubicBezTo>
                  <a:cubicBezTo>
                    <a:pt x="108984" y="50106"/>
                    <a:pt x="109040" y="48895"/>
                    <a:pt x="109618" y="47945"/>
                  </a:cubicBezTo>
                  <a:cubicBezTo>
                    <a:pt x="113138" y="42264"/>
                    <a:pt x="114181" y="35819"/>
                    <a:pt x="115429" y="29430"/>
                  </a:cubicBezTo>
                  <a:cubicBezTo>
                    <a:pt x="115746" y="29207"/>
                    <a:pt x="116156" y="28890"/>
                    <a:pt x="116416" y="29020"/>
                  </a:cubicBezTo>
                  <a:cubicBezTo>
                    <a:pt x="123159" y="32168"/>
                    <a:pt x="129809" y="35558"/>
                    <a:pt x="136962" y="36303"/>
                  </a:cubicBezTo>
                  <a:cubicBezTo>
                    <a:pt x="135993" y="34925"/>
                    <a:pt x="133683" y="35651"/>
                    <a:pt x="131895" y="35130"/>
                  </a:cubicBezTo>
                  <a:cubicBezTo>
                    <a:pt x="126009" y="33453"/>
                    <a:pt x="119974" y="32131"/>
                    <a:pt x="116547" y="26245"/>
                  </a:cubicBezTo>
                  <a:cubicBezTo>
                    <a:pt x="121166" y="20210"/>
                    <a:pt x="125134" y="13635"/>
                    <a:pt x="131392" y="8941"/>
                  </a:cubicBezTo>
                  <a:cubicBezTo>
                    <a:pt x="136030" y="5458"/>
                    <a:pt x="140910" y="2738"/>
                    <a:pt x="146852" y="3967"/>
                  </a:cubicBezTo>
                  <a:cubicBezTo>
                    <a:pt x="150615" y="4768"/>
                    <a:pt x="150354" y="1416"/>
                    <a:pt x="151956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4516FE14-3184-C44A-01F6-C2A2F79D31BF}"/>
                </a:ext>
              </a:extLst>
            </p:cNvPr>
            <p:cNvSpPr/>
            <p:nvPr/>
          </p:nvSpPr>
          <p:spPr>
            <a:xfrm>
              <a:off x="2027145" y="5206918"/>
              <a:ext cx="300690" cy="88824"/>
            </a:xfrm>
            <a:custGeom>
              <a:avLst/>
              <a:gdLst>
                <a:gd name="csX0" fmla="*/ 0 w 300690"/>
                <a:gd name="csY0" fmla="*/ 0 h 88824"/>
                <a:gd name="csX1" fmla="*/ 10897 w 300690"/>
                <a:gd name="csY1" fmla="*/ 3632 h 88824"/>
                <a:gd name="csX2" fmla="*/ 36657 w 300690"/>
                <a:gd name="csY2" fmla="*/ 11120 h 88824"/>
                <a:gd name="csX3" fmla="*/ 60015 w 300690"/>
                <a:gd name="csY3" fmla="*/ 16671 h 88824"/>
                <a:gd name="csX4" fmla="*/ 69403 w 300690"/>
                <a:gd name="csY4" fmla="*/ 9928 h 88824"/>
                <a:gd name="csX5" fmla="*/ 70837 w 300690"/>
                <a:gd name="csY5" fmla="*/ 12480 h 88824"/>
                <a:gd name="csX6" fmla="*/ 71769 w 300690"/>
                <a:gd name="csY6" fmla="*/ 6631 h 88824"/>
                <a:gd name="csX7" fmla="*/ 72700 w 300690"/>
                <a:gd name="csY7" fmla="*/ 11437 h 88824"/>
                <a:gd name="csX8" fmla="*/ 80002 w 300690"/>
                <a:gd name="csY8" fmla="*/ 21141 h 88824"/>
                <a:gd name="csX9" fmla="*/ 115169 w 300690"/>
                <a:gd name="csY9" fmla="*/ 30678 h 88824"/>
                <a:gd name="csX10" fmla="*/ 133032 w 300690"/>
                <a:gd name="csY10" fmla="*/ 36657 h 88824"/>
                <a:gd name="csX11" fmla="*/ 140501 w 300690"/>
                <a:gd name="csY11" fmla="*/ 31758 h 88824"/>
                <a:gd name="csX12" fmla="*/ 141563 w 300690"/>
                <a:gd name="csY12" fmla="*/ 24699 h 88824"/>
                <a:gd name="csX13" fmla="*/ 142792 w 300690"/>
                <a:gd name="csY13" fmla="*/ 31069 h 88824"/>
                <a:gd name="csX14" fmla="*/ 143854 w 300690"/>
                <a:gd name="csY14" fmla="*/ 37011 h 88824"/>
                <a:gd name="csX15" fmla="*/ 147989 w 300690"/>
                <a:gd name="csY15" fmla="*/ 40718 h 88824"/>
                <a:gd name="csX16" fmla="*/ 197256 w 300690"/>
                <a:gd name="csY16" fmla="*/ 49882 h 88824"/>
                <a:gd name="csX17" fmla="*/ 219608 w 300690"/>
                <a:gd name="csY17" fmla="*/ 54520 h 88824"/>
                <a:gd name="csX18" fmla="*/ 236689 w 300690"/>
                <a:gd name="csY18" fmla="*/ 57258 h 88824"/>
                <a:gd name="csX19" fmla="*/ 256303 w 300690"/>
                <a:gd name="csY19" fmla="*/ 58562 h 88824"/>
                <a:gd name="csX20" fmla="*/ 263754 w 300690"/>
                <a:gd name="csY20" fmla="*/ 52415 h 88824"/>
                <a:gd name="csX21" fmla="*/ 265337 w 300690"/>
                <a:gd name="csY21" fmla="*/ 49882 h 88824"/>
                <a:gd name="csX22" fmla="*/ 267106 w 300690"/>
                <a:gd name="csY22" fmla="*/ 52229 h 88824"/>
                <a:gd name="csX23" fmla="*/ 275600 w 300690"/>
                <a:gd name="csY23" fmla="*/ 59754 h 88824"/>
                <a:gd name="csX24" fmla="*/ 293556 w 300690"/>
                <a:gd name="csY24" fmla="*/ 66367 h 88824"/>
                <a:gd name="csX25" fmla="*/ 296592 w 300690"/>
                <a:gd name="csY25" fmla="*/ 72122 h 88824"/>
                <a:gd name="csX26" fmla="*/ 300690 w 300690"/>
                <a:gd name="csY26" fmla="*/ 75550 h 88824"/>
                <a:gd name="csX27" fmla="*/ 265989 w 300690"/>
                <a:gd name="csY27" fmla="*/ 85794 h 88824"/>
                <a:gd name="csX28" fmla="*/ 120570 w 300690"/>
                <a:gd name="csY28" fmla="*/ 72309 h 88824"/>
                <a:gd name="csX29" fmla="*/ 36862 w 300690"/>
                <a:gd name="csY29" fmla="*/ 47274 h 88824"/>
                <a:gd name="csX30" fmla="*/ 23470 w 300690"/>
                <a:gd name="csY30" fmla="*/ 37663 h 88824"/>
                <a:gd name="csX31" fmla="*/ 7227 w 300690"/>
                <a:gd name="csY31" fmla="*/ 21290 h 88824"/>
                <a:gd name="csX32" fmla="*/ 782 w 300690"/>
                <a:gd name="csY32" fmla="*/ 8978 h 88824"/>
                <a:gd name="csX33" fmla="*/ 0 w 300690"/>
                <a:gd name="csY33" fmla="*/ 0 h 88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300690" h="88824">
                  <a:moveTo>
                    <a:pt x="0" y="0"/>
                  </a:moveTo>
                  <a:cubicBezTo>
                    <a:pt x="3129" y="2738"/>
                    <a:pt x="7004" y="2980"/>
                    <a:pt x="10897" y="3632"/>
                  </a:cubicBezTo>
                  <a:cubicBezTo>
                    <a:pt x="19744" y="5104"/>
                    <a:pt x="27754" y="9537"/>
                    <a:pt x="36657" y="11120"/>
                  </a:cubicBezTo>
                  <a:cubicBezTo>
                    <a:pt x="44518" y="12517"/>
                    <a:pt x="52304" y="14566"/>
                    <a:pt x="60015" y="16671"/>
                  </a:cubicBezTo>
                  <a:cubicBezTo>
                    <a:pt x="67354" y="18682"/>
                    <a:pt x="69068" y="17602"/>
                    <a:pt x="69403" y="9928"/>
                  </a:cubicBezTo>
                  <a:cubicBezTo>
                    <a:pt x="71415" y="9965"/>
                    <a:pt x="71023" y="11232"/>
                    <a:pt x="70837" y="12480"/>
                  </a:cubicBezTo>
                  <a:cubicBezTo>
                    <a:pt x="71638" y="10636"/>
                    <a:pt x="69422" y="8214"/>
                    <a:pt x="71769" y="6631"/>
                  </a:cubicBezTo>
                  <a:cubicBezTo>
                    <a:pt x="73147" y="8028"/>
                    <a:pt x="72923" y="9835"/>
                    <a:pt x="72700" y="11437"/>
                  </a:cubicBezTo>
                  <a:cubicBezTo>
                    <a:pt x="71918" y="17192"/>
                    <a:pt x="74283" y="19763"/>
                    <a:pt x="80002" y="21141"/>
                  </a:cubicBezTo>
                  <a:cubicBezTo>
                    <a:pt x="91792" y="23972"/>
                    <a:pt x="103639" y="26468"/>
                    <a:pt x="115169" y="30678"/>
                  </a:cubicBezTo>
                  <a:cubicBezTo>
                    <a:pt x="120962" y="32783"/>
                    <a:pt x="127220" y="34068"/>
                    <a:pt x="133032" y="36657"/>
                  </a:cubicBezTo>
                  <a:cubicBezTo>
                    <a:pt x="137055" y="38445"/>
                    <a:pt x="139756" y="36378"/>
                    <a:pt x="140501" y="31758"/>
                  </a:cubicBezTo>
                  <a:cubicBezTo>
                    <a:pt x="140873" y="29411"/>
                    <a:pt x="139681" y="26822"/>
                    <a:pt x="141563" y="24699"/>
                  </a:cubicBezTo>
                  <a:cubicBezTo>
                    <a:pt x="143556" y="26524"/>
                    <a:pt x="142550" y="28927"/>
                    <a:pt x="142792" y="31069"/>
                  </a:cubicBezTo>
                  <a:cubicBezTo>
                    <a:pt x="143016" y="33081"/>
                    <a:pt x="142308" y="35242"/>
                    <a:pt x="143854" y="37011"/>
                  </a:cubicBezTo>
                  <a:cubicBezTo>
                    <a:pt x="144059" y="39582"/>
                    <a:pt x="145772" y="40103"/>
                    <a:pt x="147989" y="40718"/>
                  </a:cubicBezTo>
                  <a:cubicBezTo>
                    <a:pt x="164175" y="45151"/>
                    <a:pt x="180958" y="46287"/>
                    <a:pt x="197256" y="49882"/>
                  </a:cubicBezTo>
                  <a:cubicBezTo>
                    <a:pt x="204670" y="51521"/>
                    <a:pt x="212549" y="50776"/>
                    <a:pt x="219608" y="54520"/>
                  </a:cubicBezTo>
                  <a:cubicBezTo>
                    <a:pt x="224842" y="57314"/>
                    <a:pt x="230989" y="56495"/>
                    <a:pt x="236689" y="57258"/>
                  </a:cubicBezTo>
                  <a:cubicBezTo>
                    <a:pt x="243134" y="58115"/>
                    <a:pt x="249765" y="57612"/>
                    <a:pt x="256303" y="58562"/>
                  </a:cubicBezTo>
                  <a:cubicBezTo>
                    <a:pt x="260624" y="59195"/>
                    <a:pt x="264406" y="58301"/>
                    <a:pt x="263754" y="52415"/>
                  </a:cubicBezTo>
                  <a:cubicBezTo>
                    <a:pt x="263623" y="51279"/>
                    <a:pt x="263884" y="49957"/>
                    <a:pt x="265337" y="49882"/>
                  </a:cubicBezTo>
                  <a:cubicBezTo>
                    <a:pt x="266808" y="49808"/>
                    <a:pt x="267181" y="51037"/>
                    <a:pt x="267106" y="52229"/>
                  </a:cubicBezTo>
                  <a:cubicBezTo>
                    <a:pt x="266715" y="58394"/>
                    <a:pt x="271242" y="59009"/>
                    <a:pt x="275600" y="59754"/>
                  </a:cubicBezTo>
                  <a:cubicBezTo>
                    <a:pt x="282008" y="60835"/>
                    <a:pt x="288788" y="60723"/>
                    <a:pt x="293556" y="66367"/>
                  </a:cubicBezTo>
                  <a:cubicBezTo>
                    <a:pt x="295028" y="68099"/>
                    <a:pt x="296686" y="69515"/>
                    <a:pt x="296592" y="72122"/>
                  </a:cubicBezTo>
                  <a:cubicBezTo>
                    <a:pt x="296481" y="74805"/>
                    <a:pt x="298269" y="75661"/>
                    <a:pt x="300690" y="75550"/>
                  </a:cubicBezTo>
                  <a:cubicBezTo>
                    <a:pt x="290278" y="82870"/>
                    <a:pt x="277984" y="83932"/>
                    <a:pt x="265989" y="85794"/>
                  </a:cubicBezTo>
                  <a:cubicBezTo>
                    <a:pt x="216405" y="93450"/>
                    <a:pt x="168311" y="85738"/>
                    <a:pt x="120570" y="72309"/>
                  </a:cubicBezTo>
                  <a:cubicBezTo>
                    <a:pt x="92519" y="64429"/>
                    <a:pt x="64802" y="55489"/>
                    <a:pt x="36862" y="47274"/>
                  </a:cubicBezTo>
                  <a:cubicBezTo>
                    <a:pt x="31125" y="45598"/>
                    <a:pt x="26934" y="42376"/>
                    <a:pt x="23470" y="37663"/>
                  </a:cubicBezTo>
                  <a:cubicBezTo>
                    <a:pt x="18869" y="31423"/>
                    <a:pt x="13504" y="25761"/>
                    <a:pt x="7227" y="21290"/>
                  </a:cubicBezTo>
                  <a:cubicBezTo>
                    <a:pt x="2682" y="18049"/>
                    <a:pt x="1006" y="14119"/>
                    <a:pt x="782" y="8978"/>
                  </a:cubicBezTo>
                  <a:cubicBezTo>
                    <a:pt x="577" y="5998"/>
                    <a:pt x="242" y="2999"/>
                    <a:pt x="0" y="0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E64270A2-8B35-B6BE-2DA9-FAA9993720BB}"/>
                </a:ext>
              </a:extLst>
            </p:cNvPr>
            <p:cNvSpPr/>
            <p:nvPr/>
          </p:nvSpPr>
          <p:spPr>
            <a:xfrm>
              <a:off x="1787742" y="5125126"/>
              <a:ext cx="127011" cy="147945"/>
            </a:xfrm>
            <a:custGeom>
              <a:avLst/>
              <a:gdLst>
                <a:gd name="csX0" fmla="*/ 89458 w 127011"/>
                <a:gd name="csY0" fmla="*/ 4808 h 147945"/>
                <a:gd name="csX1" fmla="*/ 117416 w 127011"/>
                <a:gd name="csY1" fmla="*/ 9092 h 147945"/>
                <a:gd name="csX2" fmla="*/ 126972 w 127011"/>
                <a:gd name="csY2" fmla="*/ 31649 h 147945"/>
                <a:gd name="csX3" fmla="*/ 119689 w 127011"/>
                <a:gd name="csY3" fmla="*/ 87957 h 147945"/>
                <a:gd name="csX4" fmla="*/ 87502 w 127011"/>
                <a:gd name="csY4" fmla="*/ 128060 h 147945"/>
                <a:gd name="csX5" fmla="*/ 43562 w 127011"/>
                <a:gd name="csY5" fmla="*/ 147674 h 147945"/>
                <a:gd name="csX6" fmla="*/ 18770 w 127011"/>
                <a:gd name="csY6" fmla="*/ 139199 h 147945"/>
                <a:gd name="csX7" fmla="*/ 31 w 127011"/>
                <a:gd name="csY7" fmla="*/ 99692 h 147945"/>
                <a:gd name="csX8" fmla="*/ 9959 w 127011"/>
                <a:gd name="csY8" fmla="*/ 50108 h 147945"/>
                <a:gd name="csX9" fmla="*/ 23985 w 127011"/>
                <a:gd name="csY9" fmla="*/ 36604 h 147945"/>
                <a:gd name="csX10" fmla="*/ 33708 w 127011"/>
                <a:gd name="csY10" fmla="*/ 28240 h 147945"/>
                <a:gd name="csX11" fmla="*/ 48684 w 127011"/>
                <a:gd name="csY11" fmla="*/ 2424 h 147945"/>
                <a:gd name="csX12" fmla="*/ 55762 w 127011"/>
                <a:gd name="csY12" fmla="*/ 170 h 147945"/>
                <a:gd name="csX13" fmla="*/ 81299 w 127011"/>
                <a:gd name="csY13" fmla="*/ 6503 h 147945"/>
                <a:gd name="csX14" fmla="*/ 89458 w 127011"/>
                <a:gd name="csY14" fmla="*/ 4808 h 147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011" h="147945">
                  <a:moveTo>
                    <a:pt x="89458" y="4808"/>
                  </a:moveTo>
                  <a:cubicBezTo>
                    <a:pt x="99088" y="4305"/>
                    <a:pt x="109239" y="2610"/>
                    <a:pt x="117416" y="9092"/>
                  </a:cubicBezTo>
                  <a:cubicBezTo>
                    <a:pt x="124364" y="14587"/>
                    <a:pt x="127400" y="22708"/>
                    <a:pt x="126972" y="31649"/>
                  </a:cubicBezTo>
                  <a:cubicBezTo>
                    <a:pt x="126096" y="50611"/>
                    <a:pt x="124811" y="69722"/>
                    <a:pt x="119689" y="87957"/>
                  </a:cubicBezTo>
                  <a:cubicBezTo>
                    <a:pt x="114790" y="105392"/>
                    <a:pt x="102515" y="118319"/>
                    <a:pt x="87502" y="128060"/>
                  </a:cubicBezTo>
                  <a:cubicBezTo>
                    <a:pt x="73960" y="136871"/>
                    <a:pt x="60102" y="145234"/>
                    <a:pt x="43562" y="147674"/>
                  </a:cubicBezTo>
                  <a:cubicBezTo>
                    <a:pt x="33634" y="149146"/>
                    <a:pt x="26313" y="144396"/>
                    <a:pt x="18770" y="139199"/>
                  </a:cubicBezTo>
                  <a:cubicBezTo>
                    <a:pt x="4837" y="129569"/>
                    <a:pt x="217" y="115767"/>
                    <a:pt x="31" y="99692"/>
                  </a:cubicBezTo>
                  <a:cubicBezTo>
                    <a:pt x="-174" y="82444"/>
                    <a:pt x="366" y="65401"/>
                    <a:pt x="9959" y="50108"/>
                  </a:cubicBezTo>
                  <a:cubicBezTo>
                    <a:pt x="13517" y="44427"/>
                    <a:pt x="17969" y="39658"/>
                    <a:pt x="23985" y="36604"/>
                  </a:cubicBezTo>
                  <a:cubicBezTo>
                    <a:pt x="27953" y="34592"/>
                    <a:pt x="31436" y="31910"/>
                    <a:pt x="33708" y="28240"/>
                  </a:cubicBezTo>
                  <a:cubicBezTo>
                    <a:pt x="38942" y="19784"/>
                    <a:pt x="43729" y="11048"/>
                    <a:pt x="48684" y="2424"/>
                  </a:cubicBezTo>
                  <a:cubicBezTo>
                    <a:pt x="50454" y="-165"/>
                    <a:pt x="53117" y="-203"/>
                    <a:pt x="55762" y="170"/>
                  </a:cubicBezTo>
                  <a:cubicBezTo>
                    <a:pt x="64479" y="1418"/>
                    <a:pt x="73308" y="2461"/>
                    <a:pt x="81299" y="6503"/>
                  </a:cubicBezTo>
                  <a:cubicBezTo>
                    <a:pt x="84764" y="8254"/>
                    <a:pt x="86980" y="6447"/>
                    <a:pt x="89458" y="4808"/>
                  </a:cubicBezTo>
                  <a:close/>
                </a:path>
              </a:pathLst>
            </a:custGeom>
            <a:solidFill>
              <a:srgbClr val="81B7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BA396424-7F29-75B4-1FDA-ADB0DE6E7C82}"/>
                </a:ext>
              </a:extLst>
            </p:cNvPr>
            <p:cNvSpPr/>
            <p:nvPr/>
          </p:nvSpPr>
          <p:spPr>
            <a:xfrm>
              <a:off x="1881231" y="5037126"/>
              <a:ext cx="121922" cy="89318"/>
            </a:xfrm>
            <a:custGeom>
              <a:avLst/>
              <a:gdLst>
                <a:gd name="csX0" fmla="*/ 5357 w 121922"/>
                <a:gd name="csY0" fmla="*/ 88431 h 89318"/>
                <a:gd name="csX1" fmla="*/ 1222 w 121922"/>
                <a:gd name="csY1" fmla="*/ 81296 h 89318"/>
                <a:gd name="csX2" fmla="*/ 6828 w 121922"/>
                <a:gd name="csY2" fmla="*/ 75094 h 89318"/>
                <a:gd name="csX3" fmla="*/ 11857 w 121922"/>
                <a:gd name="csY3" fmla="*/ 68016 h 89318"/>
                <a:gd name="csX4" fmla="*/ 16197 w 121922"/>
                <a:gd name="csY4" fmla="*/ 54027 h 89318"/>
                <a:gd name="csX5" fmla="*/ 27206 w 121922"/>
                <a:gd name="csY5" fmla="*/ 27764 h 89318"/>
                <a:gd name="csX6" fmla="*/ 78653 w 121922"/>
                <a:gd name="csY6" fmla="*/ 252 h 89318"/>
                <a:gd name="csX7" fmla="*/ 104953 w 121922"/>
                <a:gd name="csY7" fmla="*/ 2264 h 89318"/>
                <a:gd name="csX8" fmla="*/ 120004 w 121922"/>
                <a:gd name="csY8" fmla="*/ 33277 h 89318"/>
                <a:gd name="csX9" fmla="*/ 116334 w 121922"/>
                <a:gd name="csY9" fmla="*/ 43950 h 89318"/>
                <a:gd name="csX10" fmla="*/ 82397 w 121922"/>
                <a:gd name="csY10" fmla="*/ 83830 h 89318"/>
                <a:gd name="csX11" fmla="*/ 44082 w 121922"/>
                <a:gd name="csY11" fmla="*/ 86437 h 89318"/>
                <a:gd name="csX12" fmla="*/ 29944 w 121922"/>
                <a:gd name="csY12" fmla="*/ 82619 h 89318"/>
                <a:gd name="csX13" fmla="*/ 5357 w 121922"/>
                <a:gd name="csY13" fmla="*/ 88431 h 89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1922" h="89318">
                  <a:moveTo>
                    <a:pt x="5357" y="88431"/>
                  </a:moveTo>
                  <a:cubicBezTo>
                    <a:pt x="-306" y="87760"/>
                    <a:pt x="-1107" y="86382"/>
                    <a:pt x="1222" y="81296"/>
                  </a:cubicBezTo>
                  <a:cubicBezTo>
                    <a:pt x="2432" y="78633"/>
                    <a:pt x="4425" y="76565"/>
                    <a:pt x="6828" y="75094"/>
                  </a:cubicBezTo>
                  <a:cubicBezTo>
                    <a:pt x="9604" y="73399"/>
                    <a:pt x="11317" y="71201"/>
                    <a:pt x="11857" y="68016"/>
                  </a:cubicBezTo>
                  <a:cubicBezTo>
                    <a:pt x="15601" y="64067"/>
                    <a:pt x="16980" y="59336"/>
                    <a:pt x="16197" y="54027"/>
                  </a:cubicBezTo>
                  <a:cubicBezTo>
                    <a:pt x="14577" y="43037"/>
                    <a:pt x="19327" y="34506"/>
                    <a:pt x="27206" y="27764"/>
                  </a:cubicBezTo>
                  <a:cubicBezTo>
                    <a:pt x="42275" y="14837"/>
                    <a:pt x="58685" y="4126"/>
                    <a:pt x="78653" y="252"/>
                  </a:cubicBezTo>
                  <a:cubicBezTo>
                    <a:pt x="87500" y="-251"/>
                    <a:pt x="96255" y="-195"/>
                    <a:pt x="104953" y="2264"/>
                  </a:cubicBezTo>
                  <a:cubicBezTo>
                    <a:pt x="118551" y="6119"/>
                    <a:pt x="125573" y="20331"/>
                    <a:pt x="120004" y="33277"/>
                  </a:cubicBezTo>
                  <a:cubicBezTo>
                    <a:pt x="118514" y="36723"/>
                    <a:pt x="117396" y="40337"/>
                    <a:pt x="116334" y="43950"/>
                  </a:cubicBezTo>
                  <a:cubicBezTo>
                    <a:pt x="110989" y="62335"/>
                    <a:pt x="97950" y="74479"/>
                    <a:pt x="82397" y="83830"/>
                  </a:cubicBezTo>
                  <a:cubicBezTo>
                    <a:pt x="70513" y="90945"/>
                    <a:pt x="57195" y="90386"/>
                    <a:pt x="44082" y="86437"/>
                  </a:cubicBezTo>
                  <a:cubicBezTo>
                    <a:pt x="39406" y="85040"/>
                    <a:pt x="34787" y="83532"/>
                    <a:pt x="29944" y="82619"/>
                  </a:cubicBezTo>
                  <a:cubicBezTo>
                    <a:pt x="20780" y="80943"/>
                    <a:pt x="12994" y="84221"/>
                    <a:pt x="5357" y="88431"/>
                  </a:cubicBezTo>
                  <a:close/>
                </a:path>
              </a:pathLst>
            </a:custGeom>
            <a:solidFill>
              <a:srgbClr val="84BB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44F35553-2097-22CE-3053-C3D8D55AA6ED}"/>
                </a:ext>
              </a:extLst>
            </p:cNvPr>
            <p:cNvSpPr/>
            <p:nvPr/>
          </p:nvSpPr>
          <p:spPr>
            <a:xfrm>
              <a:off x="1957297" y="4812061"/>
              <a:ext cx="151804" cy="223362"/>
            </a:xfrm>
            <a:custGeom>
              <a:avLst/>
              <a:gdLst>
                <a:gd name="csX0" fmla="*/ 151805 w 151804"/>
                <a:gd name="csY0" fmla="*/ 1388 h 223362"/>
                <a:gd name="csX1" fmla="*/ 139828 w 151804"/>
                <a:gd name="csY1" fmla="*/ 3865 h 223362"/>
                <a:gd name="csX2" fmla="*/ 138021 w 151804"/>
                <a:gd name="csY2" fmla="*/ 5728 h 223362"/>
                <a:gd name="csX3" fmla="*/ 122617 w 151804"/>
                <a:gd name="csY3" fmla="*/ 24410 h 223362"/>
                <a:gd name="csX4" fmla="*/ 70387 w 151804"/>
                <a:gd name="csY4" fmla="*/ 72877 h 223362"/>
                <a:gd name="csX5" fmla="*/ 50289 w 151804"/>
                <a:gd name="csY5" fmla="*/ 90814 h 223362"/>
                <a:gd name="csX6" fmla="*/ 36338 w 151804"/>
                <a:gd name="csY6" fmla="*/ 108994 h 223362"/>
                <a:gd name="csX7" fmla="*/ 34848 w 151804"/>
                <a:gd name="csY7" fmla="*/ 117413 h 223362"/>
                <a:gd name="csX8" fmla="*/ 33786 w 151804"/>
                <a:gd name="csY8" fmla="*/ 121343 h 223362"/>
                <a:gd name="csX9" fmla="*/ 22834 w 151804"/>
                <a:gd name="csY9" fmla="*/ 145222 h 223362"/>
                <a:gd name="csX10" fmla="*/ 21474 w 151804"/>
                <a:gd name="csY10" fmla="*/ 152319 h 223362"/>
                <a:gd name="csX11" fmla="*/ 30620 w 151804"/>
                <a:gd name="csY11" fmla="*/ 179440 h 223362"/>
                <a:gd name="csX12" fmla="*/ 50997 w 151804"/>
                <a:gd name="csY12" fmla="*/ 189908 h 223362"/>
                <a:gd name="csX13" fmla="*/ 61465 w 151804"/>
                <a:gd name="csY13" fmla="*/ 190299 h 223362"/>
                <a:gd name="csX14" fmla="*/ 26652 w 151804"/>
                <a:gd name="csY14" fmla="*/ 221759 h 223362"/>
                <a:gd name="csX15" fmla="*/ 22834 w 151804"/>
                <a:gd name="csY15" fmla="*/ 223324 h 223362"/>
                <a:gd name="csX16" fmla="*/ 4412 w 151804"/>
                <a:gd name="csY16" fmla="*/ 222653 h 223362"/>
                <a:gd name="csX17" fmla="*/ 12757 w 151804"/>
                <a:gd name="csY17" fmla="*/ 208590 h 223362"/>
                <a:gd name="csX18" fmla="*/ 14135 w 151804"/>
                <a:gd name="csY18" fmla="*/ 169512 h 223362"/>
                <a:gd name="csX19" fmla="*/ 4859 w 151804"/>
                <a:gd name="csY19" fmla="*/ 154685 h 223362"/>
                <a:gd name="csX20" fmla="*/ 1860 w 151804"/>
                <a:gd name="csY20" fmla="*/ 127602 h 223362"/>
                <a:gd name="csX21" fmla="*/ 11360 w 151804"/>
                <a:gd name="csY21" fmla="*/ 95769 h 223362"/>
                <a:gd name="csX22" fmla="*/ 33283 w 151804"/>
                <a:gd name="csY22" fmla="*/ 62017 h 223362"/>
                <a:gd name="csX23" fmla="*/ 96297 w 151804"/>
                <a:gd name="csY23" fmla="*/ 11576 h 223362"/>
                <a:gd name="csX24" fmla="*/ 145229 w 151804"/>
                <a:gd name="csY24" fmla="*/ 84 h 223362"/>
                <a:gd name="csX25" fmla="*/ 151805 w 151804"/>
                <a:gd name="csY25" fmla="*/ 1388 h 223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1804" h="223362">
                  <a:moveTo>
                    <a:pt x="151805" y="1388"/>
                  </a:moveTo>
                  <a:cubicBezTo>
                    <a:pt x="147483" y="624"/>
                    <a:pt x="143963" y="3735"/>
                    <a:pt x="139828" y="3865"/>
                  </a:cubicBezTo>
                  <a:cubicBezTo>
                    <a:pt x="138747" y="3902"/>
                    <a:pt x="138226" y="4759"/>
                    <a:pt x="138021" y="5728"/>
                  </a:cubicBezTo>
                  <a:cubicBezTo>
                    <a:pt x="136158" y="14650"/>
                    <a:pt x="128130" y="18524"/>
                    <a:pt x="122617" y="24410"/>
                  </a:cubicBezTo>
                  <a:cubicBezTo>
                    <a:pt x="106356" y="41789"/>
                    <a:pt x="86630" y="55423"/>
                    <a:pt x="70387" y="72877"/>
                  </a:cubicBezTo>
                  <a:cubicBezTo>
                    <a:pt x="64297" y="79415"/>
                    <a:pt x="57200" y="85077"/>
                    <a:pt x="50289" y="90814"/>
                  </a:cubicBezTo>
                  <a:cubicBezTo>
                    <a:pt x="44217" y="95862"/>
                    <a:pt x="40603" y="102661"/>
                    <a:pt x="36338" y="108994"/>
                  </a:cubicBezTo>
                  <a:cubicBezTo>
                    <a:pt x="34680" y="111452"/>
                    <a:pt x="33209" y="114153"/>
                    <a:pt x="34848" y="117413"/>
                  </a:cubicBezTo>
                  <a:cubicBezTo>
                    <a:pt x="35537" y="118773"/>
                    <a:pt x="35425" y="120337"/>
                    <a:pt x="33786" y="121343"/>
                  </a:cubicBezTo>
                  <a:cubicBezTo>
                    <a:pt x="24734" y="126801"/>
                    <a:pt x="23709" y="136021"/>
                    <a:pt x="22834" y="145222"/>
                  </a:cubicBezTo>
                  <a:cubicBezTo>
                    <a:pt x="22591" y="147663"/>
                    <a:pt x="22405" y="149972"/>
                    <a:pt x="21474" y="152319"/>
                  </a:cubicBezTo>
                  <a:cubicBezTo>
                    <a:pt x="17879" y="161521"/>
                    <a:pt x="22144" y="174485"/>
                    <a:pt x="30620" y="179440"/>
                  </a:cubicBezTo>
                  <a:cubicBezTo>
                    <a:pt x="37213" y="183295"/>
                    <a:pt x="43956" y="187002"/>
                    <a:pt x="50997" y="189908"/>
                  </a:cubicBezTo>
                  <a:cubicBezTo>
                    <a:pt x="54015" y="191156"/>
                    <a:pt x="57945" y="190243"/>
                    <a:pt x="61465" y="190299"/>
                  </a:cubicBezTo>
                  <a:cubicBezTo>
                    <a:pt x="47495" y="198159"/>
                    <a:pt x="35593" y="208330"/>
                    <a:pt x="26652" y="221759"/>
                  </a:cubicBezTo>
                  <a:cubicBezTo>
                    <a:pt x="25665" y="223231"/>
                    <a:pt x="24547" y="223473"/>
                    <a:pt x="22834" y="223324"/>
                  </a:cubicBezTo>
                  <a:cubicBezTo>
                    <a:pt x="16892" y="222821"/>
                    <a:pt x="11024" y="221499"/>
                    <a:pt x="4412" y="222653"/>
                  </a:cubicBezTo>
                  <a:cubicBezTo>
                    <a:pt x="6666" y="217047"/>
                    <a:pt x="9758" y="212837"/>
                    <a:pt x="12757" y="208590"/>
                  </a:cubicBezTo>
                  <a:cubicBezTo>
                    <a:pt x="21753" y="195831"/>
                    <a:pt x="24007" y="182997"/>
                    <a:pt x="14135" y="169512"/>
                  </a:cubicBezTo>
                  <a:cubicBezTo>
                    <a:pt x="10708" y="164818"/>
                    <a:pt x="8063" y="159565"/>
                    <a:pt x="4859" y="154685"/>
                  </a:cubicBezTo>
                  <a:cubicBezTo>
                    <a:pt x="-766" y="146135"/>
                    <a:pt x="-1139" y="136803"/>
                    <a:pt x="1860" y="127602"/>
                  </a:cubicBezTo>
                  <a:cubicBezTo>
                    <a:pt x="5306" y="117059"/>
                    <a:pt x="8286" y="106405"/>
                    <a:pt x="11360" y="95769"/>
                  </a:cubicBezTo>
                  <a:cubicBezTo>
                    <a:pt x="15253" y="82283"/>
                    <a:pt x="23970" y="71629"/>
                    <a:pt x="33283" y="62017"/>
                  </a:cubicBezTo>
                  <a:cubicBezTo>
                    <a:pt x="52096" y="42590"/>
                    <a:pt x="71635" y="23423"/>
                    <a:pt x="96297" y="11576"/>
                  </a:cubicBezTo>
                  <a:cubicBezTo>
                    <a:pt x="111422" y="4312"/>
                    <a:pt x="127851" y="-717"/>
                    <a:pt x="145229" y="84"/>
                  </a:cubicBezTo>
                  <a:cubicBezTo>
                    <a:pt x="147465" y="214"/>
                    <a:pt x="149812" y="-28"/>
                    <a:pt x="151805" y="138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721459FD-F3AB-FAC3-449C-976F9DD5DF36}"/>
                </a:ext>
              </a:extLst>
            </p:cNvPr>
            <p:cNvSpPr/>
            <p:nvPr/>
          </p:nvSpPr>
          <p:spPr>
            <a:xfrm>
              <a:off x="1546979" y="5227735"/>
              <a:ext cx="188472" cy="234314"/>
            </a:xfrm>
            <a:custGeom>
              <a:avLst/>
              <a:gdLst>
                <a:gd name="csX0" fmla="*/ 157683 w 188472"/>
                <a:gd name="csY0" fmla="*/ 436 h 234314"/>
                <a:gd name="csX1" fmla="*/ 166381 w 188472"/>
                <a:gd name="csY1" fmla="*/ 511 h 234314"/>
                <a:gd name="csX2" fmla="*/ 177520 w 188472"/>
                <a:gd name="csY2" fmla="*/ 7012 h 234314"/>
                <a:gd name="csX3" fmla="*/ 179476 w 188472"/>
                <a:gd name="csY3" fmla="*/ 49760 h 234314"/>
                <a:gd name="csX4" fmla="*/ 157720 w 188472"/>
                <a:gd name="csY4" fmla="*/ 72670 h 234314"/>
                <a:gd name="csX5" fmla="*/ 126241 w 188472"/>
                <a:gd name="csY5" fmla="*/ 110985 h 234314"/>
                <a:gd name="csX6" fmla="*/ 102641 w 188472"/>
                <a:gd name="csY6" fmla="*/ 141198 h 234314"/>
                <a:gd name="csX7" fmla="*/ 93178 w 188472"/>
                <a:gd name="csY7" fmla="*/ 155205 h 234314"/>
                <a:gd name="csX8" fmla="*/ 66412 w 188472"/>
                <a:gd name="csY8" fmla="*/ 191508 h 234314"/>
                <a:gd name="csX9" fmla="*/ 64829 w 188472"/>
                <a:gd name="csY9" fmla="*/ 195159 h 234314"/>
                <a:gd name="csX10" fmla="*/ 54230 w 188472"/>
                <a:gd name="csY10" fmla="*/ 211700 h 234314"/>
                <a:gd name="csX11" fmla="*/ 32102 w 188472"/>
                <a:gd name="csY11" fmla="*/ 232114 h 234314"/>
                <a:gd name="csX12" fmla="*/ 27 w 188472"/>
                <a:gd name="csY12" fmla="*/ 211774 h 234314"/>
                <a:gd name="csX13" fmla="*/ 14499 w 188472"/>
                <a:gd name="csY13" fmla="*/ 163215 h 234314"/>
                <a:gd name="csX14" fmla="*/ 15449 w 188472"/>
                <a:gd name="csY14" fmla="*/ 161799 h 234314"/>
                <a:gd name="csX15" fmla="*/ 33834 w 188472"/>
                <a:gd name="csY15" fmla="*/ 133393 h 234314"/>
                <a:gd name="csX16" fmla="*/ 61811 w 188472"/>
                <a:gd name="csY16" fmla="*/ 93085 h 234314"/>
                <a:gd name="csX17" fmla="*/ 120299 w 188472"/>
                <a:gd name="csY17" fmla="*/ 25266 h 234314"/>
                <a:gd name="csX18" fmla="*/ 143415 w 188472"/>
                <a:gd name="csY18" fmla="*/ 4050 h 234314"/>
                <a:gd name="csX19" fmla="*/ 157683 w 188472"/>
                <a:gd name="csY19" fmla="*/ 436 h 234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8472" h="234314">
                  <a:moveTo>
                    <a:pt x="157683" y="436"/>
                  </a:moveTo>
                  <a:cubicBezTo>
                    <a:pt x="160588" y="455"/>
                    <a:pt x="163475" y="492"/>
                    <a:pt x="166381" y="511"/>
                  </a:cubicBezTo>
                  <a:cubicBezTo>
                    <a:pt x="170293" y="2318"/>
                    <a:pt x="174204" y="4180"/>
                    <a:pt x="177520" y="7012"/>
                  </a:cubicBezTo>
                  <a:cubicBezTo>
                    <a:pt x="191322" y="18765"/>
                    <a:pt x="192198" y="36125"/>
                    <a:pt x="179476" y="49760"/>
                  </a:cubicBezTo>
                  <a:cubicBezTo>
                    <a:pt x="172286" y="57453"/>
                    <a:pt x="164556" y="64624"/>
                    <a:pt x="157720" y="72670"/>
                  </a:cubicBezTo>
                  <a:cubicBezTo>
                    <a:pt x="147028" y="85281"/>
                    <a:pt x="135927" y="97500"/>
                    <a:pt x="126241" y="110985"/>
                  </a:cubicBezTo>
                  <a:cubicBezTo>
                    <a:pt x="118790" y="121342"/>
                    <a:pt x="110166" y="130841"/>
                    <a:pt x="102641" y="141198"/>
                  </a:cubicBezTo>
                  <a:cubicBezTo>
                    <a:pt x="99307" y="145780"/>
                    <a:pt x="96326" y="150548"/>
                    <a:pt x="93178" y="155205"/>
                  </a:cubicBezTo>
                  <a:cubicBezTo>
                    <a:pt x="84741" y="167666"/>
                    <a:pt x="74626" y="178898"/>
                    <a:pt x="66412" y="191508"/>
                  </a:cubicBezTo>
                  <a:cubicBezTo>
                    <a:pt x="65611" y="192607"/>
                    <a:pt x="65034" y="193781"/>
                    <a:pt x="64829" y="195159"/>
                  </a:cubicBezTo>
                  <a:cubicBezTo>
                    <a:pt x="62742" y="201604"/>
                    <a:pt x="58235" y="206596"/>
                    <a:pt x="54230" y="211700"/>
                  </a:cubicBezTo>
                  <a:cubicBezTo>
                    <a:pt x="48027" y="219635"/>
                    <a:pt x="42086" y="227942"/>
                    <a:pt x="32102" y="232114"/>
                  </a:cubicBezTo>
                  <a:cubicBezTo>
                    <a:pt x="16828" y="238503"/>
                    <a:pt x="567" y="230755"/>
                    <a:pt x="27" y="211774"/>
                  </a:cubicBezTo>
                  <a:cubicBezTo>
                    <a:pt x="-458" y="194153"/>
                    <a:pt x="5745" y="178228"/>
                    <a:pt x="14499" y="163215"/>
                  </a:cubicBezTo>
                  <a:cubicBezTo>
                    <a:pt x="14760" y="162712"/>
                    <a:pt x="15095" y="162246"/>
                    <a:pt x="15449" y="161799"/>
                  </a:cubicBezTo>
                  <a:cubicBezTo>
                    <a:pt x="21894" y="152541"/>
                    <a:pt x="27594" y="142800"/>
                    <a:pt x="33834" y="133393"/>
                  </a:cubicBezTo>
                  <a:cubicBezTo>
                    <a:pt x="42886" y="119759"/>
                    <a:pt x="52461" y="106496"/>
                    <a:pt x="61811" y="93085"/>
                  </a:cubicBezTo>
                  <a:cubicBezTo>
                    <a:pt x="78985" y="68442"/>
                    <a:pt x="100052" y="47226"/>
                    <a:pt x="120299" y="25266"/>
                  </a:cubicBezTo>
                  <a:cubicBezTo>
                    <a:pt x="127396" y="17573"/>
                    <a:pt x="134083" y="9414"/>
                    <a:pt x="143415" y="4050"/>
                  </a:cubicBezTo>
                  <a:cubicBezTo>
                    <a:pt x="147959" y="1479"/>
                    <a:pt x="152244" y="-1035"/>
                    <a:pt x="157683" y="436"/>
                  </a:cubicBezTo>
                  <a:close/>
                </a:path>
              </a:pathLst>
            </a:custGeom>
            <a:solidFill>
              <a:srgbClr val="8C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9B5BB8E-EAD5-F4CA-87C1-489F359675EE}"/>
                </a:ext>
              </a:extLst>
            </p:cNvPr>
            <p:cNvSpPr/>
            <p:nvPr/>
          </p:nvSpPr>
          <p:spPr>
            <a:xfrm>
              <a:off x="2021892" y="4839489"/>
              <a:ext cx="136818" cy="168384"/>
            </a:xfrm>
            <a:custGeom>
              <a:avLst/>
              <a:gdLst>
                <a:gd name="csX0" fmla="*/ 0 w 136818"/>
                <a:gd name="csY0" fmla="*/ 161567 h 168384"/>
                <a:gd name="csX1" fmla="*/ 30585 w 136818"/>
                <a:gd name="csY1" fmla="*/ 142233 h 168384"/>
                <a:gd name="csX2" fmla="*/ 63349 w 136818"/>
                <a:gd name="csY2" fmla="*/ 115522 h 168384"/>
                <a:gd name="csX3" fmla="*/ 84099 w 136818"/>
                <a:gd name="csY3" fmla="*/ 83615 h 168384"/>
                <a:gd name="csX4" fmla="*/ 93022 w 136818"/>
                <a:gd name="csY4" fmla="*/ 68788 h 168384"/>
                <a:gd name="csX5" fmla="*/ 104272 w 136818"/>
                <a:gd name="csY5" fmla="*/ 44443 h 168384"/>
                <a:gd name="csX6" fmla="*/ 102149 w 136818"/>
                <a:gd name="csY6" fmla="*/ 36564 h 168384"/>
                <a:gd name="csX7" fmla="*/ 98591 w 136818"/>
                <a:gd name="csY7" fmla="*/ 32597 h 168384"/>
                <a:gd name="csX8" fmla="*/ 99746 w 136818"/>
                <a:gd name="csY8" fmla="*/ 32112 h 168384"/>
                <a:gd name="csX9" fmla="*/ 110568 w 136818"/>
                <a:gd name="csY9" fmla="*/ 28182 h 168384"/>
                <a:gd name="csX10" fmla="*/ 117776 w 136818"/>
                <a:gd name="csY10" fmla="*/ 13057 h 168384"/>
                <a:gd name="csX11" fmla="*/ 119173 w 136818"/>
                <a:gd name="csY11" fmla="*/ 10692 h 168384"/>
                <a:gd name="csX12" fmla="*/ 123215 w 136818"/>
                <a:gd name="csY12" fmla="*/ 0 h 168384"/>
                <a:gd name="csX13" fmla="*/ 136534 w 136818"/>
                <a:gd name="csY13" fmla="*/ 39693 h 168384"/>
                <a:gd name="csX14" fmla="*/ 83746 w 136818"/>
                <a:gd name="csY14" fmla="*/ 142699 h 168384"/>
                <a:gd name="csX15" fmla="*/ 55545 w 136818"/>
                <a:gd name="csY15" fmla="*/ 163263 h 168384"/>
                <a:gd name="csX16" fmla="*/ 24364 w 136818"/>
                <a:gd name="csY16" fmla="*/ 164734 h 168384"/>
                <a:gd name="csX17" fmla="*/ 0 w 136818"/>
                <a:gd name="csY17" fmla="*/ 161567 h 168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6818" h="168384">
                  <a:moveTo>
                    <a:pt x="0" y="161567"/>
                  </a:moveTo>
                  <a:cubicBezTo>
                    <a:pt x="9779" y="154471"/>
                    <a:pt x="19800" y="147840"/>
                    <a:pt x="30585" y="142233"/>
                  </a:cubicBezTo>
                  <a:cubicBezTo>
                    <a:pt x="43251" y="135639"/>
                    <a:pt x="54632" y="126847"/>
                    <a:pt x="63349" y="115522"/>
                  </a:cubicBezTo>
                  <a:cubicBezTo>
                    <a:pt x="71079" y="105501"/>
                    <a:pt x="78996" y="95387"/>
                    <a:pt x="84099" y="83615"/>
                  </a:cubicBezTo>
                  <a:cubicBezTo>
                    <a:pt x="86428" y="78251"/>
                    <a:pt x="90004" y="73650"/>
                    <a:pt x="93022" y="68788"/>
                  </a:cubicBezTo>
                  <a:cubicBezTo>
                    <a:pt x="97827" y="61058"/>
                    <a:pt x="99727" y="52173"/>
                    <a:pt x="104272" y="44443"/>
                  </a:cubicBezTo>
                  <a:cubicBezTo>
                    <a:pt x="106098" y="41314"/>
                    <a:pt x="104719" y="38576"/>
                    <a:pt x="102149" y="36564"/>
                  </a:cubicBezTo>
                  <a:cubicBezTo>
                    <a:pt x="100677" y="35428"/>
                    <a:pt x="99001" y="34646"/>
                    <a:pt x="98591" y="32597"/>
                  </a:cubicBezTo>
                  <a:cubicBezTo>
                    <a:pt x="99113" y="32373"/>
                    <a:pt x="99578" y="32001"/>
                    <a:pt x="99746" y="32112"/>
                  </a:cubicBezTo>
                  <a:cubicBezTo>
                    <a:pt x="105054" y="35391"/>
                    <a:pt x="108072" y="33528"/>
                    <a:pt x="110568" y="28182"/>
                  </a:cubicBezTo>
                  <a:cubicBezTo>
                    <a:pt x="112915" y="23134"/>
                    <a:pt x="114275" y="17565"/>
                    <a:pt x="117776" y="13057"/>
                  </a:cubicBezTo>
                  <a:cubicBezTo>
                    <a:pt x="118335" y="12331"/>
                    <a:pt x="118540" y="10878"/>
                    <a:pt x="119173" y="10692"/>
                  </a:cubicBezTo>
                  <a:cubicBezTo>
                    <a:pt x="125395" y="8885"/>
                    <a:pt x="123495" y="4154"/>
                    <a:pt x="123215" y="0"/>
                  </a:cubicBezTo>
                  <a:cubicBezTo>
                    <a:pt x="135733" y="10524"/>
                    <a:pt x="137688" y="24289"/>
                    <a:pt x="136534" y="39693"/>
                  </a:cubicBezTo>
                  <a:cubicBezTo>
                    <a:pt x="133367" y="81547"/>
                    <a:pt x="114591" y="115280"/>
                    <a:pt x="83746" y="142699"/>
                  </a:cubicBezTo>
                  <a:cubicBezTo>
                    <a:pt x="75084" y="150391"/>
                    <a:pt x="65119" y="156650"/>
                    <a:pt x="55545" y="163263"/>
                  </a:cubicBezTo>
                  <a:cubicBezTo>
                    <a:pt x="45579" y="170136"/>
                    <a:pt x="34627" y="169540"/>
                    <a:pt x="24364" y="164734"/>
                  </a:cubicBezTo>
                  <a:cubicBezTo>
                    <a:pt x="16261" y="160897"/>
                    <a:pt x="8587" y="158904"/>
                    <a:pt x="0" y="161567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68F37261-DB43-59E2-B9B2-921D715801D3}"/>
                </a:ext>
              </a:extLst>
            </p:cNvPr>
            <p:cNvSpPr/>
            <p:nvPr/>
          </p:nvSpPr>
          <p:spPr>
            <a:xfrm>
              <a:off x="1921893" y="5215242"/>
              <a:ext cx="152227" cy="170707"/>
            </a:xfrm>
            <a:custGeom>
              <a:avLst/>
              <a:gdLst>
                <a:gd name="csX0" fmla="*/ 131832 w 152227"/>
                <a:gd name="csY0" fmla="*/ 151045 h 170707"/>
                <a:gd name="csX1" fmla="*/ 118737 w 152227"/>
                <a:gd name="csY1" fmla="*/ 160377 h 170707"/>
                <a:gd name="csX2" fmla="*/ 93461 w 152227"/>
                <a:gd name="csY2" fmla="*/ 170231 h 170707"/>
                <a:gd name="csX3" fmla="*/ 84501 w 152227"/>
                <a:gd name="csY3" fmla="*/ 170678 h 170707"/>
                <a:gd name="csX4" fmla="*/ 81223 w 152227"/>
                <a:gd name="csY4" fmla="*/ 166952 h 170707"/>
                <a:gd name="csX5" fmla="*/ 68650 w 152227"/>
                <a:gd name="csY5" fmla="*/ 140186 h 170707"/>
                <a:gd name="csX6" fmla="*/ 49018 w 152227"/>
                <a:gd name="csY6" fmla="*/ 127036 h 170707"/>
                <a:gd name="csX7" fmla="*/ 28715 w 152227"/>
                <a:gd name="csY7" fmla="*/ 103044 h 170707"/>
                <a:gd name="csX8" fmla="*/ 15322 w 152227"/>
                <a:gd name="csY8" fmla="*/ 75198 h 170707"/>
                <a:gd name="csX9" fmla="*/ 3848 w 152227"/>
                <a:gd name="csY9" fmla="*/ 57335 h 170707"/>
                <a:gd name="csX10" fmla="*/ 421 w 152227"/>
                <a:gd name="csY10" fmla="*/ 47891 h 170707"/>
                <a:gd name="csX11" fmla="*/ 8113 w 152227"/>
                <a:gd name="csY11" fmla="*/ 34443 h 170707"/>
                <a:gd name="csX12" fmla="*/ 8318 w 152227"/>
                <a:gd name="csY12" fmla="*/ 19858 h 170707"/>
                <a:gd name="csX13" fmla="*/ 8356 w 152227"/>
                <a:gd name="csY13" fmla="*/ 19914 h 170707"/>
                <a:gd name="csX14" fmla="*/ 10554 w 152227"/>
                <a:gd name="csY14" fmla="*/ 14400 h 170707"/>
                <a:gd name="csX15" fmla="*/ 23909 w 152227"/>
                <a:gd name="csY15" fmla="*/ 2759 h 170707"/>
                <a:gd name="csX16" fmla="*/ 30130 w 152227"/>
                <a:gd name="csY16" fmla="*/ 505 h 170707"/>
                <a:gd name="csX17" fmla="*/ 55649 w 152227"/>
                <a:gd name="csY17" fmla="*/ 5012 h 170707"/>
                <a:gd name="csX18" fmla="*/ 80757 w 152227"/>
                <a:gd name="csY18" fmla="*/ 4565 h 170707"/>
                <a:gd name="csX19" fmla="*/ 84334 w 152227"/>
                <a:gd name="csY19" fmla="*/ 7955 h 170707"/>
                <a:gd name="csX20" fmla="*/ 87612 w 152227"/>
                <a:gd name="csY20" fmla="*/ 27700 h 170707"/>
                <a:gd name="csX21" fmla="*/ 88320 w 152227"/>
                <a:gd name="csY21" fmla="*/ 31518 h 170707"/>
                <a:gd name="csX22" fmla="*/ 102327 w 152227"/>
                <a:gd name="csY22" fmla="*/ 45544 h 170707"/>
                <a:gd name="csX23" fmla="*/ 120879 w 152227"/>
                <a:gd name="csY23" fmla="*/ 85200 h 170707"/>
                <a:gd name="csX24" fmla="*/ 135296 w 152227"/>
                <a:gd name="csY24" fmla="*/ 107869 h 170707"/>
                <a:gd name="csX25" fmla="*/ 145392 w 152227"/>
                <a:gd name="csY25" fmla="*/ 112637 h 170707"/>
                <a:gd name="csX26" fmla="*/ 152228 w 152227"/>
                <a:gd name="csY26" fmla="*/ 119343 h 170707"/>
                <a:gd name="csX27" fmla="*/ 131757 w 152227"/>
                <a:gd name="csY27" fmla="*/ 151064 h 170707"/>
                <a:gd name="csX28" fmla="*/ 133303 w 152227"/>
                <a:gd name="csY28" fmla="*/ 145532 h 170707"/>
                <a:gd name="csX29" fmla="*/ 132279 w 152227"/>
                <a:gd name="csY29" fmla="*/ 127855 h 170707"/>
                <a:gd name="csX30" fmla="*/ 118197 w 152227"/>
                <a:gd name="csY30" fmla="*/ 102169 h 170707"/>
                <a:gd name="csX31" fmla="*/ 89195 w 152227"/>
                <a:gd name="csY31" fmla="*/ 53237 h 170707"/>
                <a:gd name="csX32" fmla="*/ 54773 w 152227"/>
                <a:gd name="csY32" fmla="*/ 18442 h 170707"/>
                <a:gd name="csX33" fmla="*/ 39332 w 152227"/>
                <a:gd name="csY33" fmla="*/ 16561 h 170707"/>
                <a:gd name="csX34" fmla="*/ 25418 w 152227"/>
                <a:gd name="csY34" fmla="*/ 24310 h 170707"/>
                <a:gd name="csX35" fmla="*/ 22102 w 152227"/>
                <a:gd name="csY35" fmla="*/ 49288 h 170707"/>
                <a:gd name="csX36" fmla="*/ 30130 w 152227"/>
                <a:gd name="csY36" fmla="*/ 62234 h 170707"/>
                <a:gd name="csX37" fmla="*/ 49074 w 152227"/>
                <a:gd name="csY37" fmla="*/ 88702 h 170707"/>
                <a:gd name="csX38" fmla="*/ 66806 w 152227"/>
                <a:gd name="csY38" fmla="*/ 108949 h 170707"/>
                <a:gd name="csX39" fmla="*/ 86942 w 152227"/>
                <a:gd name="csY39" fmla="*/ 124353 h 170707"/>
                <a:gd name="csX40" fmla="*/ 87836 w 152227"/>
                <a:gd name="csY40" fmla="*/ 125695 h 170707"/>
                <a:gd name="csX41" fmla="*/ 76641 w 152227"/>
                <a:gd name="csY41" fmla="*/ 133555 h 170707"/>
                <a:gd name="csX42" fmla="*/ 83607 w 152227"/>
                <a:gd name="csY42" fmla="*/ 129029 h 170707"/>
                <a:gd name="csX43" fmla="*/ 88022 w 152227"/>
                <a:gd name="csY43" fmla="*/ 128339 h 170707"/>
                <a:gd name="csX44" fmla="*/ 107599 w 152227"/>
                <a:gd name="csY44" fmla="*/ 152219 h 170707"/>
                <a:gd name="csX45" fmla="*/ 124344 w 152227"/>
                <a:gd name="csY45" fmla="*/ 152312 h 170707"/>
                <a:gd name="csX46" fmla="*/ 131832 w 152227"/>
                <a:gd name="csY46" fmla="*/ 151045 h 17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2227" h="170707">
                  <a:moveTo>
                    <a:pt x="131832" y="151045"/>
                  </a:moveTo>
                  <a:cubicBezTo>
                    <a:pt x="128591" y="155721"/>
                    <a:pt x="123524" y="157993"/>
                    <a:pt x="118737" y="160377"/>
                  </a:cubicBezTo>
                  <a:cubicBezTo>
                    <a:pt x="110635" y="164419"/>
                    <a:pt x="102607" y="168778"/>
                    <a:pt x="93461" y="170231"/>
                  </a:cubicBezTo>
                  <a:cubicBezTo>
                    <a:pt x="90518" y="171143"/>
                    <a:pt x="87482" y="170417"/>
                    <a:pt x="84501" y="170678"/>
                  </a:cubicBezTo>
                  <a:cubicBezTo>
                    <a:pt x="81707" y="170901"/>
                    <a:pt x="80459" y="169504"/>
                    <a:pt x="81223" y="166952"/>
                  </a:cubicBezTo>
                  <a:cubicBezTo>
                    <a:pt x="85042" y="154212"/>
                    <a:pt x="77814" y="146817"/>
                    <a:pt x="68650" y="140186"/>
                  </a:cubicBezTo>
                  <a:cubicBezTo>
                    <a:pt x="62261" y="135548"/>
                    <a:pt x="55183" y="131879"/>
                    <a:pt x="49018" y="127036"/>
                  </a:cubicBezTo>
                  <a:cubicBezTo>
                    <a:pt x="40710" y="120516"/>
                    <a:pt x="34303" y="112097"/>
                    <a:pt x="28715" y="103044"/>
                  </a:cubicBezTo>
                  <a:cubicBezTo>
                    <a:pt x="23257" y="94215"/>
                    <a:pt x="18861" y="84902"/>
                    <a:pt x="15322" y="75198"/>
                  </a:cubicBezTo>
                  <a:cubicBezTo>
                    <a:pt x="12807" y="68324"/>
                    <a:pt x="8970" y="62457"/>
                    <a:pt x="3848" y="57335"/>
                  </a:cubicBezTo>
                  <a:cubicBezTo>
                    <a:pt x="1277" y="54746"/>
                    <a:pt x="-958" y="51952"/>
                    <a:pt x="421" y="47891"/>
                  </a:cubicBezTo>
                  <a:cubicBezTo>
                    <a:pt x="2935" y="43383"/>
                    <a:pt x="4742" y="38466"/>
                    <a:pt x="8113" y="34443"/>
                  </a:cubicBezTo>
                  <a:cubicBezTo>
                    <a:pt x="9697" y="29600"/>
                    <a:pt x="9343" y="24738"/>
                    <a:pt x="8318" y="19858"/>
                  </a:cubicBezTo>
                  <a:lnTo>
                    <a:pt x="8356" y="19914"/>
                  </a:lnTo>
                  <a:cubicBezTo>
                    <a:pt x="7108" y="17287"/>
                    <a:pt x="8374" y="15574"/>
                    <a:pt x="10554" y="14400"/>
                  </a:cubicBezTo>
                  <a:cubicBezTo>
                    <a:pt x="15881" y="11513"/>
                    <a:pt x="20444" y="7825"/>
                    <a:pt x="23909" y="2759"/>
                  </a:cubicBezTo>
                  <a:cubicBezTo>
                    <a:pt x="25287" y="747"/>
                    <a:pt x="27280" y="-855"/>
                    <a:pt x="30130" y="505"/>
                  </a:cubicBezTo>
                  <a:cubicBezTo>
                    <a:pt x="37860" y="6428"/>
                    <a:pt x="46838" y="5217"/>
                    <a:pt x="55649" y="5012"/>
                  </a:cubicBezTo>
                  <a:cubicBezTo>
                    <a:pt x="64012" y="4062"/>
                    <a:pt x="72394" y="4845"/>
                    <a:pt x="80757" y="4565"/>
                  </a:cubicBezTo>
                  <a:cubicBezTo>
                    <a:pt x="83160" y="4491"/>
                    <a:pt x="84371" y="5944"/>
                    <a:pt x="84334" y="7955"/>
                  </a:cubicBezTo>
                  <a:cubicBezTo>
                    <a:pt x="84222" y="14773"/>
                    <a:pt x="86345" y="21162"/>
                    <a:pt x="87612" y="27700"/>
                  </a:cubicBezTo>
                  <a:cubicBezTo>
                    <a:pt x="89251" y="28724"/>
                    <a:pt x="83943" y="30978"/>
                    <a:pt x="88320" y="31518"/>
                  </a:cubicBezTo>
                  <a:cubicBezTo>
                    <a:pt x="95491" y="33698"/>
                    <a:pt x="98714" y="39975"/>
                    <a:pt x="102327" y="45544"/>
                  </a:cubicBezTo>
                  <a:cubicBezTo>
                    <a:pt x="110299" y="57894"/>
                    <a:pt x="115533" y="71528"/>
                    <a:pt x="120879" y="85200"/>
                  </a:cubicBezTo>
                  <a:cubicBezTo>
                    <a:pt x="124120" y="93489"/>
                    <a:pt x="129038" y="101238"/>
                    <a:pt x="135296" y="107869"/>
                  </a:cubicBezTo>
                  <a:cubicBezTo>
                    <a:pt x="138053" y="110793"/>
                    <a:pt x="141965" y="111166"/>
                    <a:pt x="145392" y="112637"/>
                  </a:cubicBezTo>
                  <a:cubicBezTo>
                    <a:pt x="148577" y="113997"/>
                    <a:pt x="151688" y="115319"/>
                    <a:pt x="152228" y="119343"/>
                  </a:cubicBezTo>
                  <a:cubicBezTo>
                    <a:pt x="147143" y="131040"/>
                    <a:pt x="142337" y="142924"/>
                    <a:pt x="131757" y="151064"/>
                  </a:cubicBezTo>
                  <a:cubicBezTo>
                    <a:pt x="130398" y="148698"/>
                    <a:pt x="132316" y="147208"/>
                    <a:pt x="133303" y="145532"/>
                  </a:cubicBezTo>
                  <a:cubicBezTo>
                    <a:pt x="137159" y="138975"/>
                    <a:pt x="136600" y="134021"/>
                    <a:pt x="132279" y="127855"/>
                  </a:cubicBezTo>
                  <a:cubicBezTo>
                    <a:pt x="126635" y="119846"/>
                    <a:pt x="122686" y="110849"/>
                    <a:pt x="118197" y="102169"/>
                  </a:cubicBezTo>
                  <a:cubicBezTo>
                    <a:pt x="109480" y="85275"/>
                    <a:pt x="101638" y="67766"/>
                    <a:pt x="89195" y="53237"/>
                  </a:cubicBezTo>
                  <a:cubicBezTo>
                    <a:pt x="78597" y="40850"/>
                    <a:pt x="68352" y="27942"/>
                    <a:pt x="54773" y="18442"/>
                  </a:cubicBezTo>
                  <a:cubicBezTo>
                    <a:pt x="49949" y="15071"/>
                    <a:pt x="45683" y="13264"/>
                    <a:pt x="39332" y="16561"/>
                  </a:cubicBezTo>
                  <a:cubicBezTo>
                    <a:pt x="34601" y="19020"/>
                    <a:pt x="29720" y="20603"/>
                    <a:pt x="25418" y="24310"/>
                  </a:cubicBezTo>
                  <a:cubicBezTo>
                    <a:pt x="16104" y="32338"/>
                    <a:pt x="18265" y="41353"/>
                    <a:pt x="22102" y="49288"/>
                  </a:cubicBezTo>
                  <a:cubicBezTo>
                    <a:pt x="24300" y="53852"/>
                    <a:pt x="26982" y="58266"/>
                    <a:pt x="30130" y="62234"/>
                  </a:cubicBezTo>
                  <a:cubicBezTo>
                    <a:pt x="36892" y="70746"/>
                    <a:pt x="42517" y="80041"/>
                    <a:pt x="49074" y="88702"/>
                  </a:cubicBezTo>
                  <a:cubicBezTo>
                    <a:pt x="54550" y="95948"/>
                    <a:pt x="60976" y="102150"/>
                    <a:pt x="66806" y="108949"/>
                  </a:cubicBezTo>
                  <a:cubicBezTo>
                    <a:pt x="72357" y="115413"/>
                    <a:pt x="77833" y="122360"/>
                    <a:pt x="86942" y="124353"/>
                  </a:cubicBezTo>
                  <a:cubicBezTo>
                    <a:pt x="87463" y="124465"/>
                    <a:pt x="87724" y="125117"/>
                    <a:pt x="87836" y="125695"/>
                  </a:cubicBezTo>
                  <a:cubicBezTo>
                    <a:pt x="84408" y="128731"/>
                    <a:pt x="80646" y="131301"/>
                    <a:pt x="76641" y="133555"/>
                  </a:cubicBezTo>
                  <a:cubicBezTo>
                    <a:pt x="79156" y="132344"/>
                    <a:pt x="81577" y="131022"/>
                    <a:pt x="83607" y="129029"/>
                  </a:cubicBezTo>
                  <a:cubicBezTo>
                    <a:pt x="84799" y="127874"/>
                    <a:pt x="86308" y="126905"/>
                    <a:pt x="88022" y="128339"/>
                  </a:cubicBezTo>
                  <a:cubicBezTo>
                    <a:pt x="91989" y="138398"/>
                    <a:pt x="99626" y="145513"/>
                    <a:pt x="107599" y="152219"/>
                  </a:cubicBezTo>
                  <a:cubicBezTo>
                    <a:pt x="111845" y="155795"/>
                    <a:pt x="119389" y="155423"/>
                    <a:pt x="124344" y="152312"/>
                  </a:cubicBezTo>
                  <a:cubicBezTo>
                    <a:pt x="126635" y="150934"/>
                    <a:pt x="128833" y="148587"/>
                    <a:pt x="131832" y="151045"/>
                  </a:cubicBezTo>
                  <a:close/>
                </a:path>
              </a:pathLst>
            </a:custGeom>
            <a:solidFill>
              <a:srgbClr val="88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DD6ABC6D-0D7F-4596-CE8C-4589D1AADE36}"/>
                </a:ext>
              </a:extLst>
            </p:cNvPr>
            <p:cNvSpPr/>
            <p:nvPr/>
          </p:nvSpPr>
          <p:spPr>
            <a:xfrm>
              <a:off x="1536984" y="5229512"/>
              <a:ext cx="114919" cy="158584"/>
            </a:xfrm>
            <a:custGeom>
              <a:avLst/>
              <a:gdLst>
                <a:gd name="csX0" fmla="*/ 0 w 114919"/>
                <a:gd name="csY0" fmla="*/ 107122 h 158584"/>
                <a:gd name="csX1" fmla="*/ 21756 w 114919"/>
                <a:gd name="csY1" fmla="*/ 74805 h 158584"/>
                <a:gd name="csX2" fmla="*/ 40494 w 114919"/>
                <a:gd name="csY2" fmla="*/ 53198 h 158584"/>
                <a:gd name="csX3" fmla="*/ 69142 w 114919"/>
                <a:gd name="csY3" fmla="*/ 21383 h 158584"/>
                <a:gd name="csX4" fmla="*/ 100677 w 114919"/>
                <a:gd name="csY4" fmla="*/ 0 h 158584"/>
                <a:gd name="csX5" fmla="*/ 109748 w 114919"/>
                <a:gd name="csY5" fmla="*/ 8214 h 158584"/>
                <a:gd name="csX6" fmla="*/ 114517 w 114919"/>
                <a:gd name="csY6" fmla="*/ 20303 h 158584"/>
                <a:gd name="csX7" fmla="*/ 111332 w 114919"/>
                <a:gd name="csY7" fmla="*/ 33323 h 158584"/>
                <a:gd name="csX8" fmla="*/ 103676 w 114919"/>
                <a:gd name="csY8" fmla="*/ 31516 h 158584"/>
                <a:gd name="csX9" fmla="*/ 96542 w 114919"/>
                <a:gd name="csY9" fmla="*/ 27884 h 158584"/>
                <a:gd name="csX10" fmla="*/ 111145 w 114919"/>
                <a:gd name="csY10" fmla="*/ 33584 h 158584"/>
                <a:gd name="csX11" fmla="*/ 110531 w 114919"/>
                <a:gd name="csY11" fmla="*/ 36937 h 158584"/>
                <a:gd name="csX12" fmla="*/ 97231 w 114919"/>
                <a:gd name="csY12" fmla="*/ 46678 h 158584"/>
                <a:gd name="csX13" fmla="*/ 76965 w 114919"/>
                <a:gd name="csY13" fmla="*/ 70558 h 158584"/>
                <a:gd name="csX14" fmla="*/ 72700 w 114919"/>
                <a:gd name="csY14" fmla="*/ 81249 h 158584"/>
                <a:gd name="csX15" fmla="*/ 67894 w 114919"/>
                <a:gd name="csY15" fmla="*/ 80765 h 158584"/>
                <a:gd name="csX16" fmla="*/ 45915 w 114919"/>
                <a:gd name="csY16" fmla="*/ 67354 h 158584"/>
                <a:gd name="csX17" fmla="*/ 70353 w 114919"/>
                <a:gd name="csY17" fmla="*/ 82311 h 158584"/>
                <a:gd name="csX18" fmla="*/ 69813 w 114919"/>
                <a:gd name="csY18" fmla="*/ 84379 h 158584"/>
                <a:gd name="csX19" fmla="*/ 52322 w 114919"/>
                <a:gd name="csY19" fmla="*/ 108798 h 158584"/>
                <a:gd name="csX20" fmla="*/ 35167 w 114919"/>
                <a:gd name="csY20" fmla="*/ 135900 h 158584"/>
                <a:gd name="csX21" fmla="*/ 22818 w 114919"/>
                <a:gd name="csY21" fmla="*/ 158420 h 158584"/>
                <a:gd name="csX22" fmla="*/ 11511 w 114919"/>
                <a:gd name="csY22" fmla="*/ 153074 h 158584"/>
                <a:gd name="csX23" fmla="*/ 13355 w 114919"/>
                <a:gd name="csY23" fmla="*/ 141823 h 158584"/>
                <a:gd name="csX24" fmla="*/ 31330 w 114919"/>
                <a:gd name="csY24" fmla="*/ 102428 h 158584"/>
                <a:gd name="csX25" fmla="*/ 25835 w 114919"/>
                <a:gd name="csY25" fmla="*/ 98982 h 158584"/>
                <a:gd name="csX26" fmla="*/ 6203 w 114919"/>
                <a:gd name="csY26" fmla="*/ 108388 h 158584"/>
                <a:gd name="csX27" fmla="*/ 0 w 114919"/>
                <a:gd name="csY27" fmla="*/ 107122 h 15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4919" h="158584">
                  <a:moveTo>
                    <a:pt x="0" y="107122"/>
                  </a:moveTo>
                  <a:cubicBezTo>
                    <a:pt x="5625" y="95257"/>
                    <a:pt x="14473" y="85552"/>
                    <a:pt x="21756" y="74805"/>
                  </a:cubicBezTo>
                  <a:cubicBezTo>
                    <a:pt x="27158" y="66832"/>
                    <a:pt x="33416" y="59605"/>
                    <a:pt x="40494" y="53198"/>
                  </a:cubicBezTo>
                  <a:cubicBezTo>
                    <a:pt x="51149" y="43530"/>
                    <a:pt x="60295" y="32652"/>
                    <a:pt x="69142" y="21383"/>
                  </a:cubicBezTo>
                  <a:cubicBezTo>
                    <a:pt x="77338" y="10971"/>
                    <a:pt x="87322" y="2924"/>
                    <a:pt x="100677" y="0"/>
                  </a:cubicBezTo>
                  <a:cubicBezTo>
                    <a:pt x="102726" y="3800"/>
                    <a:pt x="106470" y="5793"/>
                    <a:pt x="109748" y="8214"/>
                  </a:cubicBezTo>
                  <a:cubicBezTo>
                    <a:pt x="113958" y="11344"/>
                    <a:pt x="115802" y="14864"/>
                    <a:pt x="114517" y="20303"/>
                  </a:cubicBezTo>
                  <a:cubicBezTo>
                    <a:pt x="113492" y="24662"/>
                    <a:pt x="112691" y="29058"/>
                    <a:pt x="111332" y="33323"/>
                  </a:cubicBezTo>
                  <a:cubicBezTo>
                    <a:pt x="108277" y="34962"/>
                    <a:pt x="106097" y="32578"/>
                    <a:pt x="103676" y="31516"/>
                  </a:cubicBezTo>
                  <a:cubicBezTo>
                    <a:pt x="101236" y="30436"/>
                    <a:pt x="99057" y="28797"/>
                    <a:pt x="96542" y="27884"/>
                  </a:cubicBezTo>
                  <a:cubicBezTo>
                    <a:pt x="101571" y="29374"/>
                    <a:pt x="105148" y="34534"/>
                    <a:pt x="111145" y="33584"/>
                  </a:cubicBezTo>
                  <a:cubicBezTo>
                    <a:pt x="113846" y="35242"/>
                    <a:pt x="112244" y="36639"/>
                    <a:pt x="110531" y="36937"/>
                  </a:cubicBezTo>
                  <a:cubicBezTo>
                    <a:pt x="104421" y="38017"/>
                    <a:pt x="100845" y="42525"/>
                    <a:pt x="97231" y="46678"/>
                  </a:cubicBezTo>
                  <a:cubicBezTo>
                    <a:pt x="90395" y="54557"/>
                    <a:pt x="82479" y="61505"/>
                    <a:pt x="76965" y="70558"/>
                  </a:cubicBezTo>
                  <a:cubicBezTo>
                    <a:pt x="74898" y="73948"/>
                    <a:pt x="72923" y="77207"/>
                    <a:pt x="72700" y="81249"/>
                  </a:cubicBezTo>
                  <a:cubicBezTo>
                    <a:pt x="71005" y="82181"/>
                    <a:pt x="69217" y="81529"/>
                    <a:pt x="67894" y="80765"/>
                  </a:cubicBezTo>
                  <a:cubicBezTo>
                    <a:pt x="60444" y="76518"/>
                    <a:pt x="52378" y="73240"/>
                    <a:pt x="45915" y="67354"/>
                  </a:cubicBezTo>
                  <a:cubicBezTo>
                    <a:pt x="52956" y="74134"/>
                    <a:pt x="62194" y="77338"/>
                    <a:pt x="70353" y="82311"/>
                  </a:cubicBezTo>
                  <a:cubicBezTo>
                    <a:pt x="70539" y="83093"/>
                    <a:pt x="70446" y="83932"/>
                    <a:pt x="69813" y="84379"/>
                  </a:cubicBezTo>
                  <a:cubicBezTo>
                    <a:pt x="61207" y="90525"/>
                    <a:pt x="57184" y="99988"/>
                    <a:pt x="52322" y="108798"/>
                  </a:cubicBezTo>
                  <a:cubicBezTo>
                    <a:pt x="47144" y="118186"/>
                    <a:pt x="39973" y="126326"/>
                    <a:pt x="35167" y="135900"/>
                  </a:cubicBezTo>
                  <a:cubicBezTo>
                    <a:pt x="31311" y="143574"/>
                    <a:pt x="25221" y="149982"/>
                    <a:pt x="22818" y="158420"/>
                  </a:cubicBezTo>
                  <a:cubicBezTo>
                    <a:pt x="17751" y="159370"/>
                    <a:pt x="14715" y="156035"/>
                    <a:pt x="11511" y="153074"/>
                  </a:cubicBezTo>
                  <a:cubicBezTo>
                    <a:pt x="8978" y="148808"/>
                    <a:pt x="10580" y="145400"/>
                    <a:pt x="13355" y="141823"/>
                  </a:cubicBezTo>
                  <a:cubicBezTo>
                    <a:pt x="22445" y="130144"/>
                    <a:pt x="29076" y="117255"/>
                    <a:pt x="31330" y="102428"/>
                  </a:cubicBezTo>
                  <a:cubicBezTo>
                    <a:pt x="32112" y="97306"/>
                    <a:pt x="28238" y="98367"/>
                    <a:pt x="25835" y="98982"/>
                  </a:cubicBezTo>
                  <a:cubicBezTo>
                    <a:pt x="18738" y="100863"/>
                    <a:pt x="11940" y="103620"/>
                    <a:pt x="6203" y="108388"/>
                  </a:cubicBezTo>
                  <a:cubicBezTo>
                    <a:pt x="3502" y="110605"/>
                    <a:pt x="1155" y="112039"/>
                    <a:pt x="0" y="107122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09FE337C-CB88-366B-323B-246224796A8F}"/>
                </a:ext>
              </a:extLst>
            </p:cNvPr>
            <p:cNvSpPr/>
            <p:nvPr/>
          </p:nvSpPr>
          <p:spPr>
            <a:xfrm>
              <a:off x="1613297" y="5220548"/>
              <a:ext cx="140818" cy="210001"/>
            </a:xfrm>
            <a:custGeom>
              <a:avLst/>
              <a:gdLst>
                <a:gd name="csX0" fmla="*/ 104551 w 140818"/>
                <a:gd name="csY0" fmla="*/ 91480 h 210001"/>
                <a:gd name="csX1" fmla="*/ 100994 w 140818"/>
                <a:gd name="csY1" fmla="*/ 107611 h 210001"/>
                <a:gd name="csX2" fmla="*/ 98554 w 140818"/>
                <a:gd name="csY2" fmla="*/ 115602 h 210001"/>
                <a:gd name="csX3" fmla="*/ 81864 w 140818"/>
                <a:gd name="csY3" fmla="*/ 148440 h 210001"/>
                <a:gd name="csX4" fmla="*/ 73929 w 140818"/>
                <a:gd name="csY4" fmla="*/ 153619 h 210001"/>
                <a:gd name="csX5" fmla="*/ 65603 w 140818"/>
                <a:gd name="csY5" fmla="*/ 152147 h 210001"/>
                <a:gd name="csX6" fmla="*/ 53757 w 140818"/>
                <a:gd name="csY6" fmla="*/ 143858 h 210001"/>
                <a:gd name="csX7" fmla="*/ 66665 w 140818"/>
                <a:gd name="csY7" fmla="*/ 152818 h 210001"/>
                <a:gd name="csX8" fmla="*/ 71787 w 140818"/>
                <a:gd name="csY8" fmla="*/ 155910 h 210001"/>
                <a:gd name="csX9" fmla="*/ 67931 w 140818"/>
                <a:gd name="csY9" fmla="*/ 165130 h 210001"/>
                <a:gd name="csX10" fmla="*/ 31442 w 140818"/>
                <a:gd name="csY10" fmla="*/ 197708 h 210001"/>
                <a:gd name="csX11" fmla="*/ 14175 w 140818"/>
                <a:gd name="csY11" fmla="*/ 210001 h 210001"/>
                <a:gd name="csX12" fmla="*/ 0 w 140818"/>
                <a:gd name="csY12" fmla="*/ 199980 h 210001"/>
                <a:gd name="csX13" fmla="*/ 23749 w 140818"/>
                <a:gd name="csY13" fmla="*/ 171109 h 210001"/>
                <a:gd name="csX14" fmla="*/ 46455 w 140818"/>
                <a:gd name="csY14" fmla="*/ 139760 h 210001"/>
                <a:gd name="csX15" fmla="*/ 49938 w 140818"/>
                <a:gd name="csY15" fmla="*/ 134713 h 210001"/>
                <a:gd name="csX16" fmla="*/ 63889 w 140818"/>
                <a:gd name="csY16" fmla="*/ 117166 h 210001"/>
                <a:gd name="csX17" fmla="*/ 73277 w 140818"/>
                <a:gd name="csY17" fmla="*/ 105301 h 210001"/>
                <a:gd name="csX18" fmla="*/ 90079 w 140818"/>
                <a:gd name="csY18" fmla="*/ 83545 h 210001"/>
                <a:gd name="csX19" fmla="*/ 107904 w 140818"/>
                <a:gd name="csY19" fmla="*/ 64825 h 210001"/>
                <a:gd name="csX20" fmla="*/ 120496 w 140818"/>
                <a:gd name="csY20" fmla="*/ 50427 h 210001"/>
                <a:gd name="csX21" fmla="*/ 117478 w 140818"/>
                <a:gd name="csY21" fmla="*/ 17216 h 210001"/>
                <a:gd name="csX22" fmla="*/ 107643 w 140818"/>
                <a:gd name="csY22" fmla="*/ 6449 h 210001"/>
                <a:gd name="csX23" fmla="*/ 120161 w 140818"/>
                <a:gd name="csY23" fmla="*/ 843 h 210001"/>
                <a:gd name="csX24" fmla="*/ 127667 w 140818"/>
                <a:gd name="csY24" fmla="*/ 2519 h 210001"/>
                <a:gd name="csX25" fmla="*/ 138191 w 140818"/>
                <a:gd name="csY25" fmla="*/ 13416 h 210001"/>
                <a:gd name="csX26" fmla="*/ 139644 w 140818"/>
                <a:gd name="csY26" fmla="*/ 17942 h 210001"/>
                <a:gd name="csX27" fmla="*/ 133646 w 140818"/>
                <a:gd name="csY27" fmla="*/ 38040 h 210001"/>
                <a:gd name="csX28" fmla="*/ 140743 w 140818"/>
                <a:gd name="csY28" fmla="*/ 62050 h 210001"/>
                <a:gd name="csX29" fmla="*/ 134429 w 140818"/>
                <a:gd name="csY29" fmla="*/ 67135 h 210001"/>
                <a:gd name="csX30" fmla="*/ 123066 w 140818"/>
                <a:gd name="csY30" fmla="*/ 70488 h 210001"/>
                <a:gd name="csX31" fmla="*/ 110680 w 140818"/>
                <a:gd name="csY31" fmla="*/ 83843 h 210001"/>
                <a:gd name="csX32" fmla="*/ 105669 w 140818"/>
                <a:gd name="csY32" fmla="*/ 88034 h 210001"/>
                <a:gd name="csX33" fmla="*/ 100938 w 140818"/>
                <a:gd name="csY33" fmla="*/ 85110 h 210001"/>
                <a:gd name="csX34" fmla="*/ 104551 w 140818"/>
                <a:gd name="csY34" fmla="*/ 91480 h 210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40818" h="210001">
                  <a:moveTo>
                    <a:pt x="104551" y="91480"/>
                  </a:moveTo>
                  <a:cubicBezTo>
                    <a:pt x="105185" y="97254"/>
                    <a:pt x="104272" y="102712"/>
                    <a:pt x="100994" y="107611"/>
                  </a:cubicBezTo>
                  <a:cubicBezTo>
                    <a:pt x="99373" y="110032"/>
                    <a:pt x="99168" y="112845"/>
                    <a:pt x="98554" y="115602"/>
                  </a:cubicBezTo>
                  <a:cubicBezTo>
                    <a:pt x="95834" y="127970"/>
                    <a:pt x="88365" y="137972"/>
                    <a:pt x="81864" y="148440"/>
                  </a:cubicBezTo>
                  <a:cubicBezTo>
                    <a:pt x="80113" y="151272"/>
                    <a:pt x="76723" y="152091"/>
                    <a:pt x="73929" y="153619"/>
                  </a:cubicBezTo>
                  <a:cubicBezTo>
                    <a:pt x="70725" y="155649"/>
                    <a:pt x="68211" y="153078"/>
                    <a:pt x="65603" y="152147"/>
                  </a:cubicBezTo>
                  <a:cubicBezTo>
                    <a:pt x="60444" y="150284"/>
                    <a:pt x="56346" y="146745"/>
                    <a:pt x="53757" y="143858"/>
                  </a:cubicBezTo>
                  <a:cubicBezTo>
                    <a:pt x="56569" y="147192"/>
                    <a:pt x="61133" y="150620"/>
                    <a:pt x="66665" y="152818"/>
                  </a:cubicBezTo>
                  <a:cubicBezTo>
                    <a:pt x="68527" y="153563"/>
                    <a:pt x="70688" y="153861"/>
                    <a:pt x="71787" y="155910"/>
                  </a:cubicBezTo>
                  <a:cubicBezTo>
                    <a:pt x="72197" y="159710"/>
                    <a:pt x="70409" y="162150"/>
                    <a:pt x="67931" y="165130"/>
                  </a:cubicBezTo>
                  <a:cubicBezTo>
                    <a:pt x="57370" y="177852"/>
                    <a:pt x="43959" y="187258"/>
                    <a:pt x="31442" y="197708"/>
                  </a:cubicBezTo>
                  <a:cubicBezTo>
                    <a:pt x="26040" y="202234"/>
                    <a:pt x="19949" y="205941"/>
                    <a:pt x="14175" y="210001"/>
                  </a:cubicBezTo>
                  <a:cubicBezTo>
                    <a:pt x="7171" y="209871"/>
                    <a:pt x="2924" y="205866"/>
                    <a:pt x="0" y="199980"/>
                  </a:cubicBezTo>
                  <a:cubicBezTo>
                    <a:pt x="9332" y="191561"/>
                    <a:pt x="15497" y="180515"/>
                    <a:pt x="23749" y="171109"/>
                  </a:cubicBezTo>
                  <a:cubicBezTo>
                    <a:pt x="32150" y="161535"/>
                    <a:pt x="40383" y="151290"/>
                    <a:pt x="46455" y="139760"/>
                  </a:cubicBezTo>
                  <a:cubicBezTo>
                    <a:pt x="47423" y="137916"/>
                    <a:pt x="48224" y="135942"/>
                    <a:pt x="49938" y="134713"/>
                  </a:cubicBezTo>
                  <a:cubicBezTo>
                    <a:pt x="56271" y="130205"/>
                    <a:pt x="59661" y="123294"/>
                    <a:pt x="63889" y="117166"/>
                  </a:cubicBezTo>
                  <a:cubicBezTo>
                    <a:pt x="66795" y="112957"/>
                    <a:pt x="70111" y="109231"/>
                    <a:pt x="73277" y="105301"/>
                  </a:cubicBezTo>
                  <a:cubicBezTo>
                    <a:pt x="79014" y="98167"/>
                    <a:pt x="84584" y="90865"/>
                    <a:pt x="90079" y="83545"/>
                  </a:cubicBezTo>
                  <a:cubicBezTo>
                    <a:pt x="95331" y="76542"/>
                    <a:pt x="102074" y="71159"/>
                    <a:pt x="107904" y="64825"/>
                  </a:cubicBezTo>
                  <a:cubicBezTo>
                    <a:pt x="112226" y="60131"/>
                    <a:pt x="116659" y="55512"/>
                    <a:pt x="120496" y="50427"/>
                  </a:cubicBezTo>
                  <a:cubicBezTo>
                    <a:pt x="129176" y="38916"/>
                    <a:pt x="128040" y="27237"/>
                    <a:pt x="117478" y="17216"/>
                  </a:cubicBezTo>
                  <a:cubicBezTo>
                    <a:pt x="113939" y="13863"/>
                    <a:pt x="110605" y="10324"/>
                    <a:pt x="107643" y="6449"/>
                  </a:cubicBezTo>
                  <a:cubicBezTo>
                    <a:pt x="111816" y="4587"/>
                    <a:pt x="115988" y="2706"/>
                    <a:pt x="120161" y="843"/>
                  </a:cubicBezTo>
                  <a:cubicBezTo>
                    <a:pt x="123160" y="-778"/>
                    <a:pt x="125767" y="23"/>
                    <a:pt x="127667" y="2519"/>
                  </a:cubicBezTo>
                  <a:cubicBezTo>
                    <a:pt x="130759" y="6580"/>
                    <a:pt x="133963" y="10436"/>
                    <a:pt x="138191" y="13416"/>
                  </a:cubicBezTo>
                  <a:cubicBezTo>
                    <a:pt x="139607" y="14403"/>
                    <a:pt x="140296" y="16061"/>
                    <a:pt x="139644" y="17942"/>
                  </a:cubicBezTo>
                  <a:cubicBezTo>
                    <a:pt x="133367" y="23362"/>
                    <a:pt x="131281" y="30031"/>
                    <a:pt x="133646" y="38040"/>
                  </a:cubicBezTo>
                  <a:cubicBezTo>
                    <a:pt x="136031" y="46031"/>
                    <a:pt x="138378" y="54041"/>
                    <a:pt x="140743" y="62050"/>
                  </a:cubicBezTo>
                  <a:cubicBezTo>
                    <a:pt x="141004" y="66651"/>
                    <a:pt x="140948" y="69855"/>
                    <a:pt x="134429" y="67135"/>
                  </a:cubicBezTo>
                  <a:cubicBezTo>
                    <a:pt x="130796" y="65626"/>
                    <a:pt x="126252" y="67936"/>
                    <a:pt x="123066" y="70488"/>
                  </a:cubicBezTo>
                  <a:cubicBezTo>
                    <a:pt x="118317" y="74288"/>
                    <a:pt x="113269" y="78032"/>
                    <a:pt x="110680" y="83843"/>
                  </a:cubicBezTo>
                  <a:cubicBezTo>
                    <a:pt x="109655" y="86153"/>
                    <a:pt x="107699" y="87066"/>
                    <a:pt x="105669" y="88034"/>
                  </a:cubicBezTo>
                  <a:cubicBezTo>
                    <a:pt x="102894" y="88630"/>
                    <a:pt x="102205" y="86172"/>
                    <a:pt x="100938" y="85110"/>
                  </a:cubicBezTo>
                  <a:cubicBezTo>
                    <a:pt x="101795" y="87103"/>
                    <a:pt x="104924" y="88332"/>
                    <a:pt x="104551" y="91480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E7472D4F-EB47-23C5-904B-7683081A1288}"/>
                </a:ext>
              </a:extLst>
            </p:cNvPr>
            <p:cNvSpPr/>
            <p:nvPr/>
          </p:nvSpPr>
          <p:spPr>
            <a:xfrm>
              <a:off x="1916972" y="5151058"/>
              <a:ext cx="108374" cy="70742"/>
            </a:xfrm>
            <a:custGeom>
              <a:avLst/>
              <a:gdLst>
                <a:gd name="csX0" fmla="*/ 108310 w 108374"/>
                <a:gd name="csY0" fmla="*/ 70743 h 70742"/>
                <a:gd name="csX1" fmla="*/ 59489 w 108374"/>
                <a:gd name="csY1" fmla="*/ 66887 h 70742"/>
                <a:gd name="csX2" fmla="*/ 22236 w 108374"/>
                <a:gd name="csY2" fmla="*/ 50291 h 70742"/>
                <a:gd name="csX3" fmla="*/ 2957 w 108374"/>
                <a:gd name="csY3" fmla="*/ 24716 h 70742"/>
                <a:gd name="csX4" fmla="*/ 256 w 108374"/>
                <a:gd name="csY4" fmla="*/ 13131 h 70742"/>
                <a:gd name="csX5" fmla="*/ 554 w 108374"/>
                <a:gd name="csY5" fmla="*/ 10337 h 70742"/>
                <a:gd name="csX6" fmla="*/ 11768 w 108374"/>
                <a:gd name="csY6" fmla="*/ 371 h 70742"/>
                <a:gd name="csX7" fmla="*/ 64369 w 108374"/>
                <a:gd name="csY7" fmla="*/ 16353 h 70742"/>
                <a:gd name="csX8" fmla="*/ 84039 w 108374"/>
                <a:gd name="csY8" fmla="*/ 26132 h 70742"/>
                <a:gd name="csX9" fmla="*/ 108310 w 108374"/>
                <a:gd name="csY9" fmla="*/ 70743 h 70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8374" h="70742">
                  <a:moveTo>
                    <a:pt x="108310" y="70743"/>
                  </a:moveTo>
                  <a:cubicBezTo>
                    <a:pt x="92384" y="63590"/>
                    <a:pt x="75806" y="64391"/>
                    <a:pt x="59489" y="66887"/>
                  </a:cubicBezTo>
                  <a:cubicBezTo>
                    <a:pt x="43042" y="69402"/>
                    <a:pt x="32089" y="60796"/>
                    <a:pt x="22236" y="50291"/>
                  </a:cubicBezTo>
                  <a:cubicBezTo>
                    <a:pt x="14971" y="42561"/>
                    <a:pt x="8564" y="33881"/>
                    <a:pt x="2957" y="24716"/>
                  </a:cubicBezTo>
                  <a:cubicBezTo>
                    <a:pt x="648" y="20935"/>
                    <a:pt x="-563" y="17396"/>
                    <a:pt x="256" y="13131"/>
                  </a:cubicBezTo>
                  <a:cubicBezTo>
                    <a:pt x="424" y="12218"/>
                    <a:pt x="499" y="11268"/>
                    <a:pt x="554" y="10337"/>
                  </a:cubicBezTo>
                  <a:cubicBezTo>
                    <a:pt x="1150" y="-411"/>
                    <a:pt x="1169" y="-597"/>
                    <a:pt x="11768" y="371"/>
                  </a:cubicBezTo>
                  <a:cubicBezTo>
                    <a:pt x="30376" y="2066"/>
                    <a:pt x="47512" y="8865"/>
                    <a:pt x="64369" y="16353"/>
                  </a:cubicBezTo>
                  <a:cubicBezTo>
                    <a:pt x="71056" y="19315"/>
                    <a:pt x="77464" y="22910"/>
                    <a:pt x="84039" y="26132"/>
                  </a:cubicBezTo>
                  <a:cubicBezTo>
                    <a:pt x="102535" y="35222"/>
                    <a:pt x="109111" y="50812"/>
                    <a:pt x="108310" y="70743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2C0D1FDC-0A5D-886D-0CDE-8CCDC1189E3D}"/>
                </a:ext>
              </a:extLst>
            </p:cNvPr>
            <p:cNvSpPr/>
            <p:nvPr/>
          </p:nvSpPr>
          <p:spPr>
            <a:xfrm>
              <a:off x="1517519" y="5383404"/>
              <a:ext cx="159649" cy="110090"/>
            </a:xfrm>
            <a:custGeom>
              <a:avLst/>
              <a:gdLst>
                <a:gd name="csX0" fmla="*/ 109953 w 159649"/>
                <a:gd name="csY0" fmla="*/ 50628 h 110090"/>
                <a:gd name="csX1" fmla="*/ 108985 w 159649"/>
                <a:gd name="csY1" fmla="*/ 57501 h 110090"/>
                <a:gd name="csX2" fmla="*/ 89259 w 159649"/>
                <a:gd name="csY2" fmla="*/ 76370 h 110090"/>
                <a:gd name="csX3" fmla="*/ 86633 w 159649"/>
                <a:gd name="csY3" fmla="*/ 88273 h 110090"/>
                <a:gd name="csX4" fmla="*/ 97343 w 159649"/>
                <a:gd name="csY4" fmla="*/ 93339 h 110090"/>
                <a:gd name="csX5" fmla="*/ 113064 w 159649"/>
                <a:gd name="csY5" fmla="*/ 89129 h 110090"/>
                <a:gd name="csX6" fmla="*/ 138955 w 159649"/>
                <a:gd name="csY6" fmla="*/ 75178 h 110090"/>
                <a:gd name="csX7" fmla="*/ 157023 w 159649"/>
                <a:gd name="csY7" fmla="*/ 61972 h 110090"/>
                <a:gd name="csX8" fmla="*/ 159649 w 159649"/>
                <a:gd name="csY8" fmla="*/ 65120 h 110090"/>
                <a:gd name="csX9" fmla="*/ 111350 w 159649"/>
                <a:gd name="csY9" fmla="*/ 95891 h 110090"/>
                <a:gd name="csX10" fmla="*/ 99802 w 159649"/>
                <a:gd name="csY10" fmla="*/ 100063 h 110090"/>
                <a:gd name="csX11" fmla="*/ 59289 w 159649"/>
                <a:gd name="csY11" fmla="*/ 109433 h 110090"/>
                <a:gd name="csX12" fmla="*/ 21700 w 159649"/>
                <a:gd name="csY12" fmla="*/ 108259 h 110090"/>
                <a:gd name="csX13" fmla="*/ 3558 w 159649"/>
                <a:gd name="csY13" fmla="*/ 93935 h 110090"/>
                <a:gd name="csX14" fmla="*/ 279 w 159649"/>
                <a:gd name="csY14" fmla="*/ 84957 h 110090"/>
                <a:gd name="csX15" fmla="*/ 559 w 159649"/>
                <a:gd name="csY15" fmla="*/ 82312 h 110090"/>
                <a:gd name="csX16" fmla="*/ 3595 w 159649"/>
                <a:gd name="csY16" fmla="*/ 82685 h 110090"/>
                <a:gd name="csX17" fmla="*/ 11679 w 159649"/>
                <a:gd name="csY17" fmla="*/ 86466 h 110090"/>
                <a:gd name="csX18" fmla="*/ 12368 w 159649"/>
                <a:gd name="csY18" fmla="*/ 51951 h 110090"/>
                <a:gd name="csX19" fmla="*/ 14622 w 159649"/>
                <a:gd name="csY19" fmla="*/ 19391 h 110090"/>
                <a:gd name="csX20" fmla="*/ 21644 w 159649"/>
                <a:gd name="csY20" fmla="*/ 3521 h 110090"/>
                <a:gd name="csX21" fmla="*/ 28927 w 159649"/>
                <a:gd name="csY21" fmla="*/ 1 h 110090"/>
                <a:gd name="csX22" fmla="*/ 39302 w 159649"/>
                <a:gd name="csY22" fmla="*/ 6390 h 110090"/>
                <a:gd name="csX23" fmla="*/ 26189 w 159649"/>
                <a:gd name="csY23" fmla="*/ 49473 h 110090"/>
                <a:gd name="csX24" fmla="*/ 27214 w 159649"/>
                <a:gd name="csY24" fmla="*/ 70168 h 110090"/>
                <a:gd name="csX25" fmla="*/ 47628 w 159649"/>
                <a:gd name="csY25" fmla="*/ 85628 h 110090"/>
                <a:gd name="csX26" fmla="*/ 75177 w 159649"/>
                <a:gd name="csY26" fmla="*/ 72347 h 110090"/>
                <a:gd name="csX27" fmla="*/ 86875 w 159649"/>
                <a:gd name="csY27" fmla="*/ 59420 h 110090"/>
                <a:gd name="csX28" fmla="*/ 95071 w 159649"/>
                <a:gd name="csY28" fmla="*/ 51783 h 110090"/>
                <a:gd name="csX29" fmla="*/ 100472 w 159649"/>
                <a:gd name="csY29" fmla="*/ 46158 h 110090"/>
                <a:gd name="csX30" fmla="*/ 109953 w 159649"/>
                <a:gd name="csY30" fmla="*/ 50628 h 1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9649" h="110090">
                  <a:moveTo>
                    <a:pt x="109953" y="50628"/>
                  </a:moveTo>
                  <a:cubicBezTo>
                    <a:pt x="112207" y="53273"/>
                    <a:pt x="112952" y="54931"/>
                    <a:pt x="108985" y="57501"/>
                  </a:cubicBezTo>
                  <a:cubicBezTo>
                    <a:pt x="101310" y="62475"/>
                    <a:pt x="94530" y="68677"/>
                    <a:pt x="89259" y="76370"/>
                  </a:cubicBezTo>
                  <a:cubicBezTo>
                    <a:pt x="86726" y="80077"/>
                    <a:pt x="84453" y="83802"/>
                    <a:pt x="86633" y="88273"/>
                  </a:cubicBezTo>
                  <a:cubicBezTo>
                    <a:pt x="88756" y="92594"/>
                    <a:pt x="93431" y="92370"/>
                    <a:pt x="97343" y="93339"/>
                  </a:cubicBezTo>
                  <a:cubicBezTo>
                    <a:pt x="103359" y="94829"/>
                    <a:pt x="107848" y="90638"/>
                    <a:pt x="113064" y="89129"/>
                  </a:cubicBezTo>
                  <a:cubicBezTo>
                    <a:pt x="122750" y="86298"/>
                    <a:pt x="130871" y="80766"/>
                    <a:pt x="138955" y="75178"/>
                  </a:cubicBezTo>
                  <a:cubicBezTo>
                    <a:pt x="145083" y="70931"/>
                    <a:pt x="150727" y="65939"/>
                    <a:pt x="157023" y="61972"/>
                  </a:cubicBezTo>
                  <a:cubicBezTo>
                    <a:pt x="161102" y="59401"/>
                    <a:pt x="158923" y="63890"/>
                    <a:pt x="159649" y="65120"/>
                  </a:cubicBezTo>
                  <a:cubicBezTo>
                    <a:pt x="146555" y="80096"/>
                    <a:pt x="130349" y="90173"/>
                    <a:pt x="111350" y="95891"/>
                  </a:cubicBezTo>
                  <a:cubicBezTo>
                    <a:pt x="107215" y="96487"/>
                    <a:pt x="103285" y="97623"/>
                    <a:pt x="99802" y="100063"/>
                  </a:cubicBezTo>
                  <a:cubicBezTo>
                    <a:pt x="86707" y="104906"/>
                    <a:pt x="73296" y="108483"/>
                    <a:pt x="59289" y="109433"/>
                  </a:cubicBezTo>
                  <a:cubicBezTo>
                    <a:pt x="46734" y="110010"/>
                    <a:pt x="34143" y="110997"/>
                    <a:pt x="21700" y="108259"/>
                  </a:cubicBezTo>
                  <a:cubicBezTo>
                    <a:pt x="13616" y="106061"/>
                    <a:pt x="7060" y="101926"/>
                    <a:pt x="3558" y="93935"/>
                  </a:cubicBezTo>
                  <a:cubicBezTo>
                    <a:pt x="2086" y="91085"/>
                    <a:pt x="1248" y="87993"/>
                    <a:pt x="279" y="84957"/>
                  </a:cubicBezTo>
                  <a:cubicBezTo>
                    <a:pt x="0" y="84100"/>
                    <a:pt x="-279" y="83057"/>
                    <a:pt x="559" y="82312"/>
                  </a:cubicBezTo>
                  <a:cubicBezTo>
                    <a:pt x="1639" y="81381"/>
                    <a:pt x="2682" y="82033"/>
                    <a:pt x="3595" y="82685"/>
                  </a:cubicBezTo>
                  <a:cubicBezTo>
                    <a:pt x="5867" y="84305"/>
                    <a:pt x="8158" y="85870"/>
                    <a:pt x="11679" y="86466"/>
                  </a:cubicBezTo>
                  <a:cubicBezTo>
                    <a:pt x="10897" y="74675"/>
                    <a:pt x="11567" y="63294"/>
                    <a:pt x="12368" y="51951"/>
                  </a:cubicBezTo>
                  <a:cubicBezTo>
                    <a:pt x="13150" y="41110"/>
                    <a:pt x="12964" y="30195"/>
                    <a:pt x="14622" y="19391"/>
                  </a:cubicBezTo>
                  <a:cubicBezTo>
                    <a:pt x="15535" y="13431"/>
                    <a:pt x="18683" y="8513"/>
                    <a:pt x="21644" y="3521"/>
                  </a:cubicBezTo>
                  <a:cubicBezTo>
                    <a:pt x="23172" y="951"/>
                    <a:pt x="25910" y="-36"/>
                    <a:pt x="28927" y="1"/>
                  </a:cubicBezTo>
                  <a:cubicBezTo>
                    <a:pt x="32802" y="1435"/>
                    <a:pt x="36918" y="2534"/>
                    <a:pt x="39302" y="6390"/>
                  </a:cubicBezTo>
                  <a:cubicBezTo>
                    <a:pt x="30380" y="19354"/>
                    <a:pt x="28070" y="34404"/>
                    <a:pt x="26189" y="49473"/>
                  </a:cubicBezTo>
                  <a:cubicBezTo>
                    <a:pt x="25332" y="56347"/>
                    <a:pt x="25649" y="63406"/>
                    <a:pt x="27214" y="70168"/>
                  </a:cubicBezTo>
                  <a:cubicBezTo>
                    <a:pt x="29281" y="79183"/>
                    <a:pt x="38632" y="85032"/>
                    <a:pt x="47628" y="85628"/>
                  </a:cubicBezTo>
                  <a:cubicBezTo>
                    <a:pt x="59661" y="86410"/>
                    <a:pt x="67224" y="79202"/>
                    <a:pt x="75177" y="72347"/>
                  </a:cubicBezTo>
                  <a:cubicBezTo>
                    <a:pt x="79592" y="68547"/>
                    <a:pt x="83783" y="64449"/>
                    <a:pt x="86875" y="59420"/>
                  </a:cubicBezTo>
                  <a:cubicBezTo>
                    <a:pt x="88905" y="56123"/>
                    <a:pt x="91941" y="53869"/>
                    <a:pt x="95071" y="51783"/>
                  </a:cubicBezTo>
                  <a:cubicBezTo>
                    <a:pt x="97324" y="50293"/>
                    <a:pt x="99168" y="48505"/>
                    <a:pt x="100472" y="46158"/>
                  </a:cubicBezTo>
                  <a:cubicBezTo>
                    <a:pt x="104738" y="45375"/>
                    <a:pt x="107662" y="47331"/>
                    <a:pt x="109953" y="50628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2456782B-0D2E-EEEB-9B0B-973CEBB96B10}"/>
                </a:ext>
              </a:extLst>
            </p:cNvPr>
            <p:cNvSpPr/>
            <p:nvPr/>
          </p:nvSpPr>
          <p:spPr>
            <a:xfrm>
              <a:off x="1914186" y="5263114"/>
              <a:ext cx="101149" cy="123515"/>
            </a:xfrm>
            <a:custGeom>
              <a:avLst/>
              <a:gdLst>
                <a:gd name="csX0" fmla="*/ 8146 w 101149"/>
                <a:gd name="csY0" fmla="*/ 0 h 123515"/>
                <a:gd name="csX1" fmla="*/ 16677 w 101149"/>
                <a:gd name="csY1" fmla="*/ 12778 h 123515"/>
                <a:gd name="csX2" fmla="*/ 30219 w 101149"/>
                <a:gd name="csY2" fmla="*/ 40904 h 123515"/>
                <a:gd name="csX3" fmla="*/ 58904 w 101149"/>
                <a:gd name="csY3" fmla="*/ 79107 h 123515"/>
                <a:gd name="csX4" fmla="*/ 85857 w 101149"/>
                <a:gd name="csY4" fmla="*/ 98777 h 123515"/>
                <a:gd name="csX5" fmla="*/ 90420 w 101149"/>
                <a:gd name="csY5" fmla="*/ 118186 h 123515"/>
                <a:gd name="csX6" fmla="*/ 93270 w 101149"/>
                <a:gd name="csY6" fmla="*/ 122228 h 123515"/>
                <a:gd name="csX7" fmla="*/ 101149 w 101149"/>
                <a:gd name="csY7" fmla="*/ 122358 h 123515"/>
                <a:gd name="csX8" fmla="*/ 84479 w 101149"/>
                <a:gd name="csY8" fmla="*/ 122657 h 123515"/>
                <a:gd name="csX9" fmla="*/ 19173 w 101149"/>
                <a:gd name="csY9" fmla="*/ 83596 h 123515"/>
                <a:gd name="csX10" fmla="*/ 416 w 101149"/>
                <a:gd name="csY10" fmla="*/ 23824 h 123515"/>
                <a:gd name="csX11" fmla="*/ 8146 w 101149"/>
                <a:gd name="csY11" fmla="*/ 0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1149" h="123515">
                  <a:moveTo>
                    <a:pt x="8146" y="0"/>
                  </a:moveTo>
                  <a:cubicBezTo>
                    <a:pt x="8594" y="5867"/>
                    <a:pt x="13362" y="8810"/>
                    <a:pt x="16677" y="12778"/>
                  </a:cubicBezTo>
                  <a:cubicBezTo>
                    <a:pt x="23551" y="20992"/>
                    <a:pt x="25711" y="31535"/>
                    <a:pt x="30219" y="40904"/>
                  </a:cubicBezTo>
                  <a:cubicBezTo>
                    <a:pt x="37279" y="55582"/>
                    <a:pt x="45884" y="69422"/>
                    <a:pt x="58904" y="79107"/>
                  </a:cubicBezTo>
                  <a:cubicBezTo>
                    <a:pt x="67808" y="85720"/>
                    <a:pt x="77978" y="90693"/>
                    <a:pt x="85857" y="98777"/>
                  </a:cubicBezTo>
                  <a:cubicBezTo>
                    <a:pt x="91221" y="104291"/>
                    <a:pt x="93028" y="110866"/>
                    <a:pt x="90420" y="118186"/>
                  </a:cubicBezTo>
                  <a:cubicBezTo>
                    <a:pt x="89266" y="121446"/>
                    <a:pt x="90253" y="122265"/>
                    <a:pt x="93270" y="122228"/>
                  </a:cubicBezTo>
                  <a:cubicBezTo>
                    <a:pt x="95897" y="122191"/>
                    <a:pt x="98523" y="122303"/>
                    <a:pt x="101149" y="122358"/>
                  </a:cubicBezTo>
                  <a:cubicBezTo>
                    <a:pt x="95636" y="124109"/>
                    <a:pt x="89992" y="123588"/>
                    <a:pt x="84479" y="122657"/>
                  </a:cubicBezTo>
                  <a:cubicBezTo>
                    <a:pt x="57656" y="118130"/>
                    <a:pt x="37092" y="103434"/>
                    <a:pt x="19173" y="83596"/>
                  </a:cubicBezTo>
                  <a:cubicBezTo>
                    <a:pt x="3527" y="66274"/>
                    <a:pt x="-1595" y="46306"/>
                    <a:pt x="416" y="23824"/>
                  </a:cubicBezTo>
                  <a:cubicBezTo>
                    <a:pt x="1199" y="15348"/>
                    <a:pt x="3229" y="7190"/>
                    <a:pt x="8146" y="0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CDEF35AC-BD1B-F8C7-5407-119C975A12D6}"/>
                </a:ext>
              </a:extLst>
            </p:cNvPr>
            <p:cNvSpPr/>
            <p:nvPr/>
          </p:nvSpPr>
          <p:spPr>
            <a:xfrm>
              <a:off x="1507969" y="5326535"/>
              <a:ext cx="62752" cy="150767"/>
            </a:xfrm>
            <a:custGeom>
              <a:avLst/>
              <a:gdLst>
                <a:gd name="csX0" fmla="*/ 39073 w 62752"/>
                <a:gd name="csY0" fmla="*/ 57708 h 150767"/>
                <a:gd name="csX1" fmla="*/ 27078 w 62752"/>
                <a:gd name="csY1" fmla="*/ 71641 h 150767"/>
                <a:gd name="csX2" fmla="*/ 24731 w 62752"/>
                <a:gd name="csY2" fmla="*/ 83078 h 150767"/>
                <a:gd name="csX3" fmla="*/ 23352 w 62752"/>
                <a:gd name="csY3" fmla="*/ 111185 h 150767"/>
                <a:gd name="csX4" fmla="*/ 22254 w 62752"/>
                <a:gd name="csY4" fmla="*/ 137878 h 150767"/>
                <a:gd name="csX5" fmla="*/ 22011 w 62752"/>
                <a:gd name="csY5" fmla="*/ 145719 h 150767"/>
                <a:gd name="csX6" fmla="*/ 10929 w 62752"/>
                <a:gd name="csY6" fmla="*/ 139722 h 150767"/>
                <a:gd name="csX7" fmla="*/ 13108 w 62752"/>
                <a:gd name="csY7" fmla="*/ 150767 h 150767"/>
                <a:gd name="csX8" fmla="*/ 870 w 62752"/>
                <a:gd name="csY8" fmla="*/ 118040 h 150767"/>
                <a:gd name="csX9" fmla="*/ 28978 w 62752"/>
                <a:gd name="csY9" fmla="*/ 10117 h 150767"/>
                <a:gd name="csX10" fmla="*/ 33281 w 62752"/>
                <a:gd name="csY10" fmla="*/ 11533 h 150767"/>
                <a:gd name="csX11" fmla="*/ 53528 w 62752"/>
                <a:gd name="csY11" fmla="*/ 525 h 150767"/>
                <a:gd name="csX12" fmla="*/ 60196 w 62752"/>
                <a:gd name="csY12" fmla="*/ 245 h 150767"/>
                <a:gd name="csX13" fmla="*/ 62673 w 62752"/>
                <a:gd name="csY13" fmla="*/ 3859 h 150767"/>
                <a:gd name="csX14" fmla="*/ 46356 w 62752"/>
                <a:gd name="csY14" fmla="*/ 42807 h 150767"/>
                <a:gd name="csX15" fmla="*/ 41458 w 62752"/>
                <a:gd name="csY15" fmla="*/ 55548 h 150767"/>
                <a:gd name="csX16" fmla="*/ 30729 w 62752"/>
                <a:gd name="csY16" fmla="*/ 49289 h 150767"/>
                <a:gd name="csX17" fmla="*/ 37583 w 62752"/>
                <a:gd name="csY17" fmla="*/ 54691 h 150767"/>
                <a:gd name="csX18" fmla="*/ 39073 w 62752"/>
                <a:gd name="csY18" fmla="*/ 57708 h 150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752" h="150767">
                  <a:moveTo>
                    <a:pt x="39073" y="57708"/>
                  </a:moveTo>
                  <a:cubicBezTo>
                    <a:pt x="30598" y="58435"/>
                    <a:pt x="29965" y="66239"/>
                    <a:pt x="27078" y="71641"/>
                  </a:cubicBezTo>
                  <a:cubicBezTo>
                    <a:pt x="25308" y="74957"/>
                    <a:pt x="24619" y="79260"/>
                    <a:pt x="24731" y="83078"/>
                  </a:cubicBezTo>
                  <a:cubicBezTo>
                    <a:pt x="25029" y="92503"/>
                    <a:pt x="23371" y="101779"/>
                    <a:pt x="23352" y="111185"/>
                  </a:cubicBezTo>
                  <a:cubicBezTo>
                    <a:pt x="23334" y="120089"/>
                    <a:pt x="22850" y="128993"/>
                    <a:pt x="22254" y="137878"/>
                  </a:cubicBezTo>
                  <a:cubicBezTo>
                    <a:pt x="22067" y="140690"/>
                    <a:pt x="25290" y="145663"/>
                    <a:pt x="22011" y="145719"/>
                  </a:cubicBezTo>
                  <a:cubicBezTo>
                    <a:pt x="18621" y="145775"/>
                    <a:pt x="13536" y="143931"/>
                    <a:pt x="10929" y="139722"/>
                  </a:cubicBezTo>
                  <a:cubicBezTo>
                    <a:pt x="11655" y="143410"/>
                    <a:pt x="12381" y="147079"/>
                    <a:pt x="13108" y="150767"/>
                  </a:cubicBezTo>
                  <a:cubicBezTo>
                    <a:pt x="6235" y="140914"/>
                    <a:pt x="2211" y="130185"/>
                    <a:pt x="870" y="118040"/>
                  </a:cubicBezTo>
                  <a:cubicBezTo>
                    <a:pt x="-3526" y="78365"/>
                    <a:pt x="9178" y="43366"/>
                    <a:pt x="28978" y="10117"/>
                  </a:cubicBezTo>
                  <a:cubicBezTo>
                    <a:pt x="30021" y="11868"/>
                    <a:pt x="31548" y="13694"/>
                    <a:pt x="33281" y="11533"/>
                  </a:cubicBezTo>
                  <a:cubicBezTo>
                    <a:pt x="38533" y="4976"/>
                    <a:pt x="46524" y="3673"/>
                    <a:pt x="53528" y="525"/>
                  </a:cubicBezTo>
                  <a:cubicBezTo>
                    <a:pt x="55428" y="-314"/>
                    <a:pt x="57979" y="59"/>
                    <a:pt x="60196" y="245"/>
                  </a:cubicBezTo>
                  <a:cubicBezTo>
                    <a:pt x="62189" y="413"/>
                    <a:pt x="63027" y="1810"/>
                    <a:pt x="62673" y="3859"/>
                  </a:cubicBezTo>
                  <a:cubicBezTo>
                    <a:pt x="60233" y="18090"/>
                    <a:pt x="53714" y="30700"/>
                    <a:pt x="46356" y="42807"/>
                  </a:cubicBezTo>
                  <a:cubicBezTo>
                    <a:pt x="43860" y="46924"/>
                    <a:pt x="38105" y="49308"/>
                    <a:pt x="41458" y="55548"/>
                  </a:cubicBezTo>
                  <a:cubicBezTo>
                    <a:pt x="36168" y="55827"/>
                    <a:pt x="34249" y="50574"/>
                    <a:pt x="30729" y="49289"/>
                  </a:cubicBezTo>
                  <a:cubicBezTo>
                    <a:pt x="32349" y="51133"/>
                    <a:pt x="35329" y="52474"/>
                    <a:pt x="37583" y="54691"/>
                  </a:cubicBezTo>
                  <a:cubicBezTo>
                    <a:pt x="38477" y="55473"/>
                    <a:pt x="40023" y="56013"/>
                    <a:pt x="39073" y="5770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89E4A2A0-24A2-928F-C1FB-76DBECC62CF5}"/>
                </a:ext>
              </a:extLst>
            </p:cNvPr>
            <p:cNvSpPr/>
            <p:nvPr/>
          </p:nvSpPr>
          <p:spPr>
            <a:xfrm>
              <a:off x="1977542" y="5217879"/>
              <a:ext cx="97882" cy="116743"/>
            </a:xfrm>
            <a:custGeom>
              <a:avLst/>
              <a:gdLst>
                <a:gd name="csX0" fmla="*/ 30715 w 97882"/>
                <a:gd name="csY0" fmla="*/ 27056 h 116743"/>
                <a:gd name="csX1" fmla="*/ 27176 w 97882"/>
                <a:gd name="csY1" fmla="*/ 4723 h 116743"/>
                <a:gd name="csX2" fmla="*/ 22929 w 97882"/>
                <a:gd name="csY2" fmla="*/ 2543 h 116743"/>
                <a:gd name="csX3" fmla="*/ 0 w 97882"/>
                <a:gd name="csY3" fmla="*/ 2394 h 116743"/>
                <a:gd name="csX4" fmla="*/ 68285 w 97882"/>
                <a:gd name="csY4" fmla="*/ 24951 h 116743"/>
                <a:gd name="csX5" fmla="*/ 91569 w 97882"/>
                <a:gd name="csY5" fmla="*/ 79397 h 116743"/>
                <a:gd name="csX6" fmla="*/ 97678 w 97882"/>
                <a:gd name="csY6" fmla="*/ 108007 h 116743"/>
                <a:gd name="csX7" fmla="*/ 96561 w 97882"/>
                <a:gd name="csY7" fmla="*/ 116743 h 116743"/>
                <a:gd name="csX8" fmla="*/ 88551 w 97882"/>
                <a:gd name="csY8" fmla="*/ 111099 h 116743"/>
                <a:gd name="csX9" fmla="*/ 69478 w 97882"/>
                <a:gd name="csY9" fmla="*/ 93609 h 116743"/>
                <a:gd name="csX10" fmla="*/ 57109 w 97882"/>
                <a:gd name="csY10" fmla="*/ 65129 h 116743"/>
                <a:gd name="csX11" fmla="*/ 37216 w 97882"/>
                <a:gd name="csY11" fmla="*/ 32793 h 116743"/>
                <a:gd name="csX12" fmla="*/ 31945 w 97882"/>
                <a:gd name="csY12" fmla="*/ 29664 h 116743"/>
                <a:gd name="csX13" fmla="*/ 30715 w 97882"/>
                <a:gd name="csY13" fmla="*/ 27056 h 116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882" h="116743">
                  <a:moveTo>
                    <a:pt x="30715" y="27056"/>
                  </a:moveTo>
                  <a:cubicBezTo>
                    <a:pt x="29784" y="19587"/>
                    <a:pt x="26096" y="12602"/>
                    <a:pt x="27176" y="4723"/>
                  </a:cubicBezTo>
                  <a:cubicBezTo>
                    <a:pt x="27530" y="2078"/>
                    <a:pt x="24680" y="2562"/>
                    <a:pt x="22929" y="2543"/>
                  </a:cubicBezTo>
                  <a:cubicBezTo>
                    <a:pt x="15292" y="2450"/>
                    <a:pt x="7656" y="2432"/>
                    <a:pt x="0" y="2394"/>
                  </a:cubicBezTo>
                  <a:cubicBezTo>
                    <a:pt x="25370" y="-4740"/>
                    <a:pt x="51000" y="4443"/>
                    <a:pt x="68285" y="24951"/>
                  </a:cubicBezTo>
                  <a:cubicBezTo>
                    <a:pt x="81771" y="40951"/>
                    <a:pt x="86092" y="60342"/>
                    <a:pt x="91569" y="79397"/>
                  </a:cubicBezTo>
                  <a:cubicBezTo>
                    <a:pt x="94270" y="88747"/>
                    <a:pt x="97753" y="98024"/>
                    <a:pt x="97678" y="108007"/>
                  </a:cubicBezTo>
                  <a:cubicBezTo>
                    <a:pt x="97660" y="110950"/>
                    <a:pt x="98610" y="114042"/>
                    <a:pt x="96561" y="116743"/>
                  </a:cubicBezTo>
                  <a:cubicBezTo>
                    <a:pt x="94400" y="114154"/>
                    <a:pt x="92072" y="111695"/>
                    <a:pt x="88551" y="111099"/>
                  </a:cubicBezTo>
                  <a:cubicBezTo>
                    <a:pt x="78381" y="109404"/>
                    <a:pt x="74190" y="101283"/>
                    <a:pt x="69478" y="93609"/>
                  </a:cubicBezTo>
                  <a:cubicBezTo>
                    <a:pt x="63983" y="84687"/>
                    <a:pt x="61189" y="74628"/>
                    <a:pt x="57109" y="65129"/>
                  </a:cubicBezTo>
                  <a:cubicBezTo>
                    <a:pt x="52136" y="53543"/>
                    <a:pt x="46008" y="42218"/>
                    <a:pt x="37216" y="32793"/>
                  </a:cubicBezTo>
                  <a:cubicBezTo>
                    <a:pt x="35875" y="31359"/>
                    <a:pt x="33733" y="30688"/>
                    <a:pt x="31945" y="29664"/>
                  </a:cubicBezTo>
                  <a:cubicBezTo>
                    <a:pt x="31051" y="29030"/>
                    <a:pt x="33547" y="26739"/>
                    <a:pt x="30715" y="27056"/>
                  </a:cubicBezTo>
                  <a:close/>
                </a:path>
              </a:pathLst>
            </a:custGeom>
            <a:solidFill>
              <a:srgbClr val="7AB0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25EC166F-AF4E-646C-6AA0-441D15C62724}"/>
                </a:ext>
              </a:extLst>
            </p:cNvPr>
            <p:cNvSpPr/>
            <p:nvPr/>
          </p:nvSpPr>
          <p:spPr>
            <a:xfrm>
              <a:off x="1559577" y="5227079"/>
              <a:ext cx="145065" cy="162808"/>
            </a:xfrm>
            <a:custGeom>
              <a:avLst/>
              <a:gdLst>
                <a:gd name="csX0" fmla="*/ 57 w 145065"/>
                <a:gd name="csY0" fmla="*/ 160648 h 162808"/>
                <a:gd name="csX1" fmla="*/ 3540 w 145065"/>
                <a:gd name="csY1" fmla="*/ 150496 h 162808"/>
                <a:gd name="csX2" fmla="*/ 11996 w 145065"/>
                <a:gd name="csY2" fmla="*/ 136601 h 162808"/>
                <a:gd name="csX3" fmla="*/ 39526 w 145065"/>
                <a:gd name="csY3" fmla="*/ 91580 h 162808"/>
                <a:gd name="csX4" fmla="*/ 47573 w 145065"/>
                <a:gd name="csY4" fmla="*/ 84968 h 162808"/>
                <a:gd name="csX5" fmla="*/ 49827 w 145065"/>
                <a:gd name="csY5" fmla="*/ 83590 h 162808"/>
                <a:gd name="csX6" fmla="*/ 51075 w 145065"/>
                <a:gd name="csY6" fmla="*/ 75357 h 162808"/>
                <a:gd name="csX7" fmla="*/ 79965 w 145065"/>
                <a:gd name="csY7" fmla="*/ 41680 h 162808"/>
                <a:gd name="csX8" fmla="*/ 86931 w 145065"/>
                <a:gd name="csY8" fmla="*/ 38476 h 162808"/>
                <a:gd name="csX9" fmla="*/ 88347 w 145065"/>
                <a:gd name="csY9" fmla="*/ 36203 h 162808"/>
                <a:gd name="csX10" fmla="*/ 88272 w 145065"/>
                <a:gd name="csY10" fmla="*/ 36147 h 162808"/>
                <a:gd name="csX11" fmla="*/ 90247 w 145065"/>
                <a:gd name="csY11" fmla="*/ 24245 h 162808"/>
                <a:gd name="csX12" fmla="*/ 81641 w 145065"/>
                <a:gd name="csY12" fmla="*/ 8468 h 162808"/>
                <a:gd name="csX13" fmla="*/ 78065 w 145065"/>
                <a:gd name="csY13" fmla="*/ 2433 h 162808"/>
                <a:gd name="csX14" fmla="*/ 85646 w 145065"/>
                <a:gd name="csY14" fmla="*/ 1092 h 162808"/>
                <a:gd name="csX15" fmla="*/ 113344 w 145065"/>
                <a:gd name="csY15" fmla="*/ 1111 h 162808"/>
                <a:gd name="csX16" fmla="*/ 135696 w 145065"/>
                <a:gd name="csY16" fmla="*/ 105 h 162808"/>
                <a:gd name="csX17" fmla="*/ 145065 w 145065"/>
                <a:gd name="csY17" fmla="*/ 1111 h 162808"/>
                <a:gd name="csX18" fmla="*/ 123775 w 145065"/>
                <a:gd name="csY18" fmla="*/ 11393 h 162808"/>
                <a:gd name="csX19" fmla="*/ 108333 w 145065"/>
                <a:gd name="csY19" fmla="*/ 27374 h 162808"/>
                <a:gd name="csX20" fmla="*/ 89465 w 145065"/>
                <a:gd name="csY20" fmla="*/ 47901 h 162808"/>
                <a:gd name="csX21" fmla="*/ 50945 w 145065"/>
                <a:gd name="csY21" fmla="*/ 93816 h 162808"/>
                <a:gd name="csX22" fmla="*/ 6110 w 145065"/>
                <a:gd name="csY22" fmla="*/ 160909 h 162808"/>
                <a:gd name="csX23" fmla="*/ 3558 w 145065"/>
                <a:gd name="csY23" fmla="*/ 162809 h 162808"/>
                <a:gd name="csX24" fmla="*/ 57 w 145065"/>
                <a:gd name="csY24" fmla="*/ 160648 h 1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065" h="162808">
                  <a:moveTo>
                    <a:pt x="57" y="160648"/>
                  </a:moveTo>
                  <a:cubicBezTo>
                    <a:pt x="-279" y="156736"/>
                    <a:pt x="876" y="153700"/>
                    <a:pt x="3540" y="150496"/>
                  </a:cubicBezTo>
                  <a:cubicBezTo>
                    <a:pt x="6986" y="146380"/>
                    <a:pt x="9165" y="141239"/>
                    <a:pt x="11996" y="136601"/>
                  </a:cubicBezTo>
                  <a:cubicBezTo>
                    <a:pt x="21179" y="121606"/>
                    <a:pt x="30567" y="106724"/>
                    <a:pt x="39526" y="91580"/>
                  </a:cubicBezTo>
                  <a:cubicBezTo>
                    <a:pt x="41557" y="88153"/>
                    <a:pt x="45450" y="87818"/>
                    <a:pt x="47573" y="84968"/>
                  </a:cubicBezTo>
                  <a:cubicBezTo>
                    <a:pt x="47946" y="83888"/>
                    <a:pt x="49473" y="84688"/>
                    <a:pt x="49827" y="83590"/>
                  </a:cubicBezTo>
                  <a:cubicBezTo>
                    <a:pt x="48281" y="80535"/>
                    <a:pt x="49361" y="78076"/>
                    <a:pt x="51075" y="75357"/>
                  </a:cubicBezTo>
                  <a:cubicBezTo>
                    <a:pt x="59084" y="62709"/>
                    <a:pt x="69590" y="52260"/>
                    <a:pt x="79965" y="41680"/>
                  </a:cubicBezTo>
                  <a:cubicBezTo>
                    <a:pt x="81884" y="39724"/>
                    <a:pt x="84100" y="38494"/>
                    <a:pt x="86931" y="38476"/>
                  </a:cubicBezTo>
                  <a:cubicBezTo>
                    <a:pt x="88384" y="38457"/>
                    <a:pt x="89818" y="38159"/>
                    <a:pt x="88347" y="36203"/>
                  </a:cubicBezTo>
                  <a:lnTo>
                    <a:pt x="88272" y="36147"/>
                  </a:lnTo>
                  <a:cubicBezTo>
                    <a:pt x="87062" y="31901"/>
                    <a:pt x="88980" y="27765"/>
                    <a:pt x="90247" y="24245"/>
                  </a:cubicBezTo>
                  <a:cubicBezTo>
                    <a:pt x="93525" y="15118"/>
                    <a:pt x="87062" y="11896"/>
                    <a:pt x="81641" y="8468"/>
                  </a:cubicBezTo>
                  <a:cubicBezTo>
                    <a:pt x="78922" y="6755"/>
                    <a:pt x="77804" y="5339"/>
                    <a:pt x="78065" y="2433"/>
                  </a:cubicBezTo>
                  <a:cubicBezTo>
                    <a:pt x="80505" y="1446"/>
                    <a:pt x="82964" y="608"/>
                    <a:pt x="85646" y="1092"/>
                  </a:cubicBezTo>
                  <a:cubicBezTo>
                    <a:pt x="94885" y="384"/>
                    <a:pt x="104105" y="366"/>
                    <a:pt x="113344" y="1111"/>
                  </a:cubicBezTo>
                  <a:cubicBezTo>
                    <a:pt x="120850" y="2117"/>
                    <a:pt x="128227" y="142"/>
                    <a:pt x="135696" y="105"/>
                  </a:cubicBezTo>
                  <a:cubicBezTo>
                    <a:pt x="138862" y="86"/>
                    <a:pt x="142066" y="-454"/>
                    <a:pt x="145065" y="1111"/>
                  </a:cubicBezTo>
                  <a:cubicBezTo>
                    <a:pt x="136068" y="626"/>
                    <a:pt x="130685" y="7556"/>
                    <a:pt x="123775" y="11393"/>
                  </a:cubicBezTo>
                  <a:cubicBezTo>
                    <a:pt x="116995" y="15174"/>
                    <a:pt x="113996" y="22438"/>
                    <a:pt x="108333" y="27374"/>
                  </a:cubicBezTo>
                  <a:cubicBezTo>
                    <a:pt x="101367" y="33447"/>
                    <a:pt x="95965" y="41270"/>
                    <a:pt x="89465" y="47901"/>
                  </a:cubicBezTo>
                  <a:cubicBezTo>
                    <a:pt x="75401" y="62206"/>
                    <a:pt x="62642" y="77555"/>
                    <a:pt x="50945" y="93816"/>
                  </a:cubicBezTo>
                  <a:cubicBezTo>
                    <a:pt x="35224" y="115665"/>
                    <a:pt x="19689" y="137625"/>
                    <a:pt x="6110" y="160909"/>
                  </a:cubicBezTo>
                  <a:cubicBezTo>
                    <a:pt x="5496" y="161970"/>
                    <a:pt x="4825" y="162716"/>
                    <a:pt x="3558" y="162809"/>
                  </a:cubicBezTo>
                  <a:cubicBezTo>
                    <a:pt x="1994" y="162734"/>
                    <a:pt x="150" y="163125"/>
                    <a:pt x="57" y="160648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E53723-EAE6-120E-3B04-2B928DCEEF0E}"/>
                </a:ext>
              </a:extLst>
            </p:cNvPr>
            <p:cNvSpPr/>
            <p:nvPr/>
          </p:nvSpPr>
          <p:spPr>
            <a:xfrm>
              <a:off x="1910207" y="5134176"/>
              <a:ext cx="113808" cy="41318"/>
            </a:xfrm>
            <a:custGeom>
              <a:avLst/>
              <a:gdLst>
                <a:gd name="csX0" fmla="*/ 113809 w 113808"/>
                <a:gd name="csY0" fmla="*/ 3488 h 41318"/>
                <a:gd name="csX1" fmla="*/ 102987 w 113808"/>
                <a:gd name="csY1" fmla="*/ 25784 h 41318"/>
                <a:gd name="csX2" fmla="*/ 96039 w 113808"/>
                <a:gd name="csY2" fmla="*/ 32899 h 41318"/>
                <a:gd name="csX3" fmla="*/ 93487 w 113808"/>
                <a:gd name="csY3" fmla="*/ 41319 h 41318"/>
                <a:gd name="csX4" fmla="*/ 33025 w 113808"/>
                <a:gd name="csY4" fmla="*/ 16787 h 41318"/>
                <a:gd name="csX5" fmla="*/ 11884 w 113808"/>
                <a:gd name="csY5" fmla="*/ 13956 h 41318"/>
                <a:gd name="csX6" fmla="*/ 4694 w 113808"/>
                <a:gd name="csY6" fmla="*/ 9542 h 41318"/>
                <a:gd name="csX7" fmla="*/ 0 w 113808"/>
                <a:gd name="csY7" fmla="*/ 154 h 41318"/>
                <a:gd name="csX8" fmla="*/ 53440 w 113808"/>
                <a:gd name="csY8" fmla="*/ 2352 h 41318"/>
                <a:gd name="csX9" fmla="*/ 93972 w 113808"/>
                <a:gd name="csY9" fmla="*/ 8871 h 41318"/>
                <a:gd name="csX10" fmla="*/ 113809 w 113808"/>
                <a:gd name="csY10" fmla="*/ 3488 h 41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808" h="41318">
                  <a:moveTo>
                    <a:pt x="113809" y="3488"/>
                  </a:moveTo>
                  <a:cubicBezTo>
                    <a:pt x="110978" y="11293"/>
                    <a:pt x="107960" y="18985"/>
                    <a:pt x="102987" y="25784"/>
                  </a:cubicBezTo>
                  <a:cubicBezTo>
                    <a:pt x="100975" y="28522"/>
                    <a:pt x="98926" y="31242"/>
                    <a:pt x="96039" y="32899"/>
                  </a:cubicBezTo>
                  <a:cubicBezTo>
                    <a:pt x="92314" y="35041"/>
                    <a:pt x="91848" y="37761"/>
                    <a:pt x="93487" y="41319"/>
                  </a:cubicBezTo>
                  <a:cubicBezTo>
                    <a:pt x="74134" y="31167"/>
                    <a:pt x="54408" y="21984"/>
                    <a:pt x="33025" y="16787"/>
                  </a:cubicBezTo>
                  <a:cubicBezTo>
                    <a:pt x="26040" y="15092"/>
                    <a:pt x="19055" y="13639"/>
                    <a:pt x="11884" y="13956"/>
                  </a:cubicBezTo>
                  <a:cubicBezTo>
                    <a:pt x="8233" y="14124"/>
                    <a:pt x="5905" y="13379"/>
                    <a:pt x="4694" y="9542"/>
                  </a:cubicBezTo>
                  <a:cubicBezTo>
                    <a:pt x="3763" y="6580"/>
                    <a:pt x="1937" y="3916"/>
                    <a:pt x="0" y="154"/>
                  </a:cubicBezTo>
                  <a:cubicBezTo>
                    <a:pt x="18403" y="1197"/>
                    <a:pt x="36154" y="-1970"/>
                    <a:pt x="53440" y="2352"/>
                  </a:cubicBezTo>
                  <a:cubicBezTo>
                    <a:pt x="66814" y="5686"/>
                    <a:pt x="80504" y="6431"/>
                    <a:pt x="93972" y="8871"/>
                  </a:cubicBezTo>
                  <a:cubicBezTo>
                    <a:pt x="101087" y="10156"/>
                    <a:pt x="107401" y="6096"/>
                    <a:pt x="113809" y="3488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03E32E02-6AE8-4586-1DA5-70A9D2DAC628}"/>
                </a:ext>
              </a:extLst>
            </p:cNvPr>
            <p:cNvSpPr/>
            <p:nvPr/>
          </p:nvSpPr>
          <p:spPr>
            <a:xfrm>
              <a:off x="1810321" y="5090529"/>
              <a:ext cx="65650" cy="41636"/>
            </a:xfrm>
            <a:custGeom>
              <a:avLst/>
              <a:gdLst>
                <a:gd name="csX0" fmla="*/ 22697 w 65650"/>
                <a:gd name="csY0" fmla="*/ 34766 h 41636"/>
                <a:gd name="csX1" fmla="*/ 1369 w 65650"/>
                <a:gd name="csY1" fmla="*/ 36015 h 41636"/>
                <a:gd name="csX2" fmla="*/ 289 w 65650"/>
                <a:gd name="csY2" fmla="*/ 27893 h 41636"/>
                <a:gd name="csX3" fmla="*/ 9267 w 65650"/>
                <a:gd name="csY3" fmla="*/ 6417 h 41636"/>
                <a:gd name="csX4" fmla="*/ 19959 w 65650"/>
                <a:gd name="csY4" fmla="*/ 1090 h 41636"/>
                <a:gd name="csX5" fmla="*/ 35661 w 65650"/>
                <a:gd name="csY5" fmla="*/ 9 h 41636"/>
                <a:gd name="csX6" fmla="*/ 64495 w 65650"/>
                <a:gd name="csY6" fmla="*/ 24727 h 41636"/>
                <a:gd name="csX7" fmla="*/ 65650 w 65650"/>
                <a:gd name="csY7" fmla="*/ 35847 h 41636"/>
                <a:gd name="csX8" fmla="*/ 57287 w 65650"/>
                <a:gd name="csY8" fmla="*/ 40615 h 41636"/>
                <a:gd name="csX9" fmla="*/ 22771 w 65650"/>
                <a:gd name="csY9" fmla="*/ 34804 h 41636"/>
                <a:gd name="csX10" fmla="*/ 22697 w 65650"/>
                <a:gd name="csY10" fmla="*/ 34766 h 4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650" h="41636">
                  <a:moveTo>
                    <a:pt x="22697" y="34766"/>
                  </a:moveTo>
                  <a:cubicBezTo>
                    <a:pt x="15582" y="35176"/>
                    <a:pt x="8466" y="35605"/>
                    <a:pt x="1369" y="36015"/>
                  </a:cubicBezTo>
                  <a:cubicBezTo>
                    <a:pt x="-642" y="33518"/>
                    <a:pt x="103" y="30669"/>
                    <a:pt x="289" y="27893"/>
                  </a:cubicBezTo>
                  <a:cubicBezTo>
                    <a:pt x="811" y="19698"/>
                    <a:pt x="4573" y="12768"/>
                    <a:pt x="9267" y="6417"/>
                  </a:cubicBezTo>
                  <a:cubicBezTo>
                    <a:pt x="11689" y="3120"/>
                    <a:pt x="15377" y="1145"/>
                    <a:pt x="19959" y="1090"/>
                  </a:cubicBezTo>
                  <a:cubicBezTo>
                    <a:pt x="25193" y="1034"/>
                    <a:pt x="30408" y="158"/>
                    <a:pt x="35661" y="9"/>
                  </a:cubicBezTo>
                  <a:cubicBezTo>
                    <a:pt x="48663" y="-382"/>
                    <a:pt x="62782" y="11800"/>
                    <a:pt x="64495" y="24727"/>
                  </a:cubicBezTo>
                  <a:cubicBezTo>
                    <a:pt x="64979" y="28415"/>
                    <a:pt x="65278" y="32140"/>
                    <a:pt x="65650" y="35847"/>
                  </a:cubicBezTo>
                  <a:cubicBezTo>
                    <a:pt x="64421" y="41938"/>
                    <a:pt x="63117" y="42646"/>
                    <a:pt x="57287" y="40615"/>
                  </a:cubicBezTo>
                  <a:cubicBezTo>
                    <a:pt x="46111" y="36722"/>
                    <a:pt x="34767" y="33798"/>
                    <a:pt x="22771" y="34804"/>
                  </a:cubicBezTo>
                  <a:lnTo>
                    <a:pt x="22697" y="34766"/>
                  </a:lnTo>
                  <a:close/>
                </a:path>
              </a:pathLst>
            </a:custGeom>
            <a:solidFill>
              <a:srgbClr val="81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8B24E055-235B-9C43-75D1-5D7FAA932936}"/>
                </a:ext>
              </a:extLst>
            </p:cNvPr>
            <p:cNvSpPr/>
            <p:nvPr/>
          </p:nvSpPr>
          <p:spPr>
            <a:xfrm>
              <a:off x="1612430" y="5226979"/>
              <a:ext cx="129139" cy="193541"/>
            </a:xfrm>
            <a:custGeom>
              <a:avLst/>
              <a:gdLst>
                <a:gd name="csX0" fmla="*/ 108511 w 129139"/>
                <a:gd name="csY0" fmla="*/ 0 h 193541"/>
                <a:gd name="csX1" fmla="*/ 123226 w 129139"/>
                <a:gd name="csY1" fmla="*/ 15311 h 193541"/>
                <a:gd name="csX2" fmla="*/ 127957 w 129139"/>
                <a:gd name="csY2" fmla="*/ 23507 h 193541"/>
                <a:gd name="csX3" fmla="*/ 124120 w 129139"/>
                <a:gd name="csY3" fmla="*/ 42525 h 193541"/>
                <a:gd name="csX4" fmla="*/ 99961 w 129139"/>
                <a:gd name="csY4" fmla="*/ 68770 h 193541"/>
                <a:gd name="csX5" fmla="*/ 87630 w 129139"/>
                <a:gd name="csY5" fmla="*/ 83261 h 193541"/>
                <a:gd name="csX6" fmla="*/ 69991 w 129139"/>
                <a:gd name="csY6" fmla="*/ 105557 h 193541"/>
                <a:gd name="csX7" fmla="*/ 57790 w 129139"/>
                <a:gd name="csY7" fmla="*/ 122880 h 193541"/>
                <a:gd name="csX8" fmla="*/ 27727 w 129139"/>
                <a:gd name="csY8" fmla="*/ 163505 h 193541"/>
                <a:gd name="csX9" fmla="*/ 6027 w 129139"/>
                <a:gd name="csY9" fmla="*/ 190401 h 193541"/>
                <a:gd name="csX10" fmla="*/ 1482 w 129139"/>
                <a:gd name="csY10" fmla="*/ 193438 h 193541"/>
                <a:gd name="csX11" fmla="*/ 308 w 129139"/>
                <a:gd name="csY11" fmla="*/ 192469 h 193541"/>
                <a:gd name="csX12" fmla="*/ 550 w 129139"/>
                <a:gd name="csY12" fmla="*/ 189377 h 193541"/>
                <a:gd name="csX13" fmla="*/ 33445 w 129139"/>
                <a:gd name="csY13" fmla="*/ 144785 h 193541"/>
                <a:gd name="csX14" fmla="*/ 55685 w 129139"/>
                <a:gd name="csY14" fmla="*/ 115988 h 193541"/>
                <a:gd name="csX15" fmla="*/ 65725 w 129139"/>
                <a:gd name="csY15" fmla="*/ 103210 h 193541"/>
                <a:gd name="csX16" fmla="*/ 91914 w 129139"/>
                <a:gd name="csY16" fmla="*/ 71843 h 193541"/>
                <a:gd name="csX17" fmla="*/ 116315 w 129139"/>
                <a:gd name="csY17" fmla="*/ 45430 h 193541"/>
                <a:gd name="csX18" fmla="*/ 107095 w 129139"/>
                <a:gd name="csY18" fmla="*/ 5979 h 193541"/>
                <a:gd name="csX19" fmla="*/ 100948 w 129139"/>
                <a:gd name="csY19" fmla="*/ 1267 h 193541"/>
                <a:gd name="csX20" fmla="*/ 108511 w 129139"/>
                <a:gd name="csY20" fmla="*/ 0 h 193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9139" h="193541">
                  <a:moveTo>
                    <a:pt x="108511" y="0"/>
                  </a:moveTo>
                  <a:cubicBezTo>
                    <a:pt x="114527" y="4042"/>
                    <a:pt x="119538" y="9053"/>
                    <a:pt x="123226" y="15311"/>
                  </a:cubicBezTo>
                  <a:cubicBezTo>
                    <a:pt x="124828" y="18031"/>
                    <a:pt x="126765" y="20620"/>
                    <a:pt x="127957" y="23507"/>
                  </a:cubicBezTo>
                  <a:cubicBezTo>
                    <a:pt x="130881" y="30585"/>
                    <a:pt x="127920" y="37142"/>
                    <a:pt x="124120" y="42525"/>
                  </a:cubicBezTo>
                  <a:cubicBezTo>
                    <a:pt x="117247" y="52248"/>
                    <a:pt x="108976" y="60853"/>
                    <a:pt x="99961" y="68770"/>
                  </a:cubicBezTo>
                  <a:cubicBezTo>
                    <a:pt x="95248" y="72905"/>
                    <a:pt x="91858" y="78530"/>
                    <a:pt x="87630" y="83261"/>
                  </a:cubicBezTo>
                  <a:cubicBezTo>
                    <a:pt x="81316" y="90339"/>
                    <a:pt x="76920" y="98814"/>
                    <a:pt x="69991" y="105557"/>
                  </a:cubicBezTo>
                  <a:cubicBezTo>
                    <a:pt x="65017" y="110381"/>
                    <a:pt x="62317" y="117478"/>
                    <a:pt x="57790" y="122880"/>
                  </a:cubicBezTo>
                  <a:cubicBezTo>
                    <a:pt x="46931" y="135844"/>
                    <a:pt x="38605" y="150745"/>
                    <a:pt x="27727" y="163505"/>
                  </a:cubicBezTo>
                  <a:cubicBezTo>
                    <a:pt x="20220" y="172296"/>
                    <a:pt x="13384" y="181535"/>
                    <a:pt x="6027" y="190401"/>
                  </a:cubicBezTo>
                  <a:cubicBezTo>
                    <a:pt x="4909" y="191743"/>
                    <a:pt x="3009" y="192450"/>
                    <a:pt x="1482" y="193438"/>
                  </a:cubicBezTo>
                  <a:cubicBezTo>
                    <a:pt x="569" y="193754"/>
                    <a:pt x="252" y="193326"/>
                    <a:pt x="308" y="192469"/>
                  </a:cubicBezTo>
                  <a:cubicBezTo>
                    <a:pt x="85" y="191426"/>
                    <a:pt x="-362" y="190569"/>
                    <a:pt x="550" y="189377"/>
                  </a:cubicBezTo>
                  <a:cubicBezTo>
                    <a:pt x="11950" y="174830"/>
                    <a:pt x="23238" y="160245"/>
                    <a:pt x="33445" y="144785"/>
                  </a:cubicBezTo>
                  <a:cubicBezTo>
                    <a:pt x="40095" y="134708"/>
                    <a:pt x="47583" y="125078"/>
                    <a:pt x="55685" y="115988"/>
                  </a:cubicBezTo>
                  <a:cubicBezTo>
                    <a:pt x="59280" y="111946"/>
                    <a:pt x="62838" y="107774"/>
                    <a:pt x="65725" y="103210"/>
                  </a:cubicBezTo>
                  <a:cubicBezTo>
                    <a:pt x="73083" y="91569"/>
                    <a:pt x="83588" y="82628"/>
                    <a:pt x="91914" y="71843"/>
                  </a:cubicBezTo>
                  <a:cubicBezTo>
                    <a:pt x="99290" y="62306"/>
                    <a:pt x="109032" y="55023"/>
                    <a:pt x="116315" y="45430"/>
                  </a:cubicBezTo>
                  <a:cubicBezTo>
                    <a:pt x="126169" y="32448"/>
                    <a:pt x="121717" y="13840"/>
                    <a:pt x="107095" y="5979"/>
                  </a:cubicBezTo>
                  <a:cubicBezTo>
                    <a:pt x="104841" y="4768"/>
                    <a:pt x="102345" y="3707"/>
                    <a:pt x="100948" y="1267"/>
                  </a:cubicBezTo>
                  <a:cubicBezTo>
                    <a:pt x="103444" y="857"/>
                    <a:pt x="105977" y="428"/>
                    <a:pt x="108511" y="0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AD561F0F-7D22-5BE6-A4B5-790A18B351C9}"/>
                </a:ext>
              </a:extLst>
            </p:cNvPr>
            <p:cNvSpPr/>
            <p:nvPr/>
          </p:nvSpPr>
          <p:spPr>
            <a:xfrm>
              <a:off x="1733439" y="5182014"/>
              <a:ext cx="55991" cy="56457"/>
            </a:xfrm>
            <a:custGeom>
              <a:avLst/>
              <a:gdLst>
                <a:gd name="csX0" fmla="*/ 19483 w 55991"/>
                <a:gd name="csY0" fmla="*/ 56457 h 56457"/>
                <a:gd name="csX1" fmla="*/ 4768 w 55991"/>
                <a:gd name="csY1" fmla="*/ 40308 h 56457"/>
                <a:gd name="csX2" fmla="*/ 0 w 55991"/>
                <a:gd name="csY2" fmla="*/ 39339 h 56457"/>
                <a:gd name="csX3" fmla="*/ 55992 w 55991"/>
                <a:gd name="csY3" fmla="*/ 0 h 56457"/>
                <a:gd name="csX4" fmla="*/ 51167 w 55991"/>
                <a:gd name="csY4" fmla="*/ 29188 h 56457"/>
                <a:gd name="csX5" fmla="*/ 48671 w 55991"/>
                <a:gd name="csY5" fmla="*/ 32094 h 56457"/>
                <a:gd name="csX6" fmla="*/ 20955 w 55991"/>
                <a:gd name="csY6" fmla="*/ 55731 h 56457"/>
                <a:gd name="csX7" fmla="*/ 19483 w 55991"/>
                <a:gd name="csY7" fmla="*/ 56457 h 56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991" h="56457">
                  <a:moveTo>
                    <a:pt x="19483" y="56457"/>
                  </a:moveTo>
                  <a:cubicBezTo>
                    <a:pt x="15237" y="50478"/>
                    <a:pt x="8922" y="46418"/>
                    <a:pt x="4768" y="40308"/>
                  </a:cubicBezTo>
                  <a:cubicBezTo>
                    <a:pt x="3781" y="38855"/>
                    <a:pt x="1621" y="39637"/>
                    <a:pt x="0" y="39339"/>
                  </a:cubicBezTo>
                  <a:cubicBezTo>
                    <a:pt x="18664" y="26226"/>
                    <a:pt x="37328" y="13113"/>
                    <a:pt x="55992" y="0"/>
                  </a:cubicBezTo>
                  <a:cubicBezTo>
                    <a:pt x="53086" y="9649"/>
                    <a:pt x="52360" y="19446"/>
                    <a:pt x="51167" y="29188"/>
                  </a:cubicBezTo>
                  <a:cubicBezTo>
                    <a:pt x="51000" y="30585"/>
                    <a:pt x="49789" y="31423"/>
                    <a:pt x="48671" y="32094"/>
                  </a:cubicBezTo>
                  <a:cubicBezTo>
                    <a:pt x="38147" y="38464"/>
                    <a:pt x="28946" y="46380"/>
                    <a:pt x="20955" y="55731"/>
                  </a:cubicBezTo>
                  <a:cubicBezTo>
                    <a:pt x="20620" y="56122"/>
                    <a:pt x="19986" y="56234"/>
                    <a:pt x="19483" y="56457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CDEDC5E6-685A-7126-FF23-750F0A96E3E6}"/>
                </a:ext>
              </a:extLst>
            </p:cNvPr>
            <p:cNvSpPr/>
            <p:nvPr/>
          </p:nvSpPr>
          <p:spPr>
            <a:xfrm>
              <a:off x="1914602" y="5175849"/>
              <a:ext cx="37439" cy="59288"/>
            </a:xfrm>
            <a:custGeom>
              <a:avLst/>
              <a:gdLst>
                <a:gd name="csX0" fmla="*/ 37440 w 37439"/>
                <a:gd name="csY0" fmla="*/ 39898 h 59288"/>
                <a:gd name="csX1" fmla="*/ 15665 w 37439"/>
                <a:gd name="csY1" fmla="*/ 59289 h 59288"/>
                <a:gd name="csX2" fmla="*/ 10916 w 37439"/>
                <a:gd name="csY2" fmla="*/ 37365 h 59288"/>
                <a:gd name="csX3" fmla="*/ 4545 w 37439"/>
                <a:gd name="csY3" fmla="*/ 23712 h 59288"/>
                <a:gd name="csX4" fmla="*/ 2124 w 37439"/>
                <a:gd name="csY4" fmla="*/ 0 h 59288"/>
                <a:gd name="csX5" fmla="*/ 37440 w 37439"/>
                <a:gd name="csY5" fmla="*/ 39898 h 59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7439" h="59288">
                  <a:moveTo>
                    <a:pt x="37440" y="39898"/>
                  </a:moveTo>
                  <a:cubicBezTo>
                    <a:pt x="29691" y="45803"/>
                    <a:pt x="22259" y="52080"/>
                    <a:pt x="15665" y="59289"/>
                  </a:cubicBezTo>
                  <a:cubicBezTo>
                    <a:pt x="14101" y="51968"/>
                    <a:pt x="12760" y="44611"/>
                    <a:pt x="10916" y="37365"/>
                  </a:cubicBezTo>
                  <a:cubicBezTo>
                    <a:pt x="9668" y="32466"/>
                    <a:pt x="7898" y="27679"/>
                    <a:pt x="4545" y="23712"/>
                  </a:cubicBezTo>
                  <a:cubicBezTo>
                    <a:pt x="-1341" y="16764"/>
                    <a:pt x="-782" y="9015"/>
                    <a:pt x="2124" y="0"/>
                  </a:cubicBezTo>
                  <a:cubicBezTo>
                    <a:pt x="12741" y="14845"/>
                    <a:pt x="22539" y="29710"/>
                    <a:pt x="37440" y="39898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92C90D1B-7A03-A8A2-3F0B-E12B37D7607F}"/>
                </a:ext>
              </a:extLst>
            </p:cNvPr>
            <p:cNvSpPr/>
            <p:nvPr/>
          </p:nvSpPr>
          <p:spPr>
            <a:xfrm>
              <a:off x="1833055" y="5123768"/>
              <a:ext cx="44145" cy="10483"/>
            </a:xfrm>
            <a:custGeom>
              <a:avLst/>
              <a:gdLst>
                <a:gd name="csX0" fmla="*/ 0 w 44145"/>
                <a:gd name="csY0" fmla="*/ 1546 h 10483"/>
                <a:gd name="csX1" fmla="*/ 28741 w 44145"/>
                <a:gd name="csY1" fmla="*/ 4191 h 10483"/>
                <a:gd name="csX2" fmla="*/ 34515 w 44145"/>
                <a:gd name="csY2" fmla="*/ 6296 h 10483"/>
                <a:gd name="csX3" fmla="*/ 42879 w 44145"/>
                <a:gd name="csY3" fmla="*/ 2608 h 10483"/>
                <a:gd name="csX4" fmla="*/ 44145 w 44145"/>
                <a:gd name="csY4" fmla="*/ 6166 h 10483"/>
                <a:gd name="csX5" fmla="*/ 35950 w 44145"/>
                <a:gd name="csY5" fmla="*/ 9463 h 10483"/>
                <a:gd name="csX6" fmla="*/ 8829 w 44145"/>
                <a:gd name="csY6" fmla="*/ 2813 h 10483"/>
                <a:gd name="csX7" fmla="*/ 3371 w 44145"/>
                <a:gd name="csY7" fmla="*/ 3781 h 10483"/>
                <a:gd name="csX8" fmla="*/ 0 w 44145"/>
                <a:gd name="csY8" fmla="*/ 1546 h 10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145" h="10483">
                  <a:moveTo>
                    <a:pt x="0" y="1546"/>
                  </a:moveTo>
                  <a:cubicBezTo>
                    <a:pt x="10021" y="-2347"/>
                    <a:pt x="19279" y="2086"/>
                    <a:pt x="28741" y="4191"/>
                  </a:cubicBezTo>
                  <a:cubicBezTo>
                    <a:pt x="30734" y="4638"/>
                    <a:pt x="32690" y="5383"/>
                    <a:pt x="34515" y="6296"/>
                  </a:cubicBezTo>
                  <a:cubicBezTo>
                    <a:pt x="38892" y="8494"/>
                    <a:pt x="41593" y="7246"/>
                    <a:pt x="42879" y="2608"/>
                  </a:cubicBezTo>
                  <a:cubicBezTo>
                    <a:pt x="43233" y="3819"/>
                    <a:pt x="42674" y="5346"/>
                    <a:pt x="44145" y="6166"/>
                  </a:cubicBezTo>
                  <a:cubicBezTo>
                    <a:pt x="42674" y="10394"/>
                    <a:pt x="40141" y="11567"/>
                    <a:pt x="35950" y="9463"/>
                  </a:cubicBezTo>
                  <a:cubicBezTo>
                    <a:pt x="27456" y="5160"/>
                    <a:pt x="18105" y="4079"/>
                    <a:pt x="8829" y="2813"/>
                  </a:cubicBezTo>
                  <a:cubicBezTo>
                    <a:pt x="6948" y="2552"/>
                    <a:pt x="5085" y="2869"/>
                    <a:pt x="3371" y="3781"/>
                  </a:cubicBezTo>
                  <a:cubicBezTo>
                    <a:pt x="3409" y="1304"/>
                    <a:pt x="1453" y="1826"/>
                    <a:pt x="0" y="1546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349CD3CD-CF08-433B-BE8A-89297AA8198B}"/>
                </a:ext>
              </a:extLst>
            </p:cNvPr>
            <p:cNvSpPr/>
            <p:nvPr/>
          </p:nvSpPr>
          <p:spPr>
            <a:xfrm>
              <a:off x="1539238" y="5491626"/>
              <a:ext cx="37588" cy="2832"/>
            </a:xfrm>
            <a:custGeom>
              <a:avLst/>
              <a:gdLst>
                <a:gd name="csX0" fmla="*/ 0 w 37588"/>
                <a:gd name="csY0" fmla="*/ 0 h 2832"/>
                <a:gd name="csX1" fmla="*/ 37589 w 37588"/>
                <a:gd name="csY1" fmla="*/ 1173 h 2832"/>
                <a:gd name="csX2" fmla="*/ 0 w 37588"/>
                <a:gd name="csY2" fmla="*/ 0 h 2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588" h="2832">
                  <a:moveTo>
                    <a:pt x="0" y="0"/>
                  </a:moveTo>
                  <a:cubicBezTo>
                    <a:pt x="12499" y="1192"/>
                    <a:pt x="25053" y="1024"/>
                    <a:pt x="37589" y="1173"/>
                  </a:cubicBezTo>
                  <a:cubicBezTo>
                    <a:pt x="25034" y="2142"/>
                    <a:pt x="12405" y="4917"/>
                    <a:pt x="0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9C388C12-BFD3-3ACC-3D70-73E1B76F56B8}"/>
                </a:ext>
              </a:extLst>
            </p:cNvPr>
            <p:cNvSpPr/>
            <p:nvPr/>
          </p:nvSpPr>
          <p:spPr>
            <a:xfrm>
              <a:off x="1645242" y="5227032"/>
              <a:ext cx="27697" cy="1139"/>
            </a:xfrm>
            <a:custGeom>
              <a:avLst/>
              <a:gdLst>
                <a:gd name="csX0" fmla="*/ 27698 w 27697"/>
                <a:gd name="csY0" fmla="*/ 1139 h 1139"/>
                <a:gd name="csX1" fmla="*/ 0 w 27697"/>
                <a:gd name="csY1" fmla="*/ 1120 h 1139"/>
                <a:gd name="csX2" fmla="*/ 27698 w 27697"/>
                <a:gd name="csY2" fmla="*/ 1139 h 1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697" h="1139">
                  <a:moveTo>
                    <a:pt x="27698" y="1139"/>
                  </a:moveTo>
                  <a:cubicBezTo>
                    <a:pt x="18459" y="1139"/>
                    <a:pt x="9239" y="1139"/>
                    <a:pt x="0" y="1120"/>
                  </a:cubicBezTo>
                  <a:cubicBezTo>
                    <a:pt x="9239" y="-891"/>
                    <a:pt x="18478" y="245"/>
                    <a:pt x="27698" y="1139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5350E95C-5F0D-3E73-A762-6ECBE580D723}"/>
                </a:ext>
              </a:extLst>
            </p:cNvPr>
            <p:cNvSpPr/>
            <p:nvPr/>
          </p:nvSpPr>
          <p:spPr>
            <a:xfrm>
              <a:off x="1617339" y="5479125"/>
              <a:ext cx="11548" cy="4323"/>
            </a:xfrm>
            <a:custGeom>
              <a:avLst/>
              <a:gdLst>
                <a:gd name="csX0" fmla="*/ 0 w 11548"/>
                <a:gd name="csY0" fmla="*/ 4324 h 4323"/>
                <a:gd name="csX1" fmla="*/ 11549 w 11548"/>
                <a:gd name="csY1" fmla="*/ 151 h 4323"/>
                <a:gd name="csX2" fmla="*/ 0 w 11548"/>
                <a:gd name="csY2" fmla="*/ 4324 h 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548" h="4323">
                  <a:moveTo>
                    <a:pt x="0" y="4324"/>
                  </a:moveTo>
                  <a:cubicBezTo>
                    <a:pt x="2757" y="-54"/>
                    <a:pt x="7041" y="-277"/>
                    <a:pt x="11549" y="151"/>
                  </a:cubicBezTo>
                  <a:cubicBezTo>
                    <a:pt x="7916" y="2107"/>
                    <a:pt x="4042" y="3411"/>
                    <a:pt x="0" y="4324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AC50A464-C36F-62B2-D7E0-9A69771C61D1}"/>
                </a:ext>
              </a:extLst>
            </p:cNvPr>
            <p:cNvSpPr/>
            <p:nvPr/>
          </p:nvSpPr>
          <p:spPr>
            <a:xfrm>
              <a:off x="1930025" y="5235100"/>
              <a:ext cx="1773" cy="14584"/>
            </a:xfrm>
            <a:custGeom>
              <a:avLst/>
              <a:gdLst>
                <a:gd name="csX0" fmla="*/ 205 w 1773"/>
                <a:gd name="csY0" fmla="*/ 0 h 14584"/>
                <a:gd name="csX1" fmla="*/ 0 w 1773"/>
                <a:gd name="csY1" fmla="*/ 14585 h 14584"/>
                <a:gd name="csX2" fmla="*/ 205 w 1773"/>
                <a:gd name="csY2" fmla="*/ 0 h 1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3" h="14584">
                  <a:moveTo>
                    <a:pt x="205" y="0"/>
                  </a:moveTo>
                  <a:cubicBezTo>
                    <a:pt x="2086" y="4880"/>
                    <a:pt x="2570" y="9760"/>
                    <a:pt x="0" y="14585"/>
                  </a:cubicBezTo>
                  <a:cubicBezTo>
                    <a:pt x="689" y="9723"/>
                    <a:pt x="447" y="4862"/>
                    <a:pt x="205" y="0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9669DF6-0EAB-3B4E-CA87-6D45FD978B65}"/>
                </a:ext>
              </a:extLst>
            </p:cNvPr>
            <p:cNvSpPr/>
            <p:nvPr/>
          </p:nvSpPr>
          <p:spPr>
            <a:xfrm>
              <a:off x="1775573" y="5007725"/>
              <a:ext cx="76516" cy="79566"/>
            </a:xfrm>
            <a:custGeom>
              <a:avLst/>
              <a:gdLst>
                <a:gd name="csX0" fmla="*/ 0 w 76516"/>
                <a:gd name="csY0" fmla="*/ 2347 h 79566"/>
                <a:gd name="csX1" fmla="*/ 1285 w 76516"/>
                <a:gd name="csY1" fmla="*/ 0 h 79566"/>
                <a:gd name="csX2" fmla="*/ 24047 w 76516"/>
                <a:gd name="csY2" fmla="*/ 12238 h 79566"/>
                <a:gd name="csX3" fmla="*/ 30846 w 76516"/>
                <a:gd name="csY3" fmla="*/ 16168 h 79566"/>
                <a:gd name="csX4" fmla="*/ 40941 w 76516"/>
                <a:gd name="csY4" fmla="*/ 18049 h 79566"/>
                <a:gd name="csX5" fmla="*/ 42562 w 76516"/>
                <a:gd name="csY5" fmla="*/ 17565 h 79566"/>
                <a:gd name="csX6" fmla="*/ 67242 w 76516"/>
                <a:gd name="csY6" fmla="*/ 29188 h 79566"/>
                <a:gd name="csX7" fmla="*/ 75736 w 76516"/>
                <a:gd name="csY7" fmla="*/ 45728 h 79566"/>
                <a:gd name="csX8" fmla="*/ 73966 w 76516"/>
                <a:gd name="csY8" fmla="*/ 49919 h 79566"/>
                <a:gd name="csX9" fmla="*/ 47517 w 76516"/>
                <a:gd name="csY9" fmla="*/ 59587 h 79566"/>
                <a:gd name="csX10" fmla="*/ 34813 w 76516"/>
                <a:gd name="csY10" fmla="*/ 75829 h 79566"/>
                <a:gd name="csX11" fmla="*/ 29784 w 76516"/>
                <a:gd name="csY11" fmla="*/ 77878 h 79566"/>
                <a:gd name="csX12" fmla="*/ 10524 w 76516"/>
                <a:gd name="csY12" fmla="*/ 64150 h 79566"/>
                <a:gd name="csX13" fmla="*/ 1714 w 76516"/>
                <a:gd name="csY13" fmla="*/ 39582 h 79566"/>
                <a:gd name="csX14" fmla="*/ 4116 w 76516"/>
                <a:gd name="csY14" fmla="*/ 24010 h 79566"/>
                <a:gd name="csX15" fmla="*/ 0 w 76516"/>
                <a:gd name="csY15" fmla="*/ 2347 h 79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6516" h="79566">
                  <a:moveTo>
                    <a:pt x="0" y="2347"/>
                  </a:moveTo>
                  <a:cubicBezTo>
                    <a:pt x="149" y="1416"/>
                    <a:pt x="242" y="447"/>
                    <a:pt x="1285" y="0"/>
                  </a:cubicBezTo>
                  <a:cubicBezTo>
                    <a:pt x="8270" y="5197"/>
                    <a:pt x="16205" y="8643"/>
                    <a:pt x="24047" y="12238"/>
                  </a:cubicBezTo>
                  <a:cubicBezTo>
                    <a:pt x="26450" y="13337"/>
                    <a:pt x="28741" y="14529"/>
                    <a:pt x="30846" y="16168"/>
                  </a:cubicBezTo>
                  <a:cubicBezTo>
                    <a:pt x="33826" y="18496"/>
                    <a:pt x="37235" y="19204"/>
                    <a:pt x="40941" y="18049"/>
                  </a:cubicBezTo>
                  <a:cubicBezTo>
                    <a:pt x="41482" y="17882"/>
                    <a:pt x="42003" y="17677"/>
                    <a:pt x="42562" y="17565"/>
                  </a:cubicBezTo>
                  <a:cubicBezTo>
                    <a:pt x="56551" y="14641"/>
                    <a:pt x="60518" y="16503"/>
                    <a:pt x="67242" y="29188"/>
                  </a:cubicBezTo>
                  <a:cubicBezTo>
                    <a:pt x="70148" y="34664"/>
                    <a:pt x="72830" y="40252"/>
                    <a:pt x="75736" y="45728"/>
                  </a:cubicBezTo>
                  <a:cubicBezTo>
                    <a:pt x="76984" y="48075"/>
                    <a:pt x="76965" y="48951"/>
                    <a:pt x="73966" y="49919"/>
                  </a:cubicBezTo>
                  <a:cubicBezTo>
                    <a:pt x="65044" y="52807"/>
                    <a:pt x="56253" y="56159"/>
                    <a:pt x="47517" y="59587"/>
                  </a:cubicBezTo>
                  <a:cubicBezTo>
                    <a:pt x="40178" y="62455"/>
                    <a:pt x="35111" y="67428"/>
                    <a:pt x="34813" y="75829"/>
                  </a:cubicBezTo>
                  <a:cubicBezTo>
                    <a:pt x="34646" y="80691"/>
                    <a:pt x="32690" y="80169"/>
                    <a:pt x="29784" y="77878"/>
                  </a:cubicBezTo>
                  <a:cubicBezTo>
                    <a:pt x="23600" y="72979"/>
                    <a:pt x="17025" y="68565"/>
                    <a:pt x="10524" y="64150"/>
                  </a:cubicBezTo>
                  <a:cubicBezTo>
                    <a:pt x="1211" y="57798"/>
                    <a:pt x="-75" y="49491"/>
                    <a:pt x="1714" y="39582"/>
                  </a:cubicBezTo>
                  <a:cubicBezTo>
                    <a:pt x="2645" y="34422"/>
                    <a:pt x="3446" y="29225"/>
                    <a:pt x="4116" y="24010"/>
                  </a:cubicBezTo>
                  <a:cubicBezTo>
                    <a:pt x="5122" y="16373"/>
                    <a:pt x="4191" y="9034"/>
                    <a:pt x="0" y="2347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62B19BDA-F755-CA35-CB00-9393DD2D4E3B}"/>
                </a:ext>
              </a:extLst>
            </p:cNvPr>
            <p:cNvSpPr/>
            <p:nvPr/>
          </p:nvSpPr>
          <p:spPr>
            <a:xfrm>
              <a:off x="1862504" y="5075674"/>
              <a:ext cx="4638" cy="13969"/>
            </a:xfrm>
            <a:custGeom>
              <a:avLst/>
              <a:gdLst>
                <a:gd name="csX0" fmla="*/ 1173 w 4638"/>
                <a:gd name="csY0" fmla="*/ 0 h 13969"/>
                <a:gd name="csX1" fmla="*/ 4638 w 4638"/>
                <a:gd name="csY1" fmla="*/ 13970 h 13969"/>
                <a:gd name="csX2" fmla="*/ 0 w 4638"/>
                <a:gd name="csY2" fmla="*/ 4582 h 13969"/>
                <a:gd name="csX3" fmla="*/ 1173 w 4638"/>
                <a:gd name="csY3" fmla="*/ 0 h 13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8" h="13969">
                  <a:moveTo>
                    <a:pt x="1173" y="0"/>
                  </a:moveTo>
                  <a:cubicBezTo>
                    <a:pt x="2813" y="4135"/>
                    <a:pt x="4005" y="8382"/>
                    <a:pt x="4638" y="13970"/>
                  </a:cubicBezTo>
                  <a:cubicBezTo>
                    <a:pt x="559" y="11027"/>
                    <a:pt x="559" y="7674"/>
                    <a:pt x="0" y="4582"/>
                  </a:cubicBezTo>
                  <a:cubicBezTo>
                    <a:pt x="1937" y="3465"/>
                    <a:pt x="820" y="1546"/>
                    <a:pt x="1173" y="0"/>
                  </a:cubicBezTo>
                  <a:close/>
                </a:path>
              </a:pathLst>
            </a:custGeom>
            <a:solidFill>
              <a:srgbClr val="516F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F64F6ACD-729F-5F52-D2DE-D8CDD601B384}"/>
                </a:ext>
              </a:extLst>
            </p:cNvPr>
            <p:cNvSpPr/>
            <p:nvPr/>
          </p:nvSpPr>
          <p:spPr>
            <a:xfrm>
              <a:off x="1759704" y="4831993"/>
              <a:ext cx="112433" cy="181201"/>
            </a:xfrm>
            <a:custGeom>
              <a:avLst/>
              <a:gdLst>
                <a:gd name="csX0" fmla="*/ 14510 w 112433"/>
                <a:gd name="csY0" fmla="*/ 106944 h 181201"/>
                <a:gd name="csX1" fmla="*/ 5979 w 112433"/>
                <a:gd name="csY1" fmla="*/ 98953 h 181201"/>
                <a:gd name="csX2" fmla="*/ 18 w 112433"/>
                <a:gd name="csY2" fmla="*/ 70007 h 181201"/>
                <a:gd name="csX3" fmla="*/ 8400 w 112433"/>
                <a:gd name="csY3" fmla="*/ 58011 h 181201"/>
                <a:gd name="csX4" fmla="*/ 12591 w 112433"/>
                <a:gd name="csY4" fmla="*/ 55385 h 181201"/>
                <a:gd name="csX5" fmla="*/ 7841 w 112433"/>
                <a:gd name="csY5" fmla="*/ 55199 h 181201"/>
                <a:gd name="csX6" fmla="*/ 1490 w 112433"/>
                <a:gd name="csY6" fmla="*/ 49126 h 181201"/>
                <a:gd name="csX7" fmla="*/ 9983 w 112433"/>
                <a:gd name="csY7" fmla="*/ 18411 h 181201"/>
                <a:gd name="csX8" fmla="*/ 20917 w 112433"/>
                <a:gd name="csY8" fmla="*/ 3659 h 181201"/>
                <a:gd name="csX9" fmla="*/ 41071 w 112433"/>
                <a:gd name="csY9" fmla="*/ 2169 h 181201"/>
                <a:gd name="csX10" fmla="*/ 66124 w 112433"/>
                <a:gd name="csY10" fmla="*/ 18877 h 181201"/>
                <a:gd name="csX11" fmla="*/ 74897 w 112433"/>
                <a:gd name="csY11" fmla="*/ 27445 h 181201"/>
                <a:gd name="csX12" fmla="*/ 73798 w 112433"/>
                <a:gd name="csY12" fmla="*/ 35156 h 181201"/>
                <a:gd name="csX13" fmla="*/ 72141 w 112433"/>
                <a:gd name="csY13" fmla="*/ 38155 h 181201"/>
                <a:gd name="csX14" fmla="*/ 75456 w 112433"/>
                <a:gd name="csY14" fmla="*/ 37801 h 181201"/>
                <a:gd name="csX15" fmla="*/ 82609 w 112433"/>
                <a:gd name="csY15" fmla="*/ 39180 h 181201"/>
                <a:gd name="csX16" fmla="*/ 98255 w 112433"/>
                <a:gd name="csY16" fmla="*/ 79730 h 181201"/>
                <a:gd name="csX17" fmla="*/ 97100 w 112433"/>
                <a:gd name="csY17" fmla="*/ 85486 h 181201"/>
                <a:gd name="csX18" fmla="*/ 102930 w 112433"/>
                <a:gd name="csY18" fmla="*/ 90310 h 181201"/>
                <a:gd name="csX19" fmla="*/ 111629 w 112433"/>
                <a:gd name="csY19" fmla="*/ 121137 h 181201"/>
                <a:gd name="csX20" fmla="*/ 107308 w 112433"/>
                <a:gd name="csY20" fmla="*/ 131661 h 181201"/>
                <a:gd name="csX21" fmla="*/ 100528 w 112433"/>
                <a:gd name="csY21" fmla="*/ 134548 h 181201"/>
                <a:gd name="csX22" fmla="*/ 96728 w 112433"/>
                <a:gd name="csY22" fmla="*/ 118175 h 181201"/>
                <a:gd name="csX23" fmla="*/ 66515 w 112433"/>
                <a:gd name="csY23" fmla="*/ 40055 h 181201"/>
                <a:gd name="csX24" fmla="*/ 39432 w 112433"/>
                <a:gd name="csY24" fmla="*/ 16921 h 181201"/>
                <a:gd name="csX25" fmla="*/ 31255 w 112433"/>
                <a:gd name="csY25" fmla="*/ 18877 h 181201"/>
                <a:gd name="csX26" fmla="*/ 29392 w 112433"/>
                <a:gd name="csY26" fmla="*/ 21801 h 181201"/>
                <a:gd name="csX27" fmla="*/ 26431 w 112433"/>
                <a:gd name="csY27" fmla="*/ 38435 h 181201"/>
                <a:gd name="csX28" fmla="*/ 35856 w 112433"/>
                <a:gd name="csY28" fmla="*/ 58924 h 181201"/>
                <a:gd name="csX29" fmla="*/ 60611 w 112433"/>
                <a:gd name="csY29" fmla="*/ 127079 h 181201"/>
                <a:gd name="csX30" fmla="*/ 72215 w 112433"/>
                <a:gd name="csY30" fmla="*/ 154348 h 181201"/>
                <a:gd name="csX31" fmla="*/ 84341 w 112433"/>
                <a:gd name="csY31" fmla="*/ 162879 h 181201"/>
                <a:gd name="csX32" fmla="*/ 87917 w 112433"/>
                <a:gd name="csY32" fmla="*/ 165394 h 181201"/>
                <a:gd name="csX33" fmla="*/ 87079 w 112433"/>
                <a:gd name="csY33" fmla="*/ 176942 h 181201"/>
                <a:gd name="csX34" fmla="*/ 82702 w 112433"/>
                <a:gd name="csY34" fmla="*/ 181152 h 181201"/>
                <a:gd name="csX35" fmla="*/ 68173 w 112433"/>
                <a:gd name="csY35" fmla="*/ 178246 h 181201"/>
                <a:gd name="csX36" fmla="*/ 48801 w 112433"/>
                <a:gd name="csY36" fmla="*/ 164146 h 181201"/>
                <a:gd name="csX37" fmla="*/ 46287 w 112433"/>
                <a:gd name="csY37" fmla="*/ 156583 h 181201"/>
                <a:gd name="csX38" fmla="*/ 49248 w 112433"/>
                <a:gd name="csY38" fmla="*/ 152728 h 181201"/>
                <a:gd name="csX39" fmla="*/ 43958 w 112433"/>
                <a:gd name="csY39" fmla="*/ 154404 h 181201"/>
                <a:gd name="csX40" fmla="*/ 39469 w 112433"/>
                <a:gd name="csY40" fmla="*/ 152616 h 181201"/>
                <a:gd name="csX41" fmla="*/ 21178 w 112433"/>
                <a:gd name="csY41" fmla="*/ 128085 h 181201"/>
                <a:gd name="csX42" fmla="*/ 14193 w 112433"/>
                <a:gd name="csY42" fmla="*/ 116071 h 181201"/>
                <a:gd name="csX43" fmla="*/ 15869 w 112433"/>
                <a:gd name="csY43" fmla="*/ 109365 h 181201"/>
                <a:gd name="csX44" fmla="*/ 21588 w 112433"/>
                <a:gd name="csY44" fmla="*/ 103814 h 181201"/>
                <a:gd name="csX45" fmla="*/ 14510 w 112433"/>
                <a:gd name="csY45" fmla="*/ 106944 h 18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12433" h="181201">
                  <a:moveTo>
                    <a:pt x="14510" y="106944"/>
                  </a:moveTo>
                  <a:cubicBezTo>
                    <a:pt x="8326" y="107931"/>
                    <a:pt x="7376" y="102380"/>
                    <a:pt x="5979" y="98953"/>
                  </a:cubicBezTo>
                  <a:cubicBezTo>
                    <a:pt x="2216" y="89770"/>
                    <a:pt x="298" y="79991"/>
                    <a:pt x="18" y="70007"/>
                  </a:cubicBezTo>
                  <a:cubicBezTo>
                    <a:pt x="-187" y="62426"/>
                    <a:pt x="1266" y="60712"/>
                    <a:pt x="8400" y="58011"/>
                  </a:cubicBezTo>
                  <a:cubicBezTo>
                    <a:pt x="9928" y="57434"/>
                    <a:pt x="13187" y="57788"/>
                    <a:pt x="12591" y="55385"/>
                  </a:cubicBezTo>
                  <a:cubicBezTo>
                    <a:pt x="11902" y="52610"/>
                    <a:pt x="9369" y="54826"/>
                    <a:pt x="7841" y="55199"/>
                  </a:cubicBezTo>
                  <a:cubicBezTo>
                    <a:pt x="2831" y="56372"/>
                    <a:pt x="-280" y="53876"/>
                    <a:pt x="1490" y="49126"/>
                  </a:cubicBezTo>
                  <a:cubicBezTo>
                    <a:pt x="5215" y="39124"/>
                    <a:pt x="5178" y="28171"/>
                    <a:pt x="9983" y="18411"/>
                  </a:cubicBezTo>
                  <a:cubicBezTo>
                    <a:pt x="12796" y="12730"/>
                    <a:pt x="16465" y="7682"/>
                    <a:pt x="20917" y="3659"/>
                  </a:cubicBezTo>
                  <a:cubicBezTo>
                    <a:pt x="26729" y="-1575"/>
                    <a:pt x="34217" y="-365"/>
                    <a:pt x="41071" y="2169"/>
                  </a:cubicBezTo>
                  <a:cubicBezTo>
                    <a:pt x="50720" y="5726"/>
                    <a:pt x="58301" y="12525"/>
                    <a:pt x="66124" y="18877"/>
                  </a:cubicBezTo>
                  <a:cubicBezTo>
                    <a:pt x="69309" y="21466"/>
                    <a:pt x="72439" y="23980"/>
                    <a:pt x="74897" y="27445"/>
                  </a:cubicBezTo>
                  <a:cubicBezTo>
                    <a:pt x="77282" y="30779"/>
                    <a:pt x="77691" y="32996"/>
                    <a:pt x="73798" y="35156"/>
                  </a:cubicBezTo>
                  <a:cubicBezTo>
                    <a:pt x="72793" y="35715"/>
                    <a:pt x="71135" y="36591"/>
                    <a:pt x="72141" y="38155"/>
                  </a:cubicBezTo>
                  <a:cubicBezTo>
                    <a:pt x="73165" y="39739"/>
                    <a:pt x="74450" y="38714"/>
                    <a:pt x="75456" y="37801"/>
                  </a:cubicBezTo>
                  <a:cubicBezTo>
                    <a:pt x="78474" y="35026"/>
                    <a:pt x="81454" y="37094"/>
                    <a:pt x="82609" y="39180"/>
                  </a:cubicBezTo>
                  <a:cubicBezTo>
                    <a:pt x="89650" y="51958"/>
                    <a:pt x="96430" y="64922"/>
                    <a:pt x="98255" y="79730"/>
                  </a:cubicBezTo>
                  <a:cubicBezTo>
                    <a:pt x="99149" y="81909"/>
                    <a:pt x="94679" y="83008"/>
                    <a:pt x="97100" y="85486"/>
                  </a:cubicBezTo>
                  <a:cubicBezTo>
                    <a:pt x="100434" y="85430"/>
                    <a:pt x="102055" y="86994"/>
                    <a:pt x="102930" y="90310"/>
                  </a:cubicBezTo>
                  <a:cubicBezTo>
                    <a:pt x="105631" y="100648"/>
                    <a:pt x="108407" y="110967"/>
                    <a:pt x="111629" y="121137"/>
                  </a:cubicBezTo>
                  <a:cubicBezTo>
                    <a:pt x="113268" y="126278"/>
                    <a:pt x="112672" y="129761"/>
                    <a:pt x="107308" y="131661"/>
                  </a:cubicBezTo>
                  <a:cubicBezTo>
                    <a:pt x="105762" y="134325"/>
                    <a:pt x="103638" y="135591"/>
                    <a:pt x="100528" y="134548"/>
                  </a:cubicBezTo>
                  <a:cubicBezTo>
                    <a:pt x="98069" y="129370"/>
                    <a:pt x="97976" y="123652"/>
                    <a:pt x="96728" y="118175"/>
                  </a:cubicBezTo>
                  <a:cubicBezTo>
                    <a:pt x="90395" y="90682"/>
                    <a:pt x="80783" y="64456"/>
                    <a:pt x="66515" y="40055"/>
                  </a:cubicBezTo>
                  <a:cubicBezTo>
                    <a:pt x="60182" y="29233"/>
                    <a:pt x="52434" y="20032"/>
                    <a:pt x="39432" y="16921"/>
                  </a:cubicBezTo>
                  <a:cubicBezTo>
                    <a:pt x="36247" y="16157"/>
                    <a:pt x="33490" y="16139"/>
                    <a:pt x="31255" y="18877"/>
                  </a:cubicBezTo>
                  <a:cubicBezTo>
                    <a:pt x="29243" y="18970"/>
                    <a:pt x="29597" y="20553"/>
                    <a:pt x="29392" y="21801"/>
                  </a:cubicBezTo>
                  <a:cubicBezTo>
                    <a:pt x="24121" y="26588"/>
                    <a:pt x="24419" y="32418"/>
                    <a:pt x="26431" y="38435"/>
                  </a:cubicBezTo>
                  <a:cubicBezTo>
                    <a:pt x="28815" y="45587"/>
                    <a:pt x="32317" y="52274"/>
                    <a:pt x="35856" y="58924"/>
                  </a:cubicBezTo>
                  <a:cubicBezTo>
                    <a:pt x="47293" y="80494"/>
                    <a:pt x="55302" y="103274"/>
                    <a:pt x="60611" y="127079"/>
                  </a:cubicBezTo>
                  <a:cubicBezTo>
                    <a:pt x="62790" y="136839"/>
                    <a:pt x="65752" y="146302"/>
                    <a:pt x="72215" y="154348"/>
                  </a:cubicBezTo>
                  <a:cubicBezTo>
                    <a:pt x="75512" y="158446"/>
                    <a:pt x="78958" y="161873"/>
                    <a:pt x="84341" y="162879"/>
                  </a:cubicBezTo>
                  <a:cubicBezTo>
                    <a:pt x="85813" y="163159"/>
                    <a:pt x="87210" y="163867"/>
                    <a:pt x="87917" y="165394"/>
                  </a:cubicBezTo>
                  <a:cubicBezTo>
                    <a:pt x="88811" y="169343"/>
                    <a:pt x="89501" y="173254"/>
                    <a:pt x="87079" y="176942"/>
                  </a:cubicBezTo>
                  <a:cubicBezTo>
                    <a:pt x="86967" y="179774"/>
                    <a:pt x="84583" y="181525"/>
                    <a:pt x="82702" y="181152"/>
                  </a:cubicBezTo>
                  <a:cubicBezTo>
                    <a:pt x="77896" y="180183"/>
                    <a:pt x="72867" y="181133"/>
                    <a:pt x="68173" y="178246"/>
                  </a:cubicBezTo>
                  <a:cubicBezTo>
                    <a:pt x="61281" y="174055"/>
                    <a:pt x="55134" y="169007"/>
                    <a:pt x="48801" y="164146"/>
                  </a:cubicBezTo>
                  <a:cubicBezTo>
                    <a:pt x="46063" y="162041"/>
                    <a:pt x="46380" y="159340"/>
                    <a:pt x="46287" y="156583"/>
                  </a:cubicBezTo>
                  <a:cubicBezTo>
                    <a:pt x="45914" y="154237"/>
                    <a:pt x="47963" y="153696"/>
                    <a:pt x="49248" y="152728"/>
                  </a:cubicBezTo>
                  <a:cubicBezTo>
                    <a:pt x="47404" y="152914"/>
                    <a:pt x="46343" y="155578"/>
                    <a:pt x="43958" y="154404"/>
                  </a:cubicBezTo>
                  <a:cubicBezTo>
                    <a:pt x="42133" y="154628"/>
                    <a:pt x="40587" y="154088"/>
                    <a:pt x="39469" y="152616"/>
                  </a:cubicBezTo>
                  <a:cubicBezTo>
                    <a:pt x="33304" y="144495"/>
                    <a:pt x="24996" y="138069"/>
                    <a:pt x="21178" y="128085"/>
                  </a:cubicBezTo>
                  <a:cubicBezTo>
                    <a:pt x="19539" y="123801"/>
                    <a:pt x="16819" y="119889"/>
                    <a:pt x="14193" y="116071"/>
                  </a:cubicBezTo>
                  <a:cubicBezTo>
                    <a:pt x="11995" y="112885"/>
                    <a:pt x="13038" y="111023"/>
                    <a:pt x="15869" y="109365"/>
                  </a:cubicBezTo>
                  <a:cubicBezTo>
                    <a:pt x="16559" y="106068"/>
                    <a:pt x="19818" y="105528"/>
                    <a:pt x="21588" y="103814"/>
                  </a:cubicBezTo>
                  <a:cubicBezTo>
                    <a:pt x="19315" y="104541"/>
                    <a:pt x="17527" y="107186"/>
                    <a:pt x="14510" y="106944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C03DA17A-BC89-5B3B-046B-E0B5ABD5CBC1}"/>
                </a:ext>
              </a:extLst>
            </p:cNvPr>
            <p:cNvSpPr/>
            <p:nvPr/>
          </p:nvSpPr>
          <p:spPr>
            <a:xfrm>
              <a:off x="1790214" y="4846599"/>
              <a:ext cx="76264" cy="156502"/>
            </a:xfrm>
            <a:custGeom>
              <a:avLst/>
              <a:gdLst>
                <a:gd name="csX0" fmla="*/ 0 w 76264"/>
                <a:gd name="csY0" fmla="*/ 4159 h 156502"/>
                <a:gd name="csX1" fmla="*/ 7078 w 76264"/>
                <a:gd name="csY1" fmla="*/ 284 h 156502"/>
                <a:gd name="csX2" fmla="*/ 37645 w 76264"/>
                <a:gd name="csY2" fmla="*/ 25356 h 156502"/>
                <a:gd name="csX3" fmla="*/ 69831 w 76264"/>
                <a:gd name="csY3" fmla="*/ 113981 h 156502"/>
                <a:gd name="csX4" fmla="*/ 70055 w 76264"/>
                <a:gd name="csY4" fmla="*/ 119607 h 156502"/>
                <a:gd name="csX5" fmla="*/ 68937 w 76264"/>
                <a:gd name="csY5" fmla="*/ 120668 h 156502"/>
                <a:gd name="csX6" fmla="*/ 70185 w 76264"/>
                <a:gd name="csY6" fmla="*/ 122866 h 156502"/>
                <a:gd name="csX7" fmla="*/ 76258 w 76264"/>
                <a:gd name="csY7" fmla="*/ 128920 h 156502"/>
                <a:gd name="csX8" fmla="*/ 68881 w 76264"/>
                <a:gd name="csY8" fmla="*/ 152837 h 156502"/>
                <a:gd name="csX9" fmla="*/ 59978 w 76264"/>
                <a:gd name="csY9" fmla="*/ 151123 h 156502"/>
                <a:gd name="csX10" fmla="*/ 57538 w 76264"/>
                <a:gd name="csY10" fmla="*/ 137563 h 156502"/>
                <a:gd name="csX11" fmla="*/ 19670 w 76264"/>
                <a:gd name="csY11" fmla="*/ 27759 h 156502"/>
                <a:gd name="csX12" fmla="*/ 2757 w 76264"/>
                <a:gd name="csY12" fmla="*/ 7530 h 156502"/>
                <a:gd name="csX13" fmla="*/ 0 w 76264"/>
                <a:gd name="csY13" fmla="*/ 4159 h 156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4" h="156502">
                  <a:moveTo>
                    <a:pt x="0" y="4159"/>
                  </a:moveTo>
                  <a:cubicBezTo>
                    <a:pt x="913" y="191"/>
                    <a:pt x="3129" y="-498"/>
                    <a:pt x="7078" y="284"/>
                  </a:cubicBezTo>
                  <a:cubicBezTo>
                    <a:pt x="21868" y="3171"/>
                    <a:pt x="30641" y="13118"/>
                    <a:pt x="37645" y="25356"/>
                  </a:cubicBezTo>
                  <a:cubicBezTo>
                    <a:pt x="53514" y="53035"/>
                    <a:pt x="63964" y="82670"/>
                    <a:pt x="69831" y="113981"/>
                  </a:cubicBezTo>
                  <a:cubicBezTo>
                    <a:pt x="70167" y="115807"/>
                    <a:pt x="69999" y="117725"/>
                    <a:pt x="70055" y="119607"/>
                  </a:cubicBezTo>
                  <a:cubicBezTo>
                    <a:pt x="70241" y="120557"/>
                    <a:pt x="70055" y="121115"/>
                    <a:pt x="68937" y="120668"/>
                  </a:cubicBezTo>
                  <a:cubicBezTo>
                    <a:pt x="67280" y="122587"/>
                    <a:pt x="68863" y="123071"/>
                    <a:pt x="70185" y="122866"/>
                  </a:cubicBezTo>
                  <a:cubicBezTo>
                    <a:pt x="75121" y="122084"/>
                    <a:pt x="76220" y="125530"/>
                    <a:pt x="76258" y="128920"/>
                  </a:cubicBezTo>
                  <a:cubicBezTo>
                    <a:pt x="76369" y="137600"/>
                    <a:pt x="75159" y="146056"/>
                    <a:pt x="68881" y="152837"/>
                  </a:cubicBezTo>
                  <a:cubicBezTo>
                    <a:pt x="64001" y="158108"/>
                    <a:pt x="62679" y="157828"/>
                    <a:pt x="59978" y="151123"/>
                  </a:cubicBezTo>
                  <a:cubicBezTo>
                    <a:pt x="56998" y="147006"/>
                    <a:pt x="58115" y="142052"/>
                    <a:pt x="57538" y="137563"/>
                  </a:cubicBezTo>
                  <a:cubicBezTo>
                    <a:pt x="52564" y="98298"/>
                    <a:pt x="40587" y="61492"/>
                    <a:pt x="19670" y="27759"/>
                  </a:cubicBezTo>
                  <a:cubicBezTo>
                    <a:pt x="14994" y="20233"/>
                    <a:pt x="9444" y="13398"/>
                    <a:pt x="2757" y="7530"/>
                  </a:cubicBezTo>
                  <a:cubicBezTo>
                    <a:pt x="1695" y="6562"/>
                    <a:pt x="298" y="5816"/>
                    <a:pt x="0" y="4159"/>
                  </a:cubicBezTo>
                  <a:close/>
                </a:path>
              </a:pathLst>
            </a:custGeom>
            <a:solidFill>
              <a:srgbClr val="9AC6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3D8A7271-C451-CCBD-8FC7-E279686C5481}"/>
                </a:ext>
              </a:extLst>
            </p:cNvPr>
            <p:cNvSpPr/>
            <p:nvPr/>
          </p:nvSpPr>
          <p:spPr>
            <a:xfrm>
              <a:off x="1788750" y="4850758"/>
              <a:ext cx="61478" cy="158335"/>
            </a:xfrm>
            <a:custGeom>
              <a:avLst/>
              <a:gdLst>
                <a:gd name="csX0" fmla="*/ 1464 w 61478"/>
                <a:gd name="csY0" fmla="*/ 0 h 158335"/>
                <a:gd name="csX1" fmla="*/ 25175 w 61478"/>
                <a:gd name="csY1" fmla="*/ 27381 h 158335"/>
                <a:gd name="csX2" fmla="*/ 61050 w 61478"/>
                <a:gd name="csY2" fmla="*/ 137371 h 158335"/>
                <a:gd name="csX3" fmla="*/ 61479 w 61478"/>
                <a:gd name="csY3" fmla="*/ 146946 h 158335"/>
                <a:gd name="csX4" fmla="*/ 61293 w 61478"/>
                <a:gd name="csY4" fmla="*/ 155234 h 158335"/>
                <a:gd name="csX5" fmla="*/ 58014 w 61478"/>
                <a:gd name="csY5" fmla="*/ 158140 h 158335"/>
                <a:gd name="csX6" fmla="*/ 57958 w 61478"/>
                <a:gd name="csY6" fmla="*/ 145828 h 158335"/>
                <a:gd name="csX7" fmla="*/ 55611 w 61478"/>
                <a:gd name="csY7" fmla="*/ 131579 h 158335"/>
                <a:gd name="csX8" fmla="*/ 41008 w 61478"/>
                <a:gd name="csY8" fmla="*/ 70353 h 158335"/>
                <a:gd name="csX9" fmla="*/ 12975 w 61478"/>
                <a:gd name="csY9" fmla="*/ 15926 h 158335"/>
                <a:gd name="csX10" fmla="*/ 551 w 61478"/>
                <a:gd name="csY10" fmla="*/ 2179 h 158335"/>
                <a:gd name="csX11" fmla="*/ 1464 w 61478"/>
                <a:gd name="csY11" fmla="*/ 0 h 158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1478" h="158335">
                  <a:moveTo>
                    <a:pt x="1464" y="0"/>
                  </a:moveTo>
                  <a:cubicBezTo>
                    <a:pt x="12379" y="6519"/>
                    <a:pt x="18898" y="16913"/>
                    <a:pt x="25175" y="27381"/>
                  </a:cubicBezTo>
                  <a:cubicBezTo>
                    <a:pt x="45478" y="61300"/>
                    <a:pt x="56599" y="98256"/>
                    <a:pt x="61050" y="137371"/>
                  </a:cubicBezTo>
                  <a:cubicBezTo>
                    <a:pt x="61404" y="140538"/>
                    <a:pt x="61348" y="143760"/>
                    <a:pt x="61479" y="146946"/>
                  </a:cubicBezTo>
                  <a:cubicBezTo>
                    <a:pt x="61404" y="149702"/>
                    <a:pt x="61311" y="152478"/>
                    <a:pt x="61293" y="155234"/>
                  </a:cubicBezTo>
                  <a:cubicBezTo>
                    <a:pt x="61293" y="157488"/>
                    <a:pt x="60622" y="158867"/>
                    <a:pt x="58014" y="158140"/>
                  </a:cubicBezTo>
                  <a:cubicBezTo>
                    <a:pt x="57996" y="154042"/>
                    <a:pt x="57977" y="149926"/>
                    <a:pt x="57958" y="145828"/>
                  </a:cubicBezTo>
                  <a:cubicBezTo>
                    <a:pt x="55332" y="141395"/>
                    <a:pt x="55928" y="136291"/>
                    <a:pt x="55611" y="131579"/>
                  </a:cubicBezTo>
                  <a:cubicBezTo>
                    <a:pt x="54233" y="110288"/>
                    <a:pt x="48142" y="90190"/>
                    <a:pt x="41008" y="70353"/>
                  </a:cubicBezTo>
                  <a:cubicBezTo>
                    <a:pt x="34042" y="51018"/>
                    <a:pt x="25809" y="32299"/>
                    <a:pt x="12975" y="15926"/>
                  </a:cubicBezTo>
                  <a:cubicBezTo>
                    <a:pt x="9138" y="11046"/>
                    <a:pt x="3922" y="7451"/>
                    <a:pt x="551" y="2179"/>
                  </a:cubicBezTo>
                  <a:cubicBezTo>
                    <a:pt x="-287" y="987"/>
                    <a:pt x="-306" y="112"/>
                    <a:pt x="1464" y="0"/>
                  </a:cubicBezTo>
                  <a:close/>
                </a:path>
              </a:pathLst>
            </a:custGeom>
            <a:solidFill>
              <a:srgbClr val="45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C21BEAA3-D70A-9B7A-0692-4E4C519EABF2}"/>
                </a:ext>
              </a:extLst>
            </p:cNvPr>
            <p:cNvSpPr/>
            <p:nvPr/>
          </p:nvSpPr>
          <p:spPr>
            <a:xfrm>
              <a:off x="1853595" y="4908575"/>
              <a:ext cx="9839" cy="10673"/>
            </a:xfrm>
            <a:custGeom>
              <a:avLst/>
              <a:gdLst>
                <a:gd name="csX0" fmla="*/ 3227 w 9839"/>
                <a:gd name="csY0" fmla="*/ 8904 h 10673"/>
                <a:gd name="csX1" fmla="*/ 768 w 9839"/>
                <a:gd name="csY1" fmla="*/ 10543 h 10673"/>
                <a:gd name="csX2" fmla="*/ 731 w 9839"/>
                <a:gd name="csY2" fmla="*/ 7767 h 10673"/>
                <a:gd name="csX3" fmla="*/ 4382 w 9839"/>
                <a:gd name="csY3" fmla="*/ 3129 h 10673"/>
                <a:gd name="csX4" fmla="*/ 9839 w 9839"/>
                <a:gd name="csY4" fmla="*/ 0 h 10673"/>
                <a:gd name="csX5" fmla="*/ 3227 w 9839"/>
                <a:gd name="csY5" fmla="*/ 8904 h 10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839" h="10673">
                  <a:moveTo>
                    <a:pt x="3227" y="8904"/>
                  </a:moveTo>
                  <a:cubicBezTo>
                    <a:pt x="2221" y="9220"/>
                    <a:pt x="2072" y="11195"/>
                    <a:pt x="768" y="10543"/>
                  </a:cubicBezTo>
                  <a:cubicBezTo>
                    <a:pt x="-480" y="9928"/>
                    <a:pt x="5" y="8587"/>
                    <a:pt x="731" y="7767"/>
                  </a:cubicBezTo>
                  <a:cubicBezTo>
                    <a:pt x="2035" y="6277"/>
                    <a:pt x="2370" y="4042"/>
                    <a:pt x="4382" y="3129"/>
                  </a:cubicBezTo>
                  <a:cubicBezTo>
                    <a:pt x="5946" y="2235"/>
                    <a:pt x="7511" y="1322"/>
                    <a:pt x="9839" y="0"/>
                  </a:cubicBezTo>
                  <a:cubicBezTo>
                    <a:pt x="8685" y="4452"/>
                    <a:pt x="4736" y="5793"/>
                    <a:pt x="3227" y="8904"/>
                  </a:cubicBezTo>
                  <a:close/>
                </a:path>
              </a:pathLst>
            </a:custGeom>
            <a:solidFill>
              <a:srgbClr val="5E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5138395D-4D95-0535-26DB-6D461E7BD966}"/>
                </a:ext>
              </a:extLst>
            </p:cNvPr>
            <p:cNvSpPr/>
            <p:nvPr/>
          </p:nvSpPr>
          <p:spPr>
            <a:xfrm>
              <a:off x="1773964" y="4933386"/>
              <a:ext cx="11648" cy="7990"/>
            </a:xfrm>
            <a:custGeom>
              <a:avLst/>
              <a:gdLst>
                <a:gd name="csX0" fmla="*/ 249 w 11648"/>
                <a:gd name="csY0" fmla="*/ 5551 h 7990"/>
                <a:gd name="csX1" fmla="*/ 11648 w 11648"/>
                <a:gd name="csY1" fmla="*/ 0 h 7990"/>
                <a:gd name="csX2" fmla="*/ 1590 w 11648"/>
                <a:gd name="csY2" fmla="*/ 7991 h 7990"/>
                <a:gd name="csX3" fmla="*/ 249 w 11648"/>
                <a:gd name="csY3" fmla="*/ 5551 h 7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48" h="7990">
                  <a:moveTo>
                    <a:pt x="249" y="5551"/>
                  </a:moveTo>
                  <a:cubicBezTo>
                    <a:pt x="3415" y="3073"/>
                    <a:pt x="6619" y="671"/>
                    <a:pt x="11648" y="0"/>
                  </a:cubicBezTo>
                  <a:cubicBezTo>
                    <a:pt x="8575" y="3967"/>
                    <a:pt x="4701" y="5495"/>
                    <a:pt x="1590" y="7991"/>
                  </a:cubicBezTo>
                  <a:cubicBezTo>
                    <a:pt x="-273" y="7954"/>
                    <a:pt x="-161" y="6836"/>
                    <a:pt x="249" y="5551"/>
                  </a:cubicBezTo>
                  <a:close/>
                </a:path>
              </a:pathLst>
            </a:custGeom>
            <a:solidFill>
              <a:srgbClr val="5B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04FF9A1A-F632-EF3E-7DA3-8EE784435909}"/>
                </a:ext>
              </a:extLst>
            </p:cNvPr>
            <p:cNvSpPr/>
            <p:nvPr/>
          </p:nvSpPr>
          <p:spPr>
            <a:xfrm>
              <a:off x="1803625" y="4982299"/>
              <a:ext cx="8437" cy="6298"/>
            </a:xfrm>
            <a:custGeom>
              <a:avLst/>
              <a:gdLst>
                <a:gd name="csX0" fmla="*/ 0 w 8437"/>
                <a:gd name="csY0" fmla="*/ 4098 h 6298"/>
                <a:gd name="csX1" fmla="*/ 8438 w 8437"/>
                <a:gd name="csY1" fmla="*/ 0 h 6298"/>
                <a:gd name="csX2" fmla="*/ 2347 w 8437"/>
                <a:gd name="csY2" fmla="*/ 6277 h 6298"/>
                <a:gd name="csX3" fmla="*/ 0 w 8437"/>
                <a:gd name="csY3" fmla="*/ 4098 h 6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37" h="6298">
                  <a:moveTo>
                    <a:pt x="0" y="4098"/>
                  </a:moveTo>
                  <a:cubicBezTo>
                    <a:pt x="2608" y="2496"/>
                    <a:pt x="5048" y="559"/>
                    <a:pt x="8438" y="0"/>
                  </a:cubicBezTo>
                  <a:cubicBezTo>
                    <a:pt x="7358" y="3297"/>
                    <a:pt x="3967" y="3930"/>
                    <a:pt x="2347" y="6277"/>
                  </a:cubicBezTo>
                  <a:cubicBezTo>
                    <a:pt x="726" y="6445"/>
                    <a:pt x="37" y="5625"/>
                    <a:pt x="0" y="4098"/>
                  </a:cubicBezTo>
                  <a:close/>
                </a:path>
              </a:pathLst>
            </a:custGeom>
            <a:solidFill>
              <a:srgbClr val="59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E6FDE398-F0DF-B5B7-1462-264F156F08EE}"/>
                </a:ext>
              </a:extLst>
            </p:cNvPr>
            <p:cNvSpPr/>
            <p:nvPr/>
          </p:nvSpPr>
          <p:spPr>
            <a:xfrm>
              <a:off x="1859188" y="4963635"/>
              <a:ext cx="9592" cy="4611"/>
            </a:xfrm>
            <a:custGeom>
              <a:avLst/>
              <a:gdLst>
                <a:gd name="csX0" fmla="*/ 0 w 9592"/>
                <a:gd name="csY0" fmla="*/ 3614 h 4611"/>
                <a:gd name="csX1" fmla="*/ 1118 w 9592"/>
                <a:gd name="csY1" fmla="*/ 2552 h 4611"/>
                <a:gd name="csX2" fmla="*/ 7842 w 9592"/>
                <a:gd name="csY2" fmla="*/ 0 h 4611"/>
                <a:gd name="csX3" fmla="*/ 9593 w 9592"/>
                <a:gd name="csY3" fmla="*/ 1062 h 4611"/>
                <a:gd name="csX4" fmla="*/ 0 w 9592"/>
                <a:gd name="csY4" fmla="*/ 3614 h 4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92" h="4611">
                  <a:moveTo>
                    <a:pt x="0" y="3614"/>
                  </a:moveTo>
                  <a:cubicBezTo>
                    <a:pt x="373" y="3260"/>
                    <a:pt x="745" y="2906"/>
                    <a:pt x="1118" y="2552"/>
                  </a:cubicBezTo>
                  <a:cubicBezTo>
                    <a:pt x="3725" y="2664"/>
                    <a:pt x="5774" y="1341"/>
                    <a:pt x="7842" y="0"/>
                  </a:cubicBezTo>
                  <a:cubicBezTo>
                    <a:pt x="8419" y="354"/>
                    <a:pt x="9015" y="708"/>
                    <a:pt x="9593" y="1062"/>
                  </a:cubicBezTo>
                  <a:cubicBezTo>
                    <a:pt x="6706" y="3129"/>
                    <a:pt x="4117" y="6221"/>
                    <a:pt x="0" y="3614"/>
                  </a:cubicBezTo>
                  <a:close/>
                </a:path>
              </a:pathLst>
            </a:custGeom>
            <a:solidFill>
              <a:srgbClr val="5672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2005BA72-797B-2531-402B-121124354B30}"/>
                </a:ext>
              </a:extLst>
            </p:cNvPr>
            <p:cNvSpPr/>
            <p:nvPr/>
          </p:nvSpPr>
          <p:spPr>
            <a:xfrm>
              <a:off x="1661430" y="5017946"/>
              <a:ext cx="95479" cy="63612"/>
            </a:xfrm>
            <a:custGeom>
              <a:avLst/>
              <a:gdLst>
                <a:gd name="csX0" fmla="*/ 85811 w 95479"/>
                <a:gd name="csY0" fmla="*/ 54562 h 63612"/>
                <a:gd name="csX1" fmla="*/ 84880 w 95479"/>
                <a:gd name="csY1" fmla="*/ 61081 h 63612"/>
                <a:gd name="csX2" fmla="*/ 60479 w 95479"/>
                <a:gd name="csY2" fmla="*/ 62999 h 63612"/>
                <a:gd name="csX3" fmla="*/ 37755 w 95479"/>
                <a:gd name="csY3" fmla="*/ 57113 h 63612"/>
                <a:gd name="csX4" fmla="*/ 1861 w 95479"/>
                <a:gd name="csY4" fmla="*/ 27236 h 63612"/>
                <a:gd name="csX5" fmla="*/ 18532 w 95479"/>
                <a:gd name="csY5" fmla="*/ 41 h 63612"/>
                <a:gd name="csX6" fmla="*/ 56120 w 95479"/>
                <a:gd name="csY6" fmla="*/ 15036 h 63612"/>
                <a:gd name="csX7" fmla="*/ 58784 w 95479"/>
                <a:gd name="csY7" fmla="*/ 17066 h 63612"/>
                <a:gd name="csX8" fmla="*/ 59771 w 95479"/>
                <a:gd name="csY8" fmla="*/ 17048 h 63612"/>
                <a:gd name="csX9" fmla="*/ 86854 w 95479"/>
                <a:gd name="csY9" fmla="*/ 31055 h 63612"/>
                <a:gd name="csX10" fmla="*/ 95125 w 95479"/>
                <a:gd name="csY10" fmla="*/ 42920 h 63612"/>
                <a:gd name="csX11" fmla="*/ 88661 w 95479"/>
                <a:gd name="csY11" fmla="*/ 50967 h 63612"/>
                <a:gd name="csX12" fmla="*/ 85849 w 95479"/>
                <a:gd name="csY12" fmla="*/ 50985 h 63612"/>
                <a:gd name="csX13" fmla="*/ 69830 w 95479"/>
                <a:gd name="csY13" fmla="*/ 46198 h 63612"/>
                <a:gd name="csX14" fmla="*/ 68135 w 95479"/>
                <a:gd name="csY14" fmla="*/ 39437 h 63612"/>
                <a:gd name="csX15" fmla="*/ 30080 w 95479"/>
                <a:gd name="csY15" fmla="*/ 17457 h 63612"/>
                <a:gd name="csX16" fmla="*/ 26169 w 95479"/>
                <a:gd name="csY16" fmla="*/ 20456 h 63612"/>
                <a:gd name="csX17" fmla="*/ 20674 w 95479"/>
                <a:gd name="csY17" fmla="*/ 18649 h 63612"/>
                <a:gd name="csX18" fmla="*/ 21475 w 95479"/>
                <a:gd name="csY18" fmla="*/ 21965 h 63612"/>
                <a:gd name="csX19" fmla="*/ 21885 w 95479"/>
                <a:gd name="csY19" fmla="*/ 28391 h 63612"/>
                <a:gd name="csX20" fmla="*/ 51836 w 95479"/>
                <a:gd name="csY20" fmla="*/ 46012 h 63612"/>
                <a:gd name="csX21" fmla="*/ 58933 w 95479"/>
                <a:gd name="csY21" fmla="*/ 43702 h 63612"/>
                <a:gd name="csX22" fmla="*/ 63236 w 95479"/>
                <a:gd name="csY22" fmla="*/ 44280 h 63612"/>
                <a:gd name="csX23" fmla="*/ 85811 w 95479"/>
                <a:gd name="csY23" fmla="*/ 54562 h 6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5479" h="63612">
                  <a:moveTo>
                    <a:pt x="85811" y="54562"/>
                  </a:moveTo>
                  <a:cubicBezTo>
                    <a:pt x="89350" y="57281"/>
                    <a:pt x="88661" y="59442"/>
                    <a:pt x="84880" y="61081"/>
                  </a:cubicBezTo>
                  <a:cubicBezTo>
                    <a:pt x="76982" y="64508"/>
                    <a:pt x="68693" y="63689"/>
                    <a:pt x="60479" y="62999"/>
                  </a:cubicBezTo>
                  <a:cubicBezTo>
                    <a:pt x="52600" y="62329"/>
                    <a:pt x="44721" y="60392"/>
                    <a:pt x="37755" y="57113"/>
                  </a:cubicBezTo>
                  <a:cubicBezTo>
                    <a:pt x="23375" y="50333"/>
                    <a:pt x="9479" y="42324"/>
                    <a:pt x="1861" y="27236"/>
                  </a:cubicBezTo>
                  <a:cubicBezTo>
                    <a:pt x="-4155" y="15315"/>
                    <a:pt x="5214" y="600"/>
                    <a:pt x="18532" y="41"/>
                  </a:cubicBezTo>
                  <a:cubicBezTo>
                    <a:pt x="33433" y="-573"/>
                    <a:pt x="45317" y="5704"/>
                    <a:pt x="56120" y="15036"/>
                  </a:cubicBezTo>
                  <a:cubicBezTo>
                    <a:pt x="56959" y="15762"/>
                    <a:pt x="57890" y="16377"/>
                    <a:pt x="58784" y="17066"/>
                  </a:cubicBezTo>
                  <a:cubicBezTo>
                    <a:pt x="59101" y="16563"/>
                    <a:pt x="59436" y="16526"/>
                    <a:pt x="59771" y="17048"/>
                  </a:cubicBezTo>
                  <a:cubicBezTo>
                    <a:pt x="69550" y="20270"/>
                    <a:pt x="78491" y="25150"/>
                    <a:pt x="86854" y="31055"/>
                  </a:cubicBezTo>
                  <a:cubicBezTo>
                    <a:pt x="90971" y="33961"/>
                    <a:pt x="94324" y="37407"/>
                    <a:pt x="95125" y="42920"/>
                  </a:cubicBezTo>
                  <a:cubicBezTo>
                    <a:pt x="96112" y="49663"/>
                    <a:pt x="95367" y="50911"/>
                    <a:pt x="88661" y="50967"/>
                  </a:cubicBezTo>
                  <a:cubicBezTo>
                    <a:pt x="87730" y="50967"/>
                    <a:pt x="86799" y="50985"/>
                    <a:pt x="85849" y="50985"/>
                  </a:cubicBezTo>
                  <a:cubicBezTo>
                    <a:pt x="79441" y="52941"/>
                    <a:pt x="74728" y="49234"/>
                    <a:pt x="69830" y="46198"/>
                  </a:cubicBezTo>
                  <a:cubicBezTo>
                    <a:pt x="70724" y="43591"/>
                    <a:pt x="71096" y="41095"/>
                    <a:pt x="68135" y="39437"/>
                  </a:cubicBezTo>
                  <a:cubicBezTo>
                    <a:pt x="55357" y="32266"/>
                    <a:pt x="44032" y="22617"/>
                    <a:pt x="30080" y="17457"/>
                  </a:cubicBezTo>
                  <a:cubicBezTo>
                    <a:pt x="26951" y="16302"/>
                    <a:pt x="25033" y="16265"/>
                    <a:pt x="26169" y="20456"/>
                  </a:cubicBezTo>
                  <a:cubicBezTo>
                    <a:pt x="23580" y="22207"/>
                    <a:pt x="22350" y="19860"/>
                    <a:pt x="20674" y="18649"/>
                  </a:cubicBezTo>
                  <a:cubicBezTo>
                    <a:pt x="20879" y="19767"/>
                    <a:pt x="22332" y="20605"/>
                    <a:pt x="21475" y="21965"/>
                  </a:cubicBezTo>
                  <a:cubicBezTo>
                    <a:pt x="19240" y="24256"/>
                    <a:pt x="20134" y="26380"/>
                    <a:pt x="21885" y="28391"/>
                  </a:cubicBezTo>
                  <a:cubicBezTo>
                    <a:pt x="29913" y="37593"/>
                    <a:pt x="40101" y="43106"/>
                    <a:pt x="51836" y="46012"/>
                  </a:cubicBezTo>
                  <a:cubicBezTo>
                    <a:pt x="54668" y="46701"/>
                    <a:pt x="56959" y="45695"/>
                    <a:pt x="58933" y="43702"/>
                  </a:cubicBezTo>
                  <a:cubicBezTo>
                    <a:pt x="60460" y="43162"/>
                    <a:pt x="61895" y="43646"/>
                    <a:pt x="63236" y="44280"/>
                  </a:cubicBezTo>
                  <a:cubicBezTo>
                    <a:pt x="70705" y="47819"/>
                    <a:pt x="78677" y="50277"/>
                    <a:pt x="85811" y="54562"/>
                  </a:cubicBezTo>
                  <a:close/>
                </a:path>
              </a:pathLst>
            </a:custGeom>
            <a:solidFill>
              <a:srgbClr val="98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BDB0577B-93B2-C505-F742-441567C05401}"/>
                </a:ext>
              </a:extLst>
            </p:cNvPr>
            <p:cNvSpPr/>
            <p:nvPr/>
          </p:nvSpPr>
          <p:spPr>
            <a:xfrm>
              <a:off x="1678528" y="5034257"/>
              <a:ext cx="81566" cy="39357"/>
            </a:xfrm>
            <a:custGeom>
              <a:avLst/>
              <a:gdLst>
                <a:gd name="csX0" fmla="*/ 68714 w 81566"/>
                <a:gd name="csY0" fmla="*/ 38251 h 39357"/>
                <a:gd name="csX1" fmla="*/ 45319 w 81566"/>
                <a:gd name="csY1" fmla="*/ 29142 h 39357"/>
                <a:gd name="csX2" fmla="*/ 41612 w 81566"/>
                <a:gd name="csY2" fmla="*/ 28043 h 39357"/>
                <a:gd name="csX3" fmla="*/ 40532 w 81566"/>
                <a:gd name="csY3" fmla="*/ 28267 h 39357"/>
                <a:gd name="csX4" fmla="*/ 5029 w 81566"/>
                <a:gd name="csY4" fmla="*/ 6809 h 39357"/>
                <a:gd name="csX5" fmla="*/ 4452 w 81566"/>
                <a:gd name="csY5" fmla="*/ 5244 h 39357"/>
                <a:gd name="csX6" fmla="*/ 0 w 81566"/>
                <a:gd name="csY6" fmla="*/ 141 h 39357"/>
                <a:gd name="csX7" fmla="*/ 8773 w 81566"/>
                <a:gd name="csY7" fmla="*/ 4555 h 39357"/>
                <a:gd name="csX8" fmla="*/ 26599 w 81566"/>
                <a:gd name="csY8" fmla="*/ 15079 h 39357"/>
                <a:gd name="csX9" fmla="*/ 49715 w 81566"/>
                <a:gd name="csY9" fmla="*/ 26758 h 39357"/>
                <a:gd name="csX10" fmla="*/ 52769 w 81566"/>
                <a:gd name="csY10" fmla="*/ 29086 h 39357"/>
                <a:gd name="csX11" fmla="*/ 68751 w 81566"/>
                <a:gd name="csY11" fmla="*/ 34674 h 39357"/>
                <a:gd name="csX12" fmla="*/ 81566 w 81566"/>
                <a:gd name="csY12" fmla="*/ 38102 h 39357"/>
                <a:gd name="csX13" fmla="*/ 68714 w 81566"/>
                <a:gd name="csY13" fmla="*/ 38251 h 39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1566" h="39357">
                  <a:moveTo>
                    <a:pt x="68714" y="38251"/>
                  </a:moveTo>
                  <a:cubicBezTo>
                    <a:pt x="60313" y="36761"/>
                    <a:pt x="53198" y="31955"/>
                    <a:pt x="45319" y="29142"/>
                  </a:cubicBezTo>
                  <a:cubicBezTo>
                    <a:pt x="44108" y="28714"/>
                    <a:pt x="43046" y="27745"/>
                    <a:pt x="41612" y="28043"/>
                  </a:cubicBezTo>
                  <a:cubicBezTo>
                    <a:pt x="41258" y="28211"/>
                    <a:pt x="40848" y="28397"/>
                    <a:pt x="40532" y="28267"/>
                  </a:cubicBezTo>
                  <a:cubicBezTo>
                    <a:pt x="27530" y="23051"/>
                    <a:pt x="15516" y="16197"/>
                    <a:pt x="5029" y="6809"/>
                  </a:cubicBezTo>
                  <a:cubicBezTo>
                    <a:pt x="4619" y="6436"/>
                    <a:pt x="4526" y="5822"/>
                    <a:pt x="4452" y="5244"/>
                  </a:cubicBezTo>
                  <a:cubicBezTo>
                    <a:pt x="3763" y="2972"/>
                    <a:pt x="466" y="3084"/>
                    <a:pt x="0" y="141"/>
                  </a:cubicBezTo>
                  <a:cubicBezTo>
                    <a:pt x="4266" y="-865"/>
                    <a:pt x="5588" y="3829"/>
                    <a:pt x="8773" y="4555"/>
                  </a:cubicBezTo>
                  <a:cubicBezTo>
                    <a:pt x="15460" y="6790"/>
                    <a:pt x="20489" y="11801"/>
                    <a:pt x="26599" y="15079"/>
                  </a:cubicBezTo>
                  <a:cubicBezTo>
                    <a:pt x="34217" y="19158"/>
                    <a:pt x="41817" y="23238"/>
                    <a:pt x="49715" y="26758"/>
                  </a:cubicBezTo>
                  <a:cubicBezTo>
                    <a:pt x="50925" y="27298"/>
                    <a:pt x="52155" y="27783"/>
                    <a:pt x="52769" y="29086"/>
                  </a:cubicBezTo>
                  <a:cubicBezTo>
                    <a:pt x="57780" y="31825"/>
                    <a:pt x="63089" y="33780"/>
                    <a:pt x="68751" y="34674"/>
                  </a:cubicBezTo>
                  <a:cubicBezTo>
                    <a:pt x="72439" y="36910"/>
                    <a:pt x="77152" y="35550"/>
                    <a:pt x="81566" y="38102"/>
                  </a:cubicBezTo>
                  <a:cubicBezTo>
                    <a:pt x="76798" y="40952"/>
                    <a:pt x="72719" y="38027"/>
                    <a:pt x="68714" y="38251"/>
                  </a:cubicBezTo>
                  <a:close/>
                </a:path>
              </a:pathLst>
            </a:custGeom>
            <a:solidFill>
              <a:srgbClr val="4A5F2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D0D4EF61-57A4-9C02-778B-23B7A36BC9CD}"/>
                </a:ext>
              </a:extLst>
            </p:cNvPr>
            <p:cNvSpPr/>
            <p:nvPr/>
          </p:nvSpPr>
          <p:spPr>
            <a:xfrm>
              <a:off x="1720215" y="5015287"/>
              <a:ext cx="7785" cy="19725"/>
            </a:xfrm>
            <a:custGeom>
              <a:avLst/>
              <a:gdLst>
                <a:gd name="csX0" fmla="*/ 969 w 7785"/>
                <a:gd name="csY0" fmla="*/ 19707 h 19725"/>
                <a:gd name="csX1" fmla="*/ 484 w 7785"/>
                <a:gd name="csY1" fmla="*/ 19726 h 19725"/>
                <a:gd name="csX2" fmla="*/ 0 w 7785"/>
                <a:gd name="csY2" fmla="*/ 19726 h 19725"/>
                <a:gd name="csX3" fmla="*/ 7786 w 7785"/>
                <a:gd name="csY3" fmla="*/ 0 h 19725"/>
                <a:gd name="csX4" fmla="*/ 969 w 7785"/>
                <a:gd name="csY4" fmla="*/ 19707 h 1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85" h="19725">
                  <a:moveTo>
                    <a:pt x="969" y="19707"/>
                  </a:moveTo>
                  <a:lnTo>
                    <a:pt x="484" y="19726"/>
                  </a:lnTo>
                  <a:cubicBezTo>
                    <a:pt x="484" y="19726"/>
                    <a:pt x="0" y="19726"/>
                    <a:pt x="0" y="19726"/>
                  </a:cubicBezTo>
                  <a:cubicBezTo>
                    <a:pt x="540" y="12349"/>
                    <a:pt x="4955" y="6501"/>
                    <a:pt x="7786" y="0"/>
                  </a:cubicBezTo>
                  <a:cubicBezTo>
                    <a:pt x="7022" y="7097"/>
                    <a:pt x="4005" y="13411"/>
                    <a:pt x="969" y="19707"/>
                  </a:cubicBezTo>
                  <a:close/>
                </a:path>
              </a:pathLst>
            </a:custGeom>
            <a:solidFill>
              <a:srgbClr val="58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181EA33F-1B88-0B51-9E43-FC3921319CB3}"/>
                </a:ext>
              </a:extLst>
            </p:cNvPr>
            <p:cNvSpPr/>
            <p:nvPr/>
          </p:nvSpPr>
          <p:spPr>
            <a:xfrm>
              <a:off x="1685486" y="5082362"/>
              <a:ext cx="3845" cy="12312"/>
            </a:xfrm>
            <a:custGeom>
              <a:avLst/>
              <a:gdLst>
                <a:gd name="csX0" fmla="*/ 3846 w 3845"/>
                <a:gd name="csY0" fmla="*/ 0 h 12312"/>
                <a:gd name="csX1" fmla="*/ 381 w 3845"/>
                <a:gd name="csY1" fmla="*/ 12312 h 12312"/>
                <a:gd name="csX2" fmla="*/ 3846 w 3845"/>
                <a:gd name="csY2" fmla="*/ 0 h 1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45" h="12312">
                  <a:moveTo>
                    <a:pt x="3846" y="0"/>
                  </a:moveTo>
                  <a:cubicBezTo>
                    <a:pt x="3082" y="4340"/>
                    <a:pt x="3026" y="7805"/>
                    <a:pt x="381" y="12312"/>
                  </a:cubicBezTo>
                  <a:cubicBezTo>
                    <a:pt x="-680" y="6966"/>
                    <a:pt x="475" y="3744"/>
                    <a:pt x="3846" y="0"/>
                  </a:cubicBezTo>
                  <a:close/>
                </a:path>
              </a:pathLst>
            </a:custGeom>
            <a:solidFill>
              <a:srgbClr val="5274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E7D8BA86-1427-9E6A-680F-4E4CEAC55A6B}"/>
                </a:ext>
              </a:extLst>
            </p:cNvPr>
            <p:cNvSpPr/>
            <p:nvPr/>
          </p:nvSpPr>
          <p:spPr>
            <a:xfrm>
              <a:off x="2024976" y="5143364"/>
              <a:ext cx="317636" cy="110940"/>
            </a:xfrm>
            <a:custGeom>
              <a:avLst/>
              <a:gdLst>
                <a:gd name="csX0" fmla="*/ 51063 w 317636"/>
                <a:gd name="csY0" fmla="*/ 37 h 110940"/>
                <a:gd name="csX1" fmla="*/ 123279 w 317636"/>
                <a:gd name="csY1" fmla="*/ 6575 h 110940"/>
                <a:gd name="csX2" fmla="*/ 162358 w 317636"/>
                <a:gd name="csY2" fmla="*/ 16316 h 110940"/>
                <a:gd name="csX3" fmla="*/ 209036 w 317636"/>
                <a:gd name="csY3" fmla="*/ 30212 h 110940"/>
                <a:gd name="csX4" fmla="*/ 249288 w 317636"/>
                <a:gd name="csY4" fmla="*/ 48634 h 110940"/>
                <a:gd name="csX5" fmla="*/ 273093 w 317636"/>
                <a:gd name="csY5" fmla="*/ 64559 h 110940"/>
                <a:gd name="csX6" fmla="*/ 301704 w 317636"/>
                <a:gd name="csY6" fmla="*/ 77263 h 110940"/>
                <a:gd name="csX7" fmla="*/ 313644 w 317636"/>
                <a:gd name="csY7" fmla="*/ 81901 h 110940"/>
                <a:gd name="csX8" fmla="*/ 315283 w 317636"/>
                <a:gd name="csY8" fmla="*/ 83354 h 110940"/>
                <a:gd name="csX9" fmla="*/ 314314 w 317636"/>
                <a:gd name="csY9" fmla="*/ 109040 h 110940"/>
                <a:gd name="csX10" fmla="*/ 308763 w 317636"/>
                <a:gd name="csY10" fmla="*/ 110940 h 110940"/>
                <a:gd name="csX11" fmla="*/ 271361 w 317636"/>
                <a:gd name="csY11" fmla="*/ 107587 h 110940"/>
                <a:gd name="csX12" fmla="*/ 223602 w 317636"/>
                <a:gd name="csY12" fmla="*/ 98367 h 110940"/>
                <a:gd name="csX13" fmla="*/ 196482 w 317636"/>
                <a:gd name="csY13" fmla="*/ 92406 h 110940"/>
                <a:gd name="csX14" fmla="*/ 178675 w 317636"/>
                <a:gd name="csY14" fmla="*/ 85906 h 110940"/>
                <a:gd name="csX15" fmla="*/ 157366 w 317636"/>
                <a:gd name="csY15" fmla="*/ 81621 h 110940"/>
                <a:gd name="csX16" fmla="*/ 149077 w 317636"/>
                <a:gd name="csY16" fmla="*/ 77859 h 110940"/>
                <a:gd name="csX17" fmla="*/ 136597 w 317636"/>
                <a:gd name="csY17" fmla="*/ 73854 h 110940"/>
                <a:gd name="csX18" fmla="*/ 114413 w 317636"/>
                <a:gd name="csY18" fmla="*/ 68210 h 110940"/>
                <a:gd name="csX19" fmla="*/ 104541 w 317636"/>
                <a:gd name="csY19" fmla="*/ 67186 h 110940"/>
                <a:gd name="csX20" fmla="*/ 81164 w 317636"/>
                <a:gd name="csY20" fmla="*/ 63330 h 110940"/>
                <a:gd name="csX21" fmla="*/ 23906 w 317636"/>
                <a:gd name="csY21" fmla="*/ 51912 h 110940"/>
                <a:gd name="csX22" fmla="*/ 7160 w 317636"/>
                <a:gd name="csY22" fmla="*/ 45355 h 110940"/>
                <a:gd name="csX23" fmla="*/ 809 w 317636"/>
                <a:gd name="csY23" fmla="*/ 28889 h 110940"/>
                <a:gd name="csX24" fmla="*/ 29531 w 317636"/>
                <a:gd name="csY24" fmla="*/ 3334 h 110940"/>
                <a:gd name="csX25" fmla="*/ 51063 w 317636"/>
                <a:gd name="csY25" fmla="*/ 37 h 11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17636" h="110940">
                  <a:moveTo>
                    <a:pt x="51063" y="37"/>
                  </a:moveTo>
                  <a:cubicBezTo>
                    <a:pt x="77513" y="558"/>
                    <a:pt x="100517" y="1769"/>
                    <a:pt x="123279" y="6575"/>
                  </a:cubicBezTo>
                  <a:cubicBezTo>
                    <a:pt x="136448" y="9369"/>
                    <a:pt x="149319" y="13262"/>
                    <a:pt x="162358" y="16316"/>
                  </a:cubicBezTo>
                  <a:cubicBezTo>
                    <a:pt x="178246" y="20042"/>
                    <a:pt x="193278" y="26207"/>
                    <a:pt x="209036" y="30212"/>
                  </a:cubicBezTo>
                  <a:cubicBezTo>
                    <a:pt x="223435" y="33863"/>
                    <a:pt x="236809" y="40457"/>
                    <a:pt x="249288" y="48634"/>
                  </a:cubicBezTo>
                  <a:cubicBezTo>
                    <a:pt x="257279" y="53868"/>
                    <a:pt x="265307" y="59027"/>
                    <a:pt x="273093" y="64559"/>
                  </a:cubicBezTo>
                  <a:cubicBezTo>
                    <a:pt x="281792" y="70762"/>
                    <a:pt x="291720" y="74152"/>
                    <a:pt x="301704" y="77263"/>
                  </a:cubicBezTo>
                  <a:cubicBezTo>
                    <a:pt x="305820" y="78548"/>
                    <a:pt x="309341" y="81174"/>
                    <a:pt x="313644" y="81901"/>
                  </a:cubicBezTo>
                  <a:cubicBezTo>
                    <a:pt x="314258" y="82013"/>
                    <a:pt x="314836" y="82776"/>
                    <a:pt x="315283" y="83354"/>
                  </a:cubicBezTo>
                  <a:cubicBezTo>
                    <a:pt x="318915" y="88085"/>
                    <a:pt x="318151" y="104197"/>
                    <a:pt x="314314" y="109040"/>
                  </a:cubicBezTo>
                  <a:cubicBezTo>
                    <a:pt x="312731" y="111052"/>
                    <a:pt x="310812" y="110940"/>
                    <a:pt x="308763" y="110940"/>
                  </a:cubicBezTo>
                  <a:cubicBezTo>
                    <a:pt x="296190" y="110940"/>
                    <a:pt x="283692" y="110269"/>
                    <a:pt x="271361" y="107587"/>
                  </a:cubicBezTo>
                  <a:cubicBezTo>
                    <a:pt x="255510" y="104122"/>
                    <a:pt x="239044" y="103470"/>
                    <a:pt x="223602" y="98367"/>
                  </a:cubicBezTo>
                  <a:cubicBezTo>
                    <a:pt x="214643" y="95386"/>
                    <a:pt x="205497" y="94437"/>
                    <a:pt x="196482" y="92406"/>
                  </a:cubicBezTo>
                  <a:cubicBezTo>
                    <a:pt x="190521" y="91065"/>
                    <a:pt x="184468" y="88476"/>
                    <a:pt x="178675" y="85906"/>
                  </a:cubicBezTo>
                  <a:cubicBezTo>
                    <a:pt x="171895" y="82888"/>
                    <a:pt x="164630" y="82106"/>
                    <a:pt x="157366" y="81621"/>
                  </a:cubicBezTo>
                  <a:cubicBezTo>
                    <a:pt x="154013" y="81398"/>
                    <a:pt x="151480" y="80634"/>
                    <a:pt x="149077" y="77859"/>
                  </a:cubicBezTo>
                  <a:cubicBezTo>
                    <a:pt x="145966" y="74264"/>
                    <a:pt x="140769" y="75233"/>
                    <a:pt x="136597" y="73854"/>
                  </a:cubicBezTo>
                  <a:cubicBezTo>
                    <a:pt x="129351" y="71470"/>
                    <a:pt x="121435" y="71712"/>
                    <a:pt x="114413" y="68210"/>
                  </a:cubicBezTo>
                  <a:cubicBezTo>
                    <a:pt x="111358" y="66683"/>
                    <a:pt x="107800" y="67484"/>
                    <a:pt x="104541" y="67186"/>
                  </a:cubicBezTo>
                  <a:cubicBezTo>
                    <a:pt x="96624" y="66441"/>
                    <a:pt x="88727" y="65360"/>
                    <a:pt x="81164" y="63330"/>
                  </a:cubicBezTo>
                  <a:cubicBezTo>
                    <a:pt x="62295" y="58264"/>
                    <a:pt x="42663" y="57239"/>
                    <a:pt x="23906" y="51912"/>
                  </a:cubicBezTo>
                  <a:cubicBezTo>
                    <a:pt x="18150" y="50273"/>
                    <a:pt x="12562" y="47926"/>
                    <a:pt x="7160" y="45355"/>
                  </a:cubicBezTo>
                  <a:cubicBezTo>
                    <a:pt x="1479" y="42636"/>
                    <a:pt x="-1557" y="34850"/>
                    <a:pt x="809" y="28889"/>
                  </a:cubicBezTo>
                  <a:cubicBezTo>
                    <a:pt x="6061" y="15646"/>
                    <a:pt x="14350" y="6128"/>
                    <a:pt x="29531" y="3334"/>
                  </a:cubicBezTo>
                  <a:cubicBezTo>
                    <a:pt x="37801" y="1732"/>
                    <a:pt x="45904" y="-299"/>
                    <a:pt x="51063" y="37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DBA38097-B276-DDDC-CC61-E7AC8CDF0254}"/>
                </a:ext>
              </a:extLst>
            </p:cNvPr>
            <p:cNvSpPr/>
            <p:nvPr/>
          </p:nvSpPr>
          <p:spPr>
            <a:xfrm>
              <a:off x="2095393" y="5121417"/>
              <a:ext cx="4417" cy="19375"/>
            </a:xfrm>
            <a:custGeom>
              <a:avLst/>
              <a:gdLst>
                <a:gd name="csX0" fmla="*/ 0 w 4417"/>
                <a:gd name="csY0" fmla="*/ 15408 h 19375"/>
                <a:gd name="csX1" fmla="*/ 1565 w 4417"/>
                <a:gd name="csY1" fmla="*/ 2929 h 19375"/>
                <a:gd name="csX2" fmla="*/ 2142 w 4417"/>
                <a:gd name="csY2" fmla="*/ 79 h 19375"/>
                <a:gd name="csX3" fmla="*/ 4415 w 4417"/>
                <a:gd name="csY3" fmla="*/ 2500 h 19375"/>
                <a:gd name="csX4" fmla="*/ 3520 w 4417"/>
                <a:gd name="csY4" fmla="*/ 14235 h 19375"/>
                <a:gd name="csX5" fmla="*/ 1099 w 4417"/>
                <a:gd name="csY5" fmla="*/ 19376 h 19375"/>
                <a:gd name="csX6" fmla="*/ 0 w 4417"/>
                <a:gd name="csY6" fmla="*/ 15408 h 19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17" h="19375">
                  <a:moveTo>
                    <a:pt x="0" y="15408"/>
                  </a:moveTo>
                  <a:cubicBezTo>
                    <a:pt x="1267" y="11348"/>
                    <a:pt x="2570" y="7269"/>
                    <a:pt x="1565" y="2929"/>
                  </a:cubicBezTo>
                  <a:cubicBezTo>
                    <a:pt x="1304" y="1830"/>
                    <a:pt x="764" y="451"/>
                    <a:pt x="2142" y="79"/>
                  </a:cubicBezTo>
                  <a:cubicBezTo>
                    <a:pt x="3837" y="-368"/>
                    <a:pt x="4470" y="1178"/>
                    <a:pt x="4415" y="2500"/>
                  </a:cubicBezTo>
                  <a:cubicBezTo>
                    <a:pt x="4228" y="6412"/>
                    <a:pt x="3837" y="10323"/>
                    <a:pt x="3520" y="14235"/>
                  </a:cubicBezTo>
                  <a:cubicBezTo>
                    <a:pt x="3204" y="16154"/>
                    <a:pt x="2999" y="18146"/>
                    <a:pt x="1099" y="19376"/>
                  </a:cubicBezTo>
                  <a:cubicBezTo>
                    <a:pt x="-559" y="18333"/>
                    <a:pt x="317" y="16712"/>
                    <a:pt x="0" y="15408"/>
                  </a:cubicBezTo>
                  <a:close/>
                </a:path>
              </a:pathLst>
            </a:custGeom>
            <a:solidFill>
              <a:srgbClr val="53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1DCDBF05-229B-9100-3D25-6AF0A7F92BA7}"/>
                </a:ext>
              </a:extLst>
            </p:cNvPr>
            <p:cNvSpPr/>
            <p:nvPr/>
          </p:nvSpPr>
          <p:spPr>
            <a:xfrm>
              <a:off x="2236620" y="5241141"/>
              <a:ext cx="5259" cy="10692"/>
            </a:xfrm>
            <a:custGeom>
              <a:avLst/>
              <a:gdLst>
                <a:gd name="csX0" fmla="*/ 5234 w 5259"/>
                <a:gd name="csY0" fmla="*/ 9214 h 10692"/>
                <a:gd name="csX1" fmla="*/ 3949 w 5259"/>
                <a:gd name="csY1" fmla="*/ 10574 h 10692"/>
                <a:gd name="csX2" fmla="*/ 75 w 5259"/>
                <a:gd name="csY2" fmla="*/ 1856 h 10692"/>
                <a:gd name="csX3" fmla="*/ 1528 w 5259"/>
                <a:gd name="csY3" fmla="*/ 68 h 10692"/>
                <a:gd name="csX4" fmla="*/ 5234 w 5259"/>
                <a:gd name="csY4" fmla="*/ 9214 h 10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59" h="10692">
                  <a:moveTo>
                    <a:pt x="5234" y="9214"/>
                  </a:moveTo>
                  <a:cubicBezTo>
                    <a:pt x="5421" y="9866"/>
                    <a:pt x="4527" y="11077"/>
                    <a:pt x="3949" y="10574"/>
                  </a:cubicBezTo>
                  <a:cubicBezTo>
                    <a:pt x="1379" y="8357"/>
                    <a:pt x="1081" y="4893"/>
                    <a:pt x="75" y="1856"/>
                  </a:cubicBezTo>
                  <a:cubicBezTo>
                    <a:pt x="-242" y="925"/>
                    <a:pt x="485" y="-304"/>
                    <a:pt x="1528" y="68"/>
                  </a:cubicBezTo>
                  <a:cubicBezTo>
                    <a:pt x="5793" y="1596"/>
                    <a:pt x="3875" y="5843"/>
                    <a:pt x="5234" y="9214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010BE043-65EF-8455-E529-93D524378C50}"/>
                </a:ext>
              </a:extLst>
            </p:cNvPr>
            <p:cNvSpPr/>
            <p:nvPr/>
          </p:nvSpPr>
          <p:spPr>
            <a:xfrm>
              <a:off x="2168689" y="5229236"/>
              <a:ext cx="2526" cy="14711"/>
            </a:xfrm>
            <a:custGeom>
              <a:avLst/>
              <a:gdLst>
                <a:gd name="csX0" fmla="*/ 2272 w 2526"/>
                <a:gd name="csY0" fmla="*/ 14711 h 14711"/>
                <a:gd name="csX1" fmla="*/ 205 w 2526"/>
                <a:gd name="csY1" fmla="*/ 9160 h 14711"/>
                <a:gd name="csX2" fmla="*/ 0 w 2526"/>
                <a:gd name="csY2" fmla="*/ 2399 h 14711"/>
                <a:gd name="csX3" fmla="*/ 1211 w 2526"/>
                <a:gd name="csY3" fmla="*/ 71 h 14711"/>
                <a:gd name="csX4" fmla="*/ 2515 w 2526"/>
                <a:gd name="csY4" fmla="*/ 1822 h 14711"/>
                <a:gd name="csX5" fmla="*/ 2272 w 2526"/>
                <a:gd name="csY5" fmla="*/ 14711 h 14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26" h="14711">
                  <a:moveTo>
                    <a:pt x="2272" y="14711"/>
                  </a:moveTo>
                  <a:cubicBezTo>
                    <a:pt x="-1248" y="13947"/>
                    <a:pt x="484" y="11098"/>
                    <a:pt x="205" y="9160"/>
                  </a:cubicBezTo>
                  <a:cubicBezTo>
                    <a:pt x="-112" y="6944"/>
                    <a:pt x="56" y="4653"/>
                    <a:pt x="0" y="2399"/>
                  </a:cubicBezTo>
                  <a:cubicBezTo>
                    <a:pt x="168" y="1505"/>
                    <a:pt x="130" y="350"/>
                    <a:pt x="1211" y="71"/>
                  </a:cubicBezTo>
                  <a:cubicBezTo>
                    <a:pt x="2738" y="-320"/>
                    <a:pt x="2515" y="1002"/>
                    <a:pt x="2515" y="1822"/>
                  </a:cubicBezTo>
                  <a:cubicBezTo>
                    <a:pt x="2459" y="6124"/>
                    <a:pt x="2347" y="10408"/>
                    <a:pt x="2272" y="14711"/>
                  </a:cubicBezTo>
                  <a:close/>
                </a:path>
              </a:pathLst>
            </a:custGeom>
            <a:solidFill>
              <a:srgbClr val="5F873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1CEBABF0-CAA4-65E3-6E0E-9248B1D9C736}"/>
                </a:ext>
              </a:extLst>
            </p:cNvPr>
            <p:cNvSpPr/>
            <p:nvPr/>
          </p:nvSpPr>
          <p:spPr>
            <a:xfrm>
              <a:off x="2094630" y="5208031"/>
              <a:ext cx="4283" cy="13304"/>
            </a:xfrm>
            <a:custGeom>
              <a:avLst/>
              <a:gdLst>
                <a:gd name="csX0" fmla="*/ 4283 w 4283"/>
                <a:gd name="csY0" fmla="*/ 5518 h 13304"/>
                <a:gd name="csX1" fmla="*/ 4283 w 4283"/>
                <a:gd name="csY1" fmla="*/ 13304 h 13304"/>
                <a:gd name="csX2" fmla="*/ 1918 w 4283"/>
                <a:gd name="csY2" fmla="*/ 8815 h 13304"/>
                <a:gd name="csX3" fmla="*/ 688 w 4283"/>
                <a:gd name="csY3" fmla="*/ 2929 h 13304"/>
                <a:gd name="csX4" fmla="*/ 819 w 4283"/>
                <a:gd name="csY4" fmla="*/ 154 h 13304"/>
                <a:gd name="csX5" fmla="*/ 3091 w 4283"/>
                <a:gd name="csY5" fmla="*/ 1849 h 13304"/>
                <a:gd name="csX6" fmla="*/ 4283 w 4283"/>
                <a:gd name="csY6" fmla="*/ 5518 h 13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283" h="13304">
                  <a:moveTo>
                    <a:pt x="4283" y="5518"/>
                  </a:moveTo>
                  <a:cubicBezTo>
                    <a:pt x="4283" y="7735"/>
                    <a:pt x="4283" y="9970"/>
                    <a:pt x="4283" y="13304"/>
                  </a:cubicBezTo>
                  <a:cubicBezTo>
                    <a:pt x="3147" y="11144"/>
                    <a:pt x="2532" y="9970"/>
                    <a:pt x="1918" y="8815"/>
                  </a:cubicBezTo>
                  <a:cubicBezTo>
                    <a:pt x="1936" y="6766"/>
                    <a:pt x="1601" y="4810"/>
                    <a:pt x="688" y="2929"/>
                  </a:cubicBezTo>
                  <a:cubicBezTo>
                    <a:pt x="241" y="2016"/>
                    <a:pt x="-671" y="806"/>
                    <a:pt x="819" y="154"/>
                  </a:cubicBezTo>
                  <a:cubicBezTo>
                    <a:pt x="2160" y="-424"/>
                    <a:pt x="2719" y="731"/>
                    <a:pt x="3091" y="1849"/>
                  </a:cubicBezTo>
                  <a:cubicBezTo>
                    <a:pt x="3482" y="3078"/>
                    <a:pt x="3874" y="4308"/>
                    <a:pt x="4283" y="5518"/>
                  </a:cubicBezTo>
                  <a:close/>
                </a:path>
              </a:pathLst>
            </a:custGeom>
            <a:solidFill>
              <a:srgbClr val="5273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52743ED8-FD8B-8980-5861-A36FFE18BF26}"/>
                </a:ext>
              </a:extLst>
            </p:cNvPr>
            <p:cNvSpPr/>
            <p:nvPr/>
          </p:nvSpPr>
          <p:spPr>
            <a:xfrm>
              <a:off x="2243446" y="5154914"/>
              <a:ext cx="4508" cy="13577"/>
            </a:xfrm>
            <a:custGeom>
              <a:avLst/>
              <a:gdLst>
                <a:gd name="csX0" fmla="*/ 1109 w 4508"/>
                <a:gd name="csY0" fmla="*/ 13577 h 13577"/>
                <a:gd name="csX1" fmla="*/ 848 w 4508"/>
                <a:gd name="csY1" fmla="*/ 7915 h 13577"/>
                <a:gd name="csX2" fmla="*/ 1500 w 4508"/>
                <a:gd name="csY2" fmla="*/ 2606 h 13577"/>
                <a:gd name="csX3" fmla="*/ 2077 w 4508"/>
                <a:gd name="csY3" fmla="*/ 36 h 13577"/>
                <a:gd name="csX4" fmla="*/ 4499 w 4508"/>
                <a:gd name="csY4" fmla="*/ 2364 h 13577"/>
                <a:gd name="csX5" fmla="*/ 1165 w 4508"/>
                <a:gd name="csY5" fmla="*/ 13522 h 13577"/>
                <a:gd name="csX6" fmla="*/ 1109 w 4508"/>
                <a:gd name="csY6" fmla="*/ 13577 h 13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08" h="13577">
                  <a:moveTo>
                    <a:pt x="1109" y="13577"/>
                  </a:moveTo>
                  <a:cubicBezTo>
                    <a:pt x="-1033" y="11771"/>
                    <a:pt x="531" y="9852"/>
                    <a:pt x="848" y="7915"/>
                  </a:cubicBezTo>
                  <a:cubicBezTo>
                    <a:pt x="1146" y="6145"/>
                    <a:pt x="2860" y="4413"/>
                    <a:pt x="1500" y="2606"/>
                  </a:cubicBezTo>
                  <a:cubicBezTo>
                    <a:pt x="494" y="1265"/>
                    <a:pt x="-139" y="353"/>
                    <a:pt x="2077" y="36"/>
                  </a:cubicBezTo>
                  <a:cubicBezTo>
                    <a:pt x="3716" y="-206"/>
                    <a:pt x="4443" y="800"/>
                    <a:pt x="4499" y="2364"/>
                  </a:cubicBezTo>
                  <a:cubicBezTo>
                    <a:pt x="4666" y="6462"/>
                    <a:pt x="2711" y="9927"/>
                    <a:pt x="1165" y="13522"/>
                  </a:cubicBezTo>
                  <a:cubicBezTo>
                    <a:pt x="1146" y="13522"/>
                    <a:pt x="1109" y="13577"/>
                    <a:pt x="1109" y="13577"/>
                  </a:cubicBezTo>
                  <a:close/>
                </a:path>
              </a:pathLst>
            </a:custGeom>
            <a:solidFill>
              <a:srgbClr val="54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0DAC6D23-0CCE-F5A7-53BB-6CF408C74E82}"/>
                </a:ext>
              </a:extLst>
            </p:cNvPr>
            <p:cNvSpPr/>
            <p:nvPr/>
          </p:nvSpPr>
          <p:spPr>
            <a:xfrm>
              <a:off x="2169896" y="5132542"/>
              <a:ext cx="2855" cy="13187"/>
            </a:xfrm>
            <a:custGeom>
              <a:avLst/>
              <a:gdLst>
                <a:gd name="csX0" fmla="*/ 96 w 2855"/>
                <a:gd name="csY0" fmla="*/ 13188 h 13187"/>
                <a:gd name="csX1" fmla="*/ 1698 w 2855"/>
                <a:gd name="csY1" fmla="*/ 0 h 13187"/>
                <a:gd name="csX2" fmla="*/ 78 w 2855"/>
                <a:gd name="csY2" fmla="*/ 13150 h 13187"/>
                <a:gd name="csX3" fmla="*/ 96 w 2855"/>
                <a:gd name="csY3" fmla="*/ 13188 h 1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5" h="13187">
                  <a:moveTo>
                    <a:pt x="96" y="13188"/>
                  </a:moveTo>
                  <a:cubicBezTo>
                    <a:pt x="-314" y="8717"/>
                    <a:pt x="655" y="4433"/>
                    <a:pt x="1698" y="0"/>
                  </a:cubicBezTo>
                  <a:cubicBezTo>
                    <a:pt x="3766" y="2868"/>
                    <a:pt x="2965" y="8773"/>
                    <a:pt x="78" y="13150"/>
                  </a:cubicBezTo>
                  <a:cubicBezTo>
                    <a:pt x="78" y="13150"/>
                    <a:pt x="96" y="13188"/>
                    <a:pt x="96" y="13188"/>
                  </a:cubicBezTo>
                  <a:close/>
                </a:path>
              </a:pathLst>
            </a:custGeom>
            <a:solidFill>
              <a:srgbClr val="4763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576C8376-660F-8A95-2970-E86EB65C5CEC}"/>
                </a:ext>
              </a:extLst>
            </p:cNvPr>
            <p:cNvSpPr/>
            <p:nvPr/>
          </p:nvSpPr>
          <p:spPr>
            <a:xfrm>
              <a:off x="2004465" y="4840612"/>
              <a:ext cx="112301" cy="139911"/>
            </a:xfrm>
            <a:custGeom>
              <a:avLst/>
              <a:gdLst>
                <a:gd name="csX0" fmla="*/ 5263 w 112301"/>
                <a:gd name="csY0" fmla="*/ 135746 h 139911"/>
                <a:gd name="csX1" fmla="*/ 346 w 112301"/>
                <a:gd name="csY1" fmla="*/ 122502 h 139911"/>
                <a:gd name="csX2" fmla="*/ 14204 w 112301"/>
                <a:gd name="csY2" fmla="*/ 85882 h 139911"/>
                <a:gd name="csX3" fmla="*/ 57194 w 112301"/>
                <a:gd name="csY3" fmla="*/ 29891 h 139911"/>
                <a:gd name="csX4" fmla="*/ 88003 w 112301"/>
                <a:gd name="csY4" fmla="*/ 4596 h 139911"/>
                <a:gd name="csX5" fmla="*/ 102215 w 112301"/>
                <a:gd name="csY5" fmla="*/ 32 h 139911"/>
                <a:gd name="csX6" fmla="*/ 112031 w 112301"/>
                <a:gd name="csY6" fmla="*/ 12922 h 139911"/>
                <a:gd name="csX7" fmla="*/ 106518 w 112301"/>
                <a:gd name="csY7" fmla="*/ 25755 h 139911"/>
                <a:gd name="csX8" fmla="*/ 85339 w 112301"/>
                <a:gd name="csY8" fmla="*/ 50417 h 139911"/>
                <a:gd name="csX9" fmla="*/ 48310 w 112301"/>
                <a:gd name="csY9" fmla="*/ 99070 h 139911"/>
                <a:gd name="csX10" fmla="*/ 24710 w 112301"/>
                <a:gd name="csY10" fmla="*/ 132374 h 139911"/>
                <a:gd name="csX11" fmla="*/ 16085 w 112301"/>
                <a:gd name="csY11" fmla="*/ 138633 h 139911"/>
                <a:gd name="csX12" fmla="*/ 8299 w 112301"/>
                <a:gd name="csY12" fmla="*/ 136603 h 139911"/>
                <a:gd name="csX13" fmla="*/ 9790 w 112301"/>
                <a:gd name="csY13" fmla="*/ 129934 h 139911"/>
                <a:gd name="csX14" fmla="*/ 19345 w 112301"/>
                <a:gd name="csY14" fmla="*/ 112779 h 139911"/>
                <a:gd name="csX15" fmla="*/ 21971 w 112301"/>
                <a:gd name="csY15" fmla="*/ 117715 h 139911"/>
                <a:gd name="csX16" fmla="*/ 35979 w 112301"/>
                <a:gd name="csY16" fmla="*/ 98437 h 139911"/>
                <a:gd name="csX17" fmla="*/ 63975 w 112301"/>
                <a:gd name="csY17" fmla="*/ 59190 h 139911"/>
                <a:gd name="csX18" fmla="*/ 91486 w 112301"/>
                <a:gd name="csY18" fmla="*/ 27152 h 139911"/>
                <a:gd name="csX19" fmla="*/ 91952 w 112301"/>
                <a:gd name="csY19" fmla="*/ 18379 h 139911"/>
                <a:gd name="csX20" fmla="*/ 100818 w 112301"/>
                <a:gd name="csY20" fmla="*/ 10649 h 139911"/>
                <a:gd name="csX21" fmla="*/ 83290 w 112301"/>
                <a:gd name="csY21" fmla="*/ 23762 h 139911"/>
                <a:gd name="csX22" fmla="*/ 39611 w 112301"/>
                <a:gd name="csY22" fmla="*/ 77444 h 139911"/>
                <a:gd name="csX23" fmla="*/ 8542 w 112301"/>
                <a:gd name="csY23" fmla="*/ 132300 h 139911"/>
                <a:gd name="csX24" fmla="*/ 5263 w 112301"/>
                <a:gd name="csY24" fmla="*/ 135746 h 13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2301" h="139911">
                  <a:moveTo>
                    <a:pt x="5263" y="135746"/>
                  </a:moveTo>
                  <a:cubicBezTo>
                    <a:pt x="-1051" y="133101"/>
                    <a:pt x="-138" y="127271"/>
                    <a:pt x="346" y="122502"/>
                  </a:cubicBezTo>
                  <a:cubicBezTo>
                    <a:pt x="1668" y="109147"/>
                    <a:pt x="7648" y="97263"/>
                    <a:pt x="14204" y="85882"/>
                  </a:cubicBezTo>
                  <a:cubicBezTo>
                    <a:pt x="26051" y="65374"/>
                    <a:pt x="39350" y="45816"/>
                    <a:pt x="57194" y="29891"/>
                  </a:cubicBezTo>
                  <a:cubicBezTo>
                    <a:pt x="67104" y="21043"/>
                    <a:pt x="76771" y="11860"/>
                    <a:pt x="88003" y="4596"/>
                  </a:cubicBezTo>
                  <a:cubicBezTo>
                    <a:pt x="92343" y="1783"/>
                    <a:pt x="96888" y="-285"/>
                    <a:pt x="102215" y="32"/>
                  </a:cubicBezTo>
                  <a:cubicBezTo>
                    <a:pt x="109033" y="442"/>
                    <a:pt x="113466" y="6235"/>
                    <a:pt x="112031" y="12922"/>
                  </a:cubicBezTo>
                  <a:cubicBezTo>
                    <a:pt x="111026" y="17560"/>
                    <a:pt x="109014" y="21732"/>
                    <a:pt x="106518" y="25755"/>
                  </a:cubicBezTo>
                  <a:cubicBezTo>
                    <a:pt x="100725" y="35106"/>
                    <a:pt x="92269" y="42110"/>
                    <a:pt x="85339" y="50417"/>
                  </a:cubicBezTo>
                  <a:cubicBezTo>
                    <a:pt x="72282" y="66064"/>
                    <a:pt x="58051" y="80946"/>
                    <a:pt x="48310" y="99070"/>
                  </a:cubicBezTo>
                  <a:cubicBezTo>
                    <a:pt x="41790" y="111196"/>
                    <a:pt x="34470" y="122614"/>
                    <a:pt x="24710" y="132374"/>
                  </a:cubicBezTo>
                  <a:cubicBezTo>
                    <a:pt x="22139" y="134945"/>
                    <a:pt x="19122" y="136752"/>
                    <a:pt x="16085" y="138633"/>
                  </a:cubicBezTo>
                  <a:cubicBezTo>
                    <a:pt x="12677" y="140738"/>
                    <a:pt x="10088" y="140365"/>
                    <a:pt x="8299" y="136603"/>
                  </a:cubicBezTo>
                  <a:cubicBezTo>
                    <a:pt x="6772" y="133939"/>
                    <a:pt x="8914" y="131983"/>
                    <a:pt x="9790" y="129934"/>
                  </a:cubicBezTo>
                  <a:cubicBezTo>
                    <a:pt x="12360" y="123899"/>
                    <a:pt x="14651" y="117659"/>
                    <a:pt x="19345" y="112779"/>
                  </a:cubicBezTo>
                  <a:cubicBezTo>
                    <a:pt x="21450" y="113673"/>
                    <a:pt x="20314" y="116281"/>
                    <a:pt x="21971" y="117715"/>
                  </a:cubicBezTo>
                  <a:cubicBezTo>
                    <a:pt x="28193" y="112388"/>
                    <a:pt x="32645" y="105720"/>
                    <a:pt x="35979" y="98437"/>
                  </a:cubicBezTo>
                  <a:cubicBezTo>
                    <a:pt x="42815" y="83517"/>
                    <a:pt x="53357" y="71447"/>
                    <a:pt x="63975" y="59190"/>
                  </a:cubicBezTo>
                  <a:cubicBezTo>
                    <a:pt x="73195" y="48573"/>
                    <a:pt x="81707" y="37341"/>
                    <a:pt x="91486" y="27152"/>
                  </a:cubicBezTo>
                  <a:cubicBezTo>
                    <a:pt x="93777" y="24768"/>
                    <a:pt x="96888" y="21546"/>
                    <a:pt x="91952" y="18379"/>
                  </a:cubicBezTo>
                  <a:cubicBezTo>
                    <a:pt x="93051" y="13965"/>
                    <a:pt x="97242" y="13164"/>
                    <a:pt x="100818" y="10649"/>
                  </a:cubicBezTo>
                  <a:cubicBezTo>
                    <a:pt x="93759" y="14077"/>
                    <a:pt x="88487" y="18938"/>
                    <a:pt x="83290" y="23762"/>
                  </a:cubicBezTo>
                  <a:cubicBezTo>
                    <a:pt x="66228" y="39595"/>
                    <a:pt x="52445" y="58147"/>
                    <a:pt x="39611" y="77444"/>
                  </a:cubicBezTo>
                  <a:cubicBezTo>
                    <a:pt x="27951" y="94991"/>
                    <a:pt x="17129" y="113021"/>
                    <a:pt x="8542" y="132300"/>
                  </a:cubicBezTo>
                  <a:cubicBezTo>
                    <a:pt x="7871" y="133771"/>
                    <a:pt x="7368" y="135578"/>
                    <a:pt x="5263" y="135746"/>
                  </a:cubicBezTo>
                  <a:close/>
                </a:path>
              </a:pathLst>
            </a:custGeom>
            <a:solidFill>
              <a:srgbClr val="9A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14F76F70-D4DC-5530-ADB3-F205A22D56A3}"/>
                </a:ext>
              </a:extLst>
            </p:cNvPr>
            <p:cNvSpPr/>
            <p:nvPr/>
          </p:nvSpPr>
          <p:spPr>
            <a:xfrm>
              <a:off x="2008414" y="4848746"/>
              <a:ext cx="101396" cy="134465"/>
            </a:xfrm>
            <a:custGeom>
              <a:avLst/>
              <a:gdLst>
                <a:gd name="csX0" fmla="*/ 1315 w 101396"/>
                <a:gd name="csY0" fmla="*/ 127611 h 134465"/>
                <a:gd name="csX1" fmla="*/ 29404 w 101396"/>
                <a:gd name="csY1" fmla="*/ 76276 h 134465"/>
                <a:gd name="csX2" fmla="*/ 85601 w 101396"/>
                <a:gd name="csY2" fmla="*/ 8475 h 134465"/>
                <a:gd name="csX3" fmla="*/ 101396 w 101396"/>
                <a:gd name="csY3" fmla="*/ 0 h 134465"/>
                <a:gd name="csX4" fmla="*/ 88115 w 101396"/>
                <a:gd name="csY4" fmla="*/ 9984 h 134465"/>
                <a:gd name="csX5" fmla="*/ 79510 w 101396"/>
                <a:gd name="csY5" fmla="*/ 18627 h 134465"/>
                <a:gd name="csX6" fmla="*/ 30987 w 101396"/>
                <a:gd name="csY6" fmla="*/ 80579 h 134465"/>
                <a:gd name="csX7" fmla="*/ 15676 w 101396"/>
                <a:gd name="csY7" fmla="*/ 104738 h 134465"/>
                <a:gd name="csX8" fmla="*/ 4333 w 101396"/>
                <a:gd name="csY8" fmla="*/ 128431 h 134465"/>
                <a:gd name="csX9" fmla="*/ 458 w 101396"/>
                <a:gd name="csY9" fmla="*/ 134466 h 134465"/>
                <a:gd name="csX10" fmla="*/ 1315 w 101396"/>
                <a:gd name="csY10" fmla="*/ 127611 h 13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396" h="134465">
                  <a:moveTo>
                    <a:pt x="1315" y="127611"/>
                  </a:moveTo>
                  <a:cubicBezTo>
                    <a:pt x="9921" y="110102"/>
                    <a:pt x="18675" y="92649"/>
                    <a:pt x="29404" y="76276"/>
                  </a:cubicBezTo>
                  <a:cubicBezTo>
                    <a:pt x="45591" y="51577"/>
                    <a:pt x="62522" y="27456"/>
                    <a:pt x="85601" y="8475"/>
                  </a:cubicBezTo>
                  <a:cubicBezTo>
                    <a:pt x="89848" y="4992"/>
                    <a:pt x="94132" y="1378"/>
                    <a:pt x="101396" y="0"/>
                  </a:cubicBezTo>
                  <a:cubicBezTo>
                    <a:pt x="97205" y="5327"/>
                    <a:pt x="91356" y="6016"/>
                    <a:pt x="88115" y="9984"/>
                  </a:cubicBezTo>
                  <a:cubicBezTo>
                    <a:pt x="86607" y="14212"/>
                    <a:pt x="82378" y="15740"/>
                    <a:pt x="79510" y="18627"/>
                  </a:cubicBezTo>
                  <a:cubicBezTo>
                    <a:pt x="60902" y="37402"/>
                    <a:pt x="45106" y="58283"/>
                    <a:pt x="30987" y="80579"/>
                  </a:cubicBezTo>
                  <a:cubicBezTo>
                    <a:pt x="25884" y="88644"/>
                    <a:pt x="22047" y="97492"/>
                    <a:pt x="15676" y="104738"/>
                  </a:cubicBezTo>
                  <a:cubicBezTo>
                    <a:pt x="11224" y="112319"/>
                    <a:pt x="7406" y="120198"/>
                    <a:pt x="4333" y="128431"/>
                  </a:cubicBezTo>
                  <a:cubicBezTo>
                    <a:pt x="3066" y="130405"/>
                    <a:pt x="1799" y="132380"/>
                    <a:pt x="458" y="134466"/>
                  </a:cubicBezTo>
                  <a:cubicBezTo>
                    <a:pt x="-753" y="131858"/>
                    <a:pt x="756" y="129809"/>
                    <a:pt x="1315" y="127611"/>
                  </a:cubicBezTo>
                  <a:close/>
                </a:path>
              </a:pathLst>
            </a:custGeom>
            <a:solidFill>
              <a:srgbClr val="52682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845DA032-4469-C12B-4801-D2C19CF1EDA3}"/>
                </a:ext>
              </a:extLst>
            </p:cNvPr>
            <p:cNvSpPr/>
            <p:nvPr/>
          </p:nvSpPr>
          <p:spPr>
            <a:xfrm>
              <a:off x="2077389" y="4914495"/>
              <a:ext cx="12471" cy="8422"/>
            </a:xfrm>
            <a:custGeom>
              <a:avLst/>
              <a:gdLst>
                <a:gd name="csX0" fmla="*/ 12471 w 12471"/>
                <a:gd name="csY0" fmla="*/ 8422 h 8422"/>
                <a:gd name="csX1" fmla="*/ 1556 w 12471"/>
                <a:gd name="csY1" fmla="*/ 3244 h 8422"/>
                <a:gd name="csX2" fmla="*/ 234 w 12471"/>
                <a:gd name="csY2" fmla="*/ 618 h 8422"/>
                <a:gd name="csX3" fmla="*/ 2692 w 12471"/>
                <a:gd name="csY3" fmla="*/ 469 h 8422"/>
                <a:gd name="csX4" fmla="*/ 12471 w 12471"/>
                <a:gd name="csY4" fmla="*/ 8422 h 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71" h="8422">
                  <a:moveTo>
                    <a:pt x="12471" y="8422"/>
                  </a:moveTo>
                  <a:cubicBezTo>
                    <a:pt x="8839" y="6709"/>
                    <a:pt x="5188" y="4976"/>
                    <a:pt x="1556" y="3244"/>
                  </a:cubicBezTo>
                  <a:cubicBezTo>
                    <a:pt x="439" y="2723"/>
                    <a:pt x="-437" y="1866"/>
                    <a:pt x="234" y="618"/>
                  </a:cubicBezTo>
                  <a:cubicBezTo>
                    <a:pt x="792" y="-463"/>
                    <a:pt x="1817" y="133"/>
                    <a:pt x="2692" y="469"/>
                  </a:cubicBezTo>
                  <a:cubicBezTo>
                    <a:pt x="6679" y="2015"/>
                    <a:pt x="10404" y="3896"/>
                    <a:pt x="12471" y="8422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3F86B18A-A02F-FA00-1D65-51F2E9A713C5}"/>
                </a:ext>
              </a:extLst>
            </p:cNvPr>
            <p:cNvSpPr/>
            <p:nvPr/>
          </p:nvSpPr>
          <p:spPr>
            <a:xfrm>
              <a:off x="2054058" y="4957165"/>
              <a:ext cx="13897" cy="5104"/>
            </a:xfrm>
            <a:custGeom>
              <a:avLst/>
              <a:gdLst>
                <a:gd name="csX0" fmla="*/ 10787 w 13897"/>
                <a:gd name="csY0" fmla="*/ 4533 h 5104"/>
                <a:gd name="csX1" fmla="*/ 2069 w 13897"/>
                <a:gd name="csY1" fmla="*/ 3192 h 5104"/>
                <a:gd name="csX2" fmla="*/ 20 w 13897"/>
                <a:gd name="csY2" fmla="*/ 1106 h 5104"/>
                <a:gd name="csX3" fmla="*/ 2274 w 13897"/>
                <a:gd name="csY3" fmla="*/ 7 h 5104"/>
                <a:gd name="csX4" fmla="*/ 13897 w 13897"/>
                <a:gd name="csY4" fmla="*/ 3378 h 5104"/>
                <a:gd name="csX5" fmla="*/ 10787 w 13897"/>
                <a:gd name="csY5" fmla="*/ 4533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897" h="5104">
                  <a:moveTo>
                    <a:pt x="10787" y="4533"/>
                  </a:moveTo>
                  <a:cubicBezTo>
                    <a:pt x="7974" y="3415"/>
                    <a:pt x="5106" y="2987"/>
                    <a:pt x="2069" y="3192"/>
                  </a:cubicBezTo>
                  <a:cubicBezTo>
                    <a:pt x="952" y="3266"/>
                    <a:pt x="-166" y="2447"/>
                    <a:pt x="20" y="1106"/>
                  </a:cubicBezTo>
                  <a:cubicBezTo>
                    <a:pt x="169" y="-68"/>
                    <a:pt x="1417" y="-12"/>
                    <a:pt x="2274" y="7"/>
                  </a:cubicBezTo>
                  <a:cubicBezTo>
                    <a:pt x="6428" y="100"/>
                    <a:pt x="10321" y="1199"/>
                    <a:pt x="13897" y="3378"/>
                  </a:cubicBezTo>
                  <a:cubicBezTo>
                    <a:pt x="13823" y="6358"/>
                    <a:pt x="11979" y="4589"/>
                    <a:pt x="10787" y="4533"/>
                  </a:cubicBezTo>
                  <a:close/>
                </a:path>
              </a:pathLst>
            </a:custGeom>
            <a:solidFill>
              <a:srgbClr val="4864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982E6C04-479F-AFCB-EBF4-2EC1C7FB10B4}"/>
                </a:ext>
              </a:extLst>
            </p:cNvPr>
            <p:cNvSpPr/>
            <p:nvPr/>
          </p:nvSpPr>
          <p:spPr>
            <a:xfrm>
              <a:off x="2064845" y="4960525"/>
              <a:ext cx="6095" cy="4070"/>
            </a:xfrm>
            <a:custGeom>
              <a:avLst/>
              <a:gdLst>
                <a:gd name="csX0" fmla="*/ 0 w 6095"/>
                <a:gd name="csY0" fmla="*/ 1173 h 4070"/>
                <a:gd name="csX1" fmla="*/ 3092 w 6095"/>
                <a:gd name="csY1" fmla="*/ 0 h 4070"/>
                <a:gd name="csX2" fmla="*/ 5756 w 6095"/>
                <a:gd name="csY2" fmla="*/ 3204 h 4070"/>
                <a:gd name="csX3" fmla="*/ 0 w 6095"/>
                <a:gd name="csY3" fmla="*/ 1173 h 4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5" h="4070">
                  <a:moveTo>
                    <a:pt x="0" y="1173"/>
                  </a:moveTo>
                  <a:cubicBezTo>
                    <a:pt x="1099" y="969"/>
                    <a:pt x="2515" y="1602"/>
                    <a:pt x="3092" y="0"/>
                  </a:cubicBezTo>
                  <a:cubicBezTo>
                    <a:pt x="4675" y="577"/>
                    <a:pt x="6966" y="1956"/>
                    <a:pt x="5756" y="3204"/>
                  </a:cubicBezTo>
                  <a:cubicBezTo>
                    <a:pt x="3297" y="5756"/>
                    <a:pt x="1956" y="1937"/>
                    <a:pt x="0" y="1173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7D1C4F67-8472-999C-F067-624670E5BD93}"/>
                </a:ext>
              </a:extLst>
            </p:cNvPr>
            <p:cNvSpPr/>
            <p:nvPr/>
          </p:nvSpPr>
          <p:spPr>
            <a:xfrm>
              <a:off x="1610597" y="5419422"/>
              <a:ext cx="30715" cy="17844"/>
            </a:xfrm>
            <a:custGeom>
              <a:avLst/>
              <a:gdLst>
                <a:gd name="csX0" fmla="*/ 2142 w 30715"/>
                <a:gd name="csY0" fmla="*/ 26 h 17844"/>
                <a:gd name="csX1" fmla="*/ 3316 w 30715"/>
                <a:gd name="csY1" fmla="*/ 994 h 17844"/>
                <a:gd name="csX2" fmla="*/ 16876 w 30715"/>
                <a:gd name="csY2" fmla="*/ 11127 h 17844"/>
                <a:gd name="csX3" fmla="*/ 30715 w 30715"/>
                <a:gd name="csY3" fmla="*/ 17554 h 17844"/>
                <a:gd name="csX4" fmla="*/ 16857 w 30715"/>
                <a:gd name="csY4" fmla="*/ 14610 h 17844"/>
                <a:gd name="csX5" fmla="*/ 7842 w 30715"/>
                <a:gd name="csY5" fmla="*/ 9972 h 17844"/>
                <a:gd name="csX6" fmla="*/ 0 w 30715"/>
                <a:gd name="csY6" fmla="*/ 1907 h 17844"/>
                <a:gd name="csX7" fmla="*/ 2142 w 30715"/>
                <a:gd name="csY7" fmla="*/ 26 h 17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715" h="17844">
                  <a:moveTo>
                    <a:pt x="2142" y="26"/>
                  </a:moveTo>
                  <a:cubicBezTo>
                    <a:pt x="2533" y="343"/>
                    <a:pt x="2924" y="678"/>
                    <a:pt x="3316" y="994"/>
                  </a:cubicBezTo>
                  <a:cubicBezTo>
                    <a:pt x="6668" y="5931"/>
                    <a:pt x="11437" y="8985"/>
                    <a:pt x="16876" y="11127"/>
                  </a:cubicBezTo>
                  <a:cubicBezTo>
                    <a:pt x="20862" y="14350"/>
                    <a:pt x="26245" y="14536"/>
                    <a:pt x="30715" y="17554"/>
                  </a:cubicBezTo>
                  <a:cubicBezTo>
                    <a:pt x="25407" y="18820"/>
                    <a:pt x="21365" y="15598"/>
                    <a:pt x="16857" y="14610"/>
                  </a:cubicBezTo>
                  <a:cubicBezTo>
                    <a:pt x="13858" y="13064"/>
                    <a:pt x="10841" y="11519"/>
                    <a:pt x="7842" y="9972"/>
                  </a:cubicBezTo>
                  <a:cubicBezTo>
                    <a:pt x="3334" y="9134"/>
                    <a:pt x="1695" y="5502"/>
                    <a:pt x="0" y="1907"/>
                  </a:cubicBezTo>
                  <a:cubicBezTo>
                    <a:pt x="19" y="510"/>
                    <a:pt x="726" y="-142"/>
                    <a:pt x="2142" y="26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EDB248C2-E3C9-04D5-17F3-6D90554DB155}"/>
                </a:ext>
              </a:extLst>
            </p:cNvPr>
            <p:cNvSpPr/>
            <p:nvPr/>
          </p:nvSpPr>
          <p:spPr>
            <a:xfrm>
              <a:off x="1712646" y="5300275"/>
              <a:ext cx="28859" cy="18986"/>
            </a:xfrm>
            <a:custGeom>
              <a:avLst/>
              <a:gdLst>
                <a:gd name="csX0" fmla="*/ 5203 w 28859"/>
                <a:gd name="csY0" fmla="*/ 11753 h 18986"/>
                <a:gd name="csX1" fmla="*/ 435 w 28859"/>
                <a:gd name="csY1" fmla="*/ 0 h 18986"/>
                <a:gd name="csX2" fmla="*/ 6302 w 28859"/>
                <a:gd name="csY2" fmla="*/ 8270 h 18986"/>
                <a:gd name="csX3" fmla="*/ 28859 w 28859"/>
                <a:gd name="csY3" fmla="*/ 18925 h 18986"/>
                <a:gd name="csX4" fmla="*/ 5203 w 28859"/>
                <a:gd name="csY4" fmla="*/ 11753 h 1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859" h="18986">
                  <a:moveTo>
                    <a:pt x="5203" y="11753"/>
                  </a:moveTo>
                  <a:cubicBezTo>
                    <a:pt x="3173" y="8363"/>
                    <a:pt x="-1428" y="6128"/>
                    <a:pt x="435" y="0"/>
                  </a:cubicBezTo>
                  <a:cubicBezTo>
                    <a:pt x="2223" y="3539"/>
                    <a:pt x="3210" y="6761"/>
                    <a:pt x="6302" y="8270"/>
                  </a:cubicBezTo>
                  <a:cubicBezTo>
                    <a:pt x="12039" y="14901"/>
                    <a:pt x="20663" y="15628"/>
                    <a:pt x="28859" y="18925"/>
                  </a:cubicBezTo>
                  <a:cubicBezTo>
                    <a:pt x="19490" y="19484"/>
                    <a:pt x="12188" y="16168"/>
                    <a:pt x="5203" y="11753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F53CD15A-4DC5-9E45-BE9E-02B258CE645F}"/>
                </a:ext>
              </a:extLst>
            </p:cNvPr>
            <p:cNvSpPr/>
            <p:nvPr/>
          </p:nvSpPr>
          <p:spPr>
            <a:xfrm>
              <a:off x="1664204" y="5359116"/>
              <a:ext cx="24438" cy="17322"/>
            </a:xfrm>
            <a:custGeom>
              <a:avLst/>
              <a:gdLst>
                <a:gd name="csX0" fmla="*/ 20881 w 24438"/>
                <a:gd name="csY0" fmla="*/ 17323 h 17322"/>
                <a:gd name="csX1" fmla="*/ 0 w 24438"/>
                <a:gd name="csY1" fmla="*/ 0 h 17322"/>
                <a:gd name="csX2" fmla="*/ 23023 w 24438"/>
                <a:gd name="csY2" fmla="*/ 15050 h 17322"/>
                <a:gd name="csX3" fmla="*/ 24438 w 24438"/>
                <a:gd name="csY3" fmla="*/ 16987 h 17322"/>
                <a:gd name="csX4" fmla="*/ 20881 w 24438"/>
                <a:gd name="csY4" fmla="*/ 17323 h 17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38" h="17322">
                  <a:moveTo>
                    <a:pt x="20881" y="17323"/>
                  </a:moveTo>
                  <a:cubicBezTo>
                    <a:pt x="11586" y="14324"/>
                    <a:pt x="3073" y="10394"/>
                    <a:pt x="0" y="0"/>
                  </a:cubicBezTo>
                  <a:cubicBezTo>
                    <a:pt x="5104" y="8959"/>
                    <a:pt x="13672" y="12592"/>
                    <a:pt x="23023" y="15050"/>
                  </a:cubicBezTo>
                  <a:cubicBezTo>
                    <a:pt x="23488" y="15702"/>
                    <a:pt x="23973" y="16335"/>
                    <a:pt x="24438" y="16987"/>
                  </a:cubicBezTo>
                  <a:cubicBezTo>
                    <a:pt x="23246" y="17099"/>
                    <a:pt x="22073" y="17211"/>
                    <a:pt x="20881" y="17323"/>
                  </a:cubicBezTo>
                  <a:close/>
                </a:path>
              </a:pathLst>
            </a:custGeom>
            <a:solidFill>
              <a:srgbClr val="57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0E51ABF5-7C33-999D-77F8-78AD10A4810F}"/>
                </a:ext>
              </a:extLst>
            </p:cNvPr>
            <p:cNvSpPr/>
            <p:nvPr/>
          </p:nvSpPr>
          <p:spPr>
            <a:xfrm>
              <a:off x="1824530" y="5137454"/>
              <a:ext cx="60381" cy="122910"/>
            </a:xfrm>
            <a:custGeom>
              <a:avLst/>
              <a:gdLst>
                <a:gd name="csX0" fmla="*/ 34546 w 60381"/>
                <a:gd name="csY0" fmla="*/ 6264 h 122910"/>
                <a:gd name="csX1" fmla="*/ 41587 w 60381"/>
                <a:gd name="csY1" fmla="*/ 24 h 122910"/>
                <a:gd name="csX2" fmla="*/ 60065 w 60381"/>
                <a:gd name="csY2" fmla="*/ 19247 h 122910"/>
                <a:gd name="csX3" fmla="*/ 60307 w 60381"/>
                <a:gd name="csY3" fmla="*/ 33887 h 122910"/>
                <a:gd name="csX4" fmla="*/ 37806 w 60381"/>
                <a:gd name="csY4" fmla="*/ 106662 h 122910"/>
                <a:gd name="csX5" fmla="*/ 26630 w 60381"/>
                <a:gd name="csY5" fmla="*/ 119067 h 122910"/>
                <a:gd name="csX6" fmla="*/ 2546 w 60381"/>
                <a:gd name="csY6" fmla="*/ 111020 h 122910"/>
                <a:gd name="csX7" fmla="*/ 3533 w 60381"/>
                <a:gd name="csY7" fmla="*/ 80025 h 122910"/>
                <a:gd name="csX8" fmla="*/ 18844 w 60381"/>
                <a:gd name="csY8" fmla="*/ 28541 h 122910"/>
                <a:gd name="csX9" fmla="*/ 25978 w 60381"/>
                <a:gd name="csY9" fmla="*/ 10846 h 122910"/>
                <a:gd name="csX10" fmla="*/ 31194 w 60381"/>
                <a:gd name="csY10" fmla="*/ 7158 h 122910"/>
                <a:gd name="csX11" fmla="*/ 40395 w 60381"/>
                <a:gd name="csY11" fmla="*/ 14367 h 122910"/>
                <a:gd name="csX12" fmla="*/ 43338 w 60381"/>
                <a:gd name="csY12" fmla="*/ 39792 h 122910"/>
                <a:gd name="csX13" fmla="*/ 18751 w 60381"/>
                <a:gd name="csY13" fmla="*/ 100701 h 122910"/>
                <a:gd name="csX14" fmla="*/ 43375 w 60381"/>
                <a:gd name="csY14" fmla="*/ 40165 h 122910"/>
                <a:gd name="csX15" fmla="*/ 42202 w 60381"/>
                <a:gd name="csY15" fmla="*/ 18315 h 122910"/>
                <a:gd name="csX16" fmla="*/ 34546 w 60381"/>
                <a:gd name="csY16" fmla="*/ 6264 h 12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381" h="122910">
                  <a:moveTo>
                    <a:pt x="34546" y="6264"/>
                  </a:moveTo>
                  <a:cubicBezTo>
                    <a:pt x="33950" y="2222"/>
                    <a:pt x="36763" y="-274"/>
                    <a:pt x="41587" y="24"/>
                  </a:cubicBezTo>
                  <a:cubicBezTo>
                    <a:pt x="52018" y="657"/>
                    <a:pt x="61369" y="9151"/>
                    <a:pt x="60065" y="19247"/>
                  </a:cubicBezTo>
                  <a:cubicBezTo>
                    <a:pt x="59394" y="24481"/>
                    <a:pt x="60698" y="29212"/>
                    <a:pt x="60307" y="33887"/>
                  </a:cubicBezTo>
                  <a:cubicBezTo>
                    <a:pt x="58202" y="59704"/>
                    <a:pt x="54887" y="85278"/>
                    <a:pt x="37806" y="106662"/>
                  </a:cubicBezTo>
                  <a:cubicBezTo>
                    <a:pt x="34286" y="111058"/>
                    <a:pt x="31287" y="115826"/>
                    <a:pt x="26630" y="119067"/>
                  </a:cubicBezTo>
                  <a:cubicBezTo>
                    <a:pt x="16050" y="126462"/>
                    <a:pt x="7333" y="122867"/>
                    <a:pt x="2546" y="111020"/>
                  </a:cubicBezTo>
                  <a:cubicBezTo>
                    <a:pt x="-1850" y="100142"/>
                    <a:pt x="87" y="90550"/>
                    <a:pt x="3533" y="80025"/>
                  </a:cubicBezTo>
                  <a:cubicBezTo>
                    <a:pt x="9121" y="63038"/>
                    <a:pt x="15026" y="46088"/>
                    <a:pt x="18844" y="28541"/>
                  </a:cubicBezTo>
                  <a:cubicBezTo>
                    <a:pt x="20204" y="22283"/>
                    <a:pt x="23426" y="16676"/>
                    <a:pt x="25978" y="10846"/>
                  </a:cubicBezTo>
                  <a:cubicBezTo>
                    <a:pt x="26984" y="8555"/>
                    <a:pt x="28753" y="7382"/>
                    <a:pt x="31194" y="7158"/>
                  </a:cubicBezTo>
                  <a:cubicBezTo>
                    <a:pt x="36074" y="7233"/>
                    <a:pt x="38477" y="10567"/>
                    <a:pt x="40395" y="14367"/>
                  </a:cubicBezTo>
                  <a:cubicBezTo>
                    <a:pt x="44474" y="22469"/>
                    <a:pt x="44567" y="31317"/>
                    <a:pt x="43338" y="39792"/>
                  </a:cubicBezTo>
                  <a:cubicBezTo>
                    <a:pt x="40134" y="62014"/>
                    <a:pt x="32162" y="82503"/>
                    <a:pt x="18751" y="100701"/>
                  </a:cubicBezTo>
                  <a:cubicBezTo>
                    <a:pt x="32144" y="82633"/>
                    <a:pt x="40078" y="62274"/>
                    <a:pt x="43375" y="40165"/>
                  </a:cubicBezTo>
                  <a:cubicBezTo>
                    <a:pt x="44437" y="32975"/>
                    <a:pt x="44046" y="25561"/>
                    <a:pt x="42202" y="18315"/>
                  </a:cubicBezTo>
                  <a:cubicBezTo>
                    <a:pt x="40935" y="13417"/>
                    <a:pt x="36968" y="10380"/>
                    <a:pt x="34546" y="6264"/>
                  </a:cubicBezTo>
                  <a:close/>
                </a:path>
              </a:pathLst>
            </a:custGeom>
            <a:solidFill>
              <a:srgbClr val="96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1E885099-F0B2-3AB3-EA9E-FD9DB24AFF74}"/>
                </a:ext>
              </a:extLst>
            </p:cNvPr>
            <p:cNvSpPr/>
            <p:nvPr/>
          </p:nvSpPr>
          <p:spPr>
            <a:xfrm>
              <a:off x="1839207" y="5143567"/>
              <a:ext cx="30062" cy="99430"/>
            </a:xfrm>
            <a:custGeom>
              <a:avLst/>
              <a:gdLst>
                <a:gd name="csX0" fmla="*/ 19869 w 30062"/>
                <a:gd name="csY0" fmla="*/ 151 h 99430"/>
                <a:gd name="csX1" fmla="*/ 30058 w 30062"/>
                <a:gd name="csY1" fmla="*/ 23323 h 99430"/>
                <a:gd name="csX2" fmla="*/ 7557 w 30062"/>
                <a:gd name="csY2" fmla="*/ 91924 h 99430"/>
                <a:gd name="csX3" fmla="*/ 3292 w 30062"/>
                <a:gd name="csY3" fmla="*/ 97885 h 99430"/>
                <a:gd name="csX4" fmla="*/ 628 w 30062"/>
                <a:gd name="csY4" fmla="*/ 99133 h 99430"/>
                <a:gd name="csX5" fmla="*/ 1112 w 30062"/>
                <a:gd name="csY5" fmla="*/ 96358 h 99430"/>
                <a:gd name="csX6" fmla="*/ 21378 w 30062"/>
                <a:gd name="csY6" fmla="*/ 58825 h 99430"/>
                <a:gd name="csX7" fmla="*/ 26817 w 30062"/>
                <a:gd name="csY7" fmla="*/ 14140 h 99430"/>
                <a:gd name="csX8" fmla="*/ 16554 w 30062"/>
                <a:gd name="csY8" fmla="*/ 1120 h 99430"/>
                <a:gd name="csX9" fmla="*/ 19869 w 30062"/>
                <a:gd name="csY9" fmla="*/ 151 h 9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0062" h="99430">
                  <a:moveTo>
                    <a:pt x="19869" y="151"/>
                  </a:moveTo>
                  <a:cubicBezTo>
                    <a:pt x="28233" y="5683"/>
                    <a:pt x="29984" y="14363"/>
                    <a:pt x="30058" y="23323"/>
                  </a:cubicBezTo>
                  <a:cubicBezTo>
                    <a:pt x="30300" y="48655"/>
                    <a:pt x="21155" y="71044"/>
                    <a:pt x="7557" y="91924"/>
                  </a:cubicBezTo>
                  <a:cubicBezTo>
                    <a:pt x="6216" y="93973"/>
                    <a:pt x="4707" y="95911"/>
                    <a:pt x="3292" y="97885"/>
                  </a:cubicBezTo>
                  <a:cubicBezTo>
                    <a:pt x="2621" y="98816"/>
                    <a:pt x="1820" y="99990"/>
                    <a:pt x="628" y="99133"/>
                  </a:cubicBezTo>
                  <a:cubicBezTo>
                    <a:pt x="-713" y="98183"/>
                    <a:pt x="404" y="97196"/>
                    <a:pt x="1112" y="96358"/>
                  </a:cubicBezTo>
                  <a:cubicBezTo>
                    <a:pt x="10314" y="85163"/>
                    <a:pt x="16740" y="72441"/>
                    <a:pt x="21378" y="58825"/>
                  </a:cubicBezTo>
                  <a:cubicBezTo>
                    <a:pt x="26296" y="44352"/>
                    <a:pt x="30002" y="29656"/>
                    <a:pt x="26817" y="14140"/>
                  </a:cubicBezTo>
                  <a:cubicBezTo>
                    <a:pt x="25550" y="8011"/>
                    <a:pt x="22328" y="3616"/>
                    <a:pt x="16554" y="1120"/>
                  </a:cubicBezTo>
                  <a:cubicBezTo>
                    <a:pt x="17336" y="-240"/>
                    <a:pt x="18603" y="-72"/>
                    <a:pt x="19869" y="151"/>
                  </a:cubicBezTo>
                  <a:close/>
                </a:path>
              </a:pathLst>
            </a:custGeom>
            <a:solidFill>
              <a:srgbClr val="5B75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B75C08ED-9B25-119A-FFA0-72E609E9C974}"/>
                </a:ext>
              </a:extLst>
            </p:cNvPr>
            <p:cNvSpPr/>
            <p:nvPr/>
          </p:nvSpPr>
          <p:spPr>
            <a:xfrm>
              <a:off x="1807531" y="5213581"/>
              <a:ext cx="14347" cy="4411"/>
            </a:xfrm>
            <a:custGeom>
              <a:avLst/>
              <a:gdLst>
                <a:gd name="csX0" fmla="*/ 14348 w 14347"/>
                <a:gd name="csY0" fmla="*/ 434 h 4411"/>
                <a:gd name="csX1" fmla="*/ 2315 w 14347"/>
                <a:gd name="csY1" fmla="*/ 4196 h 4411"/>
                <a:gd name="csX2" fmla="*/ 43 w 14347"/>
                <a:gd name="csY2" fmla="*/ 3451 h 4411"/>
                <a:gd name="csX3" fmla="*/ 1644 w 14347"/>
                <a:gd name="csY3" fmla="*/ 1477 h 4411"/>
                <a:gd name="csX4" fmla="*/ 14348 w 14347"/>
                <a:gd name="csY4" fmla="*/ 434 h 4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47" h="4411">
                  <a:moveTo>
                    <a:pt x="14348" y="434"/>
                  </a:moveTo>
                  <a:cubicBezTo>
                    <a:pt x="9691" y="1905"/>
                    <a:pt x="6022" y="3079"/>
                    <a:pt x="2315" y="4196"/>
                  </a:cubicBezTo>
                  <a:cubicBezTo>
                    <a:pt x="1440" y="4457"/>
                    <a:pt x="322" y="4718"/>
                    <a:pt x="43" y="3451"/>
                  </a:cubicBezTo>
                  <a:cubicBezTo>
                    <a:pt x="-218" y="2315"/>
                    <a:pt x="769" y="1682"/>
                    <a:pt x="1644" y="1477"/>
                  </a:cubicBezTo>
                  <a:cubicBezTo>
                    <a:pt x="5444" y="564"/>
                    <a:pt x="9226" y="-665"/>
                    <a:pt x="14348" y="434"/>
                  </a:cubicBezTo>
                  <a:close/>
                </a:path>
              </a:pathLst>
            </a:custGeom>
            <a:solidFill>
              <a:srgbClr val="5A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69D33DA5-055D-3FA4-8DA0-5C27934EC702}"/>
                </a:ext>
              </a:extLst>
            </p:cNvPr>
            <p:cNvSpPr/>
            <p:nvPr/>
          </p:nvSpPr>
          <p:spPr>
            <a:xfrm>
              <a:off x="1881447" y="5211966"/>
              <a:ext cx="9592" cy="6742"/>
            </a:xfrm>
            <a:custGeom>
              <a:avLst/>
              <a:gdLst>
                <a:gd name="csX0" fmla="*/ 0 w 9592"/>
                <a:gd name="csY0" fmla="*/ 6743 h 6742"/>
                <a:gd name="csX1" fmla="*/ 9593 w 9592"/>
                <a:gd name="csY1" fmla="*/ 0 h 6742"/>
                <a:gd name="csX2" fmla="*/ 0 w 9592"/>
                <a:gd name="csY2" fmla="*/ 6743 h 6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92" h="6742">
                  <a:moveTo>
                    <a:pt x="0" y="6743"/>
                  </a:moveTo>
                  <a:cubicBezTo>
                    <a:pt x="2161" y="3036"/>
                    <a:pt x="5681" y="1248"/>
                    <a:pt x="9593" y="0"/>
                  </a:cubicBezTo>
                  <a:cubicBezTo>
                    <a:pt x="7283" y="3446"/>
                    <a:pt x="3930" y="5476"/>
                    <a:pt x="0" y="6743"/>
                  </a:cubicBezTo>
                  <a:close/>
                </a:path>
              </a:pathLst>
            </a:custGeom>
            <a:solidFill>
              <a:srgbClr val="5E83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24B0AF67-AC9E-8E96-1CDE-A9FB89AA1038}"/>
                </a:ext>
              </a:extLst>
            </p:cNvPr>
            <p:cNvSpPr/>
            <p:nvPr/>
          </p:nvSpPr>
          <p:spPr>
            <a:xfrm>
              <a:off x="1920470" y="5057998"/>
              <a:ext cx="69328" cy="39354"/>
            </a:xfrm>
            <a:custGeom>
              <a:avLst/>
              <a:gdLst>
                <a:gd name="csX0" fmla="*/ 69328 w 69328"/>
                <a:gd name="csY0" fmla="*/ 0 h 39354"/>
                <a:gd name="csX1" fmla="*/ 0 w 69328"/>
                <a:gd name="csY1" fmla="*/ 39265 h 39354"/>
                <a:gd name="csX2" fmla="*/ 69328 w 69328"/>
                <a:gd name="csY2" fmla="*/ 0 h 3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328" h="39354">
                  <a:moveTo>
                    <a:pt x="69328" y="0"/>
                  </a:moveTo>
                  <a:cubicBezTo>
                    <a:pt x="65696" y="12890"/>
                    <a:pt x="15553" y="41146"/>
                    <a:pt x="0" y="39265"/>
                  </a:cubicBezTo>
                  <a:cubicBezTo>
                    <a:pt x="26375" y="31162"/>
                    <a:pt x="49323" y="19204"/>
                    <a:pt x="69328" y="0"/>
                  </a:cubicBezTo>
                  <a:close/>
                </a:path>
              </a:pathLst>
            </a:custGeom>
            <a:solidFill>
              <a:srgbClr val="40532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641F44D3-899A-F985-8C7E-4C851A43065B}"/>
                </a:ext>
              </a:extLst>
            </p:cNvPr>
            <p:cNvSpPr/>
            <p:nvPr/>
          </p:nvSpPr>
          <p:spPr>
            <a:xfrm>
              <a:off x="1957202" y="5095530"/>
              <a:ext cx="6109" cy="11883"/>
            </a:xfrm>
            <a:custGeom>
              <a:avLst/>
              <a:gdLst>
                <a:gd name="csX0" fmla="*/ 0 w 6109"/>
                <a:gd name="csY0" fmla="*/ 0 h 11883"/>
                <a:gd name="csX1" fmla="*/ 6110 w 6109"/>
                <a:gd name="csY1" fmla="*/ 11884 h 11883"/>
                <a:gd name="csX2" fmla="*/ 0 w 6109"/>
                <a:gd name="csY2" fmla="*/ 0 h 11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09" h="11883">
                  <a:moveTo>
                    <a:pt x="0" y="0"/>
                  </a:moveTo>
                  <a:cubicBezTo>
                    <a:pt x="3912" y="2570"/>
                    <a:pt x="4955" y="6557"/>
                    <a:pt x="6110" y="11884"/>
                  </a:cubicBezTo>
                  <a:cubicBezTo>
                    <a:pt x="2459" y="7842"/>
                    <a:pt x="745" y="4191"/>
                    <a:pt x="0" y="0"/>
                  </a:cubicBezTo>
                  <a:close/>
                </a:path>
              </a:pathLst>
            </a:custGeom>
            <a:solidFill>
              <a:srgbClr val="6083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EAA4C074-1ACF-F83E-0A88-E022B2D0C887}"/>
                </a:ext>
              </a:extLst>
            </p:cNvPr>
            <p:cNvSpPr/>
            <p:nvPr/>
          </p:nvSpPr>
          <p:spPr>
            <a:xfrm>
              <a:off x="1937763" y="5055651"/>
              <a:ext cx="3622" cy="11213"/>
            </a:xfrm>
            <a:custGeom>
              <a:avLst/>
              <a:gdLst>
                <a:gd name="csX0" fmla="*/ 3494 w 3622"/>
                <a:gd name="csY0" fmla="*/ 11213 h 11213"/>
                <a:gd name="csX1" fmla="*/ 235 w 3622"/>
                <a:gd name="csY1" fmla="*/ 0 h 11213"/>
                <a:gd name="csX2" fmla="*/ 3494 w 3622"/>
                <a:gd name="csY2" fmla="*/ 11213 h 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22" h="11213">
                  <a:moveTo>
                    <a:pt x="3494" y="11213"/>
                  </a:moveTo>
                  <a:cubicBezTo>
                    <a:pt x="1483" y="8177"/>
                    <a:pt x="-734" y="5234"/>
                    <a:pt x="235" y="0"/>
                  </a:cubicBezTo>
                  <a:cubicBezTo>
                    <a:pt x="2861" y="4172"/>
                    <a:pt x="4034" y="7451"/>
                    <a:pt x="3494" y="11213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2C24546B-8C60-0FC0-10C7-9F91527DC50F}"/>
                </a:ext>
              </a:extLst>
            </p:cNvPr>
            <p:cNvSpPr/>
            <p:nvPr/>
          </p:nvSpPr>
          <p:spPr>
            <a:xfrm>
              <a:off x="2055681" y="4842293"/>
              <a:ext cx="10617" cy="4497"/>
            </a:xfrm>
            <a:custGeom>
              <a:avLst/>
              <a:gdLst>
                <a:gd name="csX0" fmla="*/ 0 w 10617"/>
                <a:gd name="csY0" fmla="*/ 64 h 4497"/>
                <a:gd name="csX1" fmla="*/ 10617 w 10617"/>
                <a:gd name="csY1" fmla="*/ 4498 h 4497"/>
                <a:gd name="csX2" fmla="*/ 0 w 10617"/>
                <a:gd name="csY2" fmla="*/ 64 h 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7" h="4497">
                  <a:moveTo>
                    <a:pt x="0" y="64"/>
                  </a:moveTo>
                  <a:cubicBezTo>
                    <a:pt x="4489" y="-439"/>
                    <a:pt x="7525" y="2095"/>
                    <a:pt x="10617" y="4498"/>
                  </a:cubicBezTo>
                  <a:cubicBezTo>
                    <a:pt x="6445" y="4479"/>
                    <a:pt x="2962" y="2840"/>
                    <a:pt x="0" y="64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8F023A83-86BE-F488-0C2F-EC75F381334C}"/>
                </a:ext>
              </a:extLst>
            </p:cNvPr>
            <p:cNvSpPr/>
            <p:nvPr/>
          </p:nvSpPr>
          <p:spPr>
            <a:xfrm>
              <a:off x="2014539" y="4877072"/>
              <a:ext cx="9178" cy="4224"/>
            </a:xfrm>
            <a:custGeom>
              <a:avLst/>
              <a:gdLst>
                <a:gd name="csX0" fmla="*/ 9178 w 9178"/>
                <a:gd name="csY0" fmla="*/ 3581 h 4224"/>
                <a:gd name="csX1" fmla="*/ 7875 w 9178"/>
                <a:gd name="csY1" fmla="*/ 4214 h 4224"/>
                <a:gd name="csX2" fmla="*/ 14 w 9178"/>
                <a:gd name="csY2" fmla="*/ 1216 h 4224"/>
                <a:gd name="csX3" fmla="*/ 796 w 9178"/>
                <a:gd name="csY3" fmla="*/ 42 h 4224"/>
                <a:gd name="csX4" fmla="*/ 9178 w 9178"/>
                <a:gd name="csY4" fmla="*/ 3581 h 4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78" h="4224">
                  <a:moveTo>
                    <a:pt x="9178" y="3581"/>
                  </a:moveTo>
                  <a:cubicBezTo>
                    <a:pt x="8489" y="3935"/>
                    <a:pt x="8117" y="4289"/>
                    <a:pt x="7875" y="4214"/>
                  </a:cubicBezTo>
                  <a:cubicBezTo>
                    <a:pt x="5174" y="3413"/>
                    <a:pt x="1895" y="4084"/>
                    <a:pt x="14" y="1216"/>
                  </a:cubicBezTo>
                  <a:cubicBezTo>
                    <a:pt x="-98" y="1048"/>
                    <a:pt x="480" y="79"/>
                    <a:pt x="796" y="42"/>
                  </a:cubicBezTo>
                  <a:cubicBezTo>
                    <a:pt x="4168" y="-293"/>
                    <a:pt x="6645" y="1420"/>
                    <a:pt x="9178" y="3581"/>
                  </a:cubicBezTo>
                  <a:close/>
                </a:path>
              </a:pathLst>
            </a:custGeom>
            <a:solidFill>
              <a:srgbClr val="5578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B4442EEB-8F56-F7DC-89E3-817D96B2C3C6}"/>
                </a:ext>
              </a:extLst>
            </p:cNvPr>
            <p:cNvSpPr/>
            <p:nvPr/>
          </p:nvSpPr>
          <p:spPr>
            <a:xfrm>
              <a:off x="1981360" y="4928131"/>
              <a:ext cx="9052" cy="3564"/>
            </a:xfrm>
            <a:custGeom>
              <a:avLst/>
              <a:gdLst>
                <a:gd name="csX0" fmla="*/ 0 w 9052"/>
                <a:gd name="csY0" fmla="*/ 169 h 3564"/>
                <a:gd name="csX1" fmla="*/ 9053 w 9052"/>
                <a:gd name="csY1" fmla="*/ 3261 h 3564"/>
                <a:gd name="csX2" fmla="*/ 0 w 9052"/>
                <a:gd name="csY2" fmla="*/ 169 h 3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52" h="3564">
                  <a:moveTo>
                    <a:pt x="0" y="169"/>
                  </a:moveTo>
                  <a:cubicBezTo>
                    <a:pt x="4750" y="-613"/>
                    <a:pt x="6836" y="1473"/>
                    <a:pt x="9053" y="3261"/>
                  </a:cubicBezTo>
                  <a:cubicBezTo>
                    <a:pt x="5905" y="4230"/>
                    <a:pt x="3558" y="2795"/>
                    <a:pt x="0" y="169"/>
                  </a:cubicBezTo>
                  <a:close/>
                </a:path>
              </a:pathLst>
            </a:custGeom>
            <a:solidFill>
              <a:srgbClr val="5579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BA648E9E-63D6-6305-9F33-87A061C7F59E}"/>
                </a:ext>
              </a:extLst>
            </p:cNvPr>
            <p:cNvSpPr/>
            <p:nvPr/>
          </p:nvSpPr>
          <p:spPr>
            <a:xfrm>
              <a:off x="1558582" y="5242281"/>
              <a:ext cx="163965" cy="205329"/>
            </a:xfrm>
            <a:custGeom>
              <a:avLst/>
              <a:gdLst>
                <a:gd name="csX0" fmla="*/ 12339 w 163965"/>
                <a:gd name="csY0" fmla="*/ 205330 h 205329"/>
                <a:gd name="csX1" fmla="*/ 325 w 163965"/>
                <a:gd name="csY1" fmla="*/ 187541 h 205329"/>
                <a:gd name="csX2" fmla="*/ 23553 w 163965"/>
                <a:gd name="csY2" fmla="*/ 135443 h 205329"/>
                <a:gd name="csX3" fmla="*/ 55348 w 163965"/>
                <a:gd name="csY3" fmla="*/ 89062 h 205329"/>
                <a:gd name="csX4" fmla="*/ 87666 w 163965"/>
                <a:gd name="csY4" fmla="*/ 50189 h 205329"/>
                <a:gd name="csX5" fmla="*/ 114376 w 163965"/>
                <a:gd name="csY5" fmla="*/ 22696 h 205329"/>
                <a:gd name="csX6" fmla="*/ 138796 w 163965"/>
                <a:gd name="csY6" fmla="*/ 3044 h 205329"/>
                <a:gd name="csX7" fmla="*/ 153865 w 163965"/>
                <a:gd name="csY7" fmla="*/ 791 h 205329"/>
                <a:gd name="csX8" fmla="*/ 162489 w 163965"/>
                <a:gd name="csY8" fmla="*/ 21299 h 205329"/>
                <a:gd name="csX9" fmla="*/ 148742 w 163965"/>
                <a:gd name="csY9" fmla="*/ 38137 h 205329"/>
                <a:gd name="csX10" fmla="*/ 112551 w 163965"/>
                <a:gd name="csY10" fmla="*/ 74534 h 205329"/>
                <a:gd name="csX11" fmla="*/ 86008 w 163965"/>
                <a:gd name="csY11" fmla="*/ 108676 h 205329"/>
                <a:gd name="csX12" fmla="*/ 73453 w 163965"/>
                <a:gd name="csY12" fmla="*/ 126558 h 205329"/>
                <a:gd name="csX13" fmla="*/ 32624 w 163965"/>
                <a:gd name="csY13" fmla="*/ 191229 h 205329"/>
                <a:gd name="csX14" fmla="*/ 12339 w 163965"/>
                <a:gd name="csY14" fmla="*/ 205330 h 20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3965" h="205329">
                  <a:moveTo>
                    <a:pt x="12339" y="205330"/>
                  </a:moveTo>
                  <a:cubicBezTo>
                    <a:pt x="3827" y="205218"/>
                    <a:pt x="-1389" y="197078"/>
                    <a:pt x="325" y="187541"/>
                  </a:cubicBezTo>
                  <a:cubicBezTo>
                    <a:pt x="3808" y="168226"/>
                    <a:pt x="13122" y="151611"/>
                    <a:pt x="23553" y="135443"/>
                  </a:cubicBezTo>
                  <a:cubicBezTo>
                    <a:pt x="33741" y="119703"/>
                    <a:pt x="43856" y="103871"/>
                    <a:pt x="55348" y="89062"/>
                  </a:cubicBezTo>
                  <a:cubicBezTo>
                    <a:pt x="65667" y="75763"/>
                    <a:pt x="76992" y="63246"/>
                    <a:pt x="87666" y="50189"/>
                  </a:cubicBezTo>
                  <a:cubicBezTo>
                    <a:pt x="95787" y="40242"/>
                    <a:pt x="104988" y="31320"/>
                    <a:pt x="114376" y="22696"/>
                  </a:cubicBezTo>
                  <a:cubicBezTo>
                    <a:pt x="122050" y="15655"/>
                    <a:pt x="128812" y="7217"/>
                    <a:pt x="138796" y="3044"/>
                  </a:cubicBezTo>
                  <a:cubicBezTo>
                    <a:pt x="143546" y="1051"/>
                    <a:pt x="148277" y="-1240"/>
                    <a:pt x="153865" y="791"/>
                  </a:cubicBezTo>
                  <a:cubicBezTo>
                    <a:pt x="162154" y="3808"/>
                    <a:pt x="166419" y="13308"/>
                    <a:pt x="162489" y="21299"/>
                  </a:cubicBezTo>
                  <a:cubicBezTo>
                    <a:pt x="159229" y="27948"/>
                    <a:pt x="153976" y="33052"/>
                    <a:pt x="148742" y="38137"/>
                  </a:cubicBezTo>
                  <a:cubicBezTo>
                    <a:pt x="136467" y="50058"/>
                    <a:pt x="124360" y="62147"/>
                    <a:pt x="112551" y="74534"/>
                  </a:cubicBezTo>
                  <a:cubicBezTo>
                    <a:pt x="102511" y="85058"/>
                    <a:pt x="95656" y="97891"/>
                    <a:pt x="86008" y="108676"/>
                  </a:cubicBezTo>
                  <a:cubicBezTo>
                    <a:pt x="81183" y="114078"/>
                    <a:pt x="77775" y="120690"/>
                    <a:pt x="73453" y="126558"/>
                  </a:cubicBezTo>
                  <a:cubicBezTo>
                    <a:pt x="58235" y="147103"/>
                    <a:pt x="45402" y="169138"/>
                    <a:pt x="32624" y="191229"/>
                  </a:cubicBezTo>
                  <a:cubicBezTo>
                    <a:pt x="28433" y="198550"/>
                    <a:pt x="22193" y="205181"/>
                    <a:pt x="12339" y="205330"/>
                  </a:cubicBezTo>
                  <a:close/>
                </a:path>
              </a:pathLst>
            </a:custGeom>
            <a:solidFill>
              <a:srgbClr val="9E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37F9F826-52F4-5259-2B88-CDD4F9170521}"/>
                </a:ext>
              </a:extLst>
            </p:cNvPr>
            <p:cNvSpPr/>
            <p:nvPr/>
          </p:nvSpPr>
          <p:spPr>
            <a:xfrm>
              <a:off x="1542214" y="5389310"/>
              <a:ext cx="76268" cy="81506"/>
            </a:xfrm>
            <a:custGeom>
              <a:avLst/>
              <a:gdLst>
                <a:gd name="csX0" fmla="*/ 68383 w 76268"/>
                <a:gd name="csY0" fmla="*/ 32019 h 81506"/>
                <a:gd name="csX1" fmla="*/ 76225 w 76268"/>
                <a:gd name="csY1" fmla="*/ 40084 h 81506"/>
                <a:gd name="csX2" fmla="*/ 73449 w 76268"/>
                <a:gd name="csY2" fmla="*/ 45579 h 81506"/>
                <a:gd name="csX3" fmla="*/ 61379 w 76268"/>
                <a:gd name="csY3" fmla="*/ 56997 h 81506"/>
                <a:gd name="csX4" fmla="*/ 35618 w 76268"/>
                <a:gd name="csY4" fmla="*/ 79088 h 81506"/>
                <a:gd name="csX5" fmla="*/ 4 w 76268"/>
                <a:gd name="csY5" fmla="*/ 54278 h 81506"/>
                <a:gd name="csX6" fmla="*/ 3022 w 76268"/>
                <a:gd name="csY6" fmla="*/ 25649 h 81506"/>
                <a:gd name="csX7" fmla="*/ 14049 w 76268"/>
                <a:gd name="csY7" fmla="*/ 540 h 81506"/>
                <a:gd name="csX8" fmla="*/ 20754 w 76268"/>
                <a:gd name="csY8" fmla="*/ 1564 h 81506"/>
                <a:gd name="csX9" fmla="*/ 6933 w 76268"/>
                <a:gd name="csY9" fmla="*/ 38687 h 81506"/>
                <a:gd name="csX10" fmla="*/ 8461 w 76268"/>
                <a:gd name="csY10" fmla="*/ 60089 h 81506"/>
                <a:gd name="csX11" fmla="*/ 35525 w 76268"/>
                <a:gd name="csY11" fmla="*/ 69663 h 81506"/>
                <a:gd name="csX12" fmla="*/ 58250 w 76268"/>
                <a:gd name="csY12" fmla="*/ 48559 h 81506"/>
                <a:gd name="csX13" fmla="*/ 68383 w 76268"/>
                <a:gd name="csY13" fmla="*/ 32019 h 81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8" h="81506">
                  <a:moveTo>
                    <a:pt x="68383" y="32019"/>
                  </a:moveTo>
                  <a:cubicBezTo>
                    <a:pt x="70990" y="34701"/>
                    <a:pt x="73617" y="37383"/>
                    <a:pt x="76225" y="40084"/>
                  </a:cubicBezTo>
                  <a:cubicBezTo>
                    <a:pt x="76448" y="42506"/>
                    <a:pt x="75871" y="44238"/>
                    <a:pt x="73449" y="45579"/>
                  </a:cubicBezTo>
                  <a:cubicBezTo>
                    <a:pt x="68495" y="48317"/>
                    <a:pt x="64825" y="52378"/>
                    <a:pt x="61379" y="56997"/>
                  </a:cubicBezTo>
                  <a:cubicBezTo>
                    <a:pt x="54487" y="66199"/>
                    <a:pt x="46143" y="74953"/>
                    <a:pt x="35618" y="79088"/>
                  </a:cubicBezTo>
                  <a:cubicBezTo>
                    <a:pt x="17048" y="86409"/>
                    <a:pt x="-312" y="76816"/>
                    <a:pt x="4" y="54278"/>
                  </a:cubicBezTo>
                  <a:cubicBezTo>
                    <a:pt x="135" y="44499"/>
                    <a:pt x="936" y="34943"/>
                    <a:pt x="3022" y="25649"/>
                  </a:cubicBezTo>
                  <a:cubicBezTo>
                    <a:pt x="5015" y="16764"/>
                    <a:pt x="6244" y="7059"/>
                    <a:pt x="14049" y="540"/>
                  </a:cubicBezTo>
                  <a:cubicBezTo>
                    <a:pt x="16545" y="-801"/>
                    <a:pt x="18612" y="670"/>
                    <a:pt x="20754" y="1564"/>
                  </a:cubicBezTo>
                  <a:cubicBezTo>
                    <a:pt x="13769" y="13057"/>
                    <a:pt x="9411" y="25555"/>
                    <a:pt x="6933" y="38687"/>
                  </a:cubicBezTo>
                  <a:cubicBezTo>
                    <a:pt x="5574" y="45840"/>
                    <a:pt x="5704" y="52806"/>
                    <a:pt x="8461" y="60089"/>
                  </a:cubicBezTo>
                  <a:cubicBezTo>
                    <a:pt x="12391" y="70520"/>
                    <a:pt x="26566" y="73333"/>
                    <a:pt x="35525" y="69663"/>
                  </a:cubicBezTo>
                  <a:cubicBezTo>
                    <a:pt x="45882" y="65416"/>
                    <a:pt x="52010" y="56867"/>
                    <a:pt x="58250" y="48559"/>
                  </a:cubicBezTo>
                  <a:cubicBezTo>
                    <a:pt x="62106" y="43418"/>
                    <a:pt x="67191" y="38836"/>
                    <a:pt x="68383" y="32019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F7F6DFD1-D804-EA01-7E7B-DF1E0B6E591F}"/>
                </a:ext>
              </a:extLst>
            </p:cNvPr>
            <p:cNvSpPr/>
            <p:nvPr/>
          </p:nvSpPr>
          <p:spPr>
            <a:xfrm>
              <a:off x="1535028" y="5371652"/>
              <a:ext cx="28126" cy="19355"/>
            </a:xfrm>
            <a:custGeom>
              <a:avLst/>
              <a:gdLst>
                <a:gd name="csX0" fmla="*/ 27977 w 28126"/>
                <a:gd name="csY0" fmla="*/ 19204 h 19355"/>
                <a:gd name="csX1" fmla="*/ 21272 w 28126"/>
                <a:gd name="csY1" fmla="*/ 18180 h 19355"/>
                <a:gd name="csX2" fmla="*/ 12033 w 28126"/>
                <a:gd name="csY2" fmla="*/ 12610 h 19355"/>
                <a:gd name="csX3" fmla="*/ 0 w 28126"/>
                <a:gd name="csY3" fmla="*/ 0 h 19355"/>
                <a:gd name="csX4" fmla="*/ 14454 w 28126"/>
                <a:gd name="csY4" fmla="*/ 10412 h 19355"/>
                <a:gd name="csX5" fmla="*/ 24606 w 28126"/>
                <a:gd name="csY5" fmla="*/ 16075 h 19355"/>
                <a:gd name="csX6" fmla="*/ 28126 w 28126"/>
                <a:gd name="csY6" fmla="*/ 18235 h 19355"/>
                <a:gd name="csX7" fmla="*/ 27977 w 28126"/>
                <a:gd name="csY7" fmla="*/ 19204 h 1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126" h="19355">
                  <a:moveTo>
                    <a:pt x="27977" y="19204"/>
                  </a:moveTo>
                  <a:cubicBezTo>
                    <a:pt x="25593" y="19781"/>
                    <a:pt x="23507" y="18552"/>
                    <a:pt x="21272" y="18180"/>
                  </a:cubicBezTo>
                  <a:cubicBezTo>
                    <a:pt x="18198" y="16317"/>
                    <a:pt x="15106" y="14454"/>
                    <a:pt x="12033" y="12610"/>
                  </a:cubicBezTo>
                  <a:cubicBezTo>
                    <a:pt x="8792" y="8177"/>
                    <a:pt x="2515" y="6668"/>
                    <a:pt x="0" y="0"/>
                  </a:cubicBezTo>
                  <a:cubicBezTo>
                    <a:pt x="5793" y="3260"/>
                    <a:pt x="9164" y="8233"/>
                    <a:pt x="14454" y="10412"/>
                  </a:cubicBezTo>
                  <a:cubicBezTo>
                    <a:pt x="17453" y="13001"/>
                    <a:pt x="20731" y="15088"/>
                    <a:pt x="24606" y="16075"/>
                  </a:cubicBezTo>
                  <a:cubicBezTo>
                    <a:pt x="25779" y="16801"/>
                    <a:pt x="26953" y="17509"/>
                    <a:pt x="28126" y="18235"/>
                  </a:cubicBezTo>
                  <a:cubicBezTo>
                    <a:pt x="28033" y="18552"/>
                    <a:pt x="27977" y="18869"/>
                    <a:pt x="27977" y="19204"/>
                  </a:cubicBezTo>
                  <a:close/>
                </a:path>
              </a:pathLst>
            </a:custGeom>
            <a:solidFill>
              <a:srgbClr val="587C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6CB1A3A9-BC50-84FD-5D0A-96777309C732}"/>
                </a:ext>
              </a:extLst>
            </p:cNvPr>
            <p:cNvSpPr/>
            <p:nvPr/>
          </p:nvSpPr>
          <p:spPr>
            <a:xfrm>
              <a:off x="1939419" y="5227407"/>
              <a:ext cx="120029" cy="144068"/>
            </a:xfrm>
            <a:custGeom>
              <a:avLst/>
              <a:gdLst>
                <a:gd name="csX0" fmla="*/ 70068 w 120029"/>
                <a:gd name="csY0" fmla="*/ 113753 h 144068"/>
                <a:gd name="csX1" fmla="*/ 47231 w 120029"/>
                <a:gd name="csY1" fmla="*/ 96411 h 144068"/>
                <a:gd name="csX2" fmla="*/ 36707 w 120029"/>
                <a:gd name="csY2" fmla="*/ 86371 h 144068"/>
                <a:gd name="csX3" fmla="*/ 3887 w 120029"/>
                <a:gd name="csY3" fmla="*/ 39190 h 144068"/>
                <a:gd name="csX4" fmla="*/ 14169 w 120029"/>
                <a:gd name="csY4" fmla="*/ 5290 h 144068"/>
                <a:gd name="csX5" fmla="*/ 27096 w 120029"/>
                <a:gd name="csY5" fmla="*/ 447 h 144068"/>
                <a:gd name="csX6" fmla="*/ 31753 w 120029"/>
                <a:gd name="csY6" fmla="*/ 1546 h 144068"/>
                <a:gd name="csX7" fmla="*/ 57476 w 120029"/>
                <a:gd name="csY7" fmla="*/ 23097 h 144068"/>
                <a:gd name="csX8" fmla="*/ 75749 w 120029"/>
                <a:gd name="csY8" fmla="*/ 43679 h 144068"/>
                <a:gd name="csX9" fmla="*/ 96070 w 120029"/>
                <a:gd name="csY9" fmla="*/ 77933 h 144068"/>
                <a:gd name="csX10" fmla="*/ 112332 w 120029"/>
                <a:gd name="csY10" fmla="*/ 110083 h 144068"/>
                <a:gd name="csX11" fmla="*/ 115144 w 120029"/>
                <a:gd name="csY11" fmla="*/ 114293 h 144068"/>
                <a:gd name="csX12" fmla="*/ 115945 w 120029"/>
                <a:gd name="csY12" fmla="*/ 135415 h 144068"/>
                <a:gd name="csX13" fmla="*/ 114231 w 120029"/>
                <a:gd name="csY13" fmla="*/ 138954 h 144068"/>
                <a:gd name="csX14" fmla="*/ 114325 w 120029"/>
                <a:gd name="csY14" fmla="*/ 138917 h 144068"/>
                <a:gd name="csX15" fmla="*/ 109556 w 120029"/>
                <a:gd name="csY15" fmla="*/ 140016 h 144068"/>
                <a:gd name="csX16" fmla="*/ 93575 w 120029"/>
                <a:gd name="csY16" fmla="*/ 143499 h 144068"/>
                <a:gd name="csX17" fmla="*/ 84671 w 120029"/>
                <a:gd name="csY17" fmla="*/ 137315 h 144068"/>
                <a:gd name="csX18" fmla="*/ 69956 w 120029"/>
                <a:gd name="csY18" fmla="*/ 115969 h 144068"/>
                <a:gd name="csX19" fmla="*/ 70068 w 120029"/>
                <a:gd name="csY19" fmla="*/ 113753 h 144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029" h="144068">
                  <a:moveTo>
                    <a:pt x="70068" y="113753"/>
                  </a:moveTo>
                  <a:cubicBezTo>
                    <a:pt x="59618" y="111722"/>
                    <a:pt x="53490" y="103899"/>
                    <a:pt x="47231" y="96411"/>
                  </a:cubicBezTo>
                  <a:cubicBezTo>
                    <a:pt x="44065" y="92611"/>
                    <a:pt x="39464" y="90264"/>
                    <a:pt x="36707" y="86371"/>
                  </a:cubicBezTo>
                  <a:cubicBezTo>
                    <a:pt x="25643" y="70725"/>
                    <a:pt x="13796" y="55637"/>
                    <a:pt x="3887" y="39190"/>
                  </a:cubicBezTo>
                  <a:cubicBezTo>
                    <a:pt x="-3899" y="26245"/>
                    <a:pt x="255" y="11343"/>
                    <a:pt x="14169" y="5290"/>
                  </a:cubicBezTo>
                  <a:cubicBezTo>
                    <a:pt x="18341" y="3483"/>
                    <a:pt x="23222" y="3464"/>
                    <a:pt x="27096" y="447"/>
                  </a:cubicBezTo>
                  <a:cubicBezTo>
                    <a:pt x="28679" y="-801"/>
                    <a:pt x="30262" y="894"/>
                    <a:pt x="31753" y="1546"/>
                  </a:cubicBezTo>
                  <a:cubicBezTo>
                    <a:pt x="42370" y="6258"/>
                    <a:pt x="50118" y="14640"/>
                    <a:pt x="57476" y="23097"/>
                  </a:cubicBezTo>
                  <a:cubicBezTo>
                    <a:pt x="63492" y="30007"/>
                    <a:pt x="70366" y="36135"/>
                    <a:pt x="75749" y="43679"/>
                  </a:cubicBezTo>
                  <a:cubicBezTo>
                    <a:pt x="83497" y="54557"/>
                    <a:pt x="89905" y="66162"/>
                    <a:pt x="96070" y="77933"/>
                  </a:cubicBezTo>
                  <a:cubicBezTo>
                    <a:pt x="101640" y="88569"/>
                    <a:pt x="106893" y="99373"/>
                    <a:pt x="112332" y="110083"/>
                  </a:cubicBezTo>
                  <a:cubicBezTo>
                    <a:pt x="113095" y="111573"/>
                    <a:pt x="114101" y="112970"/>
                    <a:pt x="115144" y="114293"/>
                  </a:cubicBezTo>
                  <a:cubicBezTo>
                    <a:pt x="121421" y="122209"/>
                    <a:pt x="121608" y="127276"/>
                    <a:pt x="115945" y="135415"/>
                  </a:cubicBezTo>
                  <a:cubicBezTo>
                    <a:pt x="115200" y="136477"/>
                    <a:pt x="114790" y="137762"/>
                    <a:pt x="114231" y="138954"/>
                  </a:cubicBezTo>
                  <a:cubicBezTo>
                    <a:pt x="114231" y="138954"/>
                    <a:pt x="114306" y="138917"/>
                    <a:pt x="114325" y="138917"/>
                  </a:cubicBezTo>
                  <a:cubicBezTo>
                    <a:pt x="112574" y="138582"/>
                    <a:pt x="110692" y="138824"/>
                    <a:pt x="109556" y="140016"/>
                  </a:cubicBezTo>
                  <a:cubicBezTo>
                    <a:pt x="104955" y="144915"/>
                    <a:pt x="99572" y="144356"/>
                    <a:pt x="93575" y="143499"/>
                  </a:cubicBezTo>
                  <a:cubicBezTo>
                    <a:pt x="89216" y="142866"/>
                    <a:pt x="86664" y="139811"/>
                    <a:pt x="84671" y="137315"/>
                  </a:cubicBezTo>
                  <a:cubicBezTo>
                    <a:pt x="79288" y="130591"/>
                    <a:pt x="70384" y="126102"/>
                    <a:pt x="69956" y="115969"/>
                  </a:cubicBezTo>
                  <a:cubicBezTo>
                    <a:pt x="69341" y="115168"/>
                    <a:pt x="69360" y="114442"/>
                    <a:pt x="70068" y="113753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89592478-A5BE-460E-B95E-C4ABDF027ED0}"/>
                </a:ext>
              </a:extLst>
            </p:cNvPr>
            <p:cNvSpPr/>
            <p:nvPr/>
          </p:nvSpPr>
          <p:spPr>
            <a:xfrm>
              <a:off x="1995163" y="5341160"/>
              <a:ext cx="14323" cy="9304"/>
            </a:xfrm>
            <a:custGeom>
              <a:avLst/>
              <a:gdLst>
                <a:gd name="csX0" fmla="*/ 14324 w 14323"/>
                <a:gd name="csY0" fmla="*/ 0 h 9304"/>
                <a:gd name="csX1" fmla="*/ 14194 w 14323"/>
                <a:gd name="csY1" fmla="*/ 2179 h 9304"/>
                <a:gd name="csX2" fmla="*/ 0 w 14323"/>
                <a:gd name="csY2" fmla="*/ 9239 h 9304"/>
                <a:gd name="csX3" fmla="*/ 14324 w 14323"/>
                <a:gd name="csY3" fmla="*/ 0 h 9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323" h="9304">
                  <a:moveTo>
                    <a:pt x="14324" y="0"/>
                  </a:moveTo>
                  <a:cubicBezTo>
                    <a:pt x="14287" y="726"/>
                    <a:pt x="14249" y="1453"/>
                    <a:pt x="14194" y="2179"/>
                  </a:cubicBezTo>
                  <a:cubicBezTo>
                    <a:pt x="9313" y="4210"/>
                    <a:pt x="6352" y="9984"/>
                    <a:pt x="0" y="9239"/>
                  </a:cubicBezTo>
                  <a:cubicBezTo>
                    <a:pt x="4266" y="5364"/>
                    <a:pt x="8829" y="1993"/>
                    <a:pt x="14324" y="0"/>
                  </a:cubicBezTo>
                  <a:close/>
                </a:path>
              </a:pathLst>
            </a:custGeom>
            <a:solidFill>
              <a:srgbClr val="4E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7491796D-7437-F0E6-BE23-9BDEB91F2540}"/>
                </a:ext>
              </a:extLst>
            </p:cNvPr>
            <p:cNvSpPr/>
            <p:nvPr/>
          </p:nvSpPr>
          <p:spPr>
            <a:xfrm>
              <a:off x="1949658" y="5289766"/>
              <a:ext cx="6848" cy="8459"/>
            </a:xfrm>
            <a:custGeom>
              <a:avLst/>
              <a:gdLst>
                <a:gd name="csX0" fmla="*/ 0 w 6848"/>
                <a:gd name="csY0" fmla="*/ 8460 h 8459"/>
                <a:gd name="csX1" fmla="*/ 4117 w 6848"/>
                <a:gd name="csY1" fmla="*/ 1344 h 8459"/>
                <a:gd name="csX2" fmla="*/ 6147 w 6848"/>
                <a:gd name="csY2" fmla="*/ 227 h 8459"/>
                <a:gd name="csX3" fmla="*/ 6557 w 6848"/>
                <a:gd name="csY3" fmla="*/ 2760 h 8459"/>
                <a:gd name="csX4" fmla="*/ 0 w 6848"/>
                <a:gd name="csY4" fmla="*/ 8460 h 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48" h="8459">
                  <a:moveTo>
                    <a:pt x="0" y="8460"/>
                  </a:moveTo>
                  <a:cubicBezTo>
                    <a:pt x="1378" y="6094"/>
                    <a:pt x="2775" y="3729"/>
                    <a:pt x="4117" y="1344"/>
                  </a:cubicBezTo>
                  <a:cubicBezTo>
                    <a:pt x="4582" y="506"/>
                    <a:pt x="5066" y="-444"/>
                    <a:pt x="6147" y="227"/>
                  </a:cubicBezTo>
                  <a:cubicBezTo>
                    <a:pt x="7041" y="786"/>
                    <a:pt x="6966" y="1903"/>
                    <a:pt x="6557" y="2760"/>
                  </a:cubicBezTo>
                  <a:cubicBezTo>
                    <a:pt x="5271" y="5479"/>
                    <a:pt x="3353" y="7659"/>
                    <a:pt x="0" y="8460"/>
                  </a:cubicBezTo>
                  <a:close/>
                </a:path>
              </a:pathLst>
            </a:custGeom>
            <a:solidFill>
              <a:srgbClr val="4E6D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65573192-3865-0187-FFF3-560069930611}"/>
                </a:ext>
              </a:extLst>
            </p:cNvPr>
            <p:cNvSpPr/>
            <p:nvPr/>
          </p:nvSpPr>
          <p:spPr>
            <a:xfrm>
              <a:off x="2005743" y="5242256"/>
              <a:ext cx="7737" cy="6237"/>
            </a:xfrm>
            <a:custGeom>
              <a:avLst/>
              <a:gdLst>
                <a:gd name="csX0" fmla="*/ 2515 w 7737"/>
                <a:gd name="csY0" fmla="*/ 2679 h 6237"/>
                <a:gd name="csX1" fmla="*/ 7693 w 7737"/>
                <a:gd name="csY1" fmla="*/ 71 h 6237"/>
                <a:gd name="csX2" fmla="*/ 3781 w 7737"/>
                <a:gd name="csY2" fmla="*/ 5268 h 6237"/>
                <a:gd name="csX3" fmla="*/ 0 w 7737"/>
                <a:gd name="csY3" fmla="*/ 5938 h 6237"/>
                <a:gd name="csX4" fmla="*/ 2515 w 7737"/>
                <a:gd name="csY4" fmla="*/ 2679 h 6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37" h="6237">
                  <a:moveTo>
                    <a:pt x="2515" y="2679"/>
                  </a:moveTo>
                  <a:cubicBezTo>
                    <a:pt x="4601" y="2623"/>
                    <a:pt x="5066" y="-506"/>
                    <a:pt x="7693" y="71"/>
                  </a:cubicBezTo>
                  <a:cubicBezTo>
                    <a:pt x="8158" y="3182"/>
                    <a:pt x="4880" y="3442"/>
                    <a:pt x="3781" y="5268"/>
                  </a:cubicBezTo>
                  <a:cubicBezTo>
                    <a:pt x="2552" y="5510"/>
                    <a:pt x="1527" y="6814"/>
                    <a:pt x="0" y="5938"/>
                  </a:cubicBezTo>
                  <a:cubicBezTo>
                    <a:pt x="112" y="4299"/>
                    <a:pt x="1453" y="3591"/>
                    <a:pt x="2515" y="2679"/>
                  </a:cubicBezTo>
                  <a:close/>
                </a:path>
              </a:pathLst>
            </a:custGeom>
            <a:solidFill>
              <a:srgbClr val="4D6D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D1430121-76A2-1E00-6654-030FAE7F8922}"/>
                </a:ext>
              </a:extLst>
            </p:cNvPr>
            <p:cNvSpPr/>
            <p:nvPr/>
          </p:nvSpPr>
          <p:spPr>
            <a:xfrm>
              <a:off x="1580906" y="5295301"/>
              <a:ext cx="28579" cy="16745"/>
            </a:xfrm>
            <a:custGeom>
              <a:avLst/>
              <a:gdLst>
                <a:gd name="csX0" fmla="*/ 28517 w 28579"/>
                <a:gd name="csY0" fmla="*/ 15367 h 16745"/>
                <a:gd name="csX1" fmla="*/ 26264 w 28579"/>
                <a:gd name="csY1" fmla="*/ 16745 h 16745"/>
                <a:gd name="csX2" fmla="*/ 0 w 28579"/>
                <a:gd name="csY2" fmla="*/ 0 h 16745"/>
                <a:gd name="csX3" fmla="*/ 28517 w 28579"/>
                <a:gd name="csY3" fmla="*/ 15367 h 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79" h="16745">
                  <a:moveTo>
                    <a:pt x="28517" y="15367"/>
                  </a:moveTo>
                  <a:cubicBezTo>
                    <a:pt x="28964" y="17788"/>
                    <a:pt x="26878" y="16056"/>
                    <a:pt x="26264" y="16745"/>
                  </a:cubicBezTo>
                  <a:cubicBezTo>
                    <a:pt x="16410" y="12945"/>
                    <a:pt x="6761" y="8810"/>
                    <a:pt x="0" y="0"/>
                  </a:cubicBezTo>
                  <a:cubicBezTo>
                    <a:pt x="9500" y="5141"/>
                    <a:pt x="18254" y="11660"/>
                    <a:pt x="28517" y="15367"/>
                  </a:cubicBezTo>
                  <a:close/>
                </a:path>
              </a:pathLst>
            </a:custGeom>
            <a:solidFill>
              <a:srgbClr val="5C82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61EC3AE5-4DCC-8A64-A7FB-1F735CB380C4}"/>
                </a:ext>
              </a:extLst>
            </p:cNvPr>
            <p:cNvSpPr/>
            <p:nvPr/>
          </p:nvSpPr>
          <p:spPr>
            <a:xfrm>
              <a:off x="1630583" y="5254658"/>
              <a:ext cx="17360" cy="9855"/>
            </a:xfrm>
            <a:custGeom>
              <a:avLst/>
              <a:gdLst>
                <a:gd name="csX0" fmla="*/ 17360 w 17360"/>
                <a:gd name="csY0" fmla="*/ 8605 h 9855"/>
                <a:gd name="csX1" fmla="*/ 14436 w 17360"/>
                <a:gd name="csY1" fmla="*/ 9704 h 9855"/>
                <a:gd name="csX2" fmla="*/ 0 w 17360"/>
                <a:gd name="csY2" fmla="*/ 0 h 9855"/>
                <a:gd name="csX3" fmla="*/ 17267 w 17360"/>
                <a:gd name="csY3" fmla="*/ 8550 h 9855"/>
                <a:gd name="csX4" fmla="*/ 17360 w 17360"/>
                <a:gd name="csY4" fmla="*/ 8605 h 9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60" h="9855">
                  <a:moveTo>
                    <a:pt x="17360" y="8605"/>
                  </a:moveTo>
                  <a:cubicBezTo>
                    <a:pt x="16689" y="9779"/>
                    <a:pt x="15516" y="10077"/>
                    <a:pt x="14436" y="9704"/>
                  </a:cubicBezTo>
                  <a:cubicBezTo>
                    <a:pt x="8829" y="7786"/>
                    <a:pt x="4116" y="4396"/>
                    <a:pt x="0" y="0"/>
                  </a:cubicBezTo>
                  <a:cubicBezTo>
                    <a:pt x="5756" y="2850"/>
                    <a:pt x="11511" y="5700"/>
                    <a:pt x="17267" y="8550"/>
                  </a:cubicBezTo>
                  <a:cubicBezTo>
                    <a:pt x="17286" y="8568"/>
                    <a:pt x="17360" y="8605"/>
                    <a:pt x="17360" y="8605"/>
                  </a:cubicBezTo>
                  <a:close/>
                </a:path>
              </a:pathLst>
            </a:custGeom>
            <a:solidFill>
              <a:srgbClr val="60893C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0EACF85B-CB81-451B-E38D-EE86C3521593}"/>
                </a:ext>
              </a:extLst>
            </p:cNvPr>
            <p:cNvSpPr/>
            <p:nvPr/>
          </p:nvSpPr>
          <p:spPr>
            <a:xfrm>
              <a:off x="2043816" y="5295488"/>
              <a:ext cx="5303" cy="7655"/>
            </a:xfrm>
            <a:custGeom>
              <a:avLst/>
              <a:gdLst>
                <a:gd name="csX0" fmla="*/ 0 w 5303"/>
                <a:gd name="csY0" fmla="*/ 7656 h 7655"/>
                <a:gd name="csX1" fmla="*/ 4657 w 5303"/>
                <a:gd name="csY1" fmla="*/ 0 h 7655"/>
                <a:gd name="csX2" fmla="*/ 0 w 5303"/>
                <a:gd name="csY2" fmla="*/ 7656 h 7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03" h="7655">
                  <a:moveTo>
                    <a:pt x="0" y="7656"/>
                  </a:moveTo>
                  <a:cubicBezTo>
                    <a:pt x="1546" y="5104"/>
                    <a:pt x="3111" y="2552"/>
                    <a:pt x="4657" y="0"/>
                  </a:cubicBezTo>
                  <a:cubicBezTo>
                    <a:pt x="6799" y="4713"/>
                    <a:pt x="3204" y="6072"/>
                    <a:pt x="0" y="7656"/>
                  </a:cubicBezTo>
                  <a:close/>
                </a:path>
              </a:pathLst>
            </a:custGeom>
            <a:solidFill>
              <a:srgbClr val="4D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41969763-90AA-FFF1-7730-05A0F4143427}"/>
                </a:ext>
              </a:extLst>
            </p:cNvPr>
            <p:cNvSpPr/>
            <p:nvPr/>
          </p:nvSpPr>
          <p:spPr>
            <a:xfrm>
              <a:off x="1783022" y="4852956"/>
              <a:ext cx="63955" cy="143648"/>
            </a:xfrm>
            <a:custGeom>
              <a:avLst/>
              <a:gdLst>
                <a:gd name="csX0" fmla="*/ 6279 w 63955"/>
                <a:gd name="csY0" fmla="*/ 0 h 143648"/>
                <a:gd name="csX1" fmla="*/ 26508 w 63955"/>
                <a:gd name="csY1" fmla="*/ 22259 h 143648"/>
                <a:gd name="csX2" fmla="*/ 62122 w 63955"/>
                <a:gd name="csY2" fmla="*/ 120775 h 143648"/>
                <a:gd name="csX3" fmla="*/ 63705 w 63955"/>
                <a:gd name="csY3" fmla="*/ 143649 h 143648"/>
                <a:gd name="csX4" fmla="*/ 39956 w 63955"/>
                <a:gd name="csY4" fmla="*/ 120328 h 143648"/>
                <a:gd name="csX5" fmla="*/ 32170 w 63955"/>
                <a:gd name="csY5" fmla="*/ 91047 h 143648"/>
                <a:gd name="csX6" fmla="*/ 11681 w 63955"/>
                <a:gd name="csY6" fmla="*/ 39433 h 143648"/>
                <a:gd name="csX7" fmla="*/ 1194 w 63955"/>
                <a:gd name="csY7" fmla="*/ 16373 h 143648"/>
                <a:gd name="csX8" fmla="*/ 6279 w 63955"/>
                <a:gd name="csY8" fmla="*/ 0 h 143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955" h="143648">
                  <a:moveTo>
                    <a:pt x="6279" y="0"/>
                  </a:moveTo>
                  <a:cubicBezTo>
                    <a:pt x="15369" y="5271"/>
                    <a:pt x="21218" y="13728"/>
                    <a:pt x="26508" y="22259"/>
                  </a:cubicBezTo>
                  <a:cubicBezTo>
                    <a:pt x="45284" y="52546"/>
                    <a:pt x="56366" y="85776"/>
                    <a:pt x="62122" y="120775"/>
                  </a:cubicBezTo>
                  <a:cubicBezTo>
                    <a:pt x="63351" y="128226"/>
                    <a:pt x="64469" y="135937"/>
                    <a:pt x="63705" y="143649"/>
                  </a:cubicBezTo>
                  <a:cubicBezTo>
                    <a:pt x="49400" y="142382"/>
                    <a:pt x="44818" y="131150"/>
                    <a:pt x="39956" y="120328"/>
                  </a:cubicBezTo>
                  <a:cubicBezTo>
                    <a:pt x="35765" y="111015"/>
                    <a:pt x="35356" y="100677"/>
                    <a:pt x="32170" y="91047"/>
                  </a:cubicBezTo>
                  <a:cubicBezTo>
                    <a:pt x="26322" y="73445"/>
                    <a:pt x="20789" y="55750"/>
                    <a:pt x="11681" y="39433"/>
                  </a:cubicBezTo>
                  <a:cubicBezTo>
                    <a:pt x="7565" y="32056"/>
                    <a:pt x="3709" y="24494"/>
                    <a:pt x="1194" y="16373"/>
                  </a:cubicBezTo>
                  <a:cubicBezTo>
                    <a:pt x="-1376" y="8103"/>
                    <a:pt x="151" y="3390"/>
                    <a:pt x="6279" y="0"/>
                  </a:cubicBezTo>
                  <a:close/>
                </a:path>
              </a:pathLst>
            </a:custGeom>
            <a:solidFill>
              <a:srgbClr val="9F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CCF3CAB8-EB38-14E2-7893-369DAF6A5389}"/>
                </a:ext>
              </a:extLst>
            </p:cNvPr>
            <p:cNvSpPr/>
            <p:nvPr/>
          </p:nvSpPr>
          <p:spPr>
            <a:xfrm>
              <a:off x="1684742" y="5032650"/>
              <a:ext cx="49805" cy="30693"/>
            </a:xfrm>
            <a:custGeom>
              <a:avLst/>
              <a:gdLst>
                <a:gd name="csX0" fmla="*/ 46555 w 49805"/>
                <a:gd name="csY0" fmla="*/ 30694 h 30693"/>
                <a:gd name="csX1" fmla="*/ 2559 w 49805"/>
                <a:gd name="csY1" fmla="*/ 6162 h 30693"/>
                <a:gd name="csX2" fmla="*/ 454 w 49805"/>
                <a:gd name="csY2" fmla="*/ 1021 h 30693"/>
                <a:gd name="csX3" fmla="*/ 6750 w 49805"/>
                <a:gd name="csY3" fmla="*/ 1319 h 30693"/>
                <a:gd name="csX4" fmla="*/ 26625 w 49805"/>
                <a:gd name="csY4" fmla="*/ 11713 h 30693"/>
                <a:gd name="csX5" fmla="*/ 47803 w 49805"/>
                <a:gd name="csY5" fmla="*/ 25534 h 30693"/>
                <a:gd name="csX6" fmla="*/ 46555 w 49805"/>
                <a:gd name="csY6" fmla="*/ 30694 h 30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805" h="30693">
                  <a:moveTo>
                    <a:pt x="46555" y="30694"/>
                  </a:moveTo>
                  <a:cubicBezTo>
                    <a:pt x="30704" y="24659"/>
                    <a:pt x="15877" y="16761"/>
                    <a:pt x="2559" y="6162"/>
                  </a:cubicBezTo>
                  <a:cubicBezTo>
                    <a:pt x="2745" y="4020"/>
                    <a:pt x="-1334" y="3219"/>
                    <a:pt x="454" y="1021"/>
                  </a:cubicBezTo>
                  <a:cubicBezTo>
                    <a:pt x="2187" y="-1139"/>
                    <a:pt x="4664" y="705"/>
                    <a:pt x="6750" y="1319"/>
                  </a:cubicBezTo>
                  <a:cubicBezTo>
                    <a:pt x="14070" y="3443"/>
                    <a:pt x="20515" y="7429"/>
                    <a:pt x="26625" y="11713"/>
                  </a:cubicBezTo>
                  <a:cubicBezTo>
                    <a:pt x="33535" y="16575"/>
                    <a:pt x="41508" y="19760"/>
                    <a:pt x="47803" y="25534"/>
                  </a:cubicBezTo>
                  <a:cubicBezTo>
                    <a:pt x="50392" y="27918"/>
                    <a:pt x="50951" y="29911"/>
                    <a:pt x="46555" y="30694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A04743FD-7C0C-3C4D-077B-663204971092}"/>
                </a:ext>
              </a:extLst>
            </p:cNvPr>
            <p:cNvSpPr/>
            <p:nvPr/>
          </p:nvSpPr>
          <p:spPr>
            <a:xfrm>
              <a:off x="1679505" y="5039517"/>
              <a:ext cx="40634" cy="26684"/>
            </a:xfrm>
            <a:custGeom>
              <a:avLst/>
              <a:gdLst>
                <a:gd name="csX0" fmla="*/ 3493 w 40634"/>
                <a:gd name="csY0" fmla="*/ 3 h 26684"/>
                <a:gd name="csX1" fmla="*/ 40635 w 40634"/>
                <a:gd name="csY1" fmla="*/ 22802 h 26684"/>
                <a:gd name="csX2" fmla="*/ 32812 w 40634"/>
                <a:gd name="csY2" fmla="*/ 25671 h 26684"/>
                <a:gd name="csX3" fmla="*/ 6381 w 40634"/>
                <a:gd name="csY3" fmla="*/ 11533 h 26684"/>
                <a:gd name="csX4" fmla="*/ 606 w 40634"/>
                <a:gd name="csY4" fmla="*/ 4716 h 26684"/>
                <a:gd name="csX5" fmla="*/ 3493 w 40634"/>
                <a:gd name="csY5" fmla="*/ 3 h 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0634" h="26684">
                  <a:moveTo>
                    <a:pt x="3493" y="3"/>
                  </a:moveTo>
                  <a:cubicBezTo>
                    <a:pt x="14837" y="9298"/>
                    <a:pt x="27727" y="16060"/>
                    <a:pt x="40635" y="22802"/>
                  </a:cubicBezTo>
                  <a:cubicBezTo>
                    <a:pt x="39909" y="28707"/>
                    <a:pt x="35177" y="26286"/>
                    <a:pt x="32812" y="25671"/>
                  </a:cubicBezTo>
                  <a:cubicBezTo>
                    <a:pt x="22940" y="23119"/>
                    <a:pt x="13813" y="18779"/>
                    <a:pt x="6381" y="11533"/>
                  </a:cubicBezTo>
                  <a:cubicBezTo>
                    <a:pt x="4257" y="9466"/>
                    <a:pt x="1798" y="7622"/>
                    <a:pt x="606" y="4716"/>
                  </a:cubicBezTo>
                  <a:cubicBezTo>
                    <a:pt x="-604" y="1754"/>
                    <a:pt x="-176" y="-90"/>
                    <a:pt x="3493" y="3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5B56D911-EE8D-8101-9BB2-C9934805974A}"/>
                </a:ext>
              </a:extLst>
            </p:cNvPr>
            <p:cNvSpPr/>
            <p:nvPr/>
          </p:nvSpPr>
          <p:spPr>
            <a:xfrm>
              <a:off x="2039386" y="5151487"/>
              <a:ext cx="284050" cy="86928"/>
            </a:xfrm>
            <a:custGeom>
              <a:avLst/>
              <a:gdLst>
                <a:gd name="csX0" fmla="*/ 25441 w 284050"/>
                <a:gd name="csY0" fmla="*/ 16762 h 86928"/>
                <a:gd name="csX1" fmla="*/ 4840 w 284050"/>
                <a:gd name="csY1" fmla="*/ 15719 h 86928"/>
                <a:gd name="csX2" fmla="*/ 220 w 284050"/>
                <a:gd name="csY2" fmla="*/ 14825 h 86928"/>
                <a:gd name="csX3" fmla="*/ 2437 w 284050"/>
                <a:gd name="csY3" fmla="*/ 9405 h 86928"/>
                <a:gd name="csX4" fmla="*/ 22740 w 284050"/>
                <a:gd name="csY4" fmla="*/ 1190 h 86928"/>
                <a:gd name="csX5" fmla="*/ 48799 w 284050"/>
                <a:gd name="csY5" fmla="*/ 54 h 86928"/>
                <a:gd name="csX6" fmla="*/ 79533 w 284050"/>
                <a:gd name="csY6" fmla="*/ 2401 h 86928"/>
                <a:gd name="csX7" fmla="*/ 106150 w 284050"/>
                <a:gd name="csY7" fmla="*/ 5922 h 86928"/>
                <a:gd name="csX8" fmla="*/ 141522 w 284050"/>
                <a:gd name="csY8" fmla="*/ 14751 h 86928"/>
                <a:gd name="csX9" fmla="*/ 206566 w 284050"/>
                <a:gd name="csY9" fmla="*/ 34234 h 86928"/>
                <a:gd name="csX10" fmla="*/ 243689 w 284050"/>
                <a:gd name="csY10" fmla="*/ 51799 h 86928"/>
                <a:gd name="csX11" fmla="*/ 278447 w 284050"/>
                <a:gd name="csY11" fmla="*/ 75474 h 86928"/>
                <a:gd name="csX12" fmla="*/ 283215 w 284050"/>
                <a:gd name="csY12" fmla="*/ 81564 h 86928"/>
                <a:gd name="csX13" fmla="*/ 279881 w 284050"/>
                <a:gd name="csY13" fmla="*/ 86929 h 86928"/>
                <a:gd name="csX14" fmla="*/ 276416 w 284050"/>
                <a:gd name="csY14" fmla="*/ 85215 h 86928"/>
                <a:gd name="csX15" fmla="*/ 228211 w 284050"/>
                <a:gd name="csY15" fmla="*/ 58840 h 86928"/>
                <a:gd name="csX16" fmla="*/ 146514 w 284050"/>
                <a:gd name="csY16" fmla="*/ 35016 h 86928"/>
                <a:gd name="csX17" fmla="*/ 65376 w 284050"/>
                <a:gd name="csY17" fmla="*/ 21680 h 86928"/>
                <a:gd name="csX18" fmla="*/ 31196 w 284050"/>
                <a:gd name="csY18" fmla="*/ 18327 h 86928"/>
                <a:gd name="csX19" fmla="*/ 25441 w 284050"/>
                <a:gd name="csY19" fmla="*/ 16762 h 8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4050" h="86928">
                  <a:moveTo>
                    <a:pt x="25441" y="16762"/>
                  </a:moveTo>
                  <a:cubicBezTo>
                    <a:pt x="18661" y="14490"/>
                    <a:pt x="11694" y="16371"/>
                    <a:pt x="4840" y="15719"/>
                  </a:cubicBezTo>
                  <a:cubicBezTo>
                    <a:pt x="3238" y="15570"/>
                    <a:pt x="947" y="16613"/>
                    <a:pt x="220" y="14825"/>
                  </a:cubicBezTo>
                  <a:cubicBezTo>
                    <a:pt x="-618" y="12795"/>
                    <a:pt x="1114" y="10895"/>
                    <a:pt x="2437" y="9405"/>
                  </a:cubicBezTo>
                  <a:cubicBezTo>
                    <a:pt x="7838" y="3370"/>
                    <a:pt x="15308" y="1935"/>
                    <a:pt x="22740" y="1190"/>
                  </a:cubicBezTo>
                  <a:cubicBezTo>
                    <a:pt x="31383" y="315"/>
                    <a:pt x="40137" y="-169"/>
                    <a:pt x="48799" y="54"/>
                  </a:cubicBezTo>
                  <a:cubicBezTo>
                    <a:pt x="59062" y="334"/>
                    <a:pt x="69307" y="1414"/>
                    <a:pt x="79533" y="2401"/>
                  </a:cubicBezTo>
                  <a:cubicBezTo>
                    <a:pt x="88436" y="3258"/>
                    <a:pt x="97377" y="4432"/>
                    <a:pt x="106150" y="5922"/>
                  </a:cubicBezTo>
                  <a:cubicBezTo>
                    <a:pt x="118090" y="7933"/>
                    <a:pt x="129843" y="11398"/>
                    <a:pt x="141522" y="14751"/>
                  </a:cubicBezTo>
                  <a:cubicBezTo>
                    <a:pt x="163278" y="21009"/>
                    <a:pt x="185034" y="27268"/>
                    <a:pt x="206566" y="34234"/>
                  </a:cubicBezTo>
                  <a:cubicBezTo>
                    <a:pt x="219605" y="38462"/>
                    <a:pt x="232010" y="44646"/>
                    <a:pt x="243689" y="51799"/>
                  </a:cubicBezTo>
                  <a:cubicBezTo>
                    <a:pt x="255629" y="59119"/>
                    <a:pt x="267327" y="66868"/>
                    <a:pt x="278447" y="75474"/>
                  </a:cubicBezTo>
                  <a:cubicBezTo>
                    <a:pt x="280663" y="77187"/>
                    <a:pt x="282042" y="79199"/>
                    <a:pt x="283215" y="81564"/>
                  </a:cubicBezTo>
                  <a:cubicBezTo>
                    <a:pt x="285041" y="85197"/>
                    <a:pt x="283848" y="86910"/>
                    <a:pt x="279881" y="86929"/>
                  </a:cubicBezTo>
                  <a:cubicBezTo>
                    <a:pt x="278465" y="86910"/>
                    <a:pt x="277385" y="86109"/>
                    <a:pt x="276416" y="85215"/>
                  </a:cubicBezTo>
                  <a:cubicBezTo>
                    <a:pt x="262614" y="72288"/>
                    <a:pt x="245366" y="65639"/>
                    <a:pt x="228211" y="58840"/>
                  </a:cubicBezTo>
                  <a:cubicBezTo>
                    <a:pt x="201742" y="48335"/>
                    <a:pt x="174212" y="41275"/>
                    <a:pt x="146514" y="35016"/>
                  </a:cubicBezTo>
                  <a:cubicBezTo>
                    <a:pt x="119748" y="28981"/>
                    <a:pt x="92683" y="24604"/>
                    <a:pt x="65376" y="21680"/>
                  </a:cubicBezTo>
                  <a:cubicBezTo>
                    <a:pt x="53995" y="20450"/>
                    <a:pt x="42559" y="19780"/>
                    <a:pt x="31196" y="18327"/>
                  </a:cubicBezTo>
                  <a:cubicBezTo>
                    <a:pt x="29296" y="18085"/>
                    <a:pt x="27005" y="18644"/>
                    <a:pt x="25441" y="16762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93DB4D9-9617-0DE1-CB48-929CC3D86F8E}"/>
                </a:ext>
              </a:extLst>
            </p:cNvPr>
            <p:cNvSpPr/>
            <p:nvPr/>
          </p:nvSpPr>
          <p:spPr>
            <a:xfrm>
              <a:off x="2041370" y="5170294"/>
              <a:ext cx="272178" cy="70945"/>
            </a:xfrm>
            <a:custGeom>
              <a:avLst/>
              <a:gdLst>
                <a:gd name="csX0" fmla="*/ 272178 w 272178"/>
                <a:gd name="csY0" fmla="*/ 67879 h 70945"/>
                <a:gd name="csX1" fmla="*/ 258171 w 272178"/>
                <a:gd name="csY1" fmla="*/ 69555 h 70945"/>
                <a:gd name="csX2" fmla="*/ 203353 w 272178"/>
                <a:gd name="csY2" fmla="*/ 52922 h 70945"/>
                <a:gd name="csX3" fmla="*/ 139706 w 272178"/>
                <a:gd name="csY3" fmla="*/ 32600 h 70945"/>
                <a:gd name="csX4" fmla="*/ 68477 w 272178"/>
                <a:gd name="csY4" fmla="*/ 17680 h 70945"/>
                <a:gd name="csX5" fmla="*/ 32397 w 272178"/>
                <a:gd name="csY5" fmla="*/ 13694 h 70945"/>
                <a:gd name="csX6" fmla="*/ 3638 w 272178"/>
                <a:gd name="csY6" fmla="*/ 7398 h 70945"/>
                <a:gd name="csX7" fmla="*/ 99 w 272178"/>
                <a:gd name="csY7" fmla="*/ 2928 h 70945"/>
                <a:gd name="csX8" fmla="*/ 4998 w 272178"/>
                <a:gd name="csY8" fmla="*/ 1531 h 70945"/>
                <a:gd name="csX9" fmla="*/ 28132 w 272178"/>
                <a:gd name="csY9" fmla="*/ 1400 h 70945"/>
                <a:gd name="csX10" fmla="*/ 35676 w 272178"/>
                <a:gd name="csY10" fmla="*/ 451 h 70945"/>
                <a:gd name="csX11" fmla="*/ 46945 w 272178"/>
                <a:gd name="csY11" fmla="*/ 1084 h 70945"/>
                <a:gd name="csX12" fmla="*/ 130448 w 272178"/>
                <a:gd name="csY12" fmla="*/ 13396 h 70945"/>
                <a:gd name="csX13" fmla="*/ 228424 w 272178"/>
                <a:gd name="csY13" fmla="*/ 40516 h 70945"/>
                <a:gd name="csX14" fmla="*/ 263703 w 272178"/>
                <a:gd name="csY14" fmla="*/ 57970 h 70945"/>
                <a:gd name="csX15" fmla="*/ 272178 w 272178"/>
                <a:gd name="csY15" fmla="*/ 67879 h 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72178" h="70945">
                  <a:moveTo>
                    <a:pt x="272178" y="67879"/>
                  </a:moveTo>
                  <a:cubicBezTo>
                    <a:pt x="268025" y="72517"/>
                    <a:pt x="262716" y="70859"/>
                    <a:pt x="258171" y="69555"/>
                  </a:cubicBezTo>
                  <a:cubicBezTo>
                    <a:pt x="239805" y="64303"/>
                    <a:pt x="221514" y="58789"/>
                    <a:pt x="203353" y="52922"/>
                  </a:cubicBezTo>
                  <a:cubicBezTo>
                    <a:pt x="182156" y="46086"/>
                    <a:pt x="161406" y="37797"/>
                    <a:pt x="139706" y="32600"/>
                  </a:cubicBezTo>
                  <a:cubicBezTo>
                    <a:pt x="116106" y="26956"/>
                    <a:pt x="92562" y="20828"/>
                    <a:pt x="68477" y="17680"/>
                  </a:cubicBezTo>
                  <a:cubicBezTo>
                    <a:pt x="56519" y="16116"/>
                    <a:pt x="44523" y="14402"/>
                    <a:pt x="32397" y="13694"/>
                  </a:cubicBezTo>
                  <a:cubicBezTo>
                    <a:pt x="22637" y="13117"/>
                    <a:pt x="12486" y="12875"/>
                    <a:pt x="3638" y="7398"/>
                  </a:cubicBezTo>
                  <a:cubicBezTo>
                    <a:pt x="1868" y="6299"/>
                    <a:pt x="-516" y="5312"/>
                    <a:pt x="99" y="2928"/>
                  </a:cubicBezTo>
                  <a:cubicBezTo>
                    <a:pt x="713" y="525"/>
                    <a:pt x="3284" y="1568"/>
                    <a:pt x="4998" y="1531"/>
                  </a:cubicBezTo>
                  <a:cubicBezTo>
                    <a:pt x="12709" y="1400"/>
                    <a:pt x="20420" y="1419"/>
                    <a:pt x="28132" y="1400"/>
                  </a:cubicBezTo>
                  <a:cubicBezTo>
                    <a:pt x="30442" y="-630"/>
                    <a:pt x="33068" y="22"/>
                    <a:pt x="35676" y="451"/>
                  </a:cubicBezTo>
                  <a:cubicBezTo>
                    <a:pt x="39382" y="1475"/>
                    <a:pt x="43182" y="953"/>
                    <a:pt x="46945" y="1084"/>
                  </a:cubicBezTo>
                  <a:cubicBezTo>
                    <a:pt x="74903" y="4399"/>
                    <a:pt x="102862" y="7696"/>
                    <a:pt x="130448" y="13396"/>
                  </a:cubicBezTo>
                  <a:cubicBezTo>
                    <a:pt x="163715" y="20251"/>
                    <a:pt x="196685" y="28186"/>
                    <a:pt x="228424" y="40516"/>
                  </a:cubicBezTo>
                  <a:cubicBezTo>
                    <a:pt x="240681" y="45285"/>
                    <a:pt x="252788" y="50482"/>
                    <a:pt x="263703" y="57970"/>
                  </a:cubicBezTo>
                  <a:cubicBezTo>
                    <a:pt x="267336" y="60428"/>
                    <a:pt x="271359" y="62868"/>
                    <a:pt x="272178" y="67879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09F56EAD-165C-F762-7E34-33B37AE1D94F}"/>
                </a:ext>
              </a:extLst>
            </p:cNvPr>
            <p:cNvSpPr/>
            <p:nvPr/>
          </p:nvSpPr>
          <p:spPr>
            <a:xfrm>
              <a:off x="2033925" y="5168113"/>
              <a:ext cx="285341" cy="72641"/>
            </a:xfrm>
            <a:custGeom>
              <a:avLst/>
              <a:gdLst>
                <a:gd name="csX0" fmla="*/ 279623 w 285341"/>
                <a:gd name="csY0" fmla="*/ 70060 h 72641"/>
                <a:gd name="csX1" fmla="*/ 252596 w 285341"/>
                <a:gd name="csY1" fmla="*/ 51247 h 72641"/>
                <a:gd name="csX2" fmla="*/ 182970 w 285341"/>
                <a:gd name="csY2" fmla="*/ 27349 h 72641"/>
                <a:gd name="csX3" fmla="*/ 123979 w 285341"/>
                <a:gd name="csY3" fmla="*/ 14236 h 72641"/>
                <a:gd name="csX4" fmla="*/ 72905 w 285341"/>
                <a:gd name="csY4" fmla="*/ 7084 h 72641"/>
                <a:gd name="csX5" fmla="*/ 54818 w 285341"/>
                <a:gd name="csY5" fmla="*/ 4718 h 72641"/>
                <a:gd name="csX6" fmla="*/ 43344 w 285341"/>
                <a:gd name="csY6" fmla="*/ 3693 h 72641"/>
                <a:gd name="csX7" fmla="*/ 35577 w 285341"/>
                <a:gd name="csY7" fmla="*/ 3563 h 72641"/>
                <a:gd name="csX8" fmla="*/ 8084 w 285341"/>
                <a:gd name="csY8" fmla="*/ 2483 h 72641"/>
                <a:gd name="csX9" fmla="*/ 0 w 285341"/>
                <a:gd name="csY9" fmla="*/ 844 h 72641"/>
                <a:gd name="csX10" fmla="*/ 30883 w 285341"/>
                <a:gd name="csY10" fmla="*/ 136 h 72641"/>
                <a:gd name="csX11" fmla="*/ 223054 w 285341"/>
                <a:gd name="csY11" fmla="*/ 36663 h 72641"/>
                <a:gd name="csX12" fmla="*/ 270310 w 285341"/>
                <a:gd name="csY12" fmla="*/ 57748 h 72641"/>
                <a:gd name="csX13" fmla="*/ 285342 w 285341"/>
                <a:gd name="csY13" fmla="*/ 70321 h 72641"/>
                <a:gd name="csX14" fmla="*/ 279623 w 285341"/>
                <a:gd name="csY14" fmla="*/ 70060 h 72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5341" h="72641">
                  <a:moveTo>
                    <a:pt x="279623" y="70060"/>
                  </a:moveTo>
                  <a:cubicBezTo>
                    <a:pt x="272545" y="61026"/>
                    <a:pt x="262655" y="55941"/>
                    <a:pt x="252596" y="51247"/>
                  </a:cubicBezTo>
                  <a:cubicBezTo>
                    <a:pt x="230244" y="40816"/>
                    <a:pt x="206905" y="33310"/>
                    <a:pt x="182970" y="27349"/>
                  </a:cubicBezTo>
                  <a:cubicBezTo>
                    <a:pt x="163412" y="22469"/>
                    <a:pt x="143816" y="17589"/>
                    <a:pt x="123979" y="14236"/>
                  </a:cubicBezTo>
                  <a:cubicBezTo>
                    <a:pt x="107047" y="11368"/>
                    <a:pt x="90079" y="8369"/>
                    <a:pt x="72905" y="7084"/>
                  </a:cubicBezTo>
                  <a:cubicBezTo>
                    <a:pt x="66851" y="6636"/>
                    <a:pt x="60835" y="5519"/>
                    <a:pt x="54818" y="4718"/>
                  </a:cubicBezTo>
                  <a:cubicBezTo>
                    <a:pt x="51093" y="3302"/>
                    <a:pt x="47070" y="5128"/>
                    <a:pt x="43344" y="3693"/>
                  </a:cubicBezTo>
                  <a:cubicBezTo>
                    <a:pt x="40755" y="3656"/>
                    <a:pt x="38166" y="3619"/>
                    <a:pt x="35577" y="3563"/>
                  </a:cubicBezTo>
                  <a:cubicBezTo>
                    <a:pt x="26487" y="1533"/>
                    <a:pt x="17248" y="3023"/>
                    <a:pt x="8084" y="2483"/>
                  </a:cubicBezTo>
                  <a:cubicBezTo>
                    <a:pt x="5774" y="2352"/>
                    <a:pt x="3297" y="3191"/>
                    <a:pt x="0" y="844"/>
                  </a:cubicBezTo>
                  <a:cubicBezTo>
                    <a:pt x="11008" y="-740"/>
                    <a:pt x="20974" y="452"/>
                    <a:pt x="30883" y="136"/>
                  </a:cubicBezTo>
                  <a:cubicBezTo>
                    <a:pt x="96542" y="3898"/>
                    <a:pt x="160711" y="15521"/>
                    <a:pt x="223054" y="36663"/>
                  </a:cubicBezTo>
                  <a:cubicBezTo>
                    <a:pt x="239427" y="42213"/>
                    <a:pt x="255483" y="48658"/>
                    <a:pt x="270310" y="57748"/>
                  </a:cubicBezTo>
                  <a:cubicBezTo>
                    <a:pt x="275935" y="61194"/>
                    <a:pt x="281039" y="65273"/>
                    <a:pt x="285342" y="70321"/>
                  </a:cubicBezTo>
                  <a:cubicBezTo>
                    <a:pt x="283218" y="75499"/>
                    <a:pt x="281523" y="70451"/>
                    <a:pt x="279623" y="70060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4CC90CA3-3774-04FB-839D-6BF77DD91C07}"/>
                </a:ext>
              </a:extLst>
            </p:cNvPr>
            <p:cNvSpPr/>
            <p:nvPr/>
          </p:nvSpPr>
          <p:spPr>
            <a:xfrm>
              <a:off x="2024090" y="4858700"/>
              <a:ext cx="76852" cy="102398"/>
            </a:xfrm>
            <a:custGeom>
              <a:avLst/>
              <a:gdLst>
                <a:gd name="csX0" fmla="*/ 0 w 76852"/>
                <a:gd name="csY0" fmla="*/ 94821 h 102398"/>
                <a:gd name="csX1" fmla="*/ 33044 w 76852"/>
                <a:gd name="csY1" fmla="*/ 42462 h 102398"/>
                <a:gd name="csX2" fmla="*/ 70092 w 76852"/>
                <a:gd name="csY2" fmla="*/ 1595 h 102398"/>
                <a:gd name="csX3" fmla="*/ 72420 w 76852"/>
                <a:gd name="csY3" fmla="*/ 49 h 102398"/>
                <a:gd name="csX4" fmla="*/ 75866 w 76852"/>
                <a:gd name="csY4" fmla="*/ 5413 h 102398"/>
                <a:gd name="csX5" fmla="*/ 73277 w 76852"/>
                <a:gd name="csY5" fmla="*/ 9735 h 102398"/>
                <a:gd name="csX6" fmla="*/ 52676 w 76852"/>
                <a:gd name="csY6" fmla="*/ 32776 h 102398"/>
                <a:gd name="csX7" fmla="*/ 13448 w 76852"/>
                <a:gd name="csY7" fmla="*/ 88451 h 102398"/>
                <a:gd name="csX8" fmla="*/ 3390 w 76852"/>
                <a:gd name="csY8" fmla="*/ 101173 h 102398"/>
                <a:gd name="csX9" fmla="*/ 1043 w 76852"/>
                <a:gd name="csY9" fmla="*/ 102309 h 102398"/>
                <a:gd name="csX10" fmla="*/ 74 w 76852"/>
                <a:gd name="csY10" fmla="*/ 99925 h 102398"/>
                <a:gd name="csX11" fmla="*/ 0 w 76852"/>
                <a:gd name="csY11" fmla="*/ 94821 h 102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852" h="102398">
                  <a:moveTo>
                    <a:pt x="0" y="94821"/>
                  </a:moveTo>
                  <a:cubicBezTo>
                    <a:pt x="9295" y="76288"/>
                    <a:pt x="20601" y="58984"/>
                    <a:pt x="33044" y="42462"/>
                  </a:cubicBezTo>
                  <a:cubicBezTo>
                    <a:pt x="44145" y="27747"/>
                    <a:pt x="55638" y="13311"/>
                    <a:pt x="70092" y="1595"/>
                  </a:cubicBezTo>
                  <a:cubicBezTo>
                    <a:pt x="70819" y="1017"/>
                    <a:pt x="71638" y="552"/>
                    <a:pt x="72420" y="49"/>
                  </a:cubicBezTo>
                  <a:cubicBezTo>
                    <a:pt x="76928" y="-342"/>
                    <a:pt x="77841" y="1632"/>
                    <a:pt x="75866" y="5413"/>
                  </a:cubicBezTo>
                  <a:cubicBezTo>
                    <a:pt x="75084" y="6903"/>
                    <a:pt x="74451" y="8617"/>
                    <a:pt x="73277" y="9735"/>
                  </a:cubicBezTo>
                  <a:cubicBezTo>
                    <a:pt x="65827" y="16906"/>
                    <a:pt x="59121" y="24729"/>
                    <a:pt x="52676" y="32776"/>
                  </a:cubicBezTo>
                  <a:cubicBezTo>
                    <a:pt x="38464" y="50508"/>
                    <a:pt x="22352" y="66937"/>
                    <a:pt x="13448" y="88451"/>
                  </a:cubicBezTo>
                  <a:cubicBezTo>
                    <a:pt x="11325" y="93573"/>
                    <a:pt x="6352" y="96609"/>
                    <a:pt x="3390" y="101173"/>
                  </a:cubicBezTo>
                  <a:cubicBezTo>
                    <a:pt x="2924" y="101899"/>
                    <a:pt x="2105" y="102663"/>
                    <a:pt x="1043" y="102309"/>
                  </a:cubicBezTo>
                  <a:cubicBezTo>
                    <a:pt x="-112" y="101918"/>
                    <a:pt x="112" y="100819"/>
                    <a:pt x="74" y="99925"/>
                  </a:cubicBezTo>
                  <a:cubicBezTo>
                    <a:pt x="0" y="98211"/>
                    <a:pt x="19" y="96516"/>
                    <a:pt x="0" y="94821"/>
                  </a:cubicBezTo>
                  <a:close/>
                </a:path>
              </a:pathLst>
            </a:custGeom>
            <a:solidFill>
              <a:srgbClr val="9DC8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54ADB9FB-8F68-939D-1C75-891083CAEA87}"/>
                </a:ext>
              </a:extLst>
            </p:cNvPr>
            <p:cNvSpPr/>
            <p:nvPr/>
          </p:nvSpPr>
          <p:spPr>
            <a:xfrm>
              <a:off x="1574704" y="5263096"/>
              <a:ext cx="133552" cy="167828"/>
            </a:xfrm>
            <a:custGeom>
              <a:avLst/>
              <a:gdLst>
                <a:gd name="csX0" fmla="*/ 128299 w 133552"/>
                <a:gd name="csY0" fmla="*/ 149 h 167828"/>
                <a:gd name="csX1" fmla="*/ 133552 w 133552"/>
                <a:gd name="csY1" fmla="*/ 466 h 167828"/>
                <a:gd name="csX2" fmla="*/ 128765 w 133552"/>
                <a:gd name="csY2" fmla="*/ 8270 h 167828"/>
                <a:gd name="csX3" fmla="*/ 87265 w 133552"/>
                <a:gd name="csY3" fmla="*/ 47032 h 167828"/>
                <a:gd name="csX4" fmla="*/ 77635 w 133552"/>
                <a:gd name="csY4" fmla="*/ 60089 h 167828"/>
                <a:gd name="csX5" fmla="*/ 31031 w 133552"/>
                <a:gd name="csY5" fmla="*/ 126754 h 167828"/>
                <a:gd name="csX6" fmla="*/ 15962 w 133552"/>
                <a:gd name="csY6" fmla="*/ 153092 h 167828"/>
                <a:gd name="csX7" fmla="*/ 7990 w 133552"/>
                <a:gd name="csY7" fmla="*/ 164585 h 167828"/>
                <a:gd name="csX8" fmla="*/ 3277 w 133552"/>
                <a:gd name="csY8" fmla="*/ 167658 h 167828"/>
                <a:gd name="csX9" fmla="*/ 781 w 133552"/>
                <a:gd name="csY9" fmla="*/ 162368 h 167828"/>
                <a:gd name="csX10" fmla="*/ 763 w 133552"/>
                <a:gd name="csY10" fmla="*/ 159556 h 167828"/>
                <a:gd name="csX11" fmla="*/ 1433 w 133552"/>
                <a:gd name="csY11" fmla="*/ 153875 h 167828"/>
                <a:gd name="csX12" fmla="*/ 32856 w 133552"/>
                <a:gd name="csY12" fmla="*/ 101646 h 167828"/>
                <a:gd name="csX13" fmla="*/ 39469 w 133552"/>
                <a:gd name="csY13" fmla="*/ 92630 h 167828"/>
                <a:gd name="csX14" fmla="*/ 71581 w 133552"/>
                <a:gd name="csY14" fmla="*/ 53589 h 167828"/>
                <a:gd name="csX15" fmla="*/ 99912 w 133552"/>
                <a:gd name="csY15" fmla="*/ 23134 h 167828"/>
                <a:gd name="csX16" fmla="*/ 122842 w 133552"/>
                <a:gd name="csY16" fmla="*/ 2366 h 167828"/>
                <a:gd name="csX17" fmla="*/ 128299 w 133552"/>
                <a:gd name="csY17" fmla="*/ 149 h 16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3552" h="167828">
                  <a:moveTo>
                    <a:pt x="128299" y="149"/>
                  </a:moveTo>
                  <a:cubicBezTo>
                    <a:pt x="129938" y="242"/>
                    <a:pt x="131596" y="354"/>
                    <a:pt x="133552" y="466"/>
                  </a:cubicBezTo>
                  <a:cubicBezTo>
                    <a:pt x="132621" y="3763"/>
                    <a:pt x="131019" y="6407"/>
                    <a:pt x="128765" y="8270"/>
                  </a:cubicBezTo>
                  <a:cubicBezTo>
                    <a:pt x="114199" y="20415"/>
                    <a:pt x="101179" y="34180"/>
                    <a:pt x="87265" y="47032"/>
                  </a:cubicBezTo>
                  <a:cubicBezTo>
                    <a:pt x="83372" y="50627"/>
                    <a:pt x="80745" y="55656"/>
                    <a:pt x="77635" y="60089"/>
                  </a:cubicBezTo>
                  <a:cubicBezTo>
                    <a:pt x="62044" y="82274"/>
                    <a:pt x="46286" y="104346"/>
                    <a:pt x="31031" y="126754"/>
                  </a:cubicBezTo>
                  <a:cubicBezTo>
                    <a:pt x="25350" y="135099"/>
                    <a:pt x="20693" y="144152"/>
                    <a:pt x="15962" y="153092"/>
                  </a:cubicBezTo>
                  <a:cubicBezTo>
                    <a:pt x="13745" y="157302"/>
                    <a:pt x="11138" y="161065"/>
                    <a:pt x="7990" y="164585"/>
                  </a:cubicBezTo>
                  <a:cubicBezTo>
                    <a:pt x="6593" y="166150"/>
                    <a:pt x="5531" y="168478"/>
                    <a:pt x="3277" y="167658"/>
                  </a:cubicBezTo>
                  <a:cubicBezTo>
                    <a:pt x="1284" y="166932"/>
                    <a:pt x="856" y="164510"/>
                    <a:pt x="781" y="162368"/>
                  </a:cubicBezTo>
                  <a:cubicBezTo>
                    <a:pt x="744" y="161437"/>
                    <a:pt x="763" y="160487"/>
                    <a:pt x="763" y="159556"/>
                  </a:cubicBezTo>
                  <a:cubicBezTo>
                    <a:pt x="-970" y="157432"/>
                    <a:pt x="688" y="155644"/>
                    <a:pt x="1433" y="153875"/>
                  </a:cubicBezTo>
                  <a:cubicBezTo>
                    <a:pt x="9219" y="134857"/>
                    <a:pt x="20972" y="118205"/>
                    <a:pt x="32856" y="101646"/>
                  </a:cubicBezTo>
                  <a:cubicBezTo>
                    <a:pt x="35017" y="98628"/>
                    <a:pt x="36712" y="95219"/>
                    <a:pt x="39469" y="92630"/>
                  </a:cubicBezTo>
                  <a:cubicBezTo>
                    <a:pt x="49844" y="79349"/>
                    <a:pt x="60275" y="66143"/>
                    <a:pt x="71581" y="53589"/>
                  </a:cubicBezTo>
                  <a:cubicBezTo>
                    <a:pt x="80857" y="43270"/>
                    <a:pt x="90077" y="32932"/>
                    <a:pt x="99912" y="23134"/>
                  </a:cubicBezTo>
                  <a:cubicBezTo>
                    <a:pt x="107233" y="15833"/>
                    <a:pt x="115056" y="9127"/>
                    <a:pt x="122842" y="2366"/>
                  </a:cubicBezTo>
                  <a:cubicBezTo>
                    <a:pt x="124388" y="1024"/>
                    <a:pt x="125934" y="-484"/>
                    <a:pt x="128299" y="149"/>
                  </a:cubicBezTo>
                  <a:close/>
                </a:path>
              </a:pathLst>
            </a:custGeom>
            <a:solidFill>
              <a:srgbClr val="A1CA4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EE344E3A-B6EA-903D-7BEC-9E23D63D55F4}"/>
                </a:ext>
              </a:extLst>
            </p:cNvPr>
            <p:cNvSpPr/>
            <p:nvPr/>
          </p:nvSpPr>
          <p:spPr>
            <a:xfrm>
              <a:off x="1613686" y="5252296"/>
              <a:ext cx="100735" cy="103811"/>
            </a:xfrm>
            <a:custGeom>
              <a:avLst/>
              <a:gdLst>
                <a:gd name="csX0" fmla="*/ 89318 w 100735"/>
                <a:gd name="csY0" fmla="*/ 10949 h 103811"/>
                <a:gd name="csX1" fmla="*/ 44912 w 100735"/>
                <a:gd name="csY1" fmla="*/ 52225 h 103811"/>
                <a:gd name="csX2" fmla="*/ 1437 w 100735"/>
                <a:gd name="csY2" fmla="*/ 103747 h 103811"/>
                <a:gd name="csX3" fmla="*/ 77 w 100735"/>
                <a:gd name="csY3" fmla="*/ 102387 h 103811"/>
                <a:gd name="csX4" fmla="*/ 74882 w 100735"/>
                <a:gd name="csY4" fmla="*/ 18921 h 103811"/>
                <a:gd name="csX5" fmla="*/ 96470 w 100735"/>
                <a:gd name="csY5" fmla="*/ 1132 h 103811"/>
                <a:gd name="csX6" fmla="*/ 100736 w 100735"/>
                <a:gd name="csY6" fmla="*/ 630 h 103811"/>
                <a:gd name="csX7" fmla="*/ 89318 w 100735"/>
                <a:gd name="csY7" fmla="*/ 10949 h 103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0735" h="103811">
                  <a:moveTo>
                    <a:pt x="89318" y="10949"/>
                  </a:moveTo>
                  <a:cubicBezTo>
                    <a:pt x="72926" y="23000"/>
                    <a:pt x="58658" y="37361"/>
                    <a:pt x="44912" y="52225"/>
                  </a:cubicBezTo>
                  <a:cubicBezTo>
                    <a:pt x="29656" y="68729"/>
                    <a:pt x="15277" y="86014"/>
                    <a:pt x="1437" y="103747"/>
                  </a:cubicBezTo>
                  <a:cubicBezTo>
                    <a:pt x="282" y="103989"/>
                    <a:pt x="-202" y="103560"/>
                    <a:pt x="77" y="102387"/>
                  </a:cubicBezTo>
                  <a:cubicBezTo>
                    <a:pt x="22280" y="72119"/>
                    <a:pt x="47445" y="44495"/>
                    <a:pt x="74882" y="18921"/>
                  </a:cubicBezTo>
                  <a:cubicBezTo>
                    <a:pt x="81699" y="12569"/>
                    <a:pt x="88610" y="6255"/>
                    <a:pt x="96470" y="1132"/>
                  </a:cubicBezTo>
                  <a:cubicBezTo>
                    <a:pt x="97811" y="257"/>
                    <a:pt x="98873" y="-637"/>
                    <a:pt x="100736" y="630"/>
                  </a:cubicBezTo>
                  <a:cubicBezTo>
                    <a:pt x="97960" y="5230"/>
                    <a:pt x="92615" y="7018"/>
                    <a:pt x="89318" y="10949"/>
                  </a:cubicBezTo>
                  <a:close/>
                </a:path>
              </a:pathLst>
            </a:custGeom>
            <a:solidFill>
              <a:srgbClr val="46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4EC83708-8295-D684-8D42-CAEC5152F9D0}"/>
                </a:ext>
              </a:extLst>
            </p:cNvPr>
            <p:cNvSpPr/>
            <p:nvPr/>
          </p:nvSpPr>
          <p:spPr>
            <a:xfrm>
              <a:off x="1570678" y="5354683"/>
              <a:ext cx="44463" cy="80243"/>
            </a:xfrm>
            <a:custGeom>
              <a:avLst/>
              <a:gdLst>
                <a:gd name="csX0" fmla="*/ 43104 w 44463"/>
                <a:gd name="csY0" fmla="*/ 0 h 80243"/>
                <a:gd name="csX1" fmla="*/ 44464 w 44463"/>
                <a:gd name="csY1" fmla="*/ 1360 h 80243"/>
                <a:gd name="csX2" fmla="*/ 12705 w 44463"/>
                <a:gd name="csY2" fmla="*/ 49528 h 80243"/>
                <a:gd name="csX3" fmla="*/ 4826 w 44463"/>
                <a:gd name="csY3" fmla="*/ 67969 h 80243"/>
                <a:gd name="csX4" fmla="*/ 4621 w 44463"/>
                <a:gd name="csY4" fmla="*/ 80243 h 80243"/>
                <a:gd name="csX5" fmla="*/ 766 w 44463"/>
                <a:gd name="csY5" fmla="*/ 70912 h 80243"/>
                <a:gd name="csX6" fmla="*/ 41819 w 44463"/>
                <a:gd name="csY6" fmla="*/ 1062 h 80243"/>
                <a:gd name="csX7" fmla="*/ 43104 w 44463"/>
                <a:gd name="csY7" fmla="*/ 0 h 80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4463" h="80243">
                  <a:moveTo>
                    <a:pt x="43104" y="0"/>
                  </a:moveTo>
                  <a:cubicBezTo>
                    <a:pt x="43551" y="447"/>
                    <a:pt x="43998" y="913"/>
                    <a:pt x="44464" y="1360"/>
                  </a:cubicBezTo>
                  <a:cubicBezTo>
                    <a:pt x="33455" y="17136"/>
                    <a:pt x="21777" y="32466"/>
                    <a:pt x="12705" y="49528"/>
                  </a:cubicBezTo>
                  <a:cubicBezTo>
                    <a:pt x="9557" y="55433"/>
                    <a:pt x="6223" y="61300"/>
                    <a:pt x="4826" y="67969"/>
                  </a:cubicBezTo>
                  <a:cubicBezTo>
                    <a:pt x="2572" y="71768"/>
                    <a:pt x="3709" y="75792"/>
                    <a:pt x="4621" y="80243"/>
                  </a:cubicBezTo>
                  <a:cubicBezTo>
                    <a:pt x="-948" y="78306"/>
                    <a:pt x="-408" y="74153"/>
                    <a:pt x="766" y="70912"/>
                  </a:cubicBezTo>
                  <a:cubicBezTo>
                    <a:pt x="10098" y="45095"/>
                    <a:pt x="25725" y="22929"/>
                    <a:pt x="41819" y="1062"/>
                  </a:cubicBezTo>
                  <a:cubicBezTo>
                    <a:pt x="42135" y="633"/>
                    <a:pt x="42657" y="354"/>
                    <a:pt x="43104" y="0"/>
                  </a:cubicBezTo>
                  <a:close/>
                </a:path>
              </a:pathLst>
            </a:custGeom>
            <a:solidFill>
              <a:srgbClr val="5C74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F710058-1F01-F528-C1BC-C9B0EF2400C1}"/>
                </a:ext>
              </a:extLst>
            </p:cNvPr>
            <p:cNvSpPr/>
            <p:nvPr/>
          </p:nvSpPr>
          <p:spPr>
            <a:xfrm>
              <a:off x="1951267" y="5249309"/>
              <a:ext cx="82415" cy="100510"/>
            </a:xfrm>
            <a:custGeom>
              <a:avLst/>
              <a:gdLst>
                <a:gd name="csX0" fmla="*/ 81950 w 82415"/>
                <a:gd name="csY0" fmla="*/ 96414 h 100510"/>
                <a:gd name="csX1" fmla="*/ 75487 w 82415"/>
                <a:gd name="csY1" fmla="*/ 98780 h 100510"/>
                <a:gd name="csX2" fmla="*/ 59803 w 82415"/>
                <a:gd name="csY2" fmla="*/ 82202 h 100510"/>
                <a:gd name="csX3" fmla="*/ 42182 w 82415"/>
                <a:gd name="csY3" fmla="*/ 62626 h 100510"/>
                <a:gd name="csX4" fmla="*/ 15993 w 82415"/>
                <a:gd name="csY4" fmla="*/ 32096 h 100510"/>
                <a:gd name="csX5" fmla="*/ 1539 w 82415"/>
                <a:gd name="csY5" fmla="*/ 11514 h 100510"/>
                <a:gd name="csX6" fmla="*/ 3942 w 82415"/>
                <a:gd name="csY6" fmla="*/ 413 h 100510"/>
                <a:gd name="csX7" fmla="*/ 14801 w 82415"/>
                <a:gd name="csY7" fmla="*/ 4734 h 100510"/>
                <a:gd name="csX8" fmla="*/ 45405 w 82415"/>
                <a:gd name="csY8" fmla="*/ 33717 h 100510"/>
                <a:gd name="csX9" fmla="*/ 79156 w 82415"/>
                <a:gd name="csY9" fmla="*/ 84810 h 100510"/>
                <a:gd name="csX10" fmla="*/ 81950 w 82415"/>
                <a:gd name="csY10" fmla="*/ 96414 h 10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415" h="100510">
                  <a:moveTo>
                    <a:pt x="81950" y="96414"/>
                  </a:moveTo>
                  <a:cubicBezTo>
                    <a:pt x="80926" y="100251"/>
                    <a:pt x="79659" y="102114"/>
                    <a:pt x="75487" y="98780"/>
                  </a:cubicBezTo>
                  <a:cubicBezTo>
                    <a:pt x="69470" y="93937"/>
                    <a:pt x="64180" y="88312"/>
                    <a:pt x="59803" y="82202"/>
                  </a:cubicBezTo>
                  <a:cubicBezTo>
                    <a:pt x="54606" y="74938"/>
                    <a:pt x="47826" y="69350"/>
                    <a:pt x="42182" y="62626"/>
                  </a:cubicBezTo>
                  <a:cubicBezTo>
                    <a:pt x="33558" y="52362"/>
                    <a:pt x="24562" y="42397"/>
                    <a:pt x="15993" y="32096"/>
                  </a:cubicBezTo>
                  <a:cubicBezTo>
                    <a:pt x="10629" y="25652"/>
                    <a:pt x="4855" y="19449"/>
                    <a:pt x="1539" y="11514"/>
                  </a:cubicBezTo>
                  <a:cubicBezTo>
                    <a:pt x="-1013" y="5367"/>
                    <a:pt x="-510" y="2722"/>
                    <a:pt x="3942" y="413"/>
                  </a:cubicBezTo>
                  <a:cubicBezTo>
                    <a:pt x="8766" y="-1245"/>
                    <a:pt x="11672" y="2480"/>
                    <a:pt x="14801" y="4734"/>
                  </a:cubicBezTo>
                  <a:cubicBezTo>
                    <a:pt x="26275" y="13023"/>
                    <a:pt x="36296" y="22858"/>
                    <a:pt x="45405" y="33717"/>
                  </a:cubicBezTo>
                  <a:cubicBezTo>
                    <a:pt x="58630" y="49475"/>
                    <a:pt x="70588" y="66034"/>
                    <a:pt x="79156" y="84810"/>
                  </a:cubicBezTo>
                  <a:cubicBezTo>
                    <a:pt x="80833" y="88423"/>
                    <a:pt x="83496" y="91963"/>
                    <a:pt x="81950" y="96414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162CD8CE-0B80-1AD8-0BAD-47A2C5BBD29A}"/>
                </a:ext>
              </a:extLst>
            </p:cNvPr>
            <p:cNvSpPr/>
            <p:nvPr/>
          </p:nvSpPr>
          <p:spPr>
            <a:xfrm>
              <a:off x="1957367" y="5240771"/>
              <a:ext cx="86194" cy="108027"/>
            </a:xfrm>
            <a:custGeom>
              <a:avLst/>
              <a:gdLst>
                <a:gd name="csX0" fmla="*/ 3 w 86194"/>
                <a:gd name="csY0" fmla="*/ 5859 h 108027"/>
                <a:gd name="csX1" fmla="*/ 8459 w 86194"/>
                <a:gd name="csY1" fmla="*/ 234 h 108027"/>
                <a:gd name="csX2" fmla="*/ 27253 w 86194"/>
                <a:gd name="csY2" fmla="*/ 9771 h 108027"/>
                <a:gd name="csX3" fmla="*/ 78141 w 86194"/>
                <a:gd name="csY3" fmla="*/ 81241 h 108027"/>
                <a:gd name="csX4" fmla="*/ 83599 w 86194"/>
                <a:gd name="csY4" fmla="*/ 94802 h 108027"/>
                <a:gd name="csX5" fmla="*/ 85778 w 86194"/>
                <a:gd name="csY5" fmla="*/ 101153 h 108027"/>
                <a:gd name="csX6" fmla="*/ 84791 w 86194"/>
                <a:gd name="csY6" fmla="*/ 107505 h 108027"/>
                <a:gd name="csX7" fmla="*/ 79278 w 86194"/>
                <a:gd name="csY7" fmla="*/ 105046 h 108027"/>
                <a:gd name="csX8" fmla="*/ 72255 w 86194"/>
                <a:gd name="csY8" fmla="*/ 91933 h 108027"/>
                <a:gd name="csX9" fmla="*/ 43831 w 86194"/>
                <a:gd name="csY9" fmla="*/ 48086 h 108027"/>
                <a:gd name="csX10" fmla="*/ 1716 w 86194"/>
                <a:gd name="csY10" fmla="*/ 8597 h 108027"/>
                <a:gd name="csX11" fmla="*/ 3 w 86194"/>
                <a:gd name="csY11" fmla="*/ 5859 h 108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194" h="108027">
                  <a:moveTo>
                    <a:pt x="3" y="5859"/>
                  </a:moveTo>
                  <a:cubicBezTo>
                    <a:pt x="599" y="1054"/>
                    <a:pt x="3355" y="-679"/>
                    <a:pt x="8459" y="234"/>
                  </a:cubicBezTo>
                  <a:cubicBezTo>
                    <a:pt x="15705" y="1519"/>
                    <a:pt x="21703" y="5319"/>
                    <a:pt x="27253" y="9771"/>
                  </a:cubicBezTo>
                  <a:cubicBezTo>
                    <a:pt x="50984" y="28751"/>
                    <a:pt x="67226" y="53115"/>
                    <a:pt x="78141" y="81241"/>
                  </a:cubicBezTo>
                  <a:cubicBezTo>
                    <a:pt x="79911" y="85786"/>
                    <a:pt x="81289" y="90462"/>
                    <a:pt x="83599" y="94802"/>
                  </a:cubicBezTo>
                  <a:cubicBezTo>
                    <a:pt x="84642" y="96757"/>
                    <a:pt x="85462" y="98974"/>
                    <a:pt x="85778" y="101153"/>
                  </a:cubicBezTo>
                  <a:cubicBezTo>
                    <a:pt x="86095" y="103277"/>
                    <a:pt x="86896" y="106015"/>
                    <a:pt x="84791" y="107505"/>
                  </a:cubicBezTo>
                  <a:cubicBezTo>
                    <a:pt x="82090" y="109405"/>
                    <a:pt x="81289" y="105549"/>
                    <a:pt x="79278" y="105046"/>
                  </a:cubicBezTo>
                  <a:cubicBezTo>
                    <a:pt x="74938" y="101768"/>
                    <a:pt x="74397" y="96366"/>
                    <a:pt x="72255" y="91933"/>
                  </a:cubicBezTo>
                  <a:cubicBezTo>
                    <a:pt x="64581" y="76119"/>
                    <a:pt x="54765" y="61795"/>
                    <a:pt x="43831" y="48086"/>
                  </a:cubicBezTo>
                  <a:cubicBezTo>
                    <a:pt x="31686" y="32849"/>
                    <a:pt x="18052" y="19308"/>
                    <a:pt x="1716" y="8597"/>
                  </a:cubicBezTo>
                  <a:cubicBezTo>
                    <a:pt x="822" y="7946"/>
                    <a:pt x="-53" y="7182"/>
                    <a:pt x="3" y="5859"/>
                  </a:cubicBezTo>
                  <a:close/>
                </a:path>
              </a:pathLst>
            </a:custGeom>
            <a:solidFill>
              <a:srgbClr val="97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20FFE012-8C95-C2E1-E7B0-5F5871A3E9FC}"/>
                </a:ext>
              </a:extLst>
            </p:cNvPr>
            <p:cNvSpPr/>
            <p:nvPr/>
          </p:nvSpPr>
          <p:spPr>
            <a:xfrm>
              <a:off x="1952209" y="5245596"/>
              <a:ext cx="85781" cy="107284"/>
            </a:xfrm>
            <a:custGeom>
              <a:avLst/>
              <a:gdLst>
                <a:gd name="csX0" fmla="*/ 5161 w 85781"/>
                <a:gd name="csY0" fmla="*/ 1034 h 107284"/>
                <a:gd name="csX1" fmla="*/ 84454 w 85781"/>
                <a:gd name="csY1" fmla="*/ 100202 h 107284"/>
                <a:gd name="csX2" fmla="*/ 84380 w 85781"/>
                <a:gd name="csY2" fmla="*/ 107224 h 107284"/>
                <a:gd name="csX3" fmla="*/ 81642 w 85781"/>
                <a:gd name="csY3" fmla="*/ 100984 h 107284"/>
                <a:gd name="csX4" fmla="*/ 80990 w 85781"/>
                <a:gd name="csY4" fmla="*/ 100128 h 107284"/>
                <a:gd name="csX5" fmla="*/ 61879 w 85781"/>
                <a:gd name="csY5" fmla="*/ 62632 h 107284"/>
                <a:gd name="csX6" fmla="*/ 13729 w 85781"/>
                <a:gd name="csY6" fmla="*/ 10030 h 107284"/>
                <a:gd name="csX7" fmla="*/ 3018 w 85781"/>
                <a:gd name="csY7" fmla="*/ 4126 h 107284"/>
                <a:gd name="csX8" fmla="*/ 1 w 85781"/>
                <a:gd name="csY8" fmla="*/ 643 h 107284"/>
                <a:gd name="csX9" fmla="*/ 5161 w 85781"/>
                <a:gd name="csY9" fmla="*/ 1034 h 107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781" h="107284">
                  <a:moveTo>
                    <a:pt x="5161" y="1034"/>
                  </a:moveTo>
                  <a:cubicBezTo>
                    <a:pt x="41836" y="25900"/>
                    <a:pt x="67225" y="59801"/>
                    <a:pt x="84454" y="100202"/>
                  </a:cubicBezTo>
                  <a:cubicBezTo>
                    <a:pt x="84268" y="102679"/>
                    <a:pt x="87584" y="106200"/>
                    <a:pt x="84380" y="107224"/>
                  </a:cubicBezTo>
                  <a:cubicBezTo>
                    <a:pt x="82387" y="107876"/>
                    <a:pt x="82834" y="103108"/>
                    <a:pt x="81642" y="100984"/>
                  </a:cubicBezTo>
                  <a:cubicBezTo>
                    <a:pt x="81474" y="100668"/>
                    <a:pt x="81213" y="100407"/>
                    <a:pt x="80990" y="100128"/>
                  </a:cubicBezTo>
                  <a:cubicBezTo>
                    <a:pt x="77115" y="86362"/>
                    <a:pt x="69776" y="74348"/>
                    <a:pt x="61879" y="62632"/>
                  </a:cubicBezTo>
                  <a:cubicBezTo>
                    <a:pt x="48449" y="42720"/>
                    <a:pt x="33007" y="24596"/>
                    <a:pt x="13729" y="10030"/>
                  </a:cubicBezTo>
                  <a:cubicBezTo>
                    <a:pt x="10469" y="7572"/>
                    <a:pt x="7358" y="4703"/>
                    <a:pt x="3018" y="4126"/>
                  </a:cubicBezTo>
                  <a:cubicBezTo>
                    <a:pt x="2478" y="2598"/>
                    <a:pt x="-55" y="2729"/>
                    <a:pt x="1" y="643"/>
                  </a:cubicBezTo>
                  <a:cubicBezTo>
                    <a:pt x="1957" y="-997"/>
                    <a:pt x="3484" y="1015"/>
                    <a:pt x="5161" y="1034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64F9C159-301E-4DC3-DA1C-8A3CA7DD7439}"/>
                </a:ext>
              </a:extLst>
            </p:cNvPr>
            <p:cNvSpPr/>
            <p:nvPr/>
          </p:nvSpPr>
          <p:spPr>
            <a:xfrm>
              <a:off x="2077269" y="5171807"/>
              <a:ext cx="11474" cy="1235"/>
            </a:xfrm>
            <a:custGeom>
              <a:avLst/>
              <a:gdLst>
                <a:gd name="csX0" fmla="*/ 0 w 11474"/>
                <a:gd name="csY0" fmla="*/ 0 h 1235"/>
                <a:gd name="csX1" fmla="*/ 11474 w 11474"/>
                <a:gd name="csY1" fmla="*/ 1025 h 1235"/>
                <a:gd name="csX2" fmla="*/ 0 w 11474"/>
                <a:gd name="csY2" fmla="*/ 0 h 1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74" h="1235">
                  <a:moveTo>
                    <a:pt x="0" y="0"/>
                  </a:moveTo>
                  <a:cubicBezTo>
                    <a:pt x="3837" y="130"/>
                    <a:pt x="7730" y="-335"/>
                    <a:pt x="11474" y="1025"/>
                  </a:cubicBezTo>
                  <a:cubicBezTo>
                    <a:pt x="7637" y="708"/>
                    <a:pt x="3651" y="2217"/>
                    <a:pt x="0" y="0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</p:grpSp>
      <p:grpSp>
        <p:nvGrpSpPr>
          <p:cNvPr id="822" name="Graphic 9">
            <a:extLst>
              <a:ext uri="{FF2B5EF4-FFF2-40B4-BE49-F238E27FC236}">
                <a16:creationId xmlns:a16="http://schemas.microsoft.com/office/drawing/2014/main" id="{BCD386D6-8DD9-4ADD-0018-3BDD0EA278E1}"/>
              </a:ext>
            </a:extLst>
          </p:cNvPr>
          <p:cNvGrpSpPr/>
          <p:nvPr/>
        </p:nvGrpSpPr>
        <p:grpSpPr>
          <a:xfrm>
            <a:off x="2476626" y="5351572"/>
            <a:ext cx="509030" cy="415498"/>
            <a:chOff x="1505087" y="4809315"/>
            <a:chExt cx="842483" cy="687679"/>
          </a:xfrm>
        </p:grpSpPr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2E0E6AFB-4F57-4E57-561F-34D260C6BB3D}"/>
                </a:ext>
              </a:extLst>
            </p:cNvPr>
            <p:cNvSpPr/>
            <p:nvPr/>
          </p:nvSpPr>
          <p:spPr>
            <a:xfrm>
              <a:off x="1505087" y="4809315"/>
              <a:ext cx="842483" cy="687679"/>
            </a:xfrm>
            <a:custGeom>
              <a:avLst/>
              <a:gdLst>
                <a:gd name="csX0" fmla="*/ 320275 w 842483"/>
                <a:gd name="csY0" fmla="*/ 319221 h 687679"/>
                <a:gd name="csX1" fmla="*/ 309025 w 842483"/>
                <a:gd name="csY1" fmla="*/ 319799 h 687679"/>
                <a:gd name="csX2" fmla="*/ 302747 w 842483"/>
                <a:gd name="csY2" fmla="*/ 313633 h 687679"/>
                <a:gd name="csX3" fmla="*/ 303660 w 842483"/>
                <a:gd name="csY3" fmla="*/ 304693 h 687679"/>
                <a:gd name="csX4" fmla="*/ 299227 w 842483"/>
                <a:gd name="csY4" fmla="*/ 295789 h 687679"/>
                <a:gd name="csX5" fmla="*/ 269219 w 842483"/>
                <a:gd name="csY5" fmla="*/ 282844 h 687679"/>
                <a:gd name="csX6" fmla="*/ 260390 w 842483"/>
                <a:gd name="csY6" fmla="*/ 281167 h 687679"/>
                <a:gd name="csX7" fmla="*/ 257689 w 842483"/>
                <a:gd name="csY7" fmla="*/ 280199 h 687679"/>
                <a:gd name="csX8" fmla="*/ 267226 w 842483"/>
                <a:gd name="csY8" fmla="*/ 278094 h 687679"/>
                <a:gd name="csX9" fmla="*/ 294980 w 842483"/>
                <a:gd name="csY9" fmla="*/ 289084 h 687679"/>
                <a:gd name="csX10" fmla="*/ 296917 w 842483"/>
                <a:gd name="csY10" fmla="*/ 290238 h 687679"/>
                <a:gd name="csX11" fmla="*/ 309881 w 842483"/>
                <a:gd name="csY11" fmla="*/ 287314 h 687679"/>
                <a:gd name="csX12" fmla="*/ 315115 w 842483"/>
                <a:gd name="csY12" fmla="*/ 281745 h 687679"/>
                <a:gd name="csX13" fmla="*/ 331730 w 842483"/>
                <a:gd name="csY13" fmla="*/ 277684 h 687679"/>
                <a:gd name="csX14" fmla="*/ 369468 w 842483"/>
                <a:gd name="csY14" fmla="*/ 294280 h 687679"/>
                <a:gd name="csX15" fmla="*/ 374516 w 842483"/>
                <a:gd name="csY15" fmla="*/ 310821 h 687679"/>
                <a:gd name="csX16" fmla="*/ 380476 w 842483"/>
                <a:gd name="csY16" fmla="*/ 314826 h 687679"/>
                <a:gd name="csX17" fmla="*/ 417879 w 842483"/>
                <a:gd name="csY17" fmla="*/ 311864 h 687679"/>
                <a:gd name="csX18" fmla="*/ 442764 w 842483"/>
                <a:gd name="csY18" fmla="*/ 315012 h 687679"/>
                <a:gd name="csX19" fmla="*/ 470406 w 842483"/>
                <a:gd name="csY19" fmla="*/ 301042 h 687679"/>
                <a:gd name="csX20" fmla="*/ 492590 w 842483"/>
                <a:gd name="csY20" fmla="*/ 265968 h 687679"/>
                <a:gd name="csX21" fmla="*/ 494043 w 842483"/>
                <a:gd name="csY21" fmla="*/ 262317 h 687679"/>
                <a:gd name="csX22" fmla="*/ 478304 w 842483"/>
                <a:gd name="csY22" fmla="*/ 230652 h 687679"/>
                <a:gd name="csX23" fmla="*/ 454182 w 842483"/>
                <a:gd name="csY23" fmla="*/ 229124 h 687679"/>
                <a:gd name="csX24" fmla="*/ 452208 w 842483"/>
                <a:gd name="csY24" fmla="*/ 226535 h 687679"/>
                <a:gd name="csX25" fmla="*/ 468320 w 842483"/>
                <a:gd name="csY25" fmla="*/ 198819 h 687679"/>
                <a:gd name="csX26" fmla="*/ 466141 w 842483"/>
                <a:gd name="csY26" fmla="*/ 177286 h 687679"/>
                <a:gd name="csX27" fmla="*/ 454294 w 842483"/>
                <a:gd name="csY27" fmla="*/ 158064 h 687679"/>
                <a:gd name="csX28" fmla="*/ 450289 w 842483"/>
                <a:gd name="csY28" fmla="*/ 135879 h 687679"/>
                <a:gd name="csX29" fmla="*/ 463812 w 842483"/>
                <a:gd name="csY29" fmla="*/ 91138 h 687679"/>
                <a:gd name="csX30" fmla="*/ 492795 w 842483"/>
                <a:gd name="csY30" fmla="*/ 53270 h 687679"/>
                <a:gd name="csX31" fmla="*/ 529080 w 842483"/>
                <a:gd name="csY31" fmla="*/ 22797 h 687679"/>
                <a:gd name="csX32" fmla="*/ 575833 w 842483"/>
                <a:gd name="csY32" fmla="*/ 2624 h 687679"/>
                <a:gd name="csX33" fmla="*/ 638456 w 842483"/>
                <a:gd name="csY33" fmla="*/ 23579 h 687679"/>
                <a:gd name="csX34" fmla="*/ 645050 w 842483"/>
                <a:gd name="csY34" fmla="*/ 31291 h 687679"/>
                <a:gd name="csX35" fmla="*/ 655425 w 842483"/>
                <a:gd name="csY35" fmla="*/ 75641 h 687679"/>
                <a:gd name="csX36" fmla="*/ 607238 w 842483"/>
                <a:gd name="csY36" fmla="*/ 170711 h 687679"/>
                <a:gd name="csX37" fmla="*/ 574045 w 842483"/>
                <a:gd name="csY37" fmla="*/ 195988 h 687679"/>
                <a:gd name="csX38" fmla="*/ 537630 w 842483"/>
                <a:gd name="csY38" fmla="*/ 196286 h 687679"/>
                <a:gd name="csX39" fmla="*/ 515538 w 842483"/>
                <a:gd name="csY39" fmla="*/ 195596 h 687679"/>
                <a:gd name="csX40" fmla="*/ 481955 w 842483"/>
                <a:gd name="csY40" fmla="*/ 224281 h 687679"/>
                <a:gd name="csX41" fmla="*/ 483221 w 842483"/>
                <a:gd name="csY41" fmla="*/ 228100 h 687679"/>
                <a:gd name="csX42" fmla="*/ 500693 w 842483"/>
                <a:gd name="csY42" fmla="*/ 250415 h 687679"/>
                <a:gd name="csX43" fmla="*/ 500507 w 842483"/>
                <a:gd name="csY43" fmla="*/ 256543 h 687679"/>
                <a:gd name="csX44" fmla="*/ 487803 w 842483"/>
                <a:gd name="csY44" fmla="*/ 287780 h 687679"/>
                <a:gd name="csX45" fmla="*/ 432333 w 842483"/>
                <a:gd name="csY45" fmla="*/ 319650 h 687679"/>
                <a:gd name="csX46" fmla="*/ 414787 w 842483"/>
                <a:gd name="csY46" fmla="*/ 315627 h 687679"/>
                <a:gd name="csX47" fmla="*/ 399289 w 842483"/>
                <a:gd name="csY47" fmla="*/ 312888 h 687679"/>
                <a:gd name="csX48" fmla="*/ 387536 w 842483"/>
                <a:gd name="csY48" fmla="*/ 317452 h 687679"/>
                <a:gd name="csX49" fmla="*/ 408770 w 842483"/>
                <a:gd name="csY49" fmla="*/ 322928 h 687679"/>
                <a:gd name="csX50" fmla="*/ 454424 w 842483"/>
                <a:gd name="csY50" fmla="*/ 323841 h 687679"/>
                <a:gd name="csX51" fmla="*/ 497228 w 842483"/>
                <a:gd name="csY51" fmla="*/ 330751 h 687679"/>
                <a:gd name="csX52" fmla="*/ 522840 w 842483"/>
                <a:gd name="csY52" fmla="*/ 320265 h 687679"/>
                <a:gd name="csX53" fmla="*/ 546477 w 842483"/>
                <a:gd name="csY53" fmla="*/ 295398 h 687679"/>
                <a:gd name="csX54" fmla="*/ 587605 w 842483"/>
                <a:gd name="csY54" fmla="*/ 280832 h 687679"/>
                <a:gd name="csX55" fmla="*/ 665669 w 842483"/>
                <a:gd name="csY55" fmla="*/ 287985 h 687679"/>
                <a:gd name="csX56" fmla="*/ 752712 w 842483"/>
                <a:gd name="csY56" fmla="*/ 319911 h 687679"/>
                <a:gd name="csX57" fmla="*/ 817197 w 842483"/>
                <a:gd name="csY57" fmla="*/ 369532 h 687679"/>
                <a:gd name="csX58" fmla="*/ 840704 w 842483"/>
                <a:gd name="csY58" fmla="*/ 410883 h 687679"/>
                <a:gd name="csX59" fmla="*/ 834930 w 842483"/>
                <a:gd name="csY59" fmla="*/ 459201 h 687679"/>
                <a:gd name="csX60" fmla="*/ 803414 w 842483"/>
                <a:gd name="csY60" fmla="*/ 483471 h 687679"/>
                <a:gd name="csX61" fmla="*/ 679006 w 842483"/>
                <a:gd name="csY61" fmla="*/ 481609 h 687679"/>
                <a:gd name="csX62" fmla="*/ 578050 w 842483"/>
                <a:gd name="csY62" fmla="*/ 453184 h 687679"/>
                <a:gd name="csX63" fmla="*/ 553611 w 842483"/>
                <a:gd name="csY63" fmla="*/ 445957 h 687679"/>
                <a:gd name="csX64" fmla="*/ 561863 w 842483"/>
                <a:gd name="csY64" fmla="*/ 470135 h 687679"/>
                <a:gd name="csX65" fmla="*/ 572871 w 842483"/>
                <a:gd name="csY65" fmla="*/ 513255 h 687679"/>
                <a:gd name="csX66" fmla="*/ 570170 w 842483"/>
                <a:gd name="csY66" fmla="*/ 529628 h 687679"/>
                <a:gd name="csX67" fmla="*/ 550277 w 842483"/>
                <a:gd name="csY67" fmla="*/ 559449 h 687679"/>
                <a:gd name="csX68" fmla="*/ 464855 w 842483"/>
                <a:gd name="csY68" fmla="*/ 569843 h 687679"/>
                <a:gd name="csX69" fmla="*/ 411732 w 842483"/>
                <a:gd name="csY69" fmla="*/ 515863 h 687679"/>
                <a:gd name="csX70" fmla="*/ 414470 w 842483"/>
                <a:gd name="csY70" fmla="*/ 452551 h 687679"/>
                <a:gd name="csX71" fmla="*/ 420915 w 842483"/>
                <a:gd name="csY71" fmla="*/ 440630 h 687679"/>
                <a:gd name="csX72" fmla="*/ 422740 w 842483"/>
                <a:gd name="csY72" fmla="*/ 431391 h 687679"/>
                <a:gd name="csX73" fmla="*/ 414899 w 842483"/>
                <a:gd name="csY73" fmla="*/ 396187 h 687679"/>
                <a:gd name="csX74" fmla="*/ 408714 w 842483"/>
                <a:gd name="csY74" fmla="*/ 385979 h 687679"/>
                <a:gd name="csX75" fmla="*/ 406926 w 842483"/>
                <a:gd name="csY75" fmla="*/ 396652 h 687679"/>
                <a:gd name="csX76" fmla="*/ 366227 w 842483"/>
                <a:gd name="csY76" fmla="*/ 449552 h 687679"/>
                <a:gd name="csX77" fmla="*/ 347489 w 842483"/>
                <a:gd name="csY77" fmla="*/ 459964 h 687679"/>
                <a:gd name="csX78" fmla="*/ 324280 w 842483"/>
                <a:gd name="csY78" fmla="*/ 466465 h 687679"/>
                <a:gd name="csX79" fmla="*/ 299152 w 842483"/>
                <a:gd name="csY79" fmla="*/ 456872 h 687679"/>
                <a:gd name="csX80" fmla="*/ 279781 w 842483"/>
                <a:gd name="csY80" fmla="*/ 415111 h 687679"/>
                <a:gd name="csX81" fmla="*/ 279669 w 842483"/>
                <a:gd name="csY81" fmla="*/ 410585 h 687679"/>
                <a:gd name="csX82" fmla="*/ 276447 w 842483"/>
                <a:gd name="csY82" fmla="*/ 408592 h 687679"/>
                <a:gd name="csX83" fmla="*/ 245713 w 842483"/>
                <a:gd name="csY83" fmla="*/ 436607 h 687679"/>
                <a:gd name="csX84" fmla="*/ 245061 w 842483"/>
                <a:gd name="csY84" fmla="*/ 451266 h 687679"/>
                <a:gd name="csX85" fmla="*/ 260223 w 842483"/>
                <a:gd name="csY85" fmla="*/ 491928 h 687679"/>
                <a:gd name="csX86" fmla="*/ 267189 w 842483"/>
                <a:gd name="csY86" fmla="*/ 538718 h 687679"/>
                <a:gd name="csX87" fmla="*/ 262588 w 842483"/>
                <a:gd name="csY87" fmla="*/ 549484 h 687679"/>
                <a:gd name="csX88" fmla="*/ 201158 w 842483"/>
                <a:gd name="csY88" fmla="*/ 616074 h 687679"/>
                <a:gd name="csX89" fmla="*/ 170312 w 842483"/>
                <a:gd name="csY89" fmla="*/ 645746 h 687679"/>
                <a:gd name="csX90" fmla="*/ 134865 w 842483"/>
                <a:gd name="csY90" fmla="*/ 669123 h 687679"/>
                <a:gd name="csX91" fmla="*/ 74217 w 842483"/>
                <a:gd name="csY91" fmla="*/ 686148 h 687679"/>
                <a:gd name="csX92" fmla="*/ 29662 w 842483"/>
                <a:gd name="csY92" fmla="*/ 683708 h 687679"/>
                <a:gd name="csX93" fmla="*/ 14872 w 842483"/>
                <a:gd name="csY93" fmla="*/ 671973 h 687679"/>
                <a:gd name="csX94" fmla="*/ 269 w 842483"/>
                <a:gd name="csY94" fmla="*/ 625928 h 687679"/>
                <a:gd name="csX95" fmla="*/ 28079 w 842483"/>
                <a:gd name="csY95" fmla="*/ 528156 h 687679"/>
                <a:gd name="csX96" fmla="*/ 74645 w 842483"/>
                <a:gd name="csY96" fmla="*/ 467545 h 687679"/>
                <a:gd name="csX97" fmla="*/ 99661 w 842483"/>
                <a:gd name="csY97" fmla="*/ 439233 h 687679"/>
                <a:gd name="csX98" fmla="*/ 151350 w 842483"/>
                <a:gd name="csY98" fmla="*/ 415149 h 687679"/>
                <a:gd name="csX99" fmla="*/ 183406 w 842483"/>
                <a:gd name="csY99" fmla="*/ 415391 h 687679"/>
                <a:gd name="csX100" fmla="*/ 200841 w 842483"/>
                <a:gd name="csY100" fmla="*/ 415409 h 687679"/>
                <a:gd name="csX101" fmla="*/ 233959 w 842483"/>
                <a:gd name="csY101" fmla="*/ 404867 h 687679"/>
                <a:gd name="csX102" fmla="*/ 281550 w 842483"/>
                <a:gd name="csY102" fmla="*/ 371506 h 687679"/>
                <a:gd name="csX103" fmla="*/ 298277 w 842483"/>
                <a:gd name="csY103" fmla="*/ 354873 h 687679"/>
                <a:gd name="csX104" fmla="*/ 302617 w 842483"/>
                <a:gd name="csY104" fmla="*/ 351297 h 687679"/>
                <a:gd name="csX105" fmla="*/ 327893 w 842483"/>
                <a:gd name="csY105" fmla="*/ 318123 h 687679"/>
                <a:gd name="csX106" fmla="*/ 327577 w 842483"/>
                <a:gd name="csY106" fmla="*/ 316427 h 687679"/>
                <a:gd name="csX107" fmla="*/ 328936 w 842483"/>
                <a:gd name="csY107" fmla="*/ 315329 h 687679"/>
                <a:gd name="csX108" fmla="*/ 332308 w 842483"/>
                <a:gd name="csY108" fmla="*/ 318514 h 687679"/>
                <a:gd name="csX109" fmla="*/ 316922 w 842483"/>
                <a:gd name="csY109" fmla="*/ 345373 h 687679"/>
                <a:gd name="csX110" fmla="*/ 309006 w 842483"/>
                <a:gd name="csY110" fmla="*/ 352507 h 687679"/>
                <a:gd name="csX111" fmla="*/ 286058 w 842483"/>
                <a:gd name="csY111" fmla="*/ 386482 h 687679"/>
                <a:gd name="csX112" fmla="*/ 285425 w 842483"/>
                <a:gd name="csY112" fmla="*/ 427498 h 687679"/>
                <a:gd name="csX113" fmla="*/ 318859 w 842483"/>
                <a:gd name="csY113" fmla="*/ 461883 h 687679"/>
                <a:gd name="csX114" fmla="*/ 339740 w 842483"/>
                <a:gd name="csY114" fmla="*/ 458400 h 687679"/>
                <a:gd name="csX115" fmla="*/ 383848 w 842483"/>
                <a:gd name="csY115" fmla="*/ 430534 h 687679"/>
                <a:gd name="csX116" fmla="*/ 404673 w 842483"/>
                <a:gd name="csY116" fmla="*/ 383074 h 687679"/>
                <a:gd name="csX117" fmla="*/ 407932 w 842483"/>
                <a:gd name="csY117" fmla="*/ 347143 h 687679"/>
                <a:gd name="csX118" fmla="*/ 406870 w 842483"/>
                <a:gd name="csY118" fmla="*/ 338202 h 687679"/>
                <a:gd name="csX119" fmla="*/ 385841 w 842483"/>
                <a:gd name="csY119" fmla="*/ 322127 h 687679"/>
                <a:gd name="csX120" fmla="*/ 371778 w 842483"/>
                <a:gd name="csY120" fmla="*/ 321066 h 687679"/>
                <a:gd name="csX121" fmla="*/ 369543 w 842483"/>
                <a:gd name="csY121" fmla="*/ 317415 h 687679"/>
                <a:gd name="csX122" fmla="*/ 361477 w 842483"/>
                <a:gd name="csY122" fmla="*/ 292772 h 687679"/>
                <a:gd name="csX123" fmla="*/ 334785 w 842483"/>
                <a:gd name="csY123" fmla="*/ 282769 h 687679"/>
                <a:gd name="csX124" fmla="*/ 330892 w 842483"/>
                <a:gd name="csY124" fmla="*/ 283421 h 687679"/>
                <a:gd name="csX125" fmla="*/ 307032 w 842483"/>
                <a:gd name="csY125" fmla="*/ 308232 h 687679"/>
                <a:gd name="csX126" fmla="*/ 308354 w 842483"/>
                <a:gd name="csY126" fmla="*/ 315794 h 687679"/>
                <a:gd name="csX127" fmla="*/ 314687 w 842483"/>
                <a:gd name="csY127" fmla="*/ 316875 h 687679"/>
                <a:gd name="csX128" fmla="*/ 320275 w 842483"/>
                <a:gd name="csY128" fmla="*/ 319221 h 68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842483" h="687679">
                  <a:moveTo>
                    <a:pt x="320275" y="319221"/>
                  </a:moveTo>
                  <a:cubicBezTo>
                    <a:pt x="316531" y="319408"/>
                    <a:pt x="312769" y="319557"/>
                    <a:pt x="309025" y="319799"/>
                  </a:cubicBezTo>
                  <a:cubicBezTo>
                    <a:pt x="304573" y="320097"/>
                    <a:pt x="302803" y="317526"/>
                    <a:pt x="302747" y="313633"/>
                  </a:cubicBezTo>
                  <a:cubicBezTo>
                    <a:pt x="302710" y="310635"/>
                    <a:pt x="302673" y="307431"/>
                    <a:pt x="303660" y="304693"/>
                  </a:cubicBezTo>
                  <a:cubicBezTo>
                    <a:pt x="305467" y="299775"/>
                    <a:pt x="303511" y="297819"/>
                    <a:pt x="299227" y="295789"/>
                  </a:cubicBezTo>
                  <a:cubicBezTo>
                    <a:pt x="289373" y="291114"/>
                    <a:pt x="279594" y="286290"/>
                    <a:pt x="269219" y="282844"/>
                  </a:cubicBezTo>
                  <a:cubicBezTo>
                    <a:pt x="266332" y="281894"/>
                    <a:pt x="263426" y="281223"/>
                    <a:pt x="260390" y="281167"/>
                  </a:cubicBezTo>
                  <a:cubicBezTo>
                    <a:pt x="259124" y="281838"/>
                    <a:pt x="258155" y="281707"/>
                    <a:pt x="257689" y="280199"/>
                  </a:cubicBezTo>
                  <a:cubicBezTo>
                    <a:pt x="260111" y="276119"/>
                    <a:pt x="263892" y="277237"/>
                    <a:pt x="267226" y="278094"/>
                  </a:cubicBezTo>
                  <a:cubicBezTo>
                    <a:pt x="276931" y="280590"/>
                    <a:pt x="286058" y="284576"/>
                    <a:pt x="294980" y="289084"/>
                  </a:cubicBezTo>
                  <a:cubicBezTo>
                    <a:pt x="295651" y="289419"/>
                    <a:pt x="296265" y="289866"/>
                    <a:pt x="296917" y="290238"/>
                  </a:cubicBezTo>
                  <a:cubicBezTo>
                    <a:pt x="304536" y="294504"/>
                    <a:pt x="304983" y="294411"/>
                    <a:pt x="309881" y="287314"/>
                  </a:cubicBezTo>
                  <a:cubicBezTo>
                    <a:pt x="311073" y="284948"/>
                    <a:pt x="313029" y="283291"/>
                    <a:pt x="315115" y="281745"/>
                  </a:cubicBezTo>
                  <a:cubicBezTo>
                    <a:pt x="319809" y="277032"/>
                    <a:pt x="326124" y="278522"/>
                    <a:pt x="331730" y="277684"/>
                  </a:cubicBezTo>
                  <a:cubicBezTo>
                    <a:pt x="347619" y="275337"/>
                    <a:pt x="360658" y="279957"/>
                    <a:pt x="369468" y="294280"/>
                  </a:cubicBezTo>
                  <a:cubicBezTo>
                    <a:pt x="372635" y="299440"/>
                    <a:pt x="374125" y="304991"/>
                    <a:pt x="374516" y="310821"/>
                  </a:cubicBezTo>
                  <a:cubicBezTo>
                    <a:pt x="374814" y="315217"/>
                    <a:pt x="376323" y="316707"/>
                    <a:pt x="380476" y="314826"/>
                  </a:cubicBezTo>
                  <a:cubicBezTo>
                    <a:pt x="392453" y="307729"/>
                    <a:pt x="404859" y="307449"/>
                    <a:pt x="417879" y="311864"/>
                  </a:cubicBezTo>
                  <a:cubicBezTo>
                    <a:pt x="425870" y="314565"/>
                    <a:pt x="434010" y="316055"/>
                    <a:pt x="442764" y="315012"/>
                  </a:cubicBezTo>
                  <a:cubicBezTo>
                    <a:pt x="453903" y="313671"/>
                    <a:pt x="462303" y="308008"/>
                    <a:pt x="470406" y="301042"/>
                  </a:cubicBezTo>
                  <a:cubicBezTo>
                    <a:pt x="481396" y="291580"/>
                    <a:pt x="489349" y="280292"/>
                    <a:pt x="492590" y="265968"/>
                  </a:cubicBezTo>
                  <a:cubicBezTo>
                    <a:pt x="492870" y="264683"/>
                    <a:pt x="493298" y="263379"/>
                    <a:pt x="494043" y="262317"/>
                  </a:cubicBezTo>
                  <a:cubicBezTo>
                    <a:pt x="502258" y="250694"/>
                    <a:pt x="491082" y="232626"/>
                    <a:pt x="478304" y="230652"/>
                  </a:cubicBezTo>
                  <a:cubicBezTo>
                    <a:pt x="470220" y="229404"/>
                    <a:pt x="462192" y="230149"/>
                    <a:pt x="454182" y="229124"/>
                  </a:cubicBezTo>
                  <a:cubicBezTo>
                    <a:pt x="453046" y="228640"/>
                    <a:pt x="451686" y="228286"/>
                    <a:pt x="452208" y="226535"/>
                  </a:cubicBezTo>
                  <a:cubicBezTo>
                    <a:pt x="457460" y="217222"/>
                    <a:pt x="464520" y="208989"/>
                    <a:pt x="468320" y="198819"/>
                  </a:cubicBezTo>
                  <a:cubicBezTo>
                    <a:pt x="471170" y="191238"/>
                    <a:pt x="470536" y="184141"/>
                    <a:pt x="466141" y="177286"/>
                  </a:cubicBezTo>
                  <a:cubicBezTo>
                    <a:pt x="462080" y="170953"/>
                    <a:pt x="458280" y="164453"/>
                    <a:pt x="454294" y="158064"/>
                  </a:cubicBezTo>
                  <a:cubicBezTo>
                    <a:pt x="450010" y="151191"/>
                    <a:pt x="448278" y="143665"/>
                    <a:pt x="450289" y="135879"/>
                  </a:cubicBezTo>
                  <a:cubicBezTo>
                    <a:pt x="454182" y="120792"/>
                    <a:pt x="457609" y="105462"/>
                    <a:pt x="463812" y="91138"/>
                  </a:cubicBezTo>
                  <a:cubicBezTo>
                    <a:pt x="470238" y="76274"/>
                    <a:pt x="481265" y="64297"/>
                    <a:pt x="492795" y="53270"/>
                  </a:cubicBezTo>
                  <a:cubicBezTo>
                    <a:pt x="504176" y="42374"/>
                    <a:pt x="516824" y="32762"/>
                    <a:pt x="529080" y="22797"/>
                  </a:cubicBezTo>
                  <a:cubicBezTo>
                    <a:pt x="542733" y="11696"/>
                    <a:pt x="559311" y="7300"/>
                    <a:pt x="575833" y="2624"/>
                  </a:cubicBezTo>
                  <a:cubicBezTo>
                    <a:pt x="601612" y="-4659"/>
                    <a:pt x="621953" y="3500"/>
                    <a:pt x="638456" y="23579"/>
                  </a:cubicBezTo>
                  <a:cubicBezTo>
                    <a:pt x="640598" y="26187"/>
                    <a:pt x="642610" y="28981"/>
                    <a:pt x="645050" y="31291"/>
                  </a:cubicBezTo>
                  <a:cubicBezTo>
                    <a:pt x="658386" y="43808"/>
                    <a:pt x="656784" y="59845"/>
                    <a:pt x="655425" y="75641"/>
                  </a:cubicBezTo>
                  <a:cubicBezTo>
                    <a:pt x="652128" y="113714"/>
                    <a:pt x="633818" y="144522"/>
                    <a:pt x="607238" y="170711"/>
                  </a:cubicBezTo>
                  <a:cubicBezTo>
                    <a:pt x="597365" y="180434"/>
                    <a:pt x="585500" y="188053"/>
                    <a:pt x="574045" y="195988"/>
                  </a:cubicBezTo>
                  <a:cubicBezTo>
                    <a:pt x="561956" y="204351"/>
                    <a:pt x="549476" y="201874"/>
                    <a:pt x="537630" y="196286"/>
                  </a:cubicBezTo>
                  <a:cubicBezTo>
                    <a:pt x="529937" y="192653"/>
                    <a:pt x="522952" y="191964"/>
                    <a:pt x="515538" y="195596"/>
                  </a:cubicBezTo>
                  <a:cubicBezTo>
                    <a:pt x="501904" y="202265"/>
                    <a:pt x="490933" y="212118"/>
                    <a:pt x="481955" y="224281"/>
                  </a:cubicBezTo>
                  <a:cubicBezTo>
                    <a:pt x="480409" y="226368"/>
                    <a:pt x="480483" y="227206"/>
                    <a:pt x="483221" y="228100"/>
                  </a:cubicBezTo>
                  <a:cubicBezTo>
                    <a:pt x="493931" y="231602"/>
                    <a:pt x="498495" y="240189"/>
                    <a:pt x="500693" y="250415"/>
                  </a:cubicBezTo>
                  <a:cubicBezTo>
                    <a:pt x="501121" y="252370"/>
                    <a:pt x="501326" y="254848"/>
                    <a:pt x="500507" y="256543"/>
                  </a:cubicBezTo>
                  <a:cubicBezTo>
                    <a:pt x="495571" y="266694"/>
                    <a:pt x="494546" y="278615"/>
                    <a:pt x="487803" y="287780"/>
                  </a:cubicBezTo>
                  <a:cubicBezTo>
                    <a:pt x="474113" y="306406"/>
                    <a:pt x="457945" y="321419"/>
                    <a:pt x="432333" y="319650"/>
                  </a:cubicBezTo>
                  <a:cubicBezTo>
                    <a:pt x="426261" y="319240"/>
                    <a:pt x="420449" y="317694"/>
                    <a:pt x="414787" y="315627"/>
                  </a:cubicBezTo>
                  <a:cubicBezTo>
                    <a:pt x="409758" y="313801"/>
                    <a:pt x="404542" y="313280"/>
                    <a:pt x="399289" y="312888"/>
                  </a:cubicBezTo>
                  <a:cubicBezTo>
                    <a:pt x="395192" y="312590"/>
                    <a:pt x="391485" y="313708"/>
                    <a:pt x="387536" y="317452"/>
                  </a:cubicBezTo>
                  <a:cubicBezTo>
                    <a:pt x="395322" y="318458"/>
                    <a:pt x="401059" y="323021"/>
                    <a:pt x="408770" y="322928"/>
                  </a:cubicBezTo>
                  <a:cubicBezTo>
                    <a:pt x="423988" y="322742"/>
                    <a:pt x="439374" y="320991"/>
                    <a:pt x="454424" y="323841"/>
                  </a:cubicBezTo>
                  <a:cubicBezTo>
                    <a:pt x="468636" y="326523"/>
                    <a:pt x="482830" y="329243"/>
                    <a:pt x="497228" y="330751"/>
                  </a:cubicBezTo>
                  <a:cubicBezTo>
                    <a:pt x="507510" y="331832"/>
                    <a:pt x="515892" y="327734"/>
                    <a:pt x="522840" y="320265"/>
                  </a:cubicBezTo>
                  <a:cubicBezTo>
                    <a:pt x="530626" y="311883"/>
                    <a:pt x="538002" y="303016"/>
                    <a:pt x="546477" y="295398"/>
                  </a:cubicBezTo>
                  <a:cubicBezTo>
                    <a:pt x="557989" y="285060"/>
                    <a:pt x="572462" y="280590"/>
                    <a:pt x="587605" y="280832"/>
                  </a:cubicBezTo>
                  <a:cubicBezTo>
                    <a:pt x="613757" y="281260"/>
                    <a:pt x="639965" y="283309"/>
                    <a:pt x="665669" y="287985"/>
                  </a:cubicBezTo>
                  <a:cubicBezTo>
                    <a:pt x="696348" y="293573"/>
                    <a:pt x="725237" y="304898"/>
                    <a:pt x="752712" y="319911"/>
                  </a:cubicBezTo>
                  <a:cubicBezTo>
                    <a:pt x="776852" y="333117"/>
                    <a:pt x="798962" y="348875"/>
                    <a:pt x="817197" y="369532"/>
                  </a:cubicBezTo>
                  <a:cubicBezTo>
                    <a:pt x="827833" y="381583"/>
                    <a:pt x="836606" y="395013"/>
                    <a:pt x="840704" y="410883"/>
                  </a:cubicBezTo>
                  <a:cubicBezTo>
                    <a:pt x="845044" y="427722"/>
                    <a:pt x="840797" y="443219"/>
                    <a:pt x="834930" y="459201"/>
                  </a:cubicBezTo>
                  <a:cubicBezTo>
                    <a:pt x="829193" y="474847"/>
                    <a:pt x="817849" y="480435"/>
                    <a:pt x="803414" y="483471"/>
                  </a:cubicBezTo>
                  <a:cubicBezTo>
                    <a:pt x="761802" y="492244"/>
                    <a:pt x="720245" y="490531"/>
                    <a:pt x="679006" y="481609"/>
                  </a:cubicBezTo>
                  <a:cubicBezTo>
                    <a:pt x="644807" y="474214"/>
                    <a:pt x="611131" y="464751"/>
                    <a:pt x="578050" y="453184"/>
                  </a:cubicBezTo>
                  <a:cubicBezTo>
                    <a:pt x="570301" y="450483"/>
                    <a:pt x="562124" y="448881"/>
                    <a:pt x="553611" y="445957"/>
                  </a:cubicBezTo>
                  <a:cubicBezTo>
                    <a:pt x="556517" y="454395"/>
                    <a:pt x="559479" y="462181"/>
                    <a:pt x="561863" y="470135"/>
                  </a:cubicBezTo>
                  <a:cubicBezTo>
                    <a:pt x="566128" y="484347"/>
                    <a:pt x="570841" y="498466"/>
                    <a:pt x="572871" y="513255"/>
                  </a:cubicBezTo>
                  <a:cubicBezTo>
                    <a:pt x="573672" y="519048"/>
                    <a:pt x="572909" y="524413"/>
                    <a:pt x="570170" y="529628"/>
                  </a:cubicBezTo>
                  <a:cubicBezTo>
                    <a:pt x="564564" y="540264"/>
                    <a:pt x="560019" y="551757"/>
                    <a:pt x="550277" y="559449"/>
                  </a:cubicBezTo>
                  <a:cubicBezTo>
                    <a:pt x="524014" y="580144"/>
                    <a:pt x="496018" y="586626"/>
                    <a:pt x="464855" y="569843"/>
                  </a:cubicBezTo>
                  <a:cubicBezTo>
                    <a:pt x="441460" y="557233"/>
                    <a:pt x="422070" y="540543"/>
                    <a:pt x="411732" y="515863"/>
                  </a:cubicBezTo>
                  <a:cubicBezTo>
                    <a:pt x="402959" y="494889"/>
                    <a:pt x="403611" y="473227"/>
                    <a:pt x="414470" y="452551"/>
                  </a:cubicBezTo>
                  <a:cubicBezTo>
                    <a:pt x="416575" y="448546"/>
                    <a:pt x="418661" y="444542"/>
                    <a:pt x="420915" y="440630"/>
                  </a:cubicBezTo>
                  <a:cubicBezTo>
                    <a:pt x="422591" y="437724"/>
                    <a:pt x="423132" y="434632"/>
                    <a:pt x="422740" y="431391"/>
                  </a:cubicBezTo>
                  <a:cubicBezTo>
                    <a:pt x="421232" y="419414"/>
                    <a:pt x="418847" y="407605"/>
                    <a:pt x="414899" y="396187"/>
                  </a:cubicBezTo>
                  <a:cubicBezTo>
                    <a:pt x="413762" y="392927"/>
                    <a:pt x="411304" y="390133"/>
                    <a:pt x="408714" y="385979"/>
                  </a:cubicBezTo>
                  <a:cubicBezTo>
                    <a:pt x="407988" y="390338"/>
                    <a:pt x="407597" y="393523"/>
                    <a:pt x="406926" y="396652"/>
                  </a:cubicBezTo>
                  <a:cubicBezTo>
                    <a:pt x="401804" y="420774"/>
                    <a:pt x="386567" y="437184"/>
                    <a:pt x="366227" y="449552"/>
                  </a:cubicBezTo>
                  <a:cubicBezTo>
                    <a:pt x="360118" y="453259"/>
                    <a:pt x="353747" y="456518"/>
                    <a:pt x="347489" y="459964"/>
                  </a:cubicBezTo>
                  <a:cubicBezTo>
                    <a:pt x="340261" y="463932"/>
                    <a:pt x="332196" y="465329"/>
                    <a:pt x="324280" y="466465"/>
                  </a:cubicBezTo>
                  <a:cubicBezTo>
                    <a:pt x="314482" y="467881"/>
                    <a:pt x="306771" y="462311"/>
                    <a:pt x="299152" y="456872"/>
                  </a:cubicBezTo>
                  <a:cubicBezTo>
                    <a:pt x="284698" y="446553"/>
                    <a:pt x="280097" y="431875"/>
                    <a:pt x="279781" y="415111"/>
                  </a:cubicBezTo>
                  <a:cubicBezTo>
                    <a:pt x="279743" y="413603"/>
                    <a:pt x="279706" y="412094"/>
                    <a:pt x="279669" y="410585"/>
                  </a:cubicBezTo>
                  <a:cubicBezTo>
                    <a:pt x="279632" y="408257"/>
                    <a:pt x="279259" y="406878"/>
                    <a:pt x="276447" y="408592"/>
                  </a:cubicBezTo>
                  <a:cubicBezTo>
                    <a:pt x="264358" y="415912"/>
                    <a:pt x="254672" y="425915"/>
                    <a:pt x="245713" y="436607"/>
                  </a:cubicBezTo>
                  <a:cubicBezTo>
                    <a:pt x="242043" y="440965"/>
                    <a:pt x="243533" y="446441"/>
                    <a:pt x="245061" y="451266"/>
                  </a:cubicBezTo>
                  <a:cubicBezTo>
                    <a:pt x="249475" y="465050"/>
                    <a:pt x="254448" y="478610"/>
                    <a:pt x="260223" y="491928"/>
                  </a:cubicBezTo>
                  <a:cubicBezTo>
                    <a:pt x="266630" y="506736"/>
                    <a:pt x="269834" y="522382"/>
                    <a:pt x="267189" y="538718"/>
                  </a:cubicBezTo>
                  <a:cubicBezTo>
                    <a:pt x="266556" y="542685"/>
                    <a:pt x="264805" y="546094"/>
                    <a:pt x="262588" y="549484"/>
                  </a:cubicBezTo>
                  <a:cubicBezTo>
                    <a:pt x="245862" y="575152"/>
                    <a:pt x="222876" y="595008"/>
                    <a:pt x="201158" y="616074"/>
                  </a:cubicBezTo>
                  <a:cubicBezTo>
                    <a:pt x="190913" y="626002"/>
                    <a:pt x="179383" y="634589"/>
                    <a:pt x="170312" y="645746"/>
                  </a:cubicBezTo>
                  <a:cubicBezTo>
                    <a:pt x="160961" y="657239"/>
                    <a:pt x="148072" y="663759"/>
                    <a:pt x="134865" y="669123"/>
                  </a:cubicBezTo>
                  <a:cubicBezTo>
                    <a:pt x="115344" y="677058"/>
                    <a:pt x="95470" y="684378"/>
                    <a:pt x="74217" y="686148"/>
                  </a:cubicBezTo>
                  <a:cubicBezTo>
                    <a:pt x="59315" y="687377"/>
                    <a:pt x="44265" y="689817"/>
                    <a:pt x="29662" y="683708"/>
                  </a:cubicBezTo>
                  <a:cubicBezTo>
                    <a:pt x="23571" y="681156"/>
                    <a:pt x="18635" y="677430"/>
                    <a:pt x="14872" y="671973"/>
                  </a:cubicBezTo>
                  <a:cubicBezTo>
                    <a:pt x="5298" y="658096"/>
                    <a:pt x="1349" y="642822"/>
                    <a:pt x="269" y="625928"/>
                  </a:cubicBezTo>
                  <a:cubicBezTo>
                    <a:pt x="-2022" y="589829"/>
                    <a:pt x="10588" y="558276"/>
                    <a:pt x="28079" y="528156"/>
                  </a:cubicBezTo>
                  <a:cubicBezTo>
                    <a:pt x="40931" y="506009"/>
                    <a:pt x="55758" y="485203"/>
                    <a:pt x="74645" y="467545"/>
                  </a:cubicBezTo>
                  <a:cubicBezTo>
                    <a:pt x="83865" y="458921"/>
                    <a:pt x="91782" y="449105"/>
                    <a:pt x="99661" y="439233"/>
                  </a:cubicBezTo>
                  <a:cubicBezTo>
                    <a:pt x="112811" y="422748"/>
                    <a:pt x="130097" y="414553"/>
                    <a:pt x="151350" y="415149"/>
                  </a:cubicBezTo>
                  <a:cubicBezTo>
                    <a:pt x="162042" y="415447"/>
                    <a:pt x="172677" y="416881"/>
                    <a:pt x="183406" y="415391"/>
                  </a:cubicBezTo>
                  <a:cubicBezTo>
                    <a:pt x="189143" y="414609"/>
                    <a:pt x="194992" y="414571"/>
                    <a:pt x="200841" y="415409"/>
                  </a:cubicBezTo>
                  <a:cubicBezTo>
                    <a:pt x="213507" y="417235"/>
                    <a:pt x="224068" y="411572"/>
                    <a:pt x="233959" y="404867"/>
                  </a:cubicBezTo>
                  <a:cubicBezTo>
                    <a:pt x="249978" y="393989"/>
                    <a:pt x="265531" y="382403"/>
                    <a:pt x="281550" y="371506"/>
                  </a:cubicBezTo>
                  <a:cubicBezTo>
                    <a:pt x="288256" y="366943"/>
                    <a:pt x="292410" y="360107"/>
                    <a:pt x="298277" y="354873"/>
                  </a:cubicBezTo>
                  <a:cubicBezTo>
                    <a:pt x="299674" y="353625"/>
                    <a:pt x="300978" y="352079"/>
                    <a:pt x="302617" y="351297"/>
                  </a:cubicBezTo>
                  <a:cubicBezTo>
                    <a:pt x="316755" y="344554"/>
                    <a:pt x="320759" y="330155"/>
                    <a:pt x="327893" y="318123"/>
                  </a:cubicBezTo>
                  <a:cubicBezTo>
                    <a:pt x="327521" y="317601"/>
                    <a:pt x="327428" y="317042"/>
                    <a:pt x="327577" y="316427"/>
                  </a:cubicBezTo>
                  <a:cubicBezTo>
                    <a:pt x="327856" y="315869"/>
                    <a:pt x="328322" y="315496"/>
                    <a:pt x="328936" y="315329"/>
                  </a:cubicBezTo>
                  <a:cubicBezTo>
                    <a:pt x="331302" y="315086"/>
                    <a:pt x="332308" y="316260"/>
                    <a:pt x="332308" y="318514"/>
                  </a:cubicBezTo>
                  <a:cubicBezTo>
                    <a:pt x="328136" y="328013"/>
                    <a:pt x="322473" y="336675"/>
                    <a:pt x="316922" y="345373"/>
                  </a:cubicBezTo>
                  <a:cubicBezTo>
                    <a:pt x="315022" y="348335"/>
                    <a:pt x="312210" y="350812"/>
                    <a:pt x="309006" y="352507"/>
                  </a:cubicBezTo>
                  <a:cubicBezTo>
                    <a:pt x="295297" y="359753"/>
                    <a:pt x="288926" y="372363"/>
                    <a:pt x="286058" y="386482"/>
                  </a:cubicBezTo>
                  <a:cubicBezTo>
                    <a:pt x="283338" y="399931"/>
                    <a:pt x="283152" y="413808"/>
                    <a:pt x="285425" y="427498"/>
                  </a:cubicBezTo>
                  <a:cubicBezTo>
                    <a:pt x="288070" y="443517"/>
                    <a:pt x="302841" y="458791"/>
                    <a:pt x="318859" y="461883"/>
                  </a:cubicBezTo>
                  <a:cubicBezTo>
                    <a:pt x="326142" y="463299"/>
                    <a:pt x="333332" y="461026"/>
                    <a:pt x="339740" y="458400"/>
                  </a:cubicBezTo>
                  <a:cubicBezTo>
                    <a:pt x="355964" y="451713"/>
                    <a:pt x="371312" y="443275"/>
                    <a:pt x="383848" y="430534"/>
                  </a:cubicBezTo>
                  <a:cubicBezTo>
                    <a:pt x="396831" y="417328"/>
                    <a:pt x="403574" y="401607"/>
                    <a:pt x="404673" y="383074"/>
                  </a:cubicBezTo>
                  <a:cubicBezTo>
                    <a:pt x="405380" y="371078"/>
                    <a:pt x="408230" y="359250"/>
                    <a:pt x="407932" y="347143"/>
                  </a:cubicBezTo>
                  <a:cubicBezTo>
                    <a:pt x="407858" y="344125"/>
                    <a:pt x="407709" y="341126"/>
                    <a:pt x="406870" y="338202"/>
                  </a:cubicBezTo>
                  <a:cubicBezTo>
                    <a:pt x="403685" y="327287"/>
                    <a:pt x="397203" y="322202"/>
                    <a:pt x="385841" y="322127"/>
                  </a:cubicBezTo>
                  <a:cubicBezTo>
                    <a:pt x="381110" y="322090"/>
                    <a:pt x="376528" y="320786"/>
                    <a:pt x="371778" y="321066"/>
                  </a:cubicBezTo>
                  <a:cubicBezTo>
                    <a:pt x="370083" y="320432"/>
                    <a:pt x="369785" y="318942"/>
                    <a:pt x="369543" y="317415"/>
                  </a:cubicBezTo>
                  <a:cubicBezTo>
                    <a:pt x="368667" y="308623"/>
                    <a:pt x="367717" y="300148"/>
                    <a:pt x="361477" y="292772"/>
                  </a:cubicBezTo>
                  <a:cubicBezTo>
                    <a:pt x="354176" y="284148"/>
                    <a:pt x="345272" y="281856"/>
                    <a:pt x="334785" y="282769"/>
                  </a:cubicBezTo>
                  <a:cubicBezTo>
                    <a:pt x="333481" y="282881"/>
                    <a:pt x="332196" y="283253"/>
                    <a:pt x="330892" y="283421"/>
                  </a:cubicBezTo>
                  <a:cubicBezTo>
                    <a:pt x="316512" y="285228"/>
                    <a:pt x="308168" y="293852"/>
                    <a:pt x="307032" y="308232"/>
                  </a:cubicBezTo>
                  <a:cubicBezTo>
                    <a:pt x="306827" y="310821"/>
                    <a:pt x="306491" y="313522"/>
                    <a:pt x="308354" y="315794"/>
                  </a:cubicBezTo>
                  <a:cubicBezTo>
                    <a:pt x="310273" y="317396"/>
                    <a:pt x="312564" y="316577"/>
                    <a:pt x="314687" y="316875"/>
                  </a:cubicBezTo>
                  <a:cubicBezTo>
                    <a:pt x="316792" y="317173"/>
                    <a:pt x="319306" y="316390"/>
                    <a:pt x="320275" y="319221"/>
                  </a:cubicBezTo>
                  <a:close/>
                </a:path>
              </a:pathLst>
            </a:custGeom>
            <a:solidFill>
              <a:srgbClr val="32382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B180FFD4-9AB0-B9C7-8663-B512A1723716}"/>
                </a:ext>
              </a:extLst>
            </p:cNvPr>
            <p:cNvSpPr/>
            <p:nvPr/>
          </p:nvSpPr>
          <p:spPr>
            <a:xfrm>
              <a:off x="1687301" y="4813444"/>
              <a:ext cx="272564" cy="294707"/>
            </a:xfrm>
            <a:custGeom>
              <a:avLst/>
              <a:gdLst>
                <a:gd name="csX0" fmla="*/ 133367 w 272564"/>
                <a:gd name="csY0" fmla="*/ 279125 h 294707"/>
                <a:gd name="csX1" fmla="*/ 129008 w 272564"/>
                <a:gd name="csY1" fmla="*/ 283744 h 294707"/>
                <a:gd name="csX2" fmla="*/ 97715 w 272564"/>
                <a:gd name="csY2" fmla="*/ 262733 h 294707"/>
                <a:gd name="csX3" fmla="*/ 86037 w 272564"/>
                <a:gd name="csY3" fmla="*/ 232335 h 294707"/>
                <a:gd name="csX4" fmla="*/ 88253 w 272564"/>
                <a:gd name="csY4" fmla="*/ 217284 h 294707"/>
                <a:gd name="csX5" fmla="*/ 82777 w 272564"/>
                <a:gd name="csY5" fmla="*/ 196143 h 294707"/>
                <a:gd name="csX6" fmla="*/ 44965 w 272564"/>
                <a:gd name="csY6" fmla="*/ 165372 h 294707"/>
                <a:gd name="csX7" fmla="*/ 5327 w 272564"/>
                <a:gd name="csY7" fmla="*/ 160920 h 294707"/>
                <a:gd name="csX8" fmla="*/ 0 w 272564"/>
                <a:gd name="csY8" fmla="*/ 158405 h 294707"/>
                <a:gd name="csX9" fmla="*/ 21737 w 272564"/>
                <a:gd name="csY9" fmla="*/ 155220 h 294707"/>
                <a:gd name="csX10" fmla="*/ 53533 w 272564"/>
                <a:gd name="csY10" fmla="*/ 166005 h 294707"/>
                <a:gd name="csX11" fmla="*/ 75755 w 272564"/>
                <a:gd name="csY11" fmla="*/ 183179 h 294707"/>
                <a:gd name="csX12" fmla="*/ 89427 w 272564"/>
                <a:gd name="csY12" fmla="*/ 196646 h 294707"/>
                <a:gd name="csX13" fmla="*/ 93748 w 272564"/>
                <a:gd name="csY13" fmla="*/ 218849 h 294707"/>
                <a:gd name="csX14" fmla="*/ 90730 w 272564"/>
                <a:gd name="csY14" fmla="*/ 242356 h 294707"/>
                <a:gd name="csX15" fmla="*/ 95033 w 272564"/>
                <a:gd name="csY15" fmla="*/ 252973 h 294707"/>
                <a:gd name="csX16" fmla="*/ 118037 w 272564"/>
                <a:gd name="csY16" fmla="*/ 270240 h 294707"/>
                <a:gd name="csX17" fmla="*/ 121856 w 272564"/>
                <a:gd name="csY17" fmla="*/ 268694 h 294707"/>
                <a:gd name="csX18" fmla="*/ 136794 w 272564"/>
                <a:gd name="csY18" fmla="*/ 251892 h 294707"/>
                <a:gd name="csX19" fmla="*/ 158587 w 272564"/>
                <a:gd name="csY19" fmla="*/ 244051 h 294707"/>
                <a:gd name="csX20" fmla="*/ 160879 w 272564"/>
                <a:gd name="csY20" fmla="*/ 237494 h 294707"/>
                <a:gd name="csX21" fmla="*/ 151267 w 272564"/>
                <a:gd name="csY21" fmla="*/ 218979 h 294707"/>
                <a:gd name="csX22" fmla="*/ 136571 w 272564"/>
                <a:gd name="csY22" fmla="*/ 212534 h 294707"/>
                <a:gd name="csX23" fmla="*/ 113492 w 272564"/>
                <a:gd name="csY23" fmla="*/ 208958 h 294707"/>
                <a:gd name="csX24" fmla="*/ 89296 w 272564"/>
                <a:gd name="csY24" fmla="*/ 195677 h 294707"/>
                <a:gd name="csX25" fmla="*/ 77878 w 272564"/>
                <a:gd name="csY25" fmla="*/ 182341 h 294707"/>
                <a:gd name="csX26" fmla="*/ 55340 w 272564"/>
                <a:gd name="csY26" fmla="*/ 132421 h 294707"/>
                <a:gd name="csX27" fmla="*/ 46604 w 272564"/>
                <a:gd name="csY27" fmla="*/ 92206 h 294707"/>
                <a:gd name="csX28" fmla="*/ 50404 w 272564"/>
                <a:gd name="csY28" fmla="*/ 48694 h 294707"/>
                <a:gd name="csX29" fmla="*/ 58767 w 272564"/>
                <a:gd name="csY29" fmla="*/ 24759 h 294707"/>
                <a:gd name="csX30" fmla="*/ 94512 w 272564"/>
                <a:gd name="csY30" fmla="*/ 1346 h 294707"/>
                <a:gd name="csX31" fmla="*/ 162387 w 272564"/>
                <a:gd name="csY31" fmla="*/ 25467 h 294707"/>
                <a:gd name="csX32" fmla="*/ 194407 w 272564"/>
                <a:gd name="csY32" fmla="*/ 80900 h 294707"/>
                <a:gd name="csX33" fmla="*/ 202826 w 272564"/>
                <a:gd name="csY33" fmla="*/ 172673 h 294707"/>
                <a:gd name="csX34" fmla="*/ 191780 w 272564"/>
                <a:gd name="csY34" fmla="*/ 197708 h 294707"/>
                <a:gd name="csX35" fmla="*/ 183789 w 272564"/>
                <a:gd name="csY35" fmla="*/ 210653 h 294707"/>
                <a:gd name="csX36" fmla="*/ 182783 w 272564"/>
                <a:gd name="csY36" fmla="*/ 224828 h 294707"/>
                <a:gd name="csX37" fmla="*/ 202919 w 272564"/>
                <a:gd name="csY37" fmla="*/ 286762 h 294707"/>
                <a:gd name="csX38" fmla="*/ 204148 w 272564"/>
                <a:gd name="csY38" fmla="*/ 289444 h 294707"/>
                <a:gd name="csX39" fmla="*/ 207687 w 272564"/>
                <a:gd name="csY39" fmla="*/ 280261 h 294707"/>
                <a:gd name="csX40" fmla="*/ 221210 w 272564"/>
                <a:gd name="csY40" fmla="*/ 248149 h 294707"/>
                <a:gd name="csX41" fmla="*/ 270031 w 272564"/>
                <a:gd name="csY41" fmla="*/ 222444 h 294707"/>
                <a:gd name="csX42" fmla="*/ 272564 w 272564"/>
                <a:gd name="csY42" fmla="*/ 223953 h 294707"/>
                <a:gd name="csX43" fmla="*/ 267665 w 272564"/>
                <a:gd name="csY43" fmla="*/ 226784 h 294707"/>
                <a:gd name="csX44" fmla="*/ 219571 w 272564"/>
                <a:gd name="csY44" fmla="*/ 254891 h 294707"/>
                <a:gd name="csX45" fmla="*/ 211487 w 272564"/>
                <a:gd name="csY45" fmla="*/ 276796 h 294707"/>
                <a:gd name="csX46" fmla="*/ 206179 w 272564"/>
                <a:gd name="csY46" fmla="*/ 292610 h 294707"/>
                <a:gd name="csX47" fmla="*/ 202192 w 272564"/>
                <a:gd name="csY47" fmla="*/ 294622 h 294707"/>
                <a:gd name="csX48" fmla="*/ 198449 w 272564"/>
                <a:gd name="csY48" fmla="*/ 291828 h 294707"/>
                <a:gd name="csX49" fmla="*/ 181368 w 272564"/>
                <a:gd name="csY49" fmla="*/ 232111 h 294707"/>
                <a:gd name="csX50" fmla="*/ 183063 w 272564"/>
                <a:gd name="csY50" fmla="*/ 203053 h 294707"/>
                <a:gd name="csX51" fmla="*/ 199659 w 272564"/>
                <a:gd name="csY51" fmla="*/ 166582 h 294707"/>
                <a:gd name="csX52" fmla="*/ 198393 w 272564"/>
                <a:gd name="csY52" fmla="*/ 114297 h 294707"/>
                <a:gd name="csX53" fmla="*/ 161866 w 272564"/>
                <a:gd name="csY53" fmla="*/ 30906 h 294707"/>
                <a:gd name="csX54" fmla="*/ 85049 w 272564"/>
                <a:gd name="csY54" fmla="*/ 7306 h 294707"/>
                <a:gd name="csX55" fmla="*/ 59438 w 272564"/>
                <a:gd name="csY55" fmla="*/ 33123 h 294707"/>
                <a:gd name="csX56" fmla="*/ 50366 w 272564"/>
                <a:gd name="csY56" fmla="*/ 88853 h 294707"/>
                <a:gd name="csX57" fmla="*/ 60816 w 272564"/>
                <a:gd name="csY57" fmla="*/ 138475 h 294707"/>
                <a:gd name="csX58" fmla="*/ 76667 w 272564"/>
                <a:gd name="csY58" fmla="*/ 173232 h 294707"/>
                <a:gd name="csX59" fmla="*/ 108482 w 272564"/>
                <a:gd name="csY59" fmla="*/ 200110 h 294707"/>
                <a:gd name="csX60" fmla="*/ 111015 w 272564"/>
                <a:gd name="csY60" fmla="*/ 201340 h 294707"/>
                <a:gd name="csX61" fmla="*/ 138638 w 272564"/>
                <a:gd name="csY61" fmla="*/ 206779 h 294707"/>
                <a:gd name="csX62" fmla="*/ 153763 w 272564"/>
                <a:gd name="csY62" fmla="*/ 213056 h 294707"/>
                <a:gd name="csX63" fmla="*/ 161381 w 272564"/>
                <a:gd name="csY63" fmla="*/ 225554 h 294707"/>
                <a:gd name="csX64" fmla="*/ 177494 w 272564"/>
                <a:gd name="csY64" fmla="*/ 262193 h 294707"/>
                <a:gd name="csX65" fmla="*/ 175948 w 272564"/>
                <a:gd name="csY65" fmla="*/ 266999 h 294707"/>
                <a:gd name="csX66" fmla="*/ 172334 w 272564"/>
                <a:gd name="csY66" fmla="*/ 263199 h 294707"/>
                <a:gd name="csX67" fmla="*/ 167864 w 272564"/>
                <a:gd name="csY67" fmla="*/ 252265 h 294707"/>
                <a:gd name="csX68" fmla="*/ 160748 w 272564"/>
                <a:gd name="csY68" fmla="*/ 248838 h 294707"/>
                <a:gd name="csX69" fmla="*/ 136981 w 272564"/>
                <a:gd name="csY69" fmla="*/ 257536 h 294707"/>
                <a:gd name="csX70" fmla="*/ 127090 w 272564"/>
                <a:gd name="csY70" fmla="*/ 269066 h 294707"/>
                <a:gd name="csX71" fmla="*/ 131504 w 272564"/>
                <a:gd name="csY71" fmla="*/ 277877 h 294707"/>
                <a:gd name="csX72" fmla="*/ 133367 w 272564"/>
                <a:gd name="csY72" fmla="*/ 279125 h 294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</a:cxnLst>
              <a:rect l="l" t="t" r="r" b="b"/>
              <a:pathLst>
                <a:path w="272564" h="294707">
                  <a:moveTo>
                    <a:pt x="133367" y="279125"/>
                  </a:moveTo>
                  <a:cubicBezTo>
                    <a:pt x="131597" y="280354"/>
                    <a:pt x="129846" y="281621"/>
                    <a:pt x="129008" y="283744"/>
                  </a:cubicBezTo>
                  <a:cubicBezTo>
                    <a:pt x="118205" y="277299"/>
                    <a:pt x="108072" y="269867"/>
                    <a:pt x="97715" y="262733"/>
                  </a:cubicBezTo>
                  <a:cubicBezTo>
                    <a:pt x="86502" y="255003"/>
                    <a:pt x="83913" y="244777"/>
                    <a:pt x="86037" y="232335"/>
                  </a:cubicBezTo>
                  <a:cubicBezTo>
                    <a:pt x="86893" y="227343"/>
                    <a:pt x="87452" y="222295"/>
                    <a:pt x="88253" y="217284"/>
                  </a:cubicBezTo>
                  <a:cubicBezTo>
                    <a:pt x="89520" y="209331"/>
                    <a:pt x="87601" y="202364"/>
                    <a:pt x="82777" y="196143"/>
                  </a:cubicBezTo>
                  <a:cubicBezTo>
                    <a:pt x="72569" y="182955"/>
                    <a:pt x="58525" y="174499"/>
                    <a:pt x="44965" y="165372"/>
                  </a:cubicBezTo>
                  <a:cubicBezTo>
                    <a:pt x="32373" y="156897"/>
                    <a:pt x="18962" y="158722"/>
                    <a:pt x="5327" y="160920"/>
                  </a:cubicBezTo>
                  <a:cubicBezTo>
                    <a:pt x="3297" y="160622"/>
                    <a:pt x="726" y="161460"/>
                    <a:pt x="0" y="158405"/>
                  </a:cubicBezTo>
                  <a:cubicBezTo>
                    <a:pt x="7246" y="157325"/>
                    <a:pt x="14454" y="156021"/>
                    <a:pt x="21737" y="155220"/>
                  </a:cubicBezTo>
                  <a:cubicBezTo>
                    <a:pt x="33938" y="153898"/>
                    <a:pt x="43866" y="159616"/>
                    <a:pt x="53533" y="166005"/>
                  </a:cubicBezTo>
                  <a:cubicBezTo>
                    <a:pt x="61375" y="171183"/>
                    <a:pt x="68434" y="177349"/>
                    <a:pt x="75755" y="183179"/>
                  </a:cubicBezTo>
                  <a:cubicBezTo>
                    <a:pt x="82460" y="185489"/>
                    <a:pt x="85105" y="191915"/>
                    <a:pt x="89427" y="196646"/>
                  </a:cubicBezTo>
                  <a:cubicBezTo>
                    <a:pt x="93990" y="203426"/>
                    <a:pt x="94735" y="210933"/>
                    <a:pt x="93748" y="218849"/>
                  </a:cubicBezTo>
                  <a:cubicBezTo>
                    <a:pt x="92761" y="226691"/>
                    <a:pt x="90768" y="234383"/>
                    <a:pt x="90730" y="242356"/>
                  </a:cubicBezTo>
                  <a:cubicBezTo>
                    <a:pt x="90712" y="246584"/>
                    <a:pt x="91997" y="250011"/>
                    <a:pt x="95033" y="252973"/>
                  </a:cubicBezTo>
                  <a:cubicBezTo>
                    <a:pt x="101944" y="259753"/>
                    <a:pt x="110009" y="264968"/>
                    <a:pt x="118037" y="270240"/>
                  </a:cubicBezTo>
                  <a:cubicBezTo>
                    <a:pt x="120105" y="271600"/>
                    <a:pt x="121483" y="271581"/>
                    <a:pt x="121856" y="268694"/>
                  </a:cubicBezTo>
                  <a:cubicBezTo>
                    <a:pt x="122973" y="259678"/>
                    <a:pt x="129139" y="255134"/>
                    <a:pt x="136794" y="251892"/>
                  </a:cubicBezTo>
                  <a:cubicBezTo>
                    <a:pt x="143910" y="248875"/>
                    <a:pt x="151323" y="246677"/>
                    <a:pt x="158587" y="244051"/>
                  </a:cubicBezTo>
                  <a:cubicBezTo>
                    <a:pt x="162611" y="242598"/>
                    <a:pt x="162965" y="240921"/>
                    <a:pt x="160879" y="237494"/>
                  </a:cubicBezTo>
                  <a:cubicBezTo>
                    <a:pt x="157265" y="231552"/>
                    <a:pt x="155309" y="224735"/>
                    <a:pt x="151267" y="218979"/>
                  </a:cubicBezTo>
                  <a:cubicBezTo>
                    <a:pt x="147616" y="213782"/>
                    <a:pt x="143463" y="210597"/>
                    <a:pt x="136571" y="212534"/>
                  </a:cubicBezTo>
                  <a:cubicBezTo>
                    <a:pt x="128449" y="214825"/>
                    <a:pt x="120924" y="213727"/>
                    <a:pt x="113492" y="208958"/>
                  </a:cubicBezTo>
                  <a:cubicBezTo>
                    <a:pt x="105781" y="204003"/>
                    <a:pt x="96635" y="201452"/>
                    <a:pt x="89296" y="195677"/>
                  </a:cubicBezTo>
                  <a:cubicBezTo>
                    <a:pt x="85236" y="191449"/>
                    <a:pt x="81566" y="186886"/>
                    <a:pt x="77878" y="182341"/>
                  </a:cubicBezTo>
                  <a:cubicBezTo>
                    <a:pt x="65976" y="167700"/>
                    <a:pt x="60239" y="150154"/>
                    <a:pt x="55340" y="132421"/>
                  </a:cubicBezTo>
                  <a:cubicBezTo>
                    <a:pt x="51689" y="119215"/>
                    <a:pt x="48765" y="105748"/>
                    <a:pt x="46604" y="92206"/>
                  </a:cubicBezTo>
                  <a:cubicBezTo>
                    <a:pt x="44276" y="77547"/>
                    <a:pt x="46175" y="62944"/>
                    <a:pt x="50404" y="48694"/>
                  </a:cubicBezTo>
                  <a:cubicBezTo>
                    <a:pt x="52807" y="40592"/>
                    <a:pt x="55023" y="32415"/>
                    <a:pt x="58767" y="24759"/>
                  </a:cubicBezTo>
                  <a:cubicBezTo>
                    <a:pt x="66069" y="9895"/>
                    <a:pt x="79256" y="4084"/>
                    <a:pt x="94512" y="1346"/>
                  </a:cubicBezTo>
                  <a:cubicBezTo>
                    <a:pt x="121744" y="-3535"/>
                    <a:pt x="144915" y="4940"/>
                    <a:pt x="162387" y="25467"/>
                  </a:cubicBezTo>
                  <a:cubicBezTo>
                    <a:pt x="176246" y="41747"/>
                    <a:pt x="187161" y="60448"/>
                    <a:pt x="194407" y="80900"/>
                  </a:cubicBezTo>
                  <a:cubicBezTo>
                    <a:pt x="204986" y="110777"/>
                    <a:pt x="207687" y="141362"/>
                    <a:pt x="202826" y="172673"/>
                  </a:cubicBezTo>
                  <a:cubicBezTo>
                    <a:pt x="201373" y="182043"/>
                    <a:pt x="197070" y="190052"/>
                    <a:pt x="191780" y="197708"/>
                  </a:cubicBezTo>
                  <a:cubicBezTo>
                    <a:pt x="188893" y="201880"/>
                    <a:pt x="186155" y="206183"/>
                    <a:pt x="183789" y="210653"/>
                  </a:cubicBezTo>
                  <a:cubicBezTo>
                    <a:pt x="181405" y="215124"/>
                    <a:pt x="180343" y="220525"/>
                    <a:pt x="182783" y="224828"/>
                  </a:cubicBezTo>
                  <a:cubicBezTo>
                    <a:pt x="193736" y="244144"/>
                    <a:pt x="197312" y="265751"/>
                    <a:pt x="202919" y="286762"/>
                  </a:cubicBezTo>
                  <a:cubicBezTo>
                    <a:pt x="203142" y="287600"/>
                    <a:pt x="203645" y="288363"/>
                    <a:pt x="204148" y="289444"/>
                  </a:cubicBezTo>
                  <a:cubicBezTo>
                    <a:pt x="207780" y="287041"/>
                    <a:pt x="208209" y="283409"/>
                    <a:pt x="207687" y="280261"/>
                  </a:cubicBezTo>
                  <a:cubicBezTo>
                    <a:pt x="205415" y="266589"/>
                    <a:pt x="211059" y="256177"/>
                    <a:pt x="221210" y="248149"/>
                  </a:cubicBezTo>
                  <a:cubicBezTo>
                    <a:pt x="235814" y="236581"/>
                    <a:pt x="250734" y="225238"/>
                    <a:pt x="270031" y="222444"/>
                  </a:cubicBezTo>
                  <a:cubicBezTo>
                    <a:pt x="270515" y="223543"/>
                    <a:pt x="271521" y="223804"/>
                    <a:pt x="272564" y="223953"/>
                  </a:cubicBezTo>
                  <a:cubicBezTo>
                    <a:pt x="272042" y="226784"/>
                    <a:pt x="269491" y="226374"/>
                    <a:pt x="267665" y="226784"/>
                  </a:cubicBezTo>
                  <a:cubicBezTo>
                    <a:pt x="248685" y="231124"/>
                    <a:pt x="233597" y="242356"/>
                    <a:pt x="219571" y="254891"/>
                  </a:cubicBezTo>
                  <a:cubicBezTo>
                    <a:pt x="213536" y="260293"/>
                    <a:pt x="210295" y="267986"/>
                    <a:pt x="211487" y="276796"/>
                  </a:cubicBezTo>
                  <a:cubicBezTo>
                    <a:pt x="212307" y="282831"/>
                    <a:pt x="211208" y="288438"/>
                    <a:pt x="206179" y="292610"/>
                  </a:cubicBezTo>
                  <a:cubicBezTo>
                    <a:pt x="205005" y="293579"/>
                    <a:pt x="203701" y="294399"/>
                    <a:pt x="202192" y="294622"/>
                  </a:cubicBezTo>
                  <a:cubicBezTo>
                    <a:pt x="200069" y="294939"/>
                    <a:pt x="198933" y="294454"/>
                    <a:pt x="198449" y="291828"/>
                  </a:cubicBezTo>
                  <a:cubicBezTo>
                    <a:pt x="194798" y="271357"/>
                    <a:pt x="192060" y="250626"/>
                    <a:pt x="181368" y="232111"/>
                  </a:cubicBezTo>
                  <a:cubicBezTo>
                    <a:pt x="175649" y="222202"/>
                    <a:pt x="175985" y="212292"/>
                    <a:pt x="183063" y="203053"/>
                  </a:cubicBezTo>
                  <a:cubicBezTo>
                    <a:pt x="191408" y="192157"/>
                    <a:pt x="198225" y="180701"/>
                    <a:pt x="199659" y="166582"/>
                  </a:cubicBezTo>
                  <a:cubicBezTo>
                    <a:pt x="201429" y="149073"/>
                    <a:pt x="200833" y="131751"/>
                    <a:pt x="198393" y="114297"/>
                  </a:cubicBezTo>
                  <a:cubicBezTo>
                    <a:pt x="193997" y="82986"/>
                    <a:pt x="180772" y="55437"/>
                    <a:pt x="161866" y="30906"/>
                  </a:cubicBezTo>
                  <a:cubicBezTo>
                    <a:pt x="144096" y="7828"/>
                    <a:pt x="114163" y="-2752"/>
                    <a:pt x="85049" y="7306"/>
                  </a:cubicBezTo>
                  <a:cubicBezTo>
                    <a:pt x="72048" y="11795"/>
                    <a:pt x="64057" y="20587"/>
                    <a:pt x="59438" y="33123"/>
                  </a:cubicBezTo>
                  <a:cubicBezTo>
                    <a:pt x="52807" y="51135"/>
                    <a:pt x="47964" y="69575"/>
                    <a:pt x="50366" y="88853"/>
                  </a:cubicBezTo>
                  <a:cubicBezTo>
                    <a:pt x="52471" y="105617"/>
                    <a:pt x="55396" y="122381"/>
                    <a:pt x="60816" y="138475"/>
                  </a:cubicBezTo>
                  <a:cubicBezTo>
                    <a:pt x="64895" y="150564"/>
                    <a:pt x="68695" y="162876"/>
                    <a:pt x="76667" y="173232"/>
                  </a:cubicBezTo>
                  <a:cubicBezTo>
                    <a:pt x="85329" y="184501"/>
                    <a:pt x="94419" y="195249"/>
                    <a:pt x="108482" y="200110"/>
                  </a:cubicBezTo>
                  <a:cubicBezTo>
                    <a:pt x="109376" y="200408"/>
                    <a:pt x="110233" y="200837"/>
                    <a:pt x="111015" y="201340"/>
                  </a:cubicBezTo>
                  <a:cubicBezTo>
                    <a:pt x="119509" y="206816"/>
                    <a:pt x="128245" y="209778"/>
                    <a:pt x="138638" y="206779"/>
                  </a:cubicBezTo>
                  <a:cubicBezTo>
                    <a:pt x="144692" y="205028"/>
                    <a:pt x="149907" y="207636"/>
                    <a:pt x="153763" y="213056"/>
                  </a:cubicBezTo>
                  <a:cubicBezTo>
                    <a:pt x="156632" y="217061"/>
                    <a:pt x="159221" y="221159"/>
                    <a:pt x="161381" y="225554"/>
                  </a:cubicBezTo>
                  <a:cubicBezTo>
                    <a:pt x="167286" y="237531"/>
                    <a:pt x="173750" y="249266"/>
                    <a:pt x="177494" y="262193"/>
                  </a:cubicBezTo>
                  <a:cubicBezTo>
                    <a:pt x="177680" y="264018"/>
                    <a:pt x="177810" y="265844"/>
                    <a:pt x="175948" y="266999"/>
                  </a:cubicBezTo>
                  <a:cubicBezTo>
                    <a:pt x="173563" y="266868"/>
                    <a:pt x="173135" y="264819"/>
                    <a:pt x="172334" y="263199"/>
                  </a:cubicBezTo>
                  <a:cubicBezTo>
                    <a:pt x="170583" y="259660"/>
                    <a:pt x="169242" y="255953"/>
                    <a:pt x="167864" y="252265"/>
                  </a:cubicBezTo>
                  <a:cubicBezTo>
                    <a:pt x="166616" y="248912"/>
                    <a:pt x="164231" y="247571"/>
                    <a:pt x="160748" y="248838"/>
                  </a:cubicBezTo>
                  <a:cubicBezTo>
                    <a:pt x="152813" y="251706"/>
                    <a:pt x="144617" y="253867"/>
                    <a:pt x="136981" y="257536"/>
                  </a:cubicBezTo>
                  <a:cubicBezTo>
                    <a:pt x="131989" y="259939"/>
                    <a:pt x="128431" y="263534"/>
                    <a:pt x="127090" y="269066"/>
                  </a:cubicBezTo>
                  <a:cubicBezTo>
                    <a:pt x="125655" y="274971"/>
                    <a:pt x="125898" y="275548"/>
                    <a:pt x="131504" y="277877"/>
                  </a:cubicBezTo>
                  <a:cubicBezTo>
                    <a:pt x="132193" y="278231"/>
                    <a:pt x="132864" y="278529"/>
                    <a:pt x="133367" y="279125"/>
                  </a:cubicBezTo>
                  <a:close/>
                </a:path>
              </a:pathLst>
            </a:custGeom>
            <a:solidFill>
              <a:srgbClr val="3C44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332F76FD-37C1-BD95-547E-1D950C631670}"/>
                </a:ext>
              </a:extLst>
            </p:cNvPr>
            <p:cNvSpPr/>
            <p:nvPr/>
          </p:nvSpPr>
          <p:spPr>
            <a:xfrm>
              <a:off x="1629077" y="5011338"/>
              <a:ext cx="136419" cy="111786"/>
            </a:xfrm>
            <a:custGeom>
              <a:avLst/>
              <a:gdLst>
                <a:gd name="csX0" fmla="*/ 133979 w 136419"/>
                <a:gd name="csY0" fmla="*/ 77953 h 111786"/>
                <a:gd name="csX1" fmla="*/ 136419 w 136419"/>
                <a:gd name="csY1" fmla="*/ 79163 h 111786"/>
                <a:gd name="csX2" fmla="*/ 126212 w 136419"/>
                <a:gd name="csY2" fmla="*/ 89240 h 111786"/>
                <a:gd name="csX3" fmla="*/ 100824 w 136419"/>
                <a:gd name="csY3" fmla="*/ 109655 h 111786"/>
                <a:gd name="csX4" fmla="*/ 75212 w 136419"/>
                <a:gd name="csY4" fmla="*/ 110884 h 111786"/>
                <a:gd name="csX5" fmla="*/ 45018 w 136419"/>
                <a:gd name="csY5" fmla="*/ 104570 h 111786"/>
                <a:gd name="csX6" fmla="*/ 11565 w 136419"/>
                <a:gd name="csY6" fmla="*/ 74730 h 111786"/>
                <a:gd name="csX7" fmla="*/ 6517 w 136419"/>
                <a:gd name="csY7" fmla="*/ 65305 h 111786"/>
                <a:gd name="csX8" fmla="*/ 2084 w 136419"/>
                <a:gd name="csY8" fmla="*/ 23935 h 111786"/>
                <a:gd name="csX9" fmla="*/ 7765 w 136419"/>
                <a:gd name="csY9" fmla="*/ 0 h 111786"/>
                <a:gd name="csX10" fmla="*/ 9646 w 136419"/>
                <a:gd name="csY10" fmla="*/ 2645 h 111786"/>
                <a:gd name="csX11" fmla="*/ 5083 w 136419"/>
                <a:gd name="csY11" fmla="*/ 32150 h 111786"/>
                <a:gd name="csX12" fmla="*/ 11043 w 136419"/>
                <a:gd name="csY12" fmla="*/ 65771 h 111786"/>
                <a:gd name="csX13" fmla="*/ 41144 w 136419"/>
                <a:gd name="csY13" fmla="*/ 98498 h 111786"/>
                <a:gd name="csX14" fmla="*/ 55505 w 136419"/>
                <a:gd name="csY14" fmla="*/ 103247 h 111786"/>
                <a:gd name="csX15" fmla="*/ 84544 w 136419"/>
                <a:gd name="csY15" fmla="*/ 107196 h 111786"/>
                <a:gd name="csX16" fmla="*/ 119823 w 136419"/>
                <a:gd name="csY16" fmla="*/ 90954 h 111786"/>
                <a:gd name="csX17" fmla="*/ 124982 w 136419"/>
                <a:gd name="csY17" fmla="*/ 83559 h 111786"/>
                <a:gd name="csX18" fmla="*/ 133979 w 136419"/>
                <a:gd name="csY18" fmla="*/ 77953 h 111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6419" h="111786">
                  <a:moveTo>
                    <a:pt x="133979" y="77953"/>
                  </a:moveTo>
                  <a:cubicBezTo>
                    <a:pt x="134482" y="78958"/>
                    <a:pt x="135507" y="78958"/>
                    <a:pt x="136419" y="79163"/>
                  </a:cubicBezTo>
                  <a:cubicBezTo>
                    <a:pt x="131763" y="81249"/>
                    <a:pt x="128875" y="85012"/>
                    <a:pt x="126212" y="89240"/>
                  </a:cubicBezTo>
                  <a:cubicBezTo>
                    <a:pt x="120121" y="98926"/>
                    <a:pt x="111627" y="106153"/>
                    <a:pt x="100824" y="109655"/>
                  </a:cubicBezTo>
                  <a:cubicBezTo>
                    <a:pt x="92628" y="112319"/>
                    <a:pt x="83929" y="112188"/>
                    <a:pt x="75212" y="110884"/>
                  </a:cubicBezTo>
                  <a:cubicBezTo>
                    <a:pt x="64986" y="109338"/>
                    <a:pt x="54257" y="109022"/>
                    <a:pt x="45018" y="104570"/>
                  </a:cubicBezTo>
                  <a:cubicBezTo>
                    <a:pt x="31253" y="97939"/>
                    <a:pt x="18848" y="89017"/>
                    <a:pt x="11565" y="74730"/>
                  </a:cubicBezTo>
                  <a:cubicBezTo>
                    <a:pt x="9944" y="71545"/>
                    <a:pt x="8435" y="68285"/>
                    <a:pt x="6517" y="65305"/>
                  </a:cubicBezTo>
                  <a:cubicBezTo>
                    <a:pt x="-1865" y="52229"/>
                    <a:pt x="-748" y="38185"/>
                    <a:pt x="2084" y="23935"/>
                  </a:cubicBezTo>
                  <a:cubicBezTo>
                    <a:pt x="3686" y="15889"/>
                    <a:pt x="3332" y="7376"/>
                    <a:pt x="7765" y="0"/>
                  </a:cubicBezTo>
                  <a:cubicBezTo>
                    <a:pt x="9385" y="168"/>
                    <a:pt x="9460" y="1453"/>
                    <a:pt x="9646" y="2645"/>
                  </a:cubicBezTo>
                  <a:cubicBezTo>
                    <a:pt x="7821" y="12443"/>
                    <a:pt x="6964" y="22408"/>
                    <a:pt x="5083" y="32150"/>
                  </a:cubicBezTo>
                  <a:cubicBezTo>
                    <a:pt x="2736" y="44387"/>
                    <a:pt x="5939" y="54855"/>
                    <a:pt x="11043" y="65771"/>
                  </a:cubicBezTo>
                  <a:cubicBezTo>
                    <a:pt x="17730" y="80095"/>
                    <a:pt x="28403" y="90078"/>
                    <a:pt x="41144" y="98498"/>
                  </a:cubicBezTo>
                  <a:cubicBezTo>
                    <a:pt x="45521" y="101385"/>
                    <a:pt x="50550" y="102372"/>
                    <a:pt x="55505" y="103247"/>
                  </a:cubicBezTo>
                  <a:cubicBezTo>
                    <a:pt x="65116" y="104961"/>
                    <a:pt x="74746" y="106451"/>
                    <a:pt x="84544" y="107196"/>
                  </a:cubicBezTo>
                  <a:cubicBezTo>
                    <a:pt x="99576" y="108351"/>
                    <a:pt x="110659" y="101981"/>
                    <a:pt x="119823" y="90954"/>
                  </a:cubicBezTo>
                  <a:cubicBezTo>
                    <a:pt x="121760" y="88626"/>
                    <a:pt x="123008" y="85794"/>
                    <a:pt x="124982" y="83559"/>
                  </a:cubicBezTo>
                  <a:cubicBezTo>
                    <a:pt x="127404" y="80877"/>
                    <a:pt x="129378" y="77226"/>
                    <a:pt x="133979" y="77953"/>
                  </a:cubicBezTo>
                  <a:close/>
                </a:path>
              </a:pathLst>
            </a:custGeom>
            <a:solidFill>
              <a:srgbClr val="434D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CDEF888C-0495-5B21-ED43-B3C27185F66C}"/>
                </a:ext>
              </a:extLst>
            </p:cNvPr>
            <p:cNvSpPr/>
            <p:nvPr/>
          </p:nvSpPr>
          <p:spPr>
            <a:xfrm>
              <a:off x="1636860" y="4971850"/>
              <a:ext cx="56162" cy="41760"/>
            </a:xfrm>
            <a:custGeom>
              <a:avLst/>
              <a:gdLst>
                <a:gd name="csX0" fmla="*/ 857 w 56162"/>
                <a:gd name="csY0" fmla="*/ 41761 h 41760"/>
                <a:gd name="csX1" fmla="*/ 0 w 56162"/>
                <a:gd name="csY1" fmla="*/ 39507 h 41760"/>
                <a:gd name="csX2" fmla="*/ 50478 w 56162"/>
                <a:gd name="csY2" fmla="*/ 0 h 41760"/>
                <a:gd name="csX3" fmla="*/ 56159 w 56162"/>
                <a:gd name="csY3" fmla="*/ 1099 h 41760"/>
                <a:gd name="csX4" fmla="*/ 53030 w 56162"/>
                <a:gd name="csY4" fmla="*/ 3483 h 41760"/>
                <a:gd name="csX5" fmla="*/ 5346 w 56162"/>
                <a:gd name="csY5" fmla="*/ 37272 h 41760"/>
                <a:gd name="csX6" fmla="*/ 857 w 56162"/>
                <a:gd name="csY6" fmla="*/ 41761 h 41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162" h="41760">
                  <a:moveTo>
                    <a:pt x="857" y="41761"/>
                  </a:moveTo>
                  <a:cubicBezTo>
                    <a:pt x="577" y="41016"/>
                    <a:pt x="279" y="40271"/>
                    <a:pt x="0" y="39507"/>
                  </a:cubicBezTo>
                  <a:cubicBezTo>
                    <a:pt x="11213" y="19167"/>
                    <a:pt x="28573" y="6668"/>
                    <a:pt x="50478" y="0"/>
                  </a:cubicBezTo>
                  <a:cubicBezTo>
                    <a:pt x="52099" y="1751"/>
                    <a:pt x="54297" y="615"/>
                    <a:pt x="56159" y="1099"/>
                  </a:cubicBezTo>
                  <a:cubicBezTo>
                    <a:pt x="56253" y="3371"/>
                    <a:pt x="54371" y="3148"/>
                    <a:pt x="53030" y="3483"/>
                  </a:cubicBezTo>
                  <a:cubicBezTo>
                    <a:pt x="32783" y="8624"/>
                    <a:pt x="17099" y="20154"/>
                    <a:pt x="5346" y="37272"/>
                  </a:cubicBezTo>
                  <a:cubicBezTo>
                    <a:pt x="4172" y="39004"/>
                    <a:pt x="3763" y="41705"/>
                    <a:pt x="857" y="41761"/>
                  </a:cubicBezTo>
                  <a:close/>
                </a:path>
              </a:pathLst>
            </a:custGeom>
            <a:solidFill>
              <a:srgbClr val="56654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22F6883B-6A57-D0A5-C3A4-87B167887C99}"/>
                </a:ext>
              </a:extLst>
            </p:cNvPr>
            <p:cNvSpPr/>
            <p:nvPr/>
          </p:nvSpPr>
          <p:spPr>
            <a:xfrm>
              <a:off x="1763074" y="4995748"/>
              <a:ext cx="13783" cy="14323"/>
            </a:xfrm>
            <a:custGeom>
              <a:avLst/>
              <a:gdLst>
                <a:gd name="csX0" fmla="*/ 12499 w 13783"/>
                <a:gd name="csY0" fmla="*/ 14324 h 14323"/>
                <a:gd name="csX1" fmla="*/ 0 w 13783"/>
                <a:gd name="csY1" fmla="*/ 857 h 14323"/>
                <a:gd name="csX2" fmla="*/ 2086 w 13783"/>
                <a:gd name="csY2" fmla="*/ 0 h 14323"/>
                <a:gd name="csX3" fmla="*/ 13784 w 13783"/>
                <a:gd name="csY3" fmla="*/ 11977 h 14323"/>
                <a:gd name="csX4" fmla="*/ 12499 w 13783"/>
                <a:gd name="csY4" fmla="*/ 14324 h 1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83" h="14323">
                  <a:moveTo>
                    <a:pt x="12499" y="14324"/>
                  </a:moveTo>
                  <a:cubicBezTo>
                    <a:pt x="8568" y="9611"/>
                    <a:pt x="4675" y="4880"/>
                    <a:pt x="0" y="857"/>
                  </a:cubicBezTo>
                  <a:cubicBezTo>
                    <a:pt x="689" y="577"/>
                    <a:pt x="1397" y="279"/>
                    <a:pt x="2086" y="0"/>
                  </a:cubicBezTo>
                  <a:cubicBezTo>
                    <a:pt x="7022" y="2980"/>
                    <a:pt x="9723" y="8140"/>
                    <a:pt x="13784" y="11977"/>
                  </a:cubicBezTo>
                  <a:cubicBezTo>
                    <a:pt x="13635" y="12908"/>
                    <a:pt x="13393" y="13802"/>
                    <a:pt x="12499" y="14324"/>
                  </a:cubicBezTo>
                  <a:close/>
                </a:path>
              </a:pathLst>
            </a:custGeom>
            <a:solidFill>
              <a:srgbClr val="BABAB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2E8012AF-DF92-9359-3C6D-82D5E665C2BD}"/>
                </a:ext>
              </a:extLst>
            </p:cNvPr>
            <p:cNvSpPr/>
            <p:nvPr/>
          </p:nvSpPr>
          <p:spPr>
            <a:xfrm>
              <a:off x="1811690" y="5124260"/>
              <a:ext cx="21327" cy="4277"/>
            </a:xfrm>
            <a:custGeom>
              <a:avLst/>
              <a:gdLst>
                <a:gd name="csX0" fmla="*/ 13672 w 21327"/>
                <a:gd name="csY0" fmla="*/ 4277 h 4277"/>
                <a:gd name="csX1" fmla="*/ 0 w 21327"/>
                <a:gd name="csY1" fmla="*/ 2284 h 4277"/>
                <a:gd name="csX2" fmla="*/ 21328 w 21327"/>
                <a:gd name="csY2" fmla="*/ 1036 h 4277"/>
                <a:gd name="csX3" fmla="*/ 21328 w 21327"/>
                <a:gd name="csY3" fmla="*/ 3234 h 4277"/>
                <a:gd name="csX4" fmla="*/ 13672 w 21327"/>
                <a:gd name="csY4" fmla="*/ 4277 h 4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27" h="4277">
                  <a:moveTo>
                    <a:pt x="13672" y="4277"/>
                  </a:moveTo>
                  <a:cubicBezTo>
                    <a:pt x="9388" y="1763"/>
                    <a:pt x="4228" y="5227"/>
                    <a:pt x="0" y="2284"/>
                  </a:cubicBezTo>
                  <a:cubicBezTo>
                    <a:pt x="7004" y="86"/>
                    <a:pt x="14082" y="-901"/>
                    <a:pt x="21328" y="1036"/>
                  </a:cubicBezTo>
                  <a:cubicBezTo>
                    <a:pt x="21328" y="1763"/>
                    <a:pt x="21328" y="2508"/>
                    <a:pt x="21328" y="3234"/>
                  </a:cubicBezTo>
                  <a:cubicBezTo>
                    <a:pt x="18776" y="3588"/>
                    <a:pt x="16224" y="3942"/>
                    <a:pt x="13672" y="4277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12836584-6CE3-7BC9-1DAC-116BE60C6EDE}"/>
                </a:ext>
              </a:extLst>
            </p:cNvPr>
            <p:cNvSpPr/>
            <p:nvPr/>
          </p:nvSpPr>
          <p:spPr>
            <a:xfrm>
              <a:off x="1735543" y="4815322"/>
              <a:ext cx="158087" cy="311143"/>
            </a:xfrm>
            <a:custGeom>
              <a:avLst/>
              <a:gdLst>
                <a:gd name="csX0" fmla="*/ 85125 w 158087"/>
                <a:gd name="csY0" fmla="*/ 277247 h 311143"/>
                <a:gd name="csX1" fmla="*/ 77208 w 158087"/>
                <a:gd name="csY1" fmla="*/ 267990 h 311143"/>
                <a:gd name="csX2" fmla="*/ 86820 w 158087"/>
                <a:gd name="csY2" fmla="*/ 255044 h 311143"/>
                <a:gd name="csX3" fmla="*/ 113605 w 158087"/>
                <a:gd name="csY3" fmla="*/ 245023 h 311143"/>
                <a:gd name="csX4" fmla="*/ 120534 w 158087"/>
                <a:gd name="csY4" fmla="*/ 248749 h 311143"/>
                <a:gd name="csX5" fmla="*/ 126923 w 158087"/>
                <a:gd name="csY5" fmla="*/ 264935 h 311143"/>
                <a:gd name="csX6" fmla="*/ 128935 w 158087"/>
                <a:gd name="csY6" fmla="*/ 268530 h 311143"/>
                <a:gd name="csX7" fmla="*/ 128115 w 158087"/>
                <a:gd name="csY7" fmla="*/ 260334 h 311143"/>
                <a:gd name="csX8" fmla="*/ 110550 w 158087"/>
                <a:gd name="csY8" fmla="*/ 221926 h 311143"/>
                <a:gd name="csX9" fmla="*/ 103919 w 158087"/>
                <a:gd name="csY9" fmla="*/ 211495 h 311143"/>
                <a:gd name="csX10" fmla="*/ 91868 w 158087"/>
                <a:gd name="csY10" fmla="*/ 206298 h 311143"/>
                <a:gd name="csX11" fmla="*/ 59643 w 158087"/>
                <a:gd name="csY11" fmla="*/ 199891 h 311143"/>
                <a:gd name="csX12" fmla="*/ 19466 w 158087"/>
                <a:gd name="csY12" fmla="*/ 158987 h 311143"/>
                <a:gd name="csX13" fmla="*/ 4006 w 158087"/>
                <a:gd name="csY13" fmla="*/ 106869 h 311143"/>
                <a:gd name="csX14" fmla="*/ 1 w 158087"/>
                <a:gd name="csY14" fmla="*/ 77365 h 311143"/>
                <a:gd name="csX15" fmla="*/ 12574 w 158087"/>
                <a:gd name="csY15" fmla="*/ 24540 h 311143"/>
                <a:gd name="csX16" fmla="*/ 40924 w 158087"/>
                <a:gd name="csY16" fmla="*/ 2579 h 311143"/>
                <a:gd name="csX17" fmla="*/ 100510 w 158087"/>
                <a:gd name="csY17" fmla="*/ 14519 h 311143"/>
                <a:gd name="csX18" fmla="*/ 141806 w 158087"/>
                <a:gd name="csY18" fmla="*/ 76061 h 311143"/>
                <a:gd name="csX19" fmla="*/ 152144 w 158087"/>
                <a:gd name="csY19" fmla="*/ 169176 h 311143"/>
                <a:gd name="csX20" fmla="*/ 136516 w 158087"/>
                <a:gd name="csY20" fmla="*/ 201232 h 311143"/>
                <a:gd name="csX21" fmla="*/ 135305 w 158087"/>
                <a:gd name="csY21" fmla="*/ 231016 h 311143"/>
                <a:gd name="csX22" fmla="*/ 148120 w 158087"/>
                <a:gd name="csY22" fmla="*/ 270393 h 311143"/>
                <a:gd name="csX23" fmla="*/ 152460 w 158087"/>
                <a:gd name="csY23" fmla="*/ 286095 h 311143"/>
                <a:gd name="csX24" fmla="*/ 151231 w 158087"/>
                <a:gd name="csY24" fmla="*/ 291068 h 311143"/>
                <a:gd name="csX25" fmla="*/ 157527 w 158087"/>
                <a:gd name="csY25" fmla="*/ 289802 h 311143"/>
                <a:gd name="csX26" fmla="*/ 155161 w 158087"/>
                <a:gd name="csY26" fmla="*/ 296451 h 311143"/>
                <a:gd name="csX27" fmla="*/ 150188 w 158087"/>
                <a:gd name="csY27" fmla="*/ 300847 h 311143"/>
                <a:gd name="csX28" fmla="*/ 151045 w 158087"/>
                <a:gd name="csY28" fmla="*/ 310198 h 311143"/>
                <a:gd name="csX29" fmla="*/ 142663 w 158087"/>
                <a:gd name="csY29" fmla="*/ 305057 h 311143"/>
                <a:gd name="csX30" fmla="*/ 116473 w 158087"/>
                <a:gd name="csY30" fmla="*/ 273373 h 311143"/>
                <a:gd name="csX31" fmla="*/ 85125 w 158087"/>
                <a:gd name="csY31" fmla="*/ 277247 h 311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8087" h="311143">
                  <a:moveTo>
                    <a:pt x="85125" y="277247"/>
                  </a:moveTo>
                  <a:cubicBezTo>
                    <a:pt x="77171" y="276931"/>
                    <a:pt x="76035" y="275422"/>
                    <a:pt x="77208" y="267990"/>
                  </a:cubicBezTo>
                  <a:cubicBezTo>
                    <a:pt x="78177" y="261880"/>
                    <a:pt x="81344" y="257354"/>
                    <a:pt x="86820" y="255044"/>
                  </a:cubicBezTo>
                  <a:cubicBezTo>
                    <a:pt x="95612" y="251356"/>
                    <a:pt x="104627" y="248227"/>
                    <a:pt x="113605" y="245023"/>
                  </a:cubicBezTo>
                  <a:cubicBezTo>
                    <a:pt x="117069" y="243794"/>
                    <a:pt x="119267" y="245359"/>
                    <a:pt x="120534" y="248749"/>
                  </a:cubicBezTo>
                  <a:cubicBezTo>
                    <a:pt x="122564" y="254188"/>
                    <a:pt x="124781" y="259552"/>
                    <a:pt x="126923" y="264935"/>
                  </a:cubicBezTo>
                  <a:cubicBezTo>
                    <a:pt x="128525" y="266071"/>
                    <a:pt x="128674" y="268046"/>
                    <a:pt x="128935" y="268530"/>
                  </a:cubicBezTo>
                  <a:cubicBezTo>
                    <a:pt x="127631" y="266742"/>
                    <a:pt x="129531" y="263277"/>
                    <a:pt x="128115" y="260334"/>
                  </a:cubicBezTo>
                  <a:cubicBezTo>
                    <a:pt x="123216" y="247091"/>
                    <a:pt x="116976" y="234462"/>
                    <a:pt x="110550" y="221926"/>
                  </a:cubicBezTo>
                  <a:cubicBezTo>
                    <a:pt x="108669" y="218238"/>
                    <a:pt x="106322" y="214885"/>
                    <a:pt x="103919" y="211495"/>
                  </a:cubicBezTo>
                  <a:cubicBezTo>
                    <a:pt x="100790" y="207081"/>
                    <a:pt x="96636" y="204771"/>
                    <a:pt x="91868" y="206298"/>
                  </a:cubicBezTo>
                  <a:cubicBezTo>
                    <a:pt x="79704" y="210191"/>
                    <a:pt x="70149" y="204510"/>
                    <a:pt x="59643" y="199891"/>
                  </a:cubicBezTo>
                  <a:cubicBezTo>
                    <a:pt x="40533" y="191509"/>
                    <a:pt x="28109" y="176906"/>
                    <a:pt x="19466" y="158987"/>
                  </a:cubicBezTo>
                  <a:cubicBezTo>
                    <a:pt x="11531" y="142595"/>
                    <a:pt x="6632" y="124993"/>
                    <a:pt x="4006" y="106869"/>
                  </a:cubicBezTo>
                  <a:cubicBezTo>
                    <a:pt x="2590" y="97053"/>
                    <a:pt x="-55" y="87498"/>
                    <a:pt x="1" y="77365"/>
                  </a:cubicBezTo>
                  <a:cubicBezTo>
                    <a:pt x="113" y="58682"/>
                    <a:pt x="5589" y="41490"/>
                    <a:pt x="12574" y="24540"/>
                  </a:cubicBezTo>
                  <a:cubicBezTo>
                    <a:pt x="17845" y="11780"/>
                    <a:pt x="28649" y="5932"/>
                    <a:pt x="40924" y="2579"/>
                  </a:cubicBezTo>
                  <a:cubicBezTo>
                    <a:pt x="62624" y="-3326"/>
                    <a:pt x="82592" y="1014"/>
                    <a:pt x="100510" y="14519"/>
                  </a:cubicBezTo>
                  <a:cubicBezTo>
                    <a:pt x="121354" y="30239"/>
                    <a:pt x="132418" y="52871"/>
                    <a:pt x="141806" y="76061"/>
                  </a:cubicBezTo>
                  <a:cubicBezTo>
                    <a:pt x="153894" y="105920"/>
                    <a:pt x="156726" y="137212"/>
                    <a:pt x="152144" y="169176"/>
                  </a:cubicBezTo>
                  <a:cubicBezTo>
                    <a:pt x="150355" y="181655"/>
                    <a:pt x="143575" y="191453"/>
                    <a:pt x="136516" y="201232"/>
                  </a:cubicBezTo>
                  <a:cubicBezTo>
                    <a:pt x="129009" y="211663"/>
                    <a:pt x="128618" y="220250"/>
                    <a:pt x="135305" y="231016"/>
                  </a:cubicBezTo>
                  <a:cubicBezTo>
                    <a:pt x="142793" y="243105"/>
                    <a:pt x="145047" y="256870"/>
                    <a:pt x="148120" y="270393"/>
                  </a:cubicBezTo>
                  <a:cubicBezTo>
                    <a:pt x="149331" y="275683"/>
                    <a:pt x="150076" y="281159"/>
                    <a:pt x="152460" y="286095"/>
                  </a:cubicBezTo>
                  <a:cubicBezTo>
                    <a:pt x="153503" y="288274"/>
                    <a:pt x="152162" y="289504"/>
                    <a:pt x="151231" y="291068"/>
                  </a:cubicBezTo>
                  <a:cubicBezTo>
                    <a:pt x="153876" y="292745"/>
                    <a:pt x="155478" y="290156"/>
                    <a:pt x="157527" y="289802"/>
                  </a:cubicBezTo>
                  <a:cubicBezTo>
                    <a:pt x="159147" y="292856"/>
                    <a:pt x="156912" y="294645"/>
                    <a:pt x="155161" y="296451"/>
                  </a:cubicBezTo>
                  <a:cubicBezTo>
                    <a:pt x="153634" y="298035"/>
                    <a:pt x="151641" y="299152"/>
                    <a:pt x="150188" y="300847"/>
                  </a:cubicBezTo>
                  <a:cubicBezTo>
                    <a:pt x="146649" y="304982"/>
                    <a:pt x="146816" y="306826"/>
                    <a:pt x="151045" y="310198"/>
                  </a:cubicBezTo>
                  <a:cubicBezTo>
                    <a:pt x="143948" y="312023"/>
                    <a:pt x="143333" y="311651"/>
                    <a:pt x="142663" y="305057"/>
                  </a:cubicBezTo>
                  <a:cubicBezTo>
                    <a:pt x="140949" y="288405"/>
                    <a:pt x="132008" y="276484"/>
                    <a:pt x="116473" y="273373"/>
                  </a:cubicBezTo>
                  <a:cubicBezTo>
                    <a:pt x="106024" y="271324"/>
                    <a:pt x="95034" y="271641"/>
                    <a:pt x="85125" y="277247"/>
                  </a:cubicBezTo>
                  <a:close/>
                </a:path>
              </a:pathLst>
            </a:custGeom>
            <a:solidFill>
              <a:srgbClr val="7D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A465B124-D9CA-99EB-FC30-FB7D2C049752}"/>
                </a:ext>
              </a:extLst>
            </p:cNvPr>
            <p:cNvSpPr/>
            <p:nvPr/>
          </p:nvSpPr>
          <p:spPr>
            <a:xfrm>
              <a:off x="1631378" y="4971048"/>
              <a:ext cx="184967" cy="149354"/>
            </a:xfrm>
            <a:custGeom>
              <a:avLst/>
              <a:gdLst>
                <a:gd name="csX0" fmla="*/ 6339 w 184967"/>
                <a:gd name="csY0" fmla="*/ 42563 h 149354"/>
                <a:gd name="csX1" fmla="*/ 61642 w 184967"/>
                <a:gd name="csY1" fmla="*/ 1901 h 149354"/>
                <a:gd name="csX2" fmla="*/ 74997 w 184967"/>
                <a:gd name="csY2" fmla="*/ 57 h 149354"/>
                <a:gd name="csX3" fmla="*/ 97740 w 184967"/>
                <a:gd name="csY3" fmla="*/ 4378 h 149354"/>
                <a:gd name="csX4" fmla="*/ 132423 w 184967"/>
                <a:gd name="csY4" fmla="*/ 29319 h 149354"/>
                <a:gd name="csX5" fmla="*/ 144623 w 184967"/>
                <a:gd name="csY5" fmla="*/ 67709 h 149354"/>
                <a:gd name="csX6" fmla="*/ 142742 w 184967"/>
                <a:gd name="csY6" fmla="*/ 82759 h 149354"/>
                <a:gd name="csX7" fmla="*/ 151161 w 184967"/>
                <a:gd name="csY7" fmla="*/ 101125 h 149354"/>
                <a:gd name="csX8" fmla="*/ 182678 w 184967"/>
                <a:gd name="csY8" fmla="*/ 122732 h 149354"/>
                <a:gd name="csX9" fmla="*/ 184932 w 184967"/>
                <a:gd name="csY9" fmla="*/ 126141 h 149354"/>
                <a:gd name="csX10" fmla="*/ 184578 w 184967"/>
                <a:gd name="csY10" fmla="*/ 126588 h 149354"/>
                <a:gd name="csX11" fmla="*/ 169304 w 184967"/>
                <a:gd name="csY11" fmla="*/ 129437 h 149354"/>
                <a:gd name="csX12" fmla="*/ 139781 w 184967"/>
                <a:gd name="csY12" fmla="*/ 117479 h 149354"/>
                <a:gd name="csX13" fmla="*/ 131678 w 184967"/>
                <a:gd name="csY13" fmla="*/ 118243 h 149354"/>
                <a:gd name="csX14" fmla="*/ 122048 w 184967"/>
                <a:gd name="csY14" fmla="*/ 127295 h 149354"/>
                <a:gd name="csX15" fmla="*/ 86825 w 184967"/>
                <a:gd name="csY15" fmla="*/ 149331 h 149354"/>
                <a:gd name="csX16" fmla="*/ 51714 w 184967"/>
                <a:gd name="csY16" fmla="*/ 144711 h 149354"/>
                <a:gd name="csX17" fmla="*/ 9822 w 184967"/>
                <a:gd name="csY17" fmla="*/ 110960 h 149354"/>
                <a:gd name="csX18" fmla="*/ 3825 w 184967"/>
                <a:gd name="csY18" fmla="*/ 98853 h 149354"/>
                <a:gd name="csX19" fmla="*/ 379 w 184967"/>
                <a:gd name="csY19" fmla="*/ 79760 h 149354"/>
                <a:gd name="csX20" fmla="*/ 6339 w 184967"/>
                <a:gd name="csY20" fmla="*/ 42563 h 14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4967" h="149354">
                  <a:moveTo>
                    <a:pt x="6339" y="42563"/>
                  </a:moveTo>
                  <a:cubicBezTo>
                    <a:pt x="18875" y="20975"/>
                    <a:pt x="37427" y="7582"/>
                    <a:pt x="61642" y="1901"/>
                  </a:cubicBezTo>
                  <a:cubicBezTo>
                    <a:pt x="66093" y="1249"/>
                    <a:pt x="70527" y="187"/>
                    <a:pt x="74997" y="57"/>
                  </a:cubicBezTo>
                  <a:cubicBezTo>
                    <a:pt x="82839" y="-185"/>
                    <a:pt x="90401" y="187"/>
                    <a:pt x="97740" y="4378"/>
                  </a:cubicBezTo>
                  <a:cubicBezTo>
                    <a:pt x="110220" y="11512"/>
                    <a:pt x="121526" y="20043"/>
                    <a:pt x="132423" y="29319"/>
                  </a:cubicBezTo>
                  <a:cubicBezTo>
                    <a:pt x="144549" y="39657"/>
                    <a:pt x="148312" y="52416"/>
                    <a:pt x="144623" y="67709"/>
                  </a:cubicBezTo>
                  <a:cubicBezTo>
                    <a:pt x="143431" y="72626"/>
                    <a:pt x="143320" y="77730"/>
                    <a:pt x="142742" y="82759"/>
                  </a:cubicBezTo>
                  <a:cubicBezTo>
                    <a:pt x="141811" y="90824"/>
                    <a:pt x="145071" y="96301"/>
                    <a:pt x="151161" y="101125"/>
                  </a:cubicBezTo>
                  <a:cubicBezTo>
                    <a:pt x="161183" y="109060"/>
                    <a:pt x="171446" y="116622"/>
                    <a:pt x="182678" y="122732"/>
                  </a:cubicBezTo>
                  <a:cubicBezTo>
                    <a:pt x="184149" y="123533"/>
                    <a:pt x="185174" y="124334"/>
                    <a:pt x="184932" y="126141"/>
                  </a:cubicBezTo>
                  <a:cubicBezTo>
                    <a:pt x="184820" y="126290"/>
                    <a:pt x="184689" y="126420"/>
                    <a:pt x="184578" y="126588"/>
                  </a:cubicBezTo>
                  <a:cubicBezTo>
                    <a:pt x="178748" y="134970"/>
                    <a:pt x="178822" y="134821"/>
                    <a:pt x="169304" y="129437"/>
                  </a:cubicBezTo>
                  <a:cubicBezTo>
                    <a:pt x="160009" y="124185"/>
                    <a:pt x="150062" y="120348"/>
                    <a:pt x="139781" y="117479"/>
                  </a:cubicBezTo>
                  <a:cubicBezTo>
                    <a:pt x="137042" y="116715"/>
                    <a:pt x="134230" y="116492"/>
                    <a:pt x="131678" y="118243"/>
                  </a:cubicBezTo>
                  <a:cubicBezTo>
                    <a:pt x="127263" y="119994"/>
                    <a:pt x="124525" y="123365"/>
                    <a:pt x="122048" y="127295"/>
                  </a:cubicBezTo>
                  <a:cubicBezTo>
                    <a:pt x="113889" y="140278"/>
                    <a:pt x="102509" y="148958"/>
                    <a:pt x="86825" y="149331"/>
                  </a:cubicBezTo>
                  <a:cubicBezTo>
                    <a:pt x="75016" y="149610"/>
                    <a:pt x="63244" y="147375"/>
                    <a:pt x="51714" y="144711"/>
                  </a:cubicBezTo>
                  <a:cubicBezTo>
                    <a:pt x="32435" y="140241"/>
                    <a:pt x="18893" y="128264"/>
                    <a:pt x="9822" y="110960"/>
                  </a:cubicBezTo>
                  <a:cubicBezTo>
                    <a:pt x="7736" y="106974"/>
                    <a:pt x="5836" y="102876"/>
                    <a:pt x="3825" y="98853"/>
                  </a:cubicBezTo>
                  <a:cubicBezTo>
                    <a:pt x="807" y="92817"/>
                    <a:pt x="-776" y="86447"/>
                    <a:pt x="379" y="79760"/>
                  </a:cubicBezTo>
                  <a:cubicBezTo>
                    <a:pt x="2521" y="67373"/>
                    <a:pt x="2856" y="54707"/>
                    <a:pt x="6339" y="42563"/>
                  </a:cubicBezTo>
                  <a:close/>
                </a:path>
              </a:pathLst>
            </a:custGeom>
            <a:solidFill>
              <a:srgbClr val="82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87AD04A-3585-63D7-5008-4323B1C1A28D}"/>
                </a:ext>
              </a:extLst>
            </p:cNvPr>
            <p:cNvSpPr/>
            <p:nvPr/>
          </p:nvSpPr>
          <p:spPr>
            <a:xfrm>
              <a:off x="2001601" y="5127937"/>
              <a:ext cx="343690" cy="155147"/>
            </a:xfrm>
            <a:custGeom>
              <a:avLst/>
              <a:gdLst>
                <a:gd name="csX0" fmla="*/ 333182 w 343690"/>
                <a:gd name="csY0" fmla="*/ 73244 h 155147"/>
                <a:gd name="csX1" fmla="*/ 335343 w 343690"/>
                <a:gd name="csY1" fmla="*/ 140728 h 155147"/>
                <a:gd name="csX2" fmla="*/ 326160 w 343690"/>
                <a:gd name="csY2" fmla="*/ 154530 h 155147"/>
                <a:gd name="csX3" fmla="*/ 320721 w 343690"/>
                <a:gd name="csY3" fmla="*/ 151736 h 155147"/>
                <a:gd name="csX4" fmla="*/ 306676 w 343690"/>
                <a:gd name="csY4" fmla="*/ 141194 h 155147"/>
                <a:gd name="csX5" fmla="*/ 298890 w 343690"/>
                <a:gd name="csY5" fmla="*/ 139853 h 155147"/>
                <a:gd name="csX6" fmla="*/ 291011 w 343690"/>
                <a:gd name="csY6" fmla="*/ 132365 h 155147"/>
                <a:gd name="csX7" fmla="*/ 281996 w 343690"/>
                <a:gd name="csY7" fmla="*/ 139070 h 155147"/>
                <a:gd name="csX8" fmla="*/ 240179 w 343690"/>
                <a:gd name="csY8" fmla="*/ 133836 h 155147"/>
                <a:gd name="csX9" fmla="*/ 201976 w 343690"/>
                <a:gd name="csY9" fmla="*/ 126963 h 155147"/>
                <a:gd name="csX10" fmla="*/ 173309 w 343690"/>
                <a:gd name="csY10" fmla="*/ 121282 h 155147"/>
                <a:gd name="csX11" fmla="*/ 168355 w 343690"/>
                <a:gd name="csY11" fmla="*/ 117147 h 155147"/>
                <a:gd name="csX12" fmla="*/ 168056 w 343690"/>
                <a:gd name="csY12" fmla="*/ 106529 h 155147"/>
                <a:gd name="csX13" fmla="*/ 167814 w 343690"/>
                <a:gd name="csY13" fmla="*/ 105598 h 155147"/>
                <a:gd name="csX14" fmla="*/ 167684 w 343690"/>
                <a:gd name="csY14" fmla="*/ 106045 h 155147"/>
                <a:gd name="csX15" fmla="*/ 167293 w 343690"/>
                <a:gd name="csY15" fmla="*/ 111167 h 155147"/>
                <a:gd name="csX16" fmla="*/ 157775 w 343690"/>
                <a:gd name="csY16" fmla="*/ 116811 h 155147"/>
                <a:gd name="csX17" fmla="*/ 106607 w 343690"/>
                <a:gd name="csY17" fmla="*/ 101780 h 155147"/>
                <a:gd name="csX18" fmla="*/ 96716 w 343690"/>
                <a:gd name="csY18" fmla="*/ 89579 h 155147"/>
                <a:gd name="csX19" fmla="*/ 96418 w 343690"/>
                <a:gd name="csY19" fmla="*/ 86785 h 155147"/>
                <a:gd name="csX20" fmla="*/ 95226 w 343690"/>
                <a:gd name="csY20" fmla="*/ 83414 h 155147"/>
                <a:gd name="csX21" fmla="*/ 96325 w 343690"/>
                <a:gd name="csY21" fmla="*/ 90101 h 155147"/>
                <a:gd name="csX22" fmla="*/ 86192 w 343690"/>
                <a:gd name="csY22" fmla="*/ 97421 h 155147"/>
                <a:gd name="csX23" fmla="*/ 30852 w 343690"/>
                <a:gd name="csY23" fmla="*/ 83358 h 155147"/>
                <a:gd name="csX24" fmla="*/ 25544 w 343690"/>
                <a:gd name="csY24" fmla="*/ 78999 h 155147"/>
                <a:gd name="csX25" fmla="*/ 2093 w 343690"/>
                <a:gd name="csY25" fmla="*/ 47558 h 155147"/>
                <a:gd name="csX26" fmla="*/ 2689 w 343690"/>
                <a:gd name="csY26" fmla="*/ 39008 h 155147"/>
                <a:gd name="csX27" fmla="*/ 19006 w 343690"/>
                <a:gd name="csY27" fmla="*/ 14048 h 155147"/>
                <a:gd name="csX28" fmla="*/ 22415 w 343690"/>
                <a:gd name="csY28" fmla="*/ 9745 h 155147"/>
                <a:gd name="csX29" fmla="*/ 22359 w 343690"/>
                <a:gd name="csY29" fmla="*/ 9783 h 155147"/>
                <a:gd name="csX30" fmla="*/ 31355 w 343690"/>
                <a:gd name="csY30" fmla="*/ 3338 h 155147"/>
                <a:gd name="csX31" fmla="*/ 41414 w 343690"/>
                <a:gd name="csY31" fmla="*/ 823 h 155147"/>
                <a:gd name="csX32" fmla="*/ 55738 w 343690"/>
                <a:gd name="csY32" fmla="*/ 2146 h 155147"/>
                <a:gd name="csX33" fmla="*/ 86472 w 343690"/>
                <a:gd name="csY33" fmla="*/ 1755 h 155147"/>
                <a:gd name="csX34" fmla="*/ 94891 w 343690"/>
                <a:gd name="csY34" fmla="*/ 7212 h 155147"/>
                <a:gd name="csX35" fmla="*/ 96120 w 343690"/>
                <a:gd name="csY35" fmla="*/ 8255 h 155147"/>
                <a:gd name="csX36" fmla="*/ 97219 w 343690"/>
                <a:gd name="csY36" fmla="*/ 6411 h 155147"/>
                <a:gd name="csX37" fmla="*/ 106384 w 343690"/>
                <a:gd name="csY37" fmla="*/ 3450 h 155147"/>
                <a:gd name="csX38" fmla="*/ 150864 w 343690"/>
                <a:gd name="csY38" fmla="*/ 8646 h 155147"/>
                <a:gd name="csX39" fmla="*/ 167628 w 343690"/>
                <a:gd name="csY39" fmla="*/ 15501 h 155147"/>
                <a:gd name="csX40" fmla="*/ 169081 w 343690"/>
                <a:gd name="csY40" fmla="*/ 16339 h 155147"/>
                <a:gd name="csX41" fmla="*/ 192551 w 343690"/>
                <a:gd name="csY41" fmla="*/ 19860 h 155147"/>
                <a:gd name="csX42" fmla="*/ 227792 w 343690"/>
                <a:gd name="csY42" fmla="*/ 31650 h 155147"/>
                <a:gd name="csX43" fmla="*/ 242768 w 343690"/>
                <a:gd name="csY43" fmla="*/ 39026 h 155147"/>
                <a:gd name="csX44" fmla="*/ 244389 w 343690"/>
                <a:gd name="csY44" fmla="*/ 39138 h 155147"/>
                <a:gd name="csX45" fmla="*/ 254764 w 343690"/>
                <a:gd name="csY45" fmla="*/ 41280 h 155147"/>
                <a:gd name="csX46" fmla="*/ 283411 w 343690"/>
                <a:gd name="csY46" fmla="*/ 58026 h 155147"/>
                <a:gd name="csX47" fmla="*/ 303510 w 343690"/>
                <a:gd name="csY47" fmla="*/ 71604 h 155147"/>
                <a:gd name="csX48" fmla="*/ 325806 w 343690"/>
                <a:gd name="csY48" fmla="*/ 73355 h 155147"/>
                <a:gd name="csX49" fmla="*/ 333182 w 343690"/>
                <a:gd name="csY49" fmla="*/ 73244 h 155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43690" h="155147">
                  <a:moveTo>
                    <a:pt x="333182" y="73244"/>
                  </a:moveTo>
                  <a:cubicBezTo>
                    <a:pt x="346966" y="95316"/>
                    <a:pt x="346668" y="117799"/>
                    <a:pt x="335343" y="140728"/>
                  </a:cubicBezTo>
                  <a:cubicBezTo>
                    <a:pt x="332865" y="145757"/>
                    <a:pt x="330723" y="150917"/>
                    <a:pt x="326160" y="154530"/>
                  </a:cubicBezTo>
                  <a:cubicBezTo>
                    <a:pt x="323012" y="156207"/>
                    <a:pt x="321615" y="154195"/>
                    <a:pt x="320721" y="151736"/>
                  </a:cubicBezTo>
                  <a:cubicBezTo>
                    <a:pt x="318336" y="145105"/>
                    <a:pt x="313382" y="142088"/>
                    <a:pt x="306676" y="141194"/>
                  </a:cubicBezTo>
                  <a:cubicBezTo>
                    <a:pt x="304068" y="140858"/>
                    <a:pt x="301461" y="140430"/>
                    <a:pt x="298890" y="139853"/>
                  </a:cubicBezTo>
                  <a:cubicBezTo>
                    <a:pt x="295221" y="139033"/>
                    <a:pt x="292240" y="137301"/>
                    <a:pt x="291011" y="132365"/>
                  </a:cubicBezTo>
                  <a:cubicBezTo>
                    <a:pt x="289819" y="138269"/>
                    <a:pt x="286094" y="139573"/>
                    <a:pt x="281996" y="139070"/>
                  </a:cubicBezTo>
                  <a:cubicBezTo>
                    <a:pt x="268082" y="137338"/>
                    <a:pt x="254056" y="137710"/>
                    <a:pt x="240179" y="133836"/>
                  </a:cubicBezTo>
                  <a:cubicBezTo>
                    <a:pt x="227848" y="130390"/>
                    <a:pt x="214828" y="128732"/>
                    <a:pt x="201976" y="126963"/>
                  </a:cubicBezTo>
                  <a:cubicBezTo>
                    <a:pt x="192327" y="125640"/>
                    <a:pt x="182678" y="124057"/>
                    <a:pt x="173309" y="121282"/>
                  </a:cubicBezTo>
                  <a:cubicBezTo>
                    <a:pt x="171055" y="120611"/>
                    <a:pt x="169100" y="119605"/>
                    <a:pt x="168355" y="117147"/>
                  </a:cubicBezTo>
                  <a:cubicBezTo>
                    <a:pt x="167703" y="113626"/>
                    <a:pt x="168112" y="110069"/>
                    <a:pt x="168056" y="106529"/>
                  </a:cubicBezTo>
                  <a:cubicBezTo>
                    <a:pt x="168056" y="106101"/>
                    <a:pt x="168056" y="105784"/>
                    <a:pt x="167814" y="105598"/>
                  </a:cubicBezTo>
                  <a:cubicBezTo>
                    <a:pt x="167777" y="105728"/>
                    <a:pt x="167721" y="105840"/>
                    <a:pt x="167684" y="106045"/>
                  </a:cubicBezTo>
                  <a:cubicBezTo>
                    <a:pt x="167572" y="107815"/>
                    <a:pt x="167647" y="109510"/>
                    <a:pt x="167293" y="111167"/>
                  </a:cubicBezTo>
                  <a:cubicBezTo>
                    <a:pt x="166194" y="116402"/>
                    <a:pt x="162692" y="118748"/>
                    <a:pt x="157775" y="116811"/>
                  </a:cubicBezTo>
                  <a:cubicBezTo>
                    <a:pt x="141141" y="110311"/>
                    <a:pt x="123874" y="106101"/>
                    <a:pt x="106607" y="101780"/>
                  </a:cubicBezTo>
                  <a:cubicBezTo>
                    <a:pt x="97517" y="99507"/>
                    <a:pt x="97108" y="98874"/>
                    <a:pt x="96716" y="89579"/>
                  </a:cubicBezTo>
                  <a:cubicBezTo>
                    <a:pt x="96679" y="88648"/>
                    <a:pt x="96623" y="87698"/>
                    <a:pt x="96418" y="86785"/>
                  </a:cubicBezTo>
                  <a:cubicBezTo>
                    <a:pt x="96083" y="85742"/>
                    <a:pt x="95934" y="84643"/>
                    <a:pt x="95226" y="83414"/>
                  </a:cubicBezTo>
                  <a:cubicBezTo>
                    <a:pt x="96008" y="85742"/>
                    <a:pt x="96362" y="87884"/>
                    <a:pt x="96325" y="90101"/>
                  </a:cubicBezTo>
                  <a:cubicBezTo>
                    <a:pt x="95357" y="97049"/>
                    <a:pt x="92730" y="98837"/>
                    <a:pt x="86192" y="97421"/>
                  </a:cubicBezTo>
                  <a:cubicBezTo>
                    <a:pt x="67584" y="93379"/>
                    <a:pt x="49423" y="87568"/>
                    <a:pt x="30852" y="83358"/>
                  </a:cubicBezTo>
                  <a:cubicBezTo>
                    <a:pt x="28207" y="82762"/>
                    <a:pt x="26885" y="80974"/>
                    <a:pt x="25544" y="78999"/>
                  </a:cubicBezTo>
                  <a:cubicBezTo>
                    <a:pt x="22564" y="64918"/>
                    <a:pt x="14666" y="54505"/>
                    <a:pt x="2093" y="47558"/>
                  </a:cubicBezTo>
                  <a:cubicBezTo>
                    <a:pt x="-1092" y="44465"/>
                    <a:pt x="-440" y="41523"/>
                    <a:pt x="2689" y="39008"/>
                  </a:cubicBezTo>
                  <a:cubicBezTo>
                    <a:pt x="10866" y="32451"/>
                    <a:pt x="15988" y="23920"/>
                    <a:pt x="19006" y="14048"/>
                  </a:cubicBezTo>
                  <a:cubicBezTo>
                    <a:pt x="19621" y="12036"/>
                    <a:pt x="21278" y="11161"/>
                    <a:pt x="22415" y="9745"/>
                  </a:cubicBezTo>
                  <a:lnTo>
                    <a:pt x="22359" y="9783"/>
                  </a:lnTo>
                  <a:cubicBezTo>
                    <a:pt x="26028" y="8572"/>
                    <a:pt x="28859" y="6225"/>
                    <a:pt x="31355" y="3338"/>
                  </a:cubicBezTo>
                  <a:cubicBezTo>
                    <a:pt x="34056" y="209"/>
                    <a:pt x="37353" y="-928"/>
                    <a:pt x="41414" y="823"/>
                  </a:cubicBezTo>
                  <a:cubicBezTo>
                    <a:pt x="46015" y="2798"/>
                    <a:pt x="50783" y="2593"/>
                    <a:pt x="55738" y="2146"/>
                  </a:cubicBezTo>
                  <a:cubicBezTo>
                    <a:pt x="65945" y="1214"/>
                    <a:pt x="76208" y="283"/>
                    <a:pt x="86472" y="1755"/>
                  </a:cubicBezTo>
                  <a:cubicBezTo>
                    <a:pt x="90067" y="2276"/>
                    <a:pt x="93513" y="3189"/>
                    <a:pt x="94891" y="7212"/>
                  </a:cubicBezTo>
                  <a:cubicBezTo>
                    <a:pt x="95394" y="9615"/>
                    <a:pt x="95412" y="9615"/>
                    <a:pt x="96120" y="8255"/>
                  </a:cubicBezTo>
                  <a:cubicBezTo>
                    <a:pt x="96456" y="7622"/>
                    <a:pt x="96772" y="6989"/>
                    <a:pt x="97219" y="6411"/>
                  </a:cubicBezTo>
                  <a:cubicBezTo>
                    <a:pt x="99715" y="3673"/>
                    <a:pt x="102770" y="3226"/>
                    <a:pt x="106384" y="3450"/>
                  </a:cubicBezTo>
                  <a:cubicBezTo>
                    <a:pt x="121304" y="4400"/>
                    <a:pt x="136093" y="6486"/>
                    <a:pt x="150864" y="8646"/>
                  </a:cubicBezTo>
                  <a:cubicBezTo>
                    <a:pt x="156992" y="9540"/>
                    <a:pt x="163102" y="10639"/>
                    <a:pt x="167628" y="15501"/>
                  </a:cubicBezTo>
                  <a:cubicBezTo>
                    <a:pt x="168075" y="15836"/>
                    <a:pt x="168559" y="16116"/>
                    <a:pt x="169081" y="16339"/>
                  </a:cubicBezTo>
                  <a:cubicBezTo>
                    <a:pt x="177370" y="14477"/>
                    <a:pt x="184914" y="17066"/>
                    <a:pt x="192551" y="19860"/>
                  </a:cubicBezTo>
                  <a:cubicBezTo>
                    <a:pt x="204174" y="24125"/>
                    <a:pt x="215927" y="28130"/>
                    <a:pt x="227792" y="31650"/>
                  </a:cubicBezTo>
                  <a:cubicBezTo>
                    <a:pt x="233287" y="33289"/>
                    <a:pt x="238391" y="35338"/>
                    <a:pt x="242768" y="39026"/>
                  </a:cubicBezTo>
                  <a:cubicBezTo>
                    <a:pt x="243308" y="39082"/>
                    <a:pt x="243848" y="39138"/>
                    <a:pt x="244389" y="39138"/>
                  </a:cubicBezTo>
                  <a:cubicBezTo>
                    <a:pt x="248058" y="38803"/>
                    <a:pt x="251374" y="39902"/>
                    <a:pt x="254764" y="41280"/>
                  </a:cubicBezTo>
                  <a:cubicBezTo>
                    <a:pt x="265157" y="45471"/>
                    <a:pt x="274676" y="51097"/>
                    <a:pt x="283411" y="58026"/>
                  </a:cubicBezTo>
                  <a:cubicBezTo>
                    <a:pt x="289763" y="63074"/>
                    <a:pt x="296618" y="67451"/>
                    <a:pt x="303510" y="71604"/>
                  </a:cubicBezTo>
                  <a:cubicBezTo>
                    <a:pt x="310290" y="75665"/>
                    <a:pt x="317871" y="78534"/>
                    <a:pt x="325806" y="73355"/>
                  </a:cubicBezTo>
                  <a:cubicBezTo>
                    <a:pt x="328078" y="71847"/>
                    <a:pt x="330704" y="71306"/>
                    <a:pt x="333182" y="73244"/>
                  </a:cubicBezTo>
                  <a:close/>
                </a:path>
              </a:pathLst>
            </a:custGeom>
            <a:solidFill>
              <a:srgbClr val="88BE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F698C12-F9C1-FBBD-9D08-84A1AAD0E94E}"/>
                </a:ext>
              </a:extLst>
            </p:cNvPr>
            <p:cNvSpPr/>
            <p:nvPr/>
          </p:nvSpPr>
          <p:spPr>
            <a:xfrm>
              <a:off x="2023960" y="5092760"/>
              <a:ext cx="310823" cy="112743"/>
            </a:xfrm>
            <a:custGeom>
              <a:avLst/>
              <a:gdLst>
                <a:gd name="csX0" fmla="*/ 310823 w 310823"/>
                <a:gd name="csY0" fmla="*/ 108421 h 112743"/>
                <a:gd name="csX1" fmla="*/ 304807 w 310823"/>
                <a:gd name="csY1" fmla="*/ 109259 h 112743"/>
                <a:gd name="csX2" fmla="*/ 277500 w 310823"/>
                <a:gd name="csY2" fmla="*/ 106130 h 112743"/>
                <a:gd name="csX3" fmla="*/ 230989 w 310823"/>
                <a:gd name="csY3" fmla="*/ 77296 h 112743"/>
                <a:gd name="csX4" fmla="*/ 220633 w 310823"/>
                <a:gd name="csY4" fmla="*/ 75676 h 112743"/>
                <a:gd name="csX5" fmla="*/ 222570 w 310823"/>
                <a:gd name="csY5" fmla="*/ 65114 h 112743"/>
                <a:gd name="csX6" fmla="*/ 220596 w 310823"/>
                <a:gd name="csY6" fmla="*/ 75732 h 112743"/>
                <a:gd name="csX7" fmla="*/ 220204 w 310823"/>
                <a:gd name="csY7" fmla="*/ 76141 h 112743"/>
                <a:gd name="csX8" fmla="*/ 190718 w 310823"/>
                <a:gd name="csY8" fmla="*/ 63773 h 112743"/>
                <a:gd name="csX9" fmla="*/ 156855 w 310823"/>
                <a:gd name="csY9" fmla="*/ 52430 h 112743"/>
                <a:gd name="csX10" fmla="*/ 145996 w 310823"/>
                <a:gd name="csY10" fmla="*/ 52933 h 112743"/>
                <a:gd name="csX11" fmla="*/ 147672 w 310823"/>
                <a:gd name="csY11" fmla="*/ 44420 h 112743"/>
                <a:gd name="csX12" fmla="*/ 146014 w 310823"/>
                <a:gd name="csY12" fmla="*/ 52970 h 112743"/>
                <a:gd name="csX13" fmla="*/ 120123 w 310823"/>
                <a:gd name="csY13" fmla="*/ 44290 h 112743"/>
                <a:gd name="csX14" fmla="*/ 81305 w 310823"/>
                <a:gd name="csY14" fmla="*/ 39670 h 112743"/>
                <a:gd name="csX15" fmla="*/ 74935 w 310823"/>
                <a:gd name="csY15" fmla="*/ 42893 h 112743"/>
                <a:gd name="csX16" fmla="*/ 74805 w 310823"/>
                <a:gd name="csY16" fmla="*/ 33933 h 112743"/>
                <a:gd name="csX17" fmla="*/ 71415 w 310823"/>
                <a:gd name="csY17" fmla="*/ 44066 h 112743"/>
                <a:gd name="csX18" fmla="*/ 65435 w 310823"/>
                <a:gd name="csY18" fmla="*/ 38609 h 112743"/>
                <a:gd name="csX19" fmla="*/ 52676 w 310823"/>
                <a:gd name="csY19" fmla="*/ 37547 h 112743"/>
                <a:gd name="csX20" fmla="*/ 31423 w 310823"/>
                <a:gd name="csY20" fmla="*/ 39205 h 112743"/>
                <a:gd name="csX21" fmla="*/ 18813 w 310823"/>
                <a:gd name="csY21" fmla="*/ 37677 h 112743"/>
                <a:gd name="csX22" fmla="*/ 9444 w 310823"/>
                <a:gd name="csY22" fmla="*/ 40285 h 112743"/>
                <a:gd name="csX23" fmla="*/ 0 w 310823"/>
                <a:gd name="csY23" fmla="*/ 44923 h 112743"/>
                <a:gd name="csX24" fmla="*/ 24271 w 310823"/>
                <a:gd name="csY24" fmla="*/ 18324 h 112743"/>
                <a:gd name="csX25" fmla="*/ 64765 w 310823"/>
                <a:gd name="csY25" fmla="*/ 89 h 112743"/>
                <a:gd name="csX26" fmla="*/ 149907 w 310823"/>
                <a:gd name="csY26" fmla="*/ 7744 h 112743"/>
                <a:gd name="csX27" fmla="*/ 230039 w 310823"/>
                <a:gd name="csY27" fmla="*/ 37174 h 112743"/>
                <a:gd name="csX28" fmla="*/ 296518 w 310823"/>
                <a:gd name="csY28" fmla="*/ 87559 h 112743"/>
                <a:gd name="csX29" fmla="*/ 310823 w 310823"/>
                <a:gd name="csY29" fmla="*/ 108421 h 11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10823" h="112743">
                  <a:moveTo>
                    <a:pt x="310823" y="108421"/>
                  </a:moveTo>
                  <a:cubicBezTo>
                    <a:pt x="308774" y="108459"/>
                    <a:pt x="306632" y="107993"/>
                    <a:pt x="304807" y="109259"/>
                  </a:cubicBezTo>
                  <a:cubicBezTo>
                    <a:pt x="294767" y="116207"/>
                    <a:pt x="286217" y="111495"/>
                    <a:pt x="277500" y="106130"/>
                  </a:cubicBezTo>
                  <a:cubicBezTo>
                    <a:pt x="261965" y="96593"/>
                    <a:pt x="248536" y="83685"/>
                    <a:pt x="230989" y="77296"/>
                  </a:cubicBezTo>
                  <a:cubicBezTo>
                    <a:pt x="227487" y="76030"/>
                    <a:pt x="224191" y="75564"/>
                    <a:pt x="220633" y="75676"/>
                  </a:cubicBezTo>
                  <a:cubicBezTo>
                    <a:pt x="219720" y="71876"/>
                    <a:pt x="223334" y="68896"/>
                    <a:pt x="222570" y="65114"/>
                  </a:cubicBezTo>
                  <a:cubicBezTo>
                    <a:pt x="223203" y="68896"/>
                    <a:pt x="219627" y="71894"/>
                    <a:pt x="220596" y="75732"/>
                  </a:cubicBezTo>
                  <a:cubicBezTo>
                    <a:pt x="220465" y="75862"/>
                    <a:pt x="220335" y="76011"/>
                    <a:pt x="220204" y="76141"/>
                  </a:cubicBezTo>
                  <a:cubicBezTo>
                    <a:pt x="212139" y="67871"/>
                    <a:pt x="200740" y="67312"/>
                    <a:pt x="190718" y="63773"/>
                  </a:cubicBezTo>
                  <a:cubicBezTo>
                    <a:pt x="179524" y="59824"/>
                    <a:pt x="168441" y="55447"/>
                    <a:pt x="156855" y="52430"/>
                  </a:cubicBezTo>
                  <a:cubicBezTo>
                    <a:pt x="152739" y="51349"/>
                    <a:pt x="149609" y="54143"/>
                    <a:pt x="145996" y="52933"/>
                  </a:cubicBezTo>
                  <a:cubicBezTo>
                    <a:pt x="147616" y="50306"/>
                    <a:pt x="146610" y="47158"/>
                    <a:pt x="147672" y="44420"/>
                  </a:cubicBezTo>
                  <a:cubicBezTo>
                    <a:pt x="146648" y="47177"/>
                    <a:pt x="147449" y="50288"/>
                    <a:pt x="146014" y="52970"/>
                  </a:cubicBezTo>
                  <a:cubicBezTo>
                    <a:pt x="138992" y="45333"/>
                    <a:pt x="129213" y="45575"/>
                    <a:pt x="120123" y="44290"/>
                  </a:cubicBezTo>
                  <a:cubicBezTo>
                    <a:pt x="107215" y="42446"/>
                    <a:pt x="94251" y="41086"/>
                    <a:pt x="81305" y="39670"/>
                  </a:cubicBezTo>
                  <a:cubicBezTo>
                    <a:pt x="78679" y="39391"/>
                    <a:pt x="76909" y="41496"/>
                    <a:pt x="74935" y="42893"/>
                  </a:cubicBezTo>
                  <a:cubicBezTo>
                    <a:pt x="72048" y="39763"/>
                    <a:pt x="76015" y="36541"/>
                    <a:pt x="74805" y="33933"/>
                  </a:cubicBezTo>
                  <a:cubicBezTo>
                    <a:pt x="73836" y="37007"/>
                    <a:pt x="75270" y="41365"/>
                    <a:pt x="71415" y="44066"/>
                  </a:cubicBezTo>
                  <a:cubicBezTo>
                    <a:pt x="71620" y="39875"/>
                    <a:pt x="68136" y="39018"/>
                    <a:pt x="65435" y="38609"/>
                  </a:cubicBezTo>
                  <a:cubicBezTo>
                    <a:pt x="61207" y="37957"/>
                    <a:pt x="56569" y="36876"/>
                    <a:pt x="52676" y="37547"/>
                  </a:cubicBezTo>
                  <a:cubicBezTo>
                    <a:pt x="45579" y="38795"/>
                    <a:pt x="38427" y="37286"/>
                    <a:pt x="31423" y="39205"/>
                  </a:cubicBezTo>
                  <a:cubicBezTo>
                    <a:pt x="27195" y="40360"/>
                    <a:pt x="22445" y="39819"/>
                    <a:pt x="18813" y="37677"/>
                  </a:cubicBezTo>
                  <a:cubicBezTo>
                    <a:pt x="14194" y="34976"/>
                    <a:pt x="11642" y="36969"/>
                    <a:pt x="9444" y="40285"/>
                  </a:cubicBezTo>
                  <a:cubicBezTo>
                    <a:pt x="7097" y="43805"/>
                    <a:pt x="4210" y="45519"/>
                    <a:pt x="0" y="44923"/>
                  </a:cubicBezTo>
                  <a:cubicBezTo>
                    <a:pt x="8103" y="36075"/>
                    <a:pt x="16317" y="27321"/>
                    <a:pt x="24271" y="18324"/>
                  </a:cubicBezTo>
                  <a:cubicBezTo>
                    <a:pt x="35055" y="6105"/>
                    <a:pt x="49435" y="443"/>
                    <a:pt x="64765" y="89"/>
                  </a:cubicBezTo>
                  <a:cubicBezTo>
                    <a:pt x="93320" y="-563"/>
                    <a:pt x="121874" y="2417"/>
                    <a:pt x="149907" y="7744"/>
                  </a:cubicBezTo>
                  <a:cubicBezTo>
                    <a:pt x="178071" y="13090"/>
                    <a:pt x="204577" y="23782"/>
                    <a:pt x="230039" y="37174"/>
                  </a:cubicBezTo>
                  <a:cubicBezTo>
                    <a:pt x="255055" y="50343"/>
                    <a:pt x="277630" y="66474"/>
                    <a:pt x="296518" y="87559"/>
                  </a:cubicBezTo>
                  <a:cubicBezTo>
                    <a:pt x="302180" y="93893"/>
                    <a:pt x="306967" y="100859"/>
                    <a:pt x="310823" y="108421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83EAE8AF-CD1A-2C31-8572-B1933247B02E}"/>
                </a:ext>
              </a:extLst>
            </p:cNvPr>
            <p:cNvSpPr/>
            <p:nvPr/>
          </p:nvSpPr>
          <p:spPr>
            <a:xfrm>
              <a:off x="1976487" y="4813109"/>
              <a:ext cx="170493" cy="190557"/>
            </a:xfrm>
            <a:custGeom>
              <a:avLst/>
              <a:gdLst>
                <a:gd name="csX0" fmla="*/ 132615 w 170493"/>
                <a:gd name="csY0" fmla="*/ 339 h 190557"/>
                <a:gd name="csX1" fmla="*/ 168602 w 170493"/>
                <a:gd name="csY1" fmla="*/ 26342 h 190557"/>
                <a:gd name="csX2" fmla="*/ 166422 w 170493"/>
                <a:gd name="csY2" fmla="*/ 37797 h 190557"/>
                <a:gd name="csX3" fmla="*/ 160816 w 170493"/>
                <a:gd name="csY3" fmla="*/ 46776 h 190557"/>
                <a:gd name="csX4" fmla="*/ 156066 w 170493"/>
                <a:gd name="csY4" fmla="*/ 57002 h 190557"/>
                <a:gd name="csX5" fmla="*/ 147423 w 170493"/>
                <a:gd name="csY5" fmla="*/ 60783 h 190557"/>
                <a:gd name="csX6" fmla="*/ 149770 w 170493"/>
                <a:gd name="csY6" fmla="*/ 73579 h 190557"/>
                <a:gd name="csX7" fmla="*/ 138576 w 170493"/>
                <a:gd name="csY7" fmla="*/ 97514 h 190557"/>
                <a:gd name="csX8" fmla="*/ 110934 w 170493"/>
                <a:gd name="csY8" fmla="*/ 141324 h 190557"/>
                <a:gd name="csX9" fmla="*/ 83124 w 170493"/>
                <a:gd name="csY9" fmla="*/ 165669 h 190557"/>
                <a:gd name="csX10" fmla="*/ 52316 w 170493"/>
                <a:gd name="csY10" fmla="*/ 184315 h 190557"/>
                <a:gd name="csX11" fmla="*/ 45405 w 170493"/>
                <a:gd name="csY11" fmla="*/ 187947 h 190557"/>
                <a:gd name="csX12" fmla="*/ 42276 w 170493"/>
                <a:gd name="csY12" fmla="*/ 189269 h 190557"/>
                <a:gd name="csX13" fmla="*/ 26704 w 170493"/>
                <a:gd name="csY13" fmla="*/ 187947 h 190557"/>
                <a:gd name="csX14" fmla="*/ 8655 w 170493"/>
                <a:gd name="csY14" fmla="*/ 178671 h 190557"/>
                <a:gd name="csX15" fmla="*/ 1111 w 170493"/>
                <a:gd name="csY15" fmla="*/ 168035 h 190557"/>
                <a:gd name="csX16" fmla="*/ 1502 w 170493"/>
                <a:gd name="csY16" fmla="*/ 148570 h 190557"/>
                <a:gd name="csX17" fmla="*/ 3551 w 170493"/>
                <a:gd name="csY17" fmla="*/ 134675 h 190557"/>
                <a:gd name="csX18" fmla="*/ 12305 w 170493"/>
                <a:gd name="csY18" fmla="*/ 119941 h 190557"/>
                <a:gd name="csX19" fmla="*/ 13982 w 170493"/>
                <a:gd name="csY19" fmla="*/ 115601 h 190557"/>
                <a:gd name="csX20" fmla="*/ 16087 w 170493"/>
                <a:gd name="csY20" fmla="*/ 107070 h 190557"/>
                <a:gd name="csX21" fmla="*/ 30932 w 170493"/>
                <a:gd name="csY21" fmla="*/ 88034 h 190557"/>
                <a:gd name="csX22" fmla="*/ 82621 w 170493"/>
                <a:gd name="csY22" fmla="*/ 40964 h 190557"/>
                <a:gd name="csX23" fmla="*/ 112256 w 170493"/>
                <a:gd name="csY23" fmla="*/ 13322 h 190557"/>
                <a:gd name="csX24" fmla="*/ 115553 w 170493"/>
                <a:gd name="csY24" fmla="*/ 8777 h 190557"/>
                <a:gd name="csX25" fmla="*/ 132615 w 170493"/>
                <a:gd name="csY25" fmla="*/ 339 h 190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0493" h="190557">
                  <a:moveTo>
                    <a:pt x="132615" y="339"/>
                  </a:moveTo>
                  <a:cubicBezTo>
                    <a:pt x="148727" y="3320"/>
                    <a:pt x="159437" y="13769"/>
                    <a:pt x="168602" y="26342"/>
                  </a:cubicBezTo>
                  <a:cubicBezTo>
                    <a:pt x="171321" y="30812"/>
                    <a:pt x="171526" y="34463"/>
                    <a:pt x="166422" y="37797"/>
                  </a:cubicBezTo>
                  <a:cubicBezTo>
                    <a:pt x="163480" y="39716"/>
                    <a:pt x="162176" y="43460"/>
                    <a:pt x="160816" y="46776"/>
                  </a:cubicBezTo>
                  <a:cubicBezTo>
                    <a:pt x="159382" y="50259"/>
                    <a:pt x="157966" y="53723"/>
                    <a:pt x="156066" y="57002"/>
                  </a:cubicBezTo>
                  <a:cubicBezTo>
                    <a:pt x="154148" y="60280"/>
                    <a:pt x="151819" y="62310"/>
                    <a:pt x="147423" y="60783"/>
                  </a:cubicBezTo>
                  <a:cubicBezTo>
                    <a:pt x="152266" y="66203"/>
                    <a:pt x="152266" y="68047"/>
                    <a:pt x="149770" y="73579"/>
                  </a:cubicBezTo>
                  <a:cubicBezTo>
                    <a:pt x="146138" y="81607"/>
                    <a:pt x="143083" y="89859"/>
                    <a:pt x="138576" y="97514"/>
                  </a:cubicBezTo>
                  <a:cubicBezTo>
                    <a:pt x="129802" y="112416"/>
                    <a:pt x="121961" y="127969"/>
                    <a:pt x="110934" y="141324"/>
                  </a:cubicBezTo>
                  <a:cubicBezTo>
                    <a:pt x="103092" y="150824"/>
                    <a:pt x="94561" y="159839"/>
                    <a:pt x="83124" y="165669"/>
                  </a:cubicBezTo>
                  <a:cubicBezTo>
                    <a:pt x="72451" y="171108"/>
                    <a:pt x="62448" y="177888"/>
                    <a:pt x="52316" y="184315"/>
                  </a:cubicBezTo>
                  <a:cubicBezTo>
                    <a:pt x="50080" y="185730"/>
                    <a:pt x="47827" y="186960"/>
                    <a:pt x="45405" y="187947"/>
                  </a:cubicBezTo>
                  <a:cubicBezTo>
                    <a:pt x="44418" y="188524"/>
                    <a:pt x="43598" y="189474"/>
                    <a:pt x="42276" y="189269"/>
                  </a:cubicBezTo>
                  <a:cubicBezTo>
                    <a:pt x="36874" y="191300"/>
                    <a:pt x="31957" y="190983"/>
                    <a:pt x="26704" y="187947"/>
                  </a:cubicBezTo>
                  <a:cubicBezTo>
                    <a:pt x="20874" y="184575"/>
                    <a:pt x="14522" y="182117"/>
                    <a:pt x="8655" y="178671"/>
                  </a:cubicBezTo>
                  <a:cubicBezTo>
                    <a:pt x="4445" y="176193"/>
                    <a:pt x="2061" y="172785"/>
                    <a:pt x="1111" y="168035"/>
                  </a:cubicBezTo>
                  <a:cubicBezTo>
                    <a:pt x="-193" y="161497"/>
                    <a:pt x="-677" y="155127"/>
                    <a:pt x="1502" y="148570"/>
                  </a:cubicBezTo>
                  <a:cubicBezTo>
                    <a:pt x="2973" y="144156"/>
                    <a:pt x="1968" y="139201"/>
                    <a:pt x="3551" y="134675"/>
                  </a:cubicBezTo>
                  <a:cubicBezTo>
                    <a:pt x="5469" y="129143"/>
                    <a:pt x="7109" y="123480"/>
                    <a:pt x="12305" y="119941"/>
                  </a:cubicBezTo>
                  <a:cubicBezTo>
                    <a:pt x="13907" y="118842"/>
                    <a:pt x="14429" y="117501"/>
                    <a:pt x="13982" y="115601"/>
                  </a:cubicBezTo>
                  <a:cubicBezTo>
                    <a:pt x="13218" y="112434"/>
                    <a:pt x="14448" y="109659"/>
                    <a:pt x="16087" y="107070"/>
                  </a:cubicBezTo>
                  <a:cubicBezTo>
                    <a:pt x="20408" y="100234"/>
                    <a:pt x="24618" y="93342"/>
                    <a:pt x="30932" y="88034"/>
                  </a:cubicBezTo>
                  <a:cubicBezTo>
                    <a:pt x="48795" y="73039"/>
                    <a:pt x="64348" y="55456"/>
                    <a:pt x="82621" y="40964"/>
                  </a:cubicBezTo>
                  <a:cubicBezTo>
                    <a:pt x="93294" y="32508"/>
                    <a:pt x="101564" y="21648"/>
                    <a:pt x="112256" y="13322"/>
                  </a:cubicBezTo>
                  <a:cubicBezTo>
                    <a:pt x="113728" y="12167"/>
                    <a:pt x="114659" y="10435"/>
                    <a:pt x="115553" y="8777"/>
                  </a:cubicBezTo>
                  <a:cubicBezTo>
                    <a:pt x="119781" y="898"/>
                    <a:pt x="123302" y="-853"/>
                    <a:pt x="132615" y="339"/>
                  </a:cubicBezTo>
                  <a:close/>
                </a:path>
              </a:pathLst>
            </a:custGeom>
            <a:solidFill>
              <a:srgbClr val="8B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3EB54D26-FE91-0F83-12B0-7511D5410555}"/>
                </a:ext>
              </a:extLst>
            </p:cNvPr>
            <p:cNvSpPr/>
            <p:nvPr/>
          </p:nvSpPr>
          <p:spPr>
            <a:xfrm>
              <a:off x="1602084" y="5282579"/>
              <a:ext cx="168712" cy="195519"/>
            </a:xfrm>
            <a:custGeom>
              <a:avLst/>
              <a:gdLst>
                <a:gd name="csX0" fmla="*/ 151956 w 168712"/>
                <a:gd name="csY0" fmla="*/ 0 h 195519"/>
                <a:gd name="csX1" fmla="*/ 168701 w 168712"/>
                <a:gd name="csY1" fmla="*/ 55526 h 195519"/>
                <a:gd name="csX2" fmla="*/ 162257 w 168712"/>
                <a:gd name="csY2" fmla="*/ 76537 h 195519"/>
                <a:gd name="csX3" fmla="*/ 102204 w 168712"/>
                <a:gd name="csY3" fmla="*/ 141469 h 195519"/>
                <a:gd name="csX4" fmla="*/ 75121 w 168712"/>
                <a:gd name="csY4" fmla="*/ 165926 h 195519"/>
                <a:gd name="csX5" fmla="*/ 69794 w 168712"/>
                <a:gd name="csY5" fmla="*/ 166727 h 195519"/>
                <a:gd name="csX6" fmla="*/ 37756 w 168712"/>
                <a:gd name="csY6" fmla="*/ 187682 h 195519"/>
                <a:gd name="csX7" fmla="*/ 12368 w 168712"/>
                <a:gd name="csY7" fmla="*/ 195319 h 195519"/>
                <a:gd name="csX8" fmla="*/ 931 w 168712"/>
                <a:gd name="csY8" fmla="*/ 189340 h 195519"/>
                <a:gd name="csX9" fmla="*/ 3762 w 168712"/>
                <a:gd name="csY9" fmla="*/ 176301 h 195519"/>
                <a:gd name="csX10" fmla="*/ 21290 w 168712"/>
                <a:gd name="csY10" fmla="*/ 158904 h 195519"/>
                <a:gd name="csX11" fmla="*/ 25481 w 168712"/>
                <a:gd name="csY11" fmla="*/ 151099 h 195519"/>
                <a:gd name="csX12" fmla="*/ 37980 w 168712"/>
                <a:gd name="csY12" fmla="*/ 154452 h 195519"/>
                <a:gd name="csX13" fmla="*/ 24922 w 168712"/>
                <a:gd name="csY13" fmla="*/ 148454 h 195519"/>
                <a:gd name="csX14" fmla="*/ 27809 w 168712"/>
                <a:gd name="csY14" fmla="*/ 144673 h 195519"/>
                <a:gd name="csX15" fmla="*/ 70409 w 168712"/>
                <a:gd name="csY15" fmla="*/ 110661 h 195519"/>
                <a:gd name="csX16" fmla="*/ 82628 w 168712"/>
                <a:gd name="csY16" fmla="*/ 93711 h 195519"/>
                <a:gd name="csX17" fmla="*/ 83540 w 168712"/>
                <a:gd name="csY17" fmla="*/ 93152 h 195519"/>
                <a:gd name="csX18" fmla="*/ 85198 w 168712"/>
                <a:gd name="csY18" fmla="*/ 90973 h 195519"/>
                <a:gd name="csX19" fmla="*/ 108705 w 168712"/>
                <a:gd name="csY19" fmla="*/ 51186 h 195519"/>
                <a:gd name="csX20" fmla="*/ 109618 w 168712"/>
                <a:gd name="csY20" fmla="*/ 47945 h 195519"/>
                <a:gd name="csX21" fmla="*/ 115429 w 168712"/>
                <a:gd name="csY21" fmla="*/ 29430 h 195519"/>
                <a:gd name="csX22" fmla="*/ 116416 w 168712"/>
                <a:gd name="csY22" fmla="*/ 29020 h 195519"/>
                <a:gd name="csX23" fmla="*/ 136962 w 168712"/>
                <a:gd name="csY23" fmla="*/ 36303 h 195519"/>
                <a:gd name="csX24" fmla="*/ 131895 w 168712"/>
                <a:gd name="csY24" fmla="*/ 35130 h 195519"/>
                <a:gd name="csX25" fmla="*/ 116547 w 168712"/>
                <a:gd name="csY25" fmla="*/ 26245 h 195519"/>
                <a:gd name="csX26" fmla="*/ 131392 w 168712"/>
                <a:gd name="csY26" fmla="*/ 8941 h 195519"/>
                <a:gd name="csX27" fmla="*/ 146852 w 168712"/>
                <a:gd name="csY27" fmla="*/ 3967 h 195519"/>
                <a:gd name="csX28" fmla="*/ 151956 w 168712"/>
                <a:gd name="csY28" fmla="*/ 0 h 195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8712" h="195519">
                  <a:moveTo>
                    <a:pt x="151956" y="0"/>
                  </a:moveTo>
                  <a:cubicBezTo>
                    <a:pt x="160599" y="17584"/>
                    <a:pt x="168199" y="35540"/>
                    <a:pt x="168701" y="55526"/>
                  </a:cubicBezTo>
                  <a:cubicBezTo>
                    <a:pt x="168888" y="63107"/>
                    <a:pt x="166708" y="69775"/>
                    <a:pt x="162257" y="76537"/>
                  </a:cubicBezTo>
                  <a:cubicBezTo>
                    <a:pt x="145753" y="101534"/>
                    <a:pt x="123010" y="120589"/>
                    <a:pt x="102204" y="141469"/>
                  </a:cubicBezTo>
                  <a:cubicBezTo>
                    <a:pt x="93655" y="150056"/>
                    <a:pt x="83466" y="157004"/>
                    <a:pt x="75121" y="165926"/>
                  </a:cubicBezTo>
                  <a:cubicBezTo>
                    <a:pt x="72979" y="163710"/>
                    <a:pt x="71433" y="165516"/>
                    <a:pt x="69794" y="166727"/>
                  </a:cubicBezTo>
                  <a:cubicBezTo>
                    <a:pt x="59493" y="174290"/>
                    <a:pt x="49472" y="182467"/>
                    <a:pt x="37756" y="187682"/>
                  </a:cubicBezTo>
                  <a:cubicBezTo>
                    <a:pt x="29728" y="191277"/>
                    <a:pt x="21942" y="196623"/>
                    <a:pt x="12368" y="195319"/>
                  </a:cubicBezTo>
                  <a:cubicBezTo>
                    <a:pt x="7879" y="194704"/>
                    <a:pt x="3148" y="194108"/>
                    <a:pt x="931" y="189340"/>
                  </a:cubicBezTo>
                  <a:cubicBezTo>
                    <a:pt x="-1379" y="184385"/>
                    <a:pt x="1006" y="180380"/>
                    <a:pt x="3762" y="176301"/>
                  </a:cubicBezTo>
                  <a:cubicBezTo>
                    <a:pt x="8475" y="169316"/>
                    <a:pt x="14547" y="163728"/>
                    <a:pt x="21290" y="158904"/>
                  </a:cubicBezTo>
                  <a:cubicBezTo>
                    <a:pt x="24214" y="156818"/>
                    <a:pt x="25462" y="154433"/>
                    <a:pt x="25481" y="151099"/>
                  </a:cubicBezTo>
                  <a:cubicBezTo>
                    <a:pt x="30324" y="150708"/>
                    <a:pt x="34087" y="153949"/>
                    <a:pt x="37980" y="154452"/>
                  </a:cubicBezTo>
                  <a:cubicBezTo>
                    <a:pt x="34198" y="152366"/>
                    <a:pt x="28461" y="152701"/>
                    <a:pt x="24922" y="148454"/>
                  </a:cubicBezTo>
                  <a:cubicBezTo>
                    <a:pt x="24755" y="146350"/>
                    <a:pt x="26431" y="145586"/>
                    <a:pt x="27809" y="144673"/>
                  </a:cubicBezTo>
                  <a:cubicBezTo>
                    <a:pt x="43065" y="134652"/>
                    <a:pt x="56848" y="122731"/>
                    <a:pt x="70409" y="110661"/>
                  </a:cubicBezTo>
                  <a:cubicBezTo>
                    <a:pt x="75475" y="106153"/>
                    <a:pt x="81026" y="101105"/>
                    <a:pt x="82628" y="93711"/>
                  </a:cubicBezTo>
                  <a:cubicBezTo>
                    <a:pt x="82907" y="93450"/>
                    <a:pt x="83205" y="93189"/>
                    <a:pt x="83540" y="93152"/>
                  </a:cubicBezTo>
                  <a:cubicBezTo>
                    <a:pt x="85012" y="92966"/>
                    <a:pt x="85515" y="92351"/>
                    <a:pt x="85198" y="90973"/>
                  </a:cubicBezTo>
                  <a:cubicBezTo>
                    <a:pt x="97753" y="80504"/>
                    <a:pt x="104682" y="66702"/>
                    <a:pt x="108705" y="51186"/>
                  </a:cubicBezTo>
                  <a:cubicBezTo>
                    <a:pt x="108984" y="50106"/>
                    <a:pt x="109040" y="48895"/>
                    <a:pt x="109618" y="47945"/>
                  </a:cubicBezTo>
                  <a:cubicBezTo>
                    <a:pt x="113138" y="42264"/>
                    <a:pt x="114181" y="35819"/>
                    <a:pt x="115429" y="29430"/>
                  </a:cubicBezTo>
                  <a:cubicBezTo>
                    <a:pt x="115746" y="29207"/>
                    <a:pt x="116156" y="28890"/>
                    <a:pt x="116416" y="29020"/>
                  </a:cubicBezTo>
                  <a:cubicBezTo>
                    <a:pt x="123159" y="32168"/>
                    <a:pt x="129809" y="35558"/>
                    <a:pt x="136962" y="36303"/>
                  </a:cubicBezTo>
                  <a:cubicBezTo>
                    <a:pt x="135993" y="34925"/>
                    <a:pt x="133683" y="35651"/>
                    <a:pt x="131895" y="35130"/>
                  </a:cubicBezTo>
                  <a:cubicBezTo>
                    <a:pt x="126009" y="33453"/>
                    <a:pt x="119974" y="32131"/>
                    <a:pt x="116547" y="26245"/>
                  </a:cubicBezTo>
                  <a:cubicBezTo>
                    <a:pt x="121166" y="20210"/>
                    <a:pt x="125134" y="13635"/>
                    <a:pt x="131392" y="8941"/>
                  </a:cubicBezTo>
                  <a:cubicBezTo>
                    <a:pt x="136030" y="5458"/>
                    <a:pt x="140910" y="2738"/>
                    <a:pt x="146852" y="3967"/>
                  </a:cubicBezTo>
                  <a:cubicBezTo>
                    <a:pt x="150615" y="4768"/>
                    <a:pt x="150354" y="1416"/>
                    <a:pt x="151956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33980819-75C1-F815-6F80-840B500DE870}"/>
                </a:ext>
              </a:extLst>
            </p:cNvPr>
            <p:cNvSpPr/>
            <p:nvPr/>
          </p:nvSpPr>
          <p:spPr>
            <a:xfrm>
              <a:off x="2027145" y="5206918"/>
              <a:ext cx="300690" cy="88824"/>
            </a:xfrm>
            <a:custGeom>
              <a:avLst/>
              <a:gdLst>
                <a:gd name="csX0" fmla="*/ 0 w 300690"/>
                <a:gd name="csY0" fmla="*/ 0 h 88824"/>
                <a:gd name="csX1" fmla="*/ 10897 w 300690"/>
                <a:gd name="csY1" fmla="*/ 3632 h 88824"/>
                <a:gd name="csX2" fmla="*/ 36657 w 300690"/>
                <a:gd name="csY2" fmla="*/ 11120 h 88824"/>
                <a:gd name="csX3" fmla="*/ 60015 w 300690"/>
                <a:gd name="csY3" fmla="*/ 16671 h 88824"/>
                <a:gd name="csX4" fmla="*/ 69403 w 300690"/>
                <a:gd name="csY4" fmla="*/ 9928 h 88824"/>
                <a:gd name="csX5" fmla="*/ 70837 w 300690"/>
                <a:gd name="csY5" fmla="*/ 12480 h 88824"/>
                <a:gd name="csX6" fmla="*/ 71769 w 300690"/>
                <a:gd name="csY6" fmla="*/ 6631 h 88824"/>
                <a:gd name="csX7" fmla="*/ 72700 w 300690"/>
                <a:gd name="csY7" fmla="*/ 11437 h 88824"/>
                <a:gd name="csX8" fmla="*/ 80002 w 300690"/>
                <a:gd name="csY8" fmla="*/ 21141 h 88824"/>
                <a:gd name="csX9" fmla="*/ 115169 w 300690"/>
                <a:gd name="csY9" fmla="*/ 30678 h 88824"/>
                <a:gd name="csX10" fmla="*/ 133032 w 300690"/>
                <a:gd name="csY10" fmla="*/ 36657 h 88824"/>
                <a:gd name="csX11" fmla="*/ 140501 w 300690"/>
                <a:gd name="csY11" fmla="*/ 31758 h 88824"/>
                <a:gd name="csX12" fmla="*/ 141563 w 300690"/>
                <a:gd name="csY12" fmla="*/ 24699 h 88824"/>
                <a:gd name="csX13" fmla="*/ 142792 w 300690"/>
                <a:gd name="csY13" fmla="*/ 31069 h 88824"/>
                <a:gd name="csX14" fmla="*/ 143854 w 300690"/>
                <a:gd name="csY14" fmla="*/ 37011 h 88824"/>
                <a:gd name="csX15" fmla="*/ 147989 w 300690"/>
                <a:gd name="csY15" fmla="*/ 40718 h 88824"/>
                <a:gd name="csX16" fmla="*/ 197256 w 300690"/>
                <a:gd name="csY16" fmla="*/ 49882 h 88824"/>
                <a:gd name="csX17" fmla="*/ 219608 w 300690"/>
                <a:gd name="csY17" fmla="*/ 54520 h 88824"/>
                <a:gd name="csX18" fmla="*/ 236689 w 300690"/>
                <a:gd name="csY18" fmla="*/ 57258 h 88824"/>
                <a:gd name="csX19" fmla="*/ 256303 w 300690"/>
                <a:gd name="csY19" fmla="*/ 58562 h 88824"/>
                <a:gd name="csX20" fmla="*/ 263754 w 300690"/>
                <a:gd name="csY20" fmla="*/ 52415 h 88824"/>
                <a:gd name="csX21" fmla="*/ 265337 w 300690"/>
                <a:gd name="csY21" fmla="*/ 49882 h 88824"/>
                <a:gd name="csX22" fmla="*/ 267106 w 300690"/>
                <a:gd name="csY22" fmla="*/ 52229 h 88824"/>
                <a:gd name="csX23" fmla="*/ 275600 w 300690"/>
                <a:gd name="csY23" fmla="*/ 59754 h 88824"/>
                <a:gd name="csX24" fmla="*/ 293556 w 300690"/>
                <a:gd name="csY24" fmla="*/ 66367 h 88824"/>
                <a:gd name="csX25" fmla="*/ 296592 w 300690"/>
                <a:gd name="csY25" fmla="*/ 72122 h 88824"/>
                <a:gd name="csX26" fmla="*/ 300690 w 300690"/>
                <a:gd name="csY26" fmla="*/ 75550 h 88824"/>
                <a:gd name="csX27" fmla="*/ 265989 w 300690"/>
                <a:gd name="csY27" fmla="*/ 85794 h 88824"/>
                <a:gd name="csX28" fmla="*/ 120570 w 300690"/>
                <a:gd name="csY28" fmla="*/ 72309 h 88824"/>
                <a:gd name="csX29" fmla="*/ 36862 w 300690"/>
                <a:gd name="csY29" fmla="*/ 47274 h 88824"/>
                <a:gd name="csX30" fmla="*/ 23470 w 300690"/>
                <a:gd name="csY30" fmla="*/ 37663 h 88824"/>
                <a:gd name="csX31" fmla="*/ 7227 w 300690"/>
                <a:gd name="csY31" fmla="*/ 21290 h 88824"/>
                <a:gd name="csX32" fmla="*/ 782 w 300690"/>
                <a:gd name="csY32" fmla="*/ 8978 h 88824"/>
                <a:gd name="csX33" fmla="*/ 0 w 300690"/>
                <a:gd name="csY33" fmla="*/ 0 h 88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300690" h="88824">
                  <a:moveTo>
                    <a:pt x="0" y="0"/>
                  </a:moveTo>
                  <a:cubicBezTo>
                    <a:pt x="3129" y="2738"/>
                    <a:pt x="7004" y="2980"/>
                    <a:pt x="10897" y="3632"/>
                  </a:cubicBezTo>
                  <a:cubicBezTo>
                    <a:pt x="19744" y="5104"/>
                    <a:pt x="27754" y="9537"/>
                    <a:pt x="36657" y="11120"/>
                  </a:cubicBezTo>
                  <a:cubicBezTo>
                    <a:pt x="44518" y="12517"/>
                    <a:pt x="52304" y="14566"/>
                    <a:pt x="60015" y="16671"/>
                  </a:cubicBezTo>
                  <a:cubicBezTo>
                    <a:pt x="67354" y="18682"/>
                    <a:pt x="69068" y="17602"/>
                    <a:pt x="69403" y="9928"/>
                  </a:cubicBezTo>
                  <a:cubicBezTo>
                    <a:pt x="71415" y="9965"/>
                    <a:pt x="71023" y="11232"/>
                    <a:pt x="70837" y="12480"/>
                  </a:cubicBezTo>
                  <a:cubicBezTo>
                    <a:pt x="71638" y="10636"/>
                    <a:pt x="69422" y="8214"/>
                    <a:pt x="71769" y="6631"/>
                  </a:cubicBezTo>
                  <a:cubicBezTo>
                    <a:pt x="73147" y="8028"/>
                    <a:pt x="72923" y="9835"/>
                    <a:pt x="72700" y="11437"/>
                  </a:cubicBezTo>
                  <a:cubicBezTo>
                    <a:pt x="71918" y="17192"/>
                    <a:pt x="74283" y="19763"/>
                    <a:pt x="80002" y="21141"/>
                  </a:cubicBezTo>
                  <a:cubicBezTo>
                    <a:pt x="91792" y="23972"/>
                    <a:pt x="103639" y="26468"/>
                    <a:pt x="115169" y="30678"/>
                  </a:cubicBezTo>
                  <a:cubicBezTo>
                    <a:pt x="120962" y="32783"/>
                    <a:pt x="127220" y="34068"/>
                    <a:pt x="133032" y="36657"/>
                  </a:cubicBezTo>
                  <a:cubicBezTo>
                    <a:pt x="137055" y="38445"/>
                    <a:pt x="139756" y="36378"/>
                    <a:pt x="140501" y="31758"/>
                  </a:cubicBezTo>
                  <a:cubicBezTo>
                    <a:pt x="140873" y="29411"/>
                    <a:pt x="139681" y="26822"/>
                    <a:pt x="141563" y="24699"/>
                  </a:cubicBezTo>
                  <a:cubicBezTo>
                    <a:pt x="143556" y="26524"/>
                    <a:pt x="142550" y="28927"/>
                    <a:pt x="142792" y="31069"/>
                  </a:cubicBezTo>
                  <a:cubicBezTo>
                    <a:pt x="143016" y="33081"/>
                    <a:pt x="142308" y="35242"/>
                    <a:pt x="143854" y="37011"/>
                  </a:cubicBezTo>
                  <a:cubicBezTo>
                    <a:pt x="144059" y="39582"/>
                    <a:pt x="145772" y="40103"/>
                    <a:pt x="147989" y="40718"/>
                  </a:cubicBezTo>
                  <a:cubicBezTo>
                    <a:pt x="164175" y="45151"/>
                    <a:pt x="180958" y="46287"/>
                    <a:pt x="197256" y="49882"/>
                  </a:cubicBezTo>
                  <a:cubicBezTo>
                    <a:pt x="204670" y="51521"/>
                    <a:pt x="212549" y="50776"/>
                    <a:pt x="219608" y="54520"/>
                  </a:cubicBezTo>
                  <a:cubicBezTo>
                    <a:pt x="224842" y="57314"/>
                    <a:pt x="230989" y="56495"/>
                    <a:pt x="236689" y="57258"/>
                  </a:cubicBezTo>
                  <a:cubicBezTo>
                    <a:pt x="243134" y="58115"/>
                    <a:pt x="249765" y="57612"/>
                    <a:pt x="256303" y="58562"/>
                  </a:cubicBezTo>
                  <a:cubicBezTo>
                    <a:pt x="260624" y="59195"/>
                    <a:pt x="264406" y="58301"/>
                    <a:pt x="263754" y="52415"/>
                  </a:cubicBezTo>
                  <a:cubicBezTo>
                    <a:pt x="263623" y="51279"/>
                    <a:pt x="263884" y="49957"/>
                    <a:pt x="265337" y="49882"/>
                  </a:cubicBezTo>
                  <a:cubicBezTo>
                    <a:pt x="266808" y="49808"/>
                    <a:pt x="267181" y="51037"/>
                    <a:pt x="267106" y="52229"/>
                  </a:cubicBezTo>
                  <a:cubicBezTo>
                    <a:pt x="266715" y="58394"/>
                    <a:pt x="271242" y="59009"/>
                    <a:pt x="275600" y="59754"/>
                  </a:cubicBezTo>
                  <a:cubicBezTo>
                    <a:pt x="282008" y="60835"/>
                    <a:pt x="288788" y="60723"/>
                    <a:pt x="293556" y="66367"/>
                  </a:cubicBezTo>
                  <a:cubicBezTo>
                    <a:pt x="295028" y="68099"/>
                    <a:pt x="296686" y="69515"/>
                    <a:pt x="296592" y="72122"/>
                  </a:cubicBezTo>
                  <a:cubicBezTo>
                    <a:pt x="296481" y="74805"/>
                    <a:pt x="298269" y="75661"/>
                    <a:pt x="300690" y="75550"/>
                  </a:cubicBezTo>
                  <a:cubicBezTo>
                    <a:pt x="290278" y="82870"/>
                    <a:pt x="277984" y="83932"/>
                    <a:pt x="265989" y="85794"/>
                  </a:cubicBezTo>
                  <a:cubicBezTo>
                    <a:pt x="216405" y="93450"/>
                    <a:pt x="168311" y="85738"/>
                    <a:pt x="120570" y="72309"/>
                  </a:cubicBezTo>
                  <a:cubicBezTo>
                    <a:pt x="92519" y="64429"/>
                    <a:pt x="64802" y="55489"/>
                    <a:pt x="36862" y="47274"/>
                  </a:cubicBezTo>
                  <a:cubicBezTo>
                    <a:pt x="31125" y="45598"/>
                    <a:pt x="26934" y="42376"/>
                    <a:pt x="23470" y="37663"/>
                  </a:cubicBezTo>
                  <a:cubicBezTo>
                    <a:pt x="18869" y="31423"/>
                    <a:pt x="13504" y="25761"/>
                    <a:pt x="7227" y="21290"/>
                  </a:cubicBezTo>
                  <a:cubicBezTo>
                    <a:pt x="2682" y="18049"/>
                    <a:pt x="1006" y="14119"/>
                    <a:pt x="782" y="8978"/>
                  </a:cubicBezTo>
                  <a:cubicBezTo>
                    <a:pt x="577" y="5998"/>
                    <a:pt x="242" y="2999"/>
                    <a:pt x="0" y="0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CA165A73-31FE-E1B2-53AA-D1717ACC9815}"/>
                </a:ext>
              </a:extLst>
            </p:cNvPr>
            <p:cNvSpPr/>
            <p:nvPr/>
          </p:nvSpPr>
          <p:spPr>
            <a:xfrm>
              <a:off x="1787742" y="5125126"/>
              <a:ext cx="127011" cy="147945"/>
            </a:xfrm>
            <a:custGeom>
              <a:avLst/>
              <a:gdLst>
                <a:gd name="csX0" fmla="*/ 89458 w 127011"/>
                <a:gd name="csY0" fmla="*/ 4808 h 147945"/>
                <a:gd name="csX1" fmla="*/ 117416 w 127011"/>
                <a:gd name="csY1" fmla="*/ 9092 h 147945"/>
                <a:gd name="csX2" fmla="*/ 126972 w 127011"/>
                <a:gd name="csY2" fmla="*/ 31649 h 147945"/>
                <a:gd name="csX3" fmla="*/ 119689 w 127011"/>
                <a:gd name="csY3" fmla="*/ 87957 h 147945"/>
                <a:gd name="csX4" fmla="*/ 87502 w 127011"/>
                <a:gd name="csY4" fmla="*/ 128060 h 147945"/>
                <a:gd name="csX5" fmla="*/ 43562 w 127011"/>
                <a:gd name="csY5" fmla="*/ 147674 h 147945"/>
                <a:gd name="csX6" fmla="*/ 18770 w 127011"/>
                <a:gd name="csY6" fmla="*/ 139199 h 147945"/>
                <a:gd name="csX7" fmla="*/ 31 w 127011"/>
                <a:gd name="csY7" fmla="*/ 99692 h 147945"/>
                <a:gd name="csX8" fmla="*/ 9959 w 127011"/>
                <a:gd name="csY8" fmla="*/ 50108 h 147945"/>
                <a:gd name="csX9" fmla="*/ 23985 w 127011"/>
                <a:gd name="csY9" fmla="*/ 36604 h 147945"/>
                <a:gd name="csX10" fmla="*/ 33708 w 127011"/>
                <a:gd name="csY10" fmla="*/ 28240 h 147945"/>
                <a:gd name="csX11" fmla="*/ 48684 w 127011"/>
                <a:gd name="csY11" fmla="*/ 2424 h 147945"/>
                <a:gd name="csX12" fmla="*/ 55762 w 127011"/>
                <a:gd name="csY12" fmla="*/ 170 h 147945"/>
                <a:gd name="csX13" fmla="*/ 81299 w 127011"/>
                <a:gd name="csY13" fmla="*/ 6503 h 147945"/>
                <a:gd name="csX14" fmla="*/ 89458 w 127011"/>
                <a:gd name="csY14" fmla="*/ 4808 h 147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011" h="147945">
                  <a:moveTo>
                    <a:pt x="89458" y="4808"/>
                  </a:moveTo>
                  <a:cubicBezTo>
                    <a:pt x="99088" y="4305"/>
                    <a:pt x="109239" y="2610"/>
                    <a:pt x="117416" y="9092"/>
                  </a:cubicBezTo>
                  <a:cubicBezTo>
                    <a:pt x="124364" y="14587"/>
                    <a:pt x="127400" y="22708"/>
                    <a:pt x="126972" y="31649"/>
                  </a:cubicBezTo>
                  <a:cubicBezTo>
                    <a:pt x="126096" y="50611"/>
                    <a:pt x="124811" y="69722"/>
                    <a:pt x="119689" y="87957"/>
                  </a:cubicBezTo>
                  <a:cubicBezTo>
                    <a:pt x="114790" y="105392"/>
                    <a:pt x="102515" y="118319"/>
                    <a:pt x="87502" y="128060"/>
                  </a:cubicBezTo>
                  <a:cubicBezTo>
                    <a:pt x="73960" y="136871"/>
                    <a:pt x="60102" y="145234"/>
                    <a:pt x="43562" y="147674"/>
                  </a:cubicBezTo>
                  <a:cubicBezTo>
                    <a:pt x="33634" y="149146"/>
                    <a:pt x="26313" y="144396"/>
                    <a:pt x="18770" y="139199"/>
                  </a:cubicBezTo>
                  <a:cubicBezTo>
                    <a:pt x="4837" y="129569"/>
                    <a:pt x="217" y="115767"/>
                    <a:pt x="31" y="99692"/>
                  </a:cubicBezTo>
                  <a:cubicBezTo>
                    <a:pt x="-174" y="82444"/>
                    <a:pt x="366" y="65401"/>
                    <a:pt x="9959" y="50108"/>
                  </a:cubicBezTo>
                  <a:cubicBezTo>
                    <a:pt x="13517" y="44427"/>
                    <a:pt x="17969" y="39658"/>
                    <a:pt x="23985" y="36604"/>
                  </a:cubicBezTo>
                  <a:cubicBezTo>
                    <a:pt x="27953" y="34592"/>
                    <a:pt x="31436" y="31910"/>
                    <a:pt x="33708" y="28240"/>
                  </a:cubicBezTo>
                  <a:cubicBezTo>
                    <a:pt x="38942" y="19784"/>
                    <a:pt x="43729" y="11048"/>
                    <a:pt x="48684" y="2424"/>
                  </a:cubicBezTo>
                  <a:cubicBezTo>
                    <a:pt x="50454" y="-165"/>
                    <a:pt x="53117" y="-203"/>
                    <a:pt x="55762" y="170"/>
                  </a:cubicBezTo>
                  <a:cubicBezTo>
                    <a:pt x="64479" y="1418"/>
                    <a:pt x="73308" y="2461"/>
                    <a:pt x="81299" y="6503"/>
                  </a:cubicBezTo>
                  <a:cubicBezTo>
                    <a:pt x="84764" y="8254"/>
                    <a:pt x="86980" y="6447"/>
                    <a:pt x="89458" y="4808"/>
                  </a:cubicBezTo>
                  <a:close/>
                </a:path>
              </a:pathLst>
            </a:custGeom>
            <a:solidFill>
              <a:srgbClr val="81B7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8688EDD6-6EB1-D434-3762-D4E653FDBEDA}"/>
                </a:ext>
              </a:extLst>
            </p:cNvPr>
            <p:cNvSpPr/>
            <p:nvPr/>
          </p:nvSpPr>
          <p:spPr>
            <a:xfrm>
              <a:off x="1881231" y="5037126"/>
              <a:ext cx="121922" cy="89318"/>
            </a:xfrm>
            <a:custGeom>
              <a:avLst/>
              <a:gdLst>
                <a:gd name="csX0" fmla="*/ 5357 w 121922"/>
                <a:gd name="csY0" fmla="*/ 88431 h 89318"/>
                <a:gd name="csX1" fmla="*/ 1222 w 121922"/>
                <a:gd name="csY1" fmla="*/ 81296 h 89318"/>
                <a:gd name="csX2" fmla="*/ 6828 w 121922"/>
                <a:gd name="csY2" fmla="*/ 75094 h 89318"/>
                <a:gd name="csX3" fmla="*/ 11857 w 121922"/>
                <a:gd name="csY3" fmla="*/ 68016 h 89318"/>
                <a:gd name="csX4" fmla="*/ 16197 w 121922"/>
                <a:gd name="csY4" fmla="*/ 54027 h 89318"/>
                <a:gd name="csX5" fmla="*/ 27206 w 121922"/>
                <a:gd name="csY5" fmla="*/ 27764 h 89318"/>
                <a:gd name="csX6" fmla="*/ 78653 w 121922"/>
                <a:gd name="csY6" fmla="*/ 252 h 89318"/>
                <a:gd name="csX7" fmla="*/ 104953 w 121922"/>
                <a:gd name="csY7" fmla="*/ 2264 h 89318"/>
                <a:gd name="csX8" fmla="*/ 120004 w 121922"/>
                <a:gd name="csY8" fmla="*/ 33277 h 89318"/>
                <a:gd name="csX9" fmla="*/ 116334 w 121922"/>
                <a:gd name="csY9" fmla="*/ 43950 h 89318"/>
                <a:gd name="csX10" fmla="*/ 82397 w 121922"/>
                <a:gd name="csY10" fmla="*/ 83830 h 89318"/>
                <a:gd name="csX11" fmla="*/ 44082 w 121922"/>
                <a:gd name="csY11" fmla="*/ 86437 h 89318"/>
                <a:gd name="csX12" fmla="*/ 29944 w 121922"/>
                <a:gd name="csY12" fmla="*/ 82619 h 89318"/>
                <a:gd name="csX13" fmla="*/ 5357 w 121922"/>
                <a:gd name="csY13" fmla="*/ 88431 h 89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1922" h="89318">
                  <a:moveTo>
                    <a:pt x="5357" y="88431"/>
                  </a:moveTo>
                  <a:cubicBezTo>
                    <a:pt x="-306" y="87760"/>
                    <a:pt x="-1107" y="86382"/>
                    <a:pt x="1222" y="81296"/>
                  </a:cubicBezTo>
                  <a:cubicBezTo>
                    <a:pt x="2432" y="78633"/>
                    <a:pt x="4425" y="76565"/>
                    <a:pt x="6828" y="75094"/>
                  </a:cubicBezTo>
                  <a:cubicBezTo>
                    <a:pt x="9604" y="73399"/>
                    <a:pt x="11317" y="71201"/>
                    <a:pt x="11857" y="68016"/>
                  </a:cubicBezTo>
                  <a:cubicBezTo>
                    <a:pt x="15601" y="64067"/>
                    <a:pt x="16980" y="59336"/>
                    <a:pt x="16197" y="54027"/>
                  </a:cubicBezTo>
                  <a:cubicBezTo>
                    <a:pt x="14577" y="43037"/>
                    <a:pt x="19327" y="34506"/>
                    <a:pt x="27206" y="27764"/>
                  </a:cubicBezTo>
                  <a:cubicBezTo>
                    <a:pt x="42275" y="14837"/>
                    <a:pt x="58685" y="4126"/>
                    <a:pt x="78653" y="252"/>
                  </a:cubicBezTo>
                  <a:cubicBezTo>
                    <a:pt x="87500" y="-251"/>
                    <a:pt x="96255" y="-195"/>
                    <a:pt x="104953" y="2264"/>
                  </a:cubicBezTo>
                  <a:cubicBezTo>
                    <a:pt x="118551" y="6119"/>
                    <a:pt x="125573" y="20331"/>
                    <a:pt x="120004" y="33277"/>
                  </a:cubicBezTo>
                  <a:cubicBezTo>
                    <a:pt x="118514" y="36723"/>
                    <a:pt x="117396" y="40337"/>
                    <a:pt x="116334" y="43950"/>
                  </a:cubicBezTo>
                  <a:cubicBezTo>
                    <a:pt x="110989" y="62335"/>
                    <a:pt x="97950" y="74479"/>
                    <a:pt x="82397" y="83830"/>
                  </a:cubicBezTo>
                  <a:cubicBezTo>
                    <a:pt x="70513" y="90945"/>
                    <a:pt x="57195" y="90386"/>
                    <a:pt x="44082" y="86437"/>
                  </a:cubicBezTo>
                  <a:cubicBezTo>
                    <a:pt x="39406" y="85040"/>
                    <a:pt x="34787" y="83532"/>
                    <a:pt x="29944" y="82619"/>
                  </a:cubicBezTo>
                  <a:cubicBezTo>
                    <a:pt x="20780" y="80943"/>
                    <a:pt x="12994" y="84221"/>
                    <a:pt x="5357" y="88431"/>
                  </a:cubicBezTo>
                  <a:close/>
                </a:path>
              </a:pathLst>
            </a:custGeom>
            <a:solidFill>
              <a:srgbClr val="84BB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D970B578-4E52-6805-07E1-A28719EB0B71}"/>
                </a:ext>
              </a:extLst>
            </p:cNvPr>
            <p:cNvSpPr/>
            <p:nvPr/>
          </p:nvSpPr>
          <p:spPr>
            <a:xfrm>
              <a:off x="1957297" y="4812061"/>
              <a:ext cx="151804" cy="223362"/>
            </a:xfrm>
            <a:custGeom>
              <a:avLst/>
              <a:gdLst>
                <a:gd name="csX0" fmla="*/ 151805 w 151804"/>
                <a:gd name="csY0" fmla="*/ 1388 h 223362"/>
                <a:gd name="csX1" fmla="*/ 139828 w 151804"/>
                <a:gd name="csY1" fmla="*/ 3865 h 223362"/>
                <a:gd name="csX2" fmla="*/ 138021 w 151804"/>
                <a:gd name="csY2" fmla="*/ 5728 h 223362"/>
                <a:gd name="csX3" fmla="*/ 122617 w 151804"/>
                <a:gd name="csY3" fmla="*/ 24410 h 223362"/>
                <a:gd name="csX4" fmla="*/ 70387 w 151804"/>
                <a:gd name="csY4" fmla="*/ 72877 h 223362"/>
                <a:gd name="csX5" fmla="*/ 50289 w 151804"/>
                <a:gd name="csY5" fmla="*/ 90814 h 223362"/>
                <a:gd name="csX6" fmla="*/ 36338 w 151804"/>
                <a:gd name="csY6" fmla="*/ 108994 h 223362"/>
                <a:gd name="csX7" fmla="*/ 34848 w 151804"/>
                <a:gd name="csY7" fmla="*/ 117413 h 223362"/>
                <a:gd name="csX8" fmla="*/ 33786 w 151804"/>
                <a:gd name="csY8" fmla="*/ 121343 h 223362"/>
                <a:gd name="csX9" fmla="*/ 22834 w 151804"/>
                <a:gd name="csY9" fmla="*/ 145222 h 223362"/>
                <a:gd name="csX10" fmla="*/ 21474 w 151804"/>
                <a:gd name="csY10" fmla="*/ 152319 h 223362"/>
                <a:gd name="csX11" fmla="*/ 30620 w 151804"/>
                <a:gd name="csY11" fmla="*/ 179440 h 223362"/>
                <a:gd name="csX12" fmla="*/ 50997 w 151804"/>
                <a:gd name="csY12" fmla="*/ 189908 h 223362"/>
                <a:gd name="csX13" fmla="*/ 61465 w 151804"/>
                <a:gd name="csY13" fmla="*/ 190299 h 223362"/>
                <a:gd name="csX14" fmla="*/ 26652 w 151804"/>
                <a:gd name="csY14" fmla="*/ 221759 h 223362"/>
                <a:gd name="csX15" fmla="*/ 22834 w 151804"/>
                <a:gd name="csY15" fmla="*/ 223324 h 223362"/>
                <a:gd name="csX16" fmla="*/ 4412 w 151804"/>
                <a:gd name="csY16" fmla="*/ 222653 h 223362"/>
                <a:gd name="csX17" fmla="*/ 12757 w 151804"/>
                <a:gd name="csY17" fmla="*/ 208590 h 223362"/>
                <a:gd name="csX18" fmla="*/ 14135 w 151804"/>
                <a:gd name="csY18" fmla="*/ 169512 h 223362"/>
                <a:gd name="csX19" fmla="*/ 4859 w 151804"/>
                <a:gd name="csY19" fmla="*/ 154685 h 223362"/>
                <a:gd name="csX20" fmla="*/ 1860 w 151804"/>
                <a:gd name="csY20" fmla="*/ 127602 h 223362"/>
                <a:gd name="csX21" fmla="*/ 11360 w 151804"/>
                <a:gd name="csY21" fmla="*/ 95769 h 223362"/>
                <a:gd name="csX22" fmla="*/ 33283 w 151804"/>
                <a:gd name="csY22" fmla="*/ 62017 h 223362"/>
                <a:gd name="csX23" fmla="*/ 96297 w 151804"/>
                <a:gd name="csY23" fmla="*/ 11576 h 223362"/>
                <a:gd name="csX24" fmla="*/ 145229 w 151804"/>
                <a:gd name="csY24" fmla="*/ 84 h 223362"/>
                <a:gd name="csX25" fmla="*/ 151805 w 151804"/>
                <a:gd name="csY25" fmla="*/ 1388 h 223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1804" h="223362">
                  <a:moveTo>
                    <a:pt x="151805" y="1388"/>
                  </a:moveTo>
                  <a:cubicBezTo>
                    <a:pt x="147483" y="624"/>
                    <a:pt x="143963" y="3735"/>
                    <a:pt x="139828" y="3865"/>
                  </a:cubicBezTo>
                  <a:cubicBezTo>
                    <a:pt x="138747" y="3902"/>
                    <a:pt x="138226" y="4759"/>
                    <a:pt x="138021" y="5728"/>
                  </a:cubicBezTo>
                  <a:cubicBezTo>
                    <a:pt x="136158" y="14650"/>
                    <a:pt x="128130" y="18524"/>
                    <a:pt x="122617" y="24410"/>
                  </a:cubicBezTo>
                  <a:cubicBezTo>
                    <a:pt x="106356" y="41789"/>
                    <a:pt x="86630" y="55423"/>
                    <a:pt x="70387" y="72877"/>
                  </a:cubicBezTo>
                  <a:cubicBezTo>
                    <a:pt x="64297" y="79415"/>
                    <a:pt x="57200" y="85077"/>
                    <a:pt x="50289" y="90814"/>
                  </a:cubicBezTo>
                  <a:cubicBezTo>
                    <a:pt x="44217" y="95862"/>
                    <a:pt x="40603" y="102661"/>
                    <a:pt x="36338" y="108994"/>
                  </a:cubicBezTo>
                  <a:cubicBezTo>
                    <a:pt x="34680" y="111452"/>
                    <a:pt x="33209" y="114153"/>
                    <a:pt x="34848" y="117413"/>
                  </a:cubicBezTo>
                  <a:cubicBezTo>
                    <a:pt x="35537" y="118773"/>
                    <a:pt x="35425" y="120337"/>
                    <a:pt x="33786" y="121343"/>
                  </a:cubicBezTo>
                  <a:cubicBezTo>
                    <a:pt x="24734" y="126801"/>
                    <a:pt x="23709" y="136021"/>
                    <a:pt x="22834" y="145222"/>
                  </a:cubicBezTo>
                  <a:cubicBezTo>
                    <a:pt x="22591" y="147663"/>
                    <a:pt x="22405" y="149972"/>
                    <a:pt x="21474" y="152319"/>
                  </a:cubicBezTo>
                  <a:cubicBezTo>
                    <a:pt x="17879" y="161521"/>
                    <a:pt x="22144" y="174485"/>
                    <a:pt x="30620" y="179440"/>
                  </a:cubicBezTo>
                  <a:cubicBezTo>
                    <a:pt x="37213" y="183295"/>
                    <a:pt x="43956" y="187002"/>
                    <a:pt x="50997" y="189908"/>
                  </a:cubicBezTo>
                  <a:cubicBezTo>
                    <a:pt x="54015" y="191156"/>
                    <a:pt x="57945" y="190243"/>
                    <a:pt x="61465" y="190299"/>
                  </a:cubicBezTo>
                  <a:cubicBezTo>
                    <a:pt x="47495" y="198159"/>
                    <a:pt x="35593" y="208330"/>
                    <a:pt x="26652" y="221759"/>
                  </a:cubicBezTo>
                  <a:cubicBezTo>
                    <a:pt x="25665" y="223231"/>
                    <a:pt x="24547" y="223473"/>
                    <a:pt x="22834" y="223324"/>
                  </a:cubicBezTo>
                  <a:cubicBezTo>
                    <a:pt x="16892" y="222821"/>
                    <a:pt x="11024" y="221499"/>
                    <a:pt x="4412" y="222653"/>
                  </a:cubicBezTo>
                  <a:cubicBezTo>
                    <a:pt x="6666" y="217047"/>
                    <a:pt x="9758" y="212837"/>
                    <a:pt x="12757" y="208590"/>
                  </a:cubicBezTo>
                  <a:cubicBezTo>
                    <a:pt x="21753" y="195831"/>
                    <a:pt x="24007" y="182997"/>
                    <a:pt x="14135" y="169512"/>
                  </a:cubicBezTo>
                  <a:cubicBezTo>
                    <a:pt x="10708" y="164818"/>
                    <a:pt x="8063" y="159565"/>
                    <a:pt x="4859" y="154685"/>
                  </a:cubicBezTo>
                  <a:cubicBezTo>
                    <a:pt x="-766" y="146135"/>
                    <a:pt x="-1139" y="136803"/>
                    <a:pt x="1860" y="127602"/>
                  </a:cubicBezTo>
                  <a:cubicBezTo>
                    <a:pt x="5306" y="117059"/>
                    <a:pt x="8286" y="106405"/>
                    <a:pt x="11360" y="95769"/>
                  </a:cubicBezTo>
                  <a:cubicBezTo>
                    <a:pt x="15253" y="82283"/>
                    <a:pt x="23970" y="71629"/>
                    <a:pt x="33283" y="62017"/>
                  </a:cubicBezTo>
                  <a:cubicBezTo>
                    <a:pt x="52096" y="42590"/>
                    <a:pt x="71635" y="23423"/>
                    <a:pt x="96297" y="11576"/>
                  </a:cubicBezTo>
                  <a:cubicBezTo>
                    <a:pt x="111422" y="4312"/>
                    <a:pt x="127851" y="-717"/>
                    <a:pt x="145229" y="84"/>
                  </a:cubicBezTo>
                  <a:cubicBezTo>
                    <a:pt x="147465" y="214"/>
                    <a:pt x="149812" y="-28"/>
                    <a:pt x="151805" y="138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FFA83958-AF28-68D4-5D47-F49AE60D8D19}"/>
                </a:ext>
              </a:extLst>
            </p:cNvPr>
            <p:cNvSpPr/>
            <p:nvPr/>
          </p:nvSpPr>
          <p:spPr>
            <a:xfrm>
              <a:off x="1546979" y="5227735"/>
              <a:ext cx="188472" cy="234314"/>
            </a:xfrm>
            <a:custGeom>
              <a:avLst/>
              <a:gdLst>
                <a:gd name="csX0" fmla="*/ 157683 w 188472"/>
                <a:gd name="csY0" fmla="*/ 436 h 234314"/>
                <a:gd name="csX1" fmla="*/ 166381 w 188472"/>
                <a:gd name="csY1" fmla="*/ 511 h 234314"/>
                <a:gd name="csX2" fmla="*/ 177520 w 188472"/>
                <a:gd name="csY2" fmla="*/ 7012 h 234314"/>
                <a:gd name="csX3" fmla="*/ 179476 w 188472"/>
                <a:gd name="csY3" fmla="*/ 49760 h 234314"/>
                <a:gd name="csX4" fmla="*/ 157720 w 188472"/>
                <a:gd name="csY4" fmla="*/ 72670 h 234314"/>
                <a:gd name="csX5" fmla="*/ 126241 w 188472"/>
                <a:gd name="csY5" fmla="*/ 110985 h 234314"/>
                <a:gd name="csX6" fmla="*/ 102641 w 188472"/>
                <a:gd name="csY6" fmla="*/ 141198 h 234314"/>
                <a:gd name="csX7" fmla="*/ 93178 w 188472"/>
                <a:gd name="csY7" fmla="*/ 155205 h 234314"/>
                <a:gd name="csX8" fmla="*/ 66412 w 188472"/>
                <a:gd name="csY8" fmla="*/ 191508 h 234314"/>
                <a:gd name="csX9" fmla="*/ 64829 w 188472"/>
                <a:gd name="csY9" fmla="*/ 195159 h 234314"/>
                <a:gd name="csX10" fmla="*/ 54230 w 188472"/>
                <a:gd name="csY10" fmla="*/ 211700 h 234314"/>
                <a:gd name="csX11" fmla="*/ 32102 w 188472"/>
                <a:gd name="csY11" fmla="*/ 232114 h 234314"/>
                <a:gd name="csX12" fmla="*/ 27 w 188472"/>
                <a:gd name="csY12" fmla="*/ 211774 h 234314"/>
                <a:gd name="csX13" fmla="*/ 14499 w 188472"/>
                <a:gd name="csY13" fmla="*/ 163215 h 234314"/>
                <a:gd name="csX14" fmla="*/ 15449 w 188472"/>
                <a:gd name="csY14" fmla="*/ 161799 h 234314"/>
                <a:gd name="csX15" fmla="*/ 33834 w 188472"/>
                <a:gd name="csY15" fmla="*/ 133393 h 234314"/>
                <a:gd name="csX16" fmla="*/ 61811 w 188472"/>
                <a:gd name="csY16" fmla="*/ 93085 h 234314"/>
                <a:gd name="csX17" fmla="*/ 120299 w 188472"/>
                <a:gd name="csY17" fmla="*/ 25266 h 234314"/>
                <a:gd name="csX18" fmla="*/ 143415 w 188472"/>
                <a:gd name="csY18" fmla="*/ 4050 h 234314"/>
                <a:gd name="csX19" fmla="*/ 157683 w 188472"/>
                <a:gd name="csY19" fmla="*/ 436 h 234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8472" h="234314">
                  <a:moveTo>
                    <a:pt x="157683" y="436"/>
                  </a:moveTo>
                  <a:cubicBezTo>
                    <a:pt x="160588" y="455"/>
                    <a:pt x="163475" y="492"/>
                    <a:pt x="166381" y="511"/>
                  </a:cubicBezTo>
                  <a:cubicBezTo>
                    <a:pt x="170293" y="2318"/>
                    <a:pt x="174204" y="4180"/>
                    <a:pt x="177520" y="7012"/>
                  </a:cubicBezTo>
                  <a:cubicBezTo>
                    <a:pt x="191322" y="18765"/>
                    <a:pt x="192198" y="36125"/>
                    <a:pt x="179476" y="49760"/>
                  </a:cubicBezTo>
                  <a:cubicBezTo>
                    <a:pt x="172286" y="57453"/>
                    <a:pt x="164556" y="64624"/>
                    <a:pt x="157720" y="72670"/>
                  </a:cubicBezTo>
                  <a:cubicBezTo>
                    <a:pt x="147028" y="85281"/>
                    <a:pt x="135927" y="97500"/>
                    <a:pt x="126241" y="110985"/>
                  </a:cubicBezTo>
                  <a:cubicBezTo>
                    <a:pt x="118790" y="121342"/>
                    <a:pt x="110166" y="130841"/>
                    <a:pt x="102641" y="141198"/>
                  </a:cubicBezTo>
                  <a:cubicBezTo>
                    <a:pt x="99307" y="145780"/>
                    <a:pt x="96326" y="150548"/>
                    <a:pt x="93178" y="155205"/>
                  </a:cubicBezTo>
                  <a:cubicBezTo>
                    <a:pt x="84741" y="167666"/>
                    <a:pt x="74626" y="178898"/>
                    <a:pt x="66412" y="191508"/>
                  </a:cubicBezTo>
                  <a:cubicBezTo>
                    <a:pt x="65611" y="192607"/>
                    <a:pt x="65034" y="193781"/>
                    <a:pt x="64829" y="195159"/>
                  </a:cubicBezTo>
                  <a:cubicBezTo>
                    <a:pt x="62742" y="201604"/>
                    <a:pt x="58235" y="206596"/>
                    <a:pt x="54230" y="211700"/>
                  </a:cubicBezTo>
                  <a:cubicBezTo>
                    <a:pt x="48027" y="219635"/>
                    <a:pt x="42086" y="227942"/>
                    <a:pt x="32102" y="232114"/>
                  </a:cubicBezTo>
                  <a:cubicBezTo>
                    <a:pt x="16828" y="238503"/>
                    <a:pt x="567" y="230755"/>
                    <a:pt x="27" y="211774"/>
                  </a:cubicBezTo>
                  <a:cubicBezTo>
                    <a:pt x="-458" y="194153"/>
                    <a:pt x="5745" y="178228"/>
                    <a:pt x="14499" y="163215"/>
                  </a:cubicBezTo>
                  <a:cubicBezTo>
                    <a:pt x="14760" y="162712"/>
                    <a:pt x="15095" y="162246"/>
                    <a:pt x="15449" y="161799"/>
                  </a:cubicBezTo>
                  <a:cubicBezTo>
                    <a:pt x="21894" y="152541"/>
                    <a:pt x="27594" y="142800"/>
                    <a:pt x="33834" y="133393"/>
                  </a:cubicBezTo>
                  <a:cubicBezTo>
                    <a:pt x="42886" y="119759"/>
                    <a:pt x="52461" y="106496"/>
                    <a:pt x="61811" y="93085"/>
                  </a:cubicBezTo>
                  <a:cubicBezTo>
                    <a:pt x="78985" y="68442"/>
                    <a:pt x="100052" y="47226"/>
                    <a:pt x="120299" y="25266"/>
                  </a:cubicBezTo>
                  <a:cubicBezTo>
                    <a:pt x="127396" y="17573"/>
                    <a:pt x="134083" y="9414"/>
                    <a:pt x="143415" y="4050"/>
                  </a:cubicBezTo>
                  <a:cubicBezTo>
                    <a:pt x="147959" y="1479"/>
                    <a:pt x="152244" y="-1035"/>
                    <a:pt x="157683" y="436"/>
                  </a:cubicBezTo>
                  <a:close/>
                </a:path>
              </a:pathLst>
            </a:custGeom>
            <a:solidFill>
              <a:srgbClr val="8C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1B5A6D01-3E0B-5805-65F4-E178B2E839EB}"/>
                </a:ext>
              </a:extLst>
            </p:cNvPr>
            <p:cNvSpPr/>
            <p:nvPr/>
          </p:nvSpPr>
          <p:spPr>
            <a:xfrm>
              <a:off x="2021892" y="4839489"/>
              <a:ext cx="136818" cy="168384"/>
            </a:xfrm>
            <a:custGeom>
              <a:avLst/>
              <a:gdLst>
                <a:gd name="csX0" fmla="*/ 0 w 136818"/>
                <a:gd name="csY0" fmla="*/ 161567 h 168384"/>
                <a:gd name="csX1" fmla="*/ 30585 w 136818"/>
                <a:gd name="csY1" fmla="*/ 142233 h 168384"/>
                <a:gd name="csX2" fmla="*/ 63349 w 136818"/>
                <a:gd name="csY2" fmla="*/ 115522 h 168384"/>
                <a:gd name="csX3" fmla="*/ 84099 w 136818"/>
                <a:gd name="csY3" fmla="*/ 83615 h 168384"/>
                <a:gd name="csX4" fmla="*/ 93022 w 136818"/>
                <a:gd name="csY4" fmla="*/ 68788 h 168384"/>
                <a:gd name="csX5" fmla="*/ 104272 w 136818"/>
                <a:gd name="csY5" fmla="*/ 44443 h 168384"/>
                <a:gd name="csX6" fmla="*/ 102149 w 136818"/>
                <a:gd name="csY6" fmla="*/ 36564 h 168384"/>
                <a:gd name="csX7" fmla="*/ 98591 w 136818"/>
                <a:gd name="csY7" fmla="*/ 32597 h 168384"/>
                <a:gd name="csX8" fmla="*/ 99746 w 136818"/>
                <a:gd name="csY8" fmla="*/ 32112 h 168384"/>
                <a:gd name="csX9" fmla="*/ 110568 w 136818"/>
                <a:gd name="csY9" fmla="*/ 28182 h 168384"/>
                <a:gd name="csX10" fmla="*/ 117776 w 136818"/>
                <a:gd name="csY10" fmla="*/ 13057 h 168384"/>
                <a:gd name="csX11" fmla="*/ 119173 w 136818"/>
                <a:gd name="csY11" fmla="*/ 10692 h 168384"/>
                <a:gd name="csX12" fmla="*/ 123215 w 136818"/>
                <a:gd name="csY12" fmla="*/ 0 h 168384"/>
                <a:gd name="csX13" fmla="*/ 136534 w 136818"/>
                <a:gd name="csY13" fmla="*/ 39693 h 168384"/>
                <a:gd name="csX14" fmla="*/ 83746 w 136818"/>
                <a:gd name="csY14" fmla="*/ 142699 h 168384"/>
                <a:gd name="csX15" fmla="*/ 55545 w 136818"/>
                <a:gd name="csY15" fmla="*/ 163263 h 168384"/>
                <a:gd name="csX16" fmla="*/ 24364 w 136818"/>
                <a:gd name="csY16" fmla="*/ 164734 h 168384"/>
                <a:gd name="csX17" fmla="*/ 0 w 136818"/>
                <a:gd name="csY17" fmla="*/ 161567 h 168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6818" h="168384">
                  <a:moveTo>
                    <a:pt x="0" y="161567"/>
                  </a:moveTo>
                  <a:cubicBezTo>
                    <a:pt x="9779" y="154471"/>
                    <a:pt x="19800" y="147840"/>
                    <a:pt x="30585" y="142233"/>
                  </a:cubicBezTo>
                  <a:cubicBezTo>
                    <a:pt x="43251" y="135639"/>
                    <a:pt x="54632" y="126847"/>
                    <a:pt x="63349" y="115522"/>
                  </a:cubicBezTo>
                  <a:cubicBezTo>
                    <a:pt x="71079" y="105501"/>
                    <a:pt x="78996" y="95387"/>
                    <a:pt x="84099" y="83615"/>
                  </a:cubicBezTo>
                  <a:cubicBezTo>
                    <a:pt x="86428" y="78251"/>
                    <a:pt x="90004" y="73650"/>
                    <a:pt x="93022" y="68788"/>
                  </a:cubicBezTo>
                  <a:cubicBezTo>
                    <a:pt x="97827" y="61058"/>
                    <a:pt x="99727" y="52173"/>
                    <a:pt x="104272" y="44443"/>
                  </a:cubicBezTo>
                  <a:cubicBezTo>
                    <a:pt x="106098" y="41314"/>
                    <a:pt x="104719" y="38576"/>
                    <a:pt x="102149" y="36564"/>
                  </a:cubicBezTo>
                  <a:cubicBezTo>
                    <a:pt x="100677" y="35428"/>
                    <a:pt x="99001" y="34646"/>
                    <a:pt x="98591" y="32597"/>
                  </a:cubicBezTo>
                  <a:cubicBezTo>
                    <a:pt x="99113" y="32373"/>
                    <a:pt x="99578" y="32001"/>
                    <a:pt x="99746" y="32112"/>
                  </a:cubicBezTo>
                  <a:cubicBezTo>
                    <a:pt x="105054" y="35391"/>
                    <a:pt x="108072" y="33528"/>
                    <a:pt x="110568" y="28182"/>
                  </a:cubicBezTo>
                  <a:cubicBezTo>
                    <a:pt x="112915" y="23134"/>
                    <a:pt x="114275" y="17565"/>
                    <a:pt x="117776" y="13057"/>
                  </a:cubicBezTo>
                  <a:cubicBezTo>
                    <a:pt x="118335" y="12331"/>
                    <a:pt x="118540" y="10878"/>
                    <a:pt x="119173" y="10692"/>
                  </a:cubicBezTo>
                  <a:cubicBezTo>
                    <a:pt x="125395" y="8885"/>
                    <a:pt x="123495" y="4154"/>
                    <a:pt x="123215" y="0"/>
                  </a:cubicBezTo>
                  <a:cubicBezTo>
                    <a:pt x="135733" y="10524"/>
                    <a:pt x="137688" y="24289"/>
                    <a:pt x="136534" y="39693"/>
                  </a:cubicBezTo>
                  <a:cubicBezTo>
                    <a:pt x="133367" y="81547"/>
                    <a:pt x="114591" y="115280"/>
                    <a:pt x="83746" y="142699"/>
                  </a:cubicBezTo>
                  <a:cubicBezTo>
                    <a:pt x="75084" y="150391"/>
                    <a:pt x="65119" y="156650"/>
                    <a:pt x="55545" y="163263"/>
                  </a:cubicBezTo>
                  <a:cubicBezTo>
                    <a:pt x="45579" y="170136"/>
                    <a:pt x="34627" y="169540"/>
                    <a:pt x="24364" y="164734"/>
                  </a:cubicBezTo>
                  <a:cubicBezTo>
                    <a:pt x="16261" y="160897"/>
                    <a:pt x="8587" y="158904"/>
                    <a:pt x="0" y="161567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29A88F76-8174-42B2-10EC-8C03563E9A42}"/>
                </a:ext>
              </a:extLst>
            </p:cNvPr>
            <p:cNvSpPr/>
            <p:nvPr/>
          </p:nvSpPr>
          <p:spPr>
            <a:xfrm>
              <a:off x="1921893" y="5215242"/>
              <a:ext cx="152227" cy="170707"/>
            </a:xfrm>
            <a:custGeom>
              <a:avLst/>
              <a:gdLst>
                <a:gd name="csX0" fmla="*/ 131832 w 152227"/>
                <a:gd name="csY0" fmla="*/ 151045 h 170707"/>
                <a:gd name="csX1" fmla="*/ 118737 w 152227"/>
                <a:gd name="csY1" fmla="*/ 160377 h 170707"/>
                <a:gd name="csX2" fmla="*/ 93461 w 152227"/>
                <a:gd name="csY2" fmla="*/ 170231 h 170707"/>
                <a:gd name="csX3" fmla="*/ 84501 w 152227"/>
                <a:gd name="csY3" fmla="*/ 170678 h 170707"/>
                <a:gd name="csX4" fmla="*/ 81223 w 152227"/>
                <a:gd name="csY4" fmla="*/ 166952 h 170707"/>
                <a:gd name="csX5" fmla="*/ 68650 w 152227"/>
                <a:gd name="csY5" fmla="*/ 140186 h 170707"/>
                <a:gd name="csX6" fmla="*/ 49018 w 152227"/>
                <a:gd name="csY6" fmla="*/ 127036 h 170707"/>
                <a:gd name="csX7" fmla="*/ 28715 w 152227"/>
                <a:gd name="csY7" fmla="*/ 103044 h 170707"/>
                <a:gd name="csX8" fmla="*/ 15322 w 152227"/>
                <a:gd name="csY8" fmla="*/ 75198 h 170707"/>
                <a:gd name="csX9" fmla="*/ 3848 w 152227"/>
                <a:gd name="csY9" fmla="*/ 57335 h 170707"/>
                <a:gd name="csX10" fmla="*/ 421 w 152227"/>
                <a:gd name="csY10" fmla="*/ 47891 h 170707"/>
                <a:gd name="csX11" fmla="*/ 8113 w 152227"/>
                <a:gd name="csY11" fmla="*/ 34443 h 170707"/>
                <a:gd name="csX12" fmla="*/ 8318 w 152227"/>
                <a:gd name="csY12" fmla="*/ 19858 h 170707"/>
                <a:gd name="csX13" fmla="*/ 8356 w 152227"/>
                <a:gd name="csY13" fmla="*/ 19914 h 170707"/>
                <a:gd name="csX14" fmla="*/ 10554 w 152227"/>
                <a:gd name="csY14" fmla="*/ 14400 h 170707"/>
                <a:gd name="csX15" fmla="*/ 23909 w 152227"/>
                <a:gd name="csY15" fmla="*/ 2759 h 170707"/>
                <a:gd name="csX16" fmla="*/ 30130 w 152227"/>
                <a:gd name="csY16" fmla="*/ 505 h 170707"/>
                <a:gd name="csX17" fmla="*/ 55649 w 152227"/>
                <a:gd name="csY17" fmla="*/ 5012 h 170707"/>
                <a:gd name="csX18" fmla="*/ 80757 w 152227"/>
                <a:gd name="csY18" fmla="*/ 4565 h 170707"/>
                <a:gd name="csX19" fmla="*/ 84334 w 152227"/>
                <a:gd name="csY19" fmla="*/ 7955 h 170707"/>
                <a:gd name="csX20" fmla="*/ 87612 w 152227"/>
                <a:gd name="csY20" fmla="*/ 27700 h 170707"/>
                <a:gd name="csX21" fmla="*/ 88320 w 152227"/>
                <a:gd name="csY21" fmla="*/ 31518 h 170707"/>
                <a:gd name="csX22" fmla="*/ 102327 w 152227"/>
                <a:gd name="csY22" fmla="*/ 45544 h 170707"/>
                <a:gd name="csX23" fmla="*/ 120879 w 152227"/>
                <a:gd name="csY23" fmla="*/ 85200 h 170707"/>
                <a:gd name="csX24" fmla="*/ 135296 w 152227"/>
                <a:gd name="csY24" fmla="*/ 107869 h 170707"/>
                <a:gd name="csX25" fmla="*/ 145392 w 152227"/>
                <a:gd name="csY25" fmla="*/ 112637 h 170707"/>
                <a:gd name="csX26" fmla="*/ 152228 w 152227"/>
                <a:gd name="csY26" fmla="*/ 119343 h 170707"/>
                <a:gd name="csX27" fmla="*/ 131757 w 152227"/>
                <a:gd name="csY27" fmla="*/ 151064 h 170707"/>
                <a:gd name="csX28" fmla="*/ 133303 w 152227"/>
                <a:gd name="csY28" fmla="*/ 145532 h 170707"/>
                <a:gd name="csX29" fmla="*/ 132279 w 152227"/>
                <a:gd name="csY29" fmla="*/ 127855 h 170707"/>
                <a:gd name="csX30" fmla="*/ 118197 w 152227"/>
                <a:gd name="csY30" fmla="*/ 102169 h 170707"/>
                <a:gd name="csX31" fmla="*/ 89195 w 152227"/>
                <a:gd name="csY31" fmla="*/ 53237 h 170707"/>
                <a:gd name="csX32" fmla="*/ 54773 w 152227"/>
                <a:gd name="csY32" fmla="*/ 18442 h 170707"/>
                <a:gd name="csX33" fmla="*/ 39332 w 152227"/>
                <a:gd name="csY33" fmla="*/ 16561 h 170707"/>
                <a:gd name="csX34" fmla="*/ 25418 w 152227"/>
                <a:gd name="csY34" fmla="*/ 24310 h 170707"/>
                <a:gd name="csX35" fmla="*/ 22102 w 152227"/>
                <a:gd name="csY35" fmla="*/ 49288 h 170707"/>
                <a:gd name="csX36" fmla="*/ 30130 w 152227"/>
                <a:gd name="csY36" fmla="*/ 62234 h 170707"/>
                <a:gd name="csX37" fmla="*/ 49074 w 152227"/>
                <a:gd name="csY37" fmla="*/ 88702 h 170707"/>
                <a:gd name="csX38" fmla="*/ 66806 w 152227"/>
                <a:gd name="csY38" fmla="*/ 108949 h 170707"/>
                <a:gd name="csX39" fmla="*/ 86942 w 152227"/>
                <a:gd name="csY39" fmla="*/ 124353 h 170707"/>
                <a:gd name="csX40" fmla="*/ 87836 w 152227"/>
                <a:gd name="csY40" fmla="*/ 125695 h 170707"/>
                <a:gd name="csX41" fmla="*/ 76641 w 152227"/>
                <a:gd name="csY41" fmla="*/ 133555 h 170707"/>
                <a:gd name="csX42" fmla="*/ 83607 w 152227"/>
                <a:gd name="csY42" fmla="*/ 129029 h 170707"/>
                <a:gd name="csX43" fmla="*/ 88022 w 152227"/>
                <a:gd name="csY43" fmla="*/ 128339 h 170707"/>
                <a:gd name="csX44" fmla="*/ 107599 w 152227"/>
                <a:gd name="csY44" fmla="*/ 152219 h 170707"/>
                <a:gd name="csX45" fmla="*/ 124344 w 152227"/>
                <a:gd name="csY45" fmla="*/ 152312 h 170707"/>
                <a:gd name="csX46" fmla="*/ 131832 w 152227"/>
                <a:gd name="csY46" fmla="*/ 151045 h 17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2227" h="170707">
                  <a:moveTo>
                    <a:pt x="131832" y="151045"/>
                  </a:moveTo>
                  <a:cubicBezTo>
                    <a:pt x="128591" y="155721"/>
                    <a:pt x="123524" y="157993"/>
                    <a:pt x="118737" y="160377"/>
                  </a:cubicBezTo>
                  <a:cubicBezTo>
                    <a:pt x="110635" y="164419"/>
                    <a:pt x="102607" y="168778"/>
                    <a:pt x="93461" y="170231"/>
                  </a:cubicBezTo>
                  <a:cubicBezTo>
                    <a:pt x="90518" y="171143"/>
                    <a:pt x="87482" y="170417"/>
                    <a:pt x="84501" y="170678"/>
                  </a:cubicBezTo>
                  <a:cubicBezTo>
                    <a:pt x="81707" y="170901"/>
                    <a:pt x="80459" y="169504"/>
                    <a:pt x="81223" y="166952"/>
                  </a:cubicBezTo>
                  <a:cubicBezTo>
                    <a:pt x="85042" y="154212"/>
                    <a:pt x="77814" y="146817"/>
                    <a:pt x="68650" y="140186"/>
                  </a:cubicBezTo>
                  <a:cubicBezTo>
                    <a:pt x="62261" y="135548"/>
                    <a:pt x="55183" y="131879"/>
                    <a:pt x="49018" y="127036"/>
                  </a:cubicBezTo>
                  <a:cubicBezTo>
                    <a:pt x="40710" y="120516"/>
                    <a:pt x="34303" y="112097"/>
                    <a:pt x="28715" y="103044"/>
                  </a:cubicBezTo>
                  <a:cubicBezTo>
                    <a:pt x="23257" y="94215"/>
                    <a:pt x="18861" y="84902"/>
                    <a:pt x="15322" y="75198"/>
                  </a:cubicBezTo>
                  <a:cubicBezTo>
                    <a:pt x="12807" y="68324"/>
                    <a:pt x="8970" y="62457"/>
                    <a:pt x="3848" y="57335"/>
                  </a:cubicBezTo>
                  <a:cubicBezTo>
                    <a:pt x="1277" y="54746"/>
                    <a:pt x="-958" y="51952"/>
                    <a:pt x="421" y="47891"/>
                  </a:cubicBezTo>
                  <a:cubicBezTo>
                    <a:pt x="2935" y="43383"/>
                    <a:pt x="4742" y="38466"/>
                    <a:pt x="8113" y="34443"/>
                  </a:cubicBezTo>
                  <a:cubicBezTo>
                    <a:pt x="9697" y="29600"/>
                    <a:pt x="9343" y="24738"/>
                    <a:pt x="8318" y="19858"/>
                  </a:cubicBezTo>
                  <a:lnTo>
                    <a:pt x="8356" y="19914"/>
                  </a:lnTo>
                  <a:cubicBezTo>
                    <a:pt x="7108" y="17287"/>
                    <a:pt x="8374" y="15574"/>
                    <a:pt x="10554" y="14400"/>
                  </a:cubicBezTo>
                  <a:cubicBezTo>
                    <a:pt x="15881" y="11513"/>
                    <a:pt x="20444" y="7825"/>
                    <a:pt x="23909" y="2759"/>
                  </a:cubicBezTo>
                  <a:cubicBezTo>
                    <a:pt x="25287" y="747"/>
                    <a:pt x="27280" y="-855"/>
                    <a:pt x="30130" y="505"/>
                  </a:cubicBezTo>
                  <a:cubicBezTo>
                    <a:pt x="37860" y="6428"/>
                    <a:pt x="46838" y="5217"/>
                    <a:pt x="55649" y="5012"/>
                  </a:cubicBezTo>
                  <a:cubicBezTo>
                    <a:pt x="64012" y="4062"/>
                    <a:pt x="72394" y="4845"/>
                    <a:pt x="80757" y="4565"/>
                  </a:cubicBezTo>
                  <a:cubicBezTo>
                    <a:pt x="83160" y="4491"/>
                    <a:pt x="84371" y="5944"/>
                    <a:pt x="84334" y="7955"/>
                  </a:cubicBezTo>
                  <a:cubicBezTo>
                    <a:pt x="84222" y="14773"/>
                    <a:pt x="86345" y="21162"/>
                    <a:pt x="87612" y="27700"/>
                  </a:cubicBezTo>
                  <a:cubicBezTo>
                    <a:pt x="89251" y="28724"/>
                    <a:pt x="83943" y="30978"/>
                    <a:pt x="88320" y="31518"/>
                  </a:cubicBezTo>
                  <a:cubicBezTo>
                    <a:pt x="95491" y="33698"/>
                    <a:pt x="98714" y="39975"/>
                    <a:pt x="102327" y="45544"/>
                  </a:cubicBezTo>
                  <a:cubicBezTo>
                    <a:pt x="110299" y="57894"/>
                    <a:pt x="115533" y="71528"/>
                    <a:pt x="120879" y="85200"/>
                  </a:cubicBezTo>
                  <a:cubicBezTo>
                    <a:pt x="124120" y="93489"/>
                    <a:pt x="129038" y="101238"/>
                    <a:pt x="135296" y="107869"/>
                  </a:cubicBezTo>
                  <a:cubicBezTo>
                    <a:pt x="138053" y="110793"/>
                    <a:pt x="141965" y="111166"/>
                    <a:pt x="145392" y="112637"/>
                  </a:cubicBezTo>
                  <a:cubicBezTo>
                    <a:pt x="148577" y="113997"/>
                    <a:pt x="151688" y="115319"/>
                    <a:pt x="152228" y="119343"/>
                  </a:cubicBezTo>
                  <a:cubicBezTo>
                    <a:pt x="147143" y="131040"/>
                    <a:pt x="142337" y="142924"/>
                    <a:pt x="131757" y="151064"/>
                  </a:cubicBezTo>
                  <a:cubicBezTo>
                    <a:pt x="130398" y="148698"/>
                    <a:pt x="132316" y="147208"/>
                    <a:pt x="133303" y="145532"/>
                  </a:cubicBezTo>
                  <a:cubicBezTo>
                    <a:pt x="137159" y="138975"/>
                    <a:pt x="136600" y="134021"/>
                    <a:pt x="132279" y="127855"/>
                  </a:cubicBezTo>
                  <a:cubicBezTo>
                    <a:pt x="126635" y="119846"/>
                    <a:pt x="122686" y="110849"/>
                    <a:pt x="118197" y="102169"/>
                  </a:cubicBezTo>
                  <a:cubicBezTo>
                    <a:pt x="109480" y="85275"/>
                    <a:pt x="101638" y="67766"/>
                    <a:pt x="89195" y="53237"/>
                  </a:cubicBezTo>
                  <a:cubicBezTo>
                    <a:pt x="78597" y="40850"/>
                    <a:pt x="68352" y="27942"/>
                    <a:pt x="54773" y="18442"/>
                  </a:cubicBezTo>
                  <a:cubicBezTo>
                    <a:pt x="49949" y="15071"/>
                    <a:pt x="45683" y="13264"/>
                    <a:pt x="39332" y="16561"/>
                  </a:cubicBezTo>
                  <a:cubicBezTo>
                    <a:pt x="34601" y="19020"/>
                    <a:pt x="29720" y="20603"/>
                    <a:pt x="25418" y="24310"/>
                  </a:cubicBezTo>
                  <a:cubicBezTo>
                    <a:pt x="16104" y="32338"/>
                    <a:pt x="18265" y="41353"/>
                    <a:pt x="22102" y="49288"/>
                  </a:cubicBezTo>
                  <a:cubicBezTo>
                    <a:pt x="24300" y="53852"/>
                    <a:pt x="26982" y="58266"/>
                    <a:pt x="30130" y="62234"/>
                  </a:cubicBezTo>
                  <a:cubicBezTo>
                    <a:pt x="36892" y="70746"/>
                    <a:pt x="42517" y="80041"/>
                    <a:pt x="49074" y="88702"/>
                  </a:cubicBezTo>
                  <a:cubicBezTo>
                    <a:pt x="54550" y="95948"/>
                    <a:pt x="60976" y="102150"/>
                    <a:pt x="66806" y="108949"/>
                  </a:cubicBezTo>
                  <a:cubicBezTo>
                    <a:pt x="72357" y="115413"/>
                    <a:pt x="77833" y="122360"/>
                    <a:pt x="86942" y="124353"/>
                  </a:cubicBezTo>
                  <a:cubicBezTo>
                    <a:pt x="87463" y="124465"/>
                    <a:pt x="87724" y="125117"/>
                    <a:pt x="87836" y="125695"/>
                  </a:cubicBezTo>
                  <a:cubicBezTo>
                    <a:pt x="84408" y="128731"/>
                    <a:pt x="80646" y="131301"/>
                    <a:pt x="76641" y="133555"/>
                  </a:cubicBezTo>
                  <a:cubicBezTo>
                    <a:pt x="79156" y="132344"/>
                    <a:pt x="81577" y="131022"/>
                    <a:pt x="83607" y="129029"/>
                  </a:cubicBezTo>
                  <a:cubicBezTo>
                    <a:pt x="84799" y="127874"/>
                    <a:pt x="86308" y="126905"/>
                    <a:pt x="88022" y="128339"/>
                  </a:cubicBezTo>
                  <a:cubicBezTo>
                    <a:pt x="91989" y="138398"/>
                    <a:pt x="99626" y="145513"/>
                    <a:pt x="107599" y="152219"/>
                  </a:cubicBezTo>
                  <a:cubicBezTo>
                    <a:pt x="111845" y="155795"/>
                    <a:pt x="119389" y="155423"/>
                    <a:pt x="124344" y="152312"/>
                  </a:cubicBezTo>
                  <a:cubicBezTo>
                    <a:pt x="126635" y="150934"/>
                    <a:pt x="128833" y="148587"/>
                    <a:pt x="131832" y="151045"/>
                  </a:cubicBezTo>
                  <a:close/>
                </a:path>
              </a:pathLst>
            </a:custGeom>
            <a:solidFill>
              <a:srgbClr val="88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79DE2610-FCFA-ABF9-01D4-19E6165C651C}"/>
                </a:ext>
              </a:extLst>
            </p:cNvPr>
            <p:cNvSpPr/>
            <p:nvPr/>
          </p:nvSpPr>
          <p:spPr>
            <a:xfrm>
              <a:off x="1536984" y="5229512"/>
              <a:ext cx="114919" cy="158584"/>
            </a:xfrm>
            <a:custGeom>
              <a:avLst/>
              <a:gdLst>
                <a:gd name="csX0" fmla="*/ 0 w 114919"/>
                <a:gd name="csY0" fmla="*/ 107122 h 158584"/>
                <a:gd name="csX1" fmla="*/ 21756 w 114919"/>
                <a:gd name="csY1" fmla="*/ 74805 h 158584"/>
                <a:gd name="csX2" fmla="*/ 40494 w 114919"/>
                <a:gd name="csY2" fmla="*/ 53198 h 158584"/>
                <a:gd name="csX3" fmla="*/ 69142 w 114919"/>
                <a:gd name="csY3" fmla="*/ 21383 h 158584"/>
                <a:gd name="csX4" fmla="*/ 100677 w 114919"/>
                <a:gd name="csY4" fmla="*/ 0 h 158584"/>
                <a:gd name="csX5" fmla="*/ 109748 w 114919"/>
                <a:gd name="csY5" fmla="*/ 8214 h 158584"/>
                <a:gd name="csX6" fmla="*/ 114517 w 114919"/>
                <a:gd name="csY6" fmla="*/ 20303 h 158584"/>
                <a:gd name="csX7" fmla="*/ 111332 w 114919"/>
                <a:gd name="csY7" fmla="*/ 33323 h 158584"/>
                <a:gd name="csX8" fmla="*/ 103676 w 114919"/>
                <a:gd name="csY8" fmla="*/ 31516 h 158584"/>
                <a:gd name="csX9" fmla="*/ 96542 w 114919"/>
                <a:gd name="csY9" fmla="*/ 27884 h 158584"/>
                <a:gd name="csX10" fmla="*/ 111145 w 114919"/>
                <a:gd name="csY10" fmla="*/ 33584 h 158584"/>
                <a:gd name="csX11" fmla="*/ 110531 w 114919"/>
                <a:gd name="csY11" fmla="*/ 36937 h 158584"/>
                <a:gd name="csX12" fmla="*/ 97231 w 114919"/>
                <a:gd name="csY12" fmla="*/ 46678 h 158584"/>
                <a:gd name="csX13" fmla="*/ 76965 w 114919"/>
                <a:gd name="csY13" fmla="*/ 70558 h 158584"/>
                <a:gd name="csX14" fmla="*/ 72700 w 114919"/>
                <a:gd name="csY14" fmla="*/ 81249 h 158584"/>
                <a:gd name="csX15" fmla="*/ 67894 w 114919"/>
                <a:gd name="csY15" fmla="*/ 80765 h 158584"/>
                <a:gd name="csX16" fmla="*/ 45915 w 114919"/>
                <a:gd name="csY16" fmla="*/ 67354 h 158584"/>
                <a:gd name="csX17" fmla="*/ 70353 w 114919"/>
                <a:gd name="csY17" fmla="*/ 82311 h 158584"/>
                <a:gd name="csX18" fmla="*/ 69813 w 114919"/>
                <a:gd name="csY18" fmla="*/ 84379 h 158584"/>
                <a:gd name="csX19" fmla="*/ 52322 w 114919"/>
                <a:gd name="csY19" fmla="*/ 108798 h 158584"/>
                <a:gd name="csX20" fmla="*/ 35167 w 114919"/>
                <a:gd name="csY20" fmla="*/ 135900 h 158584"/>
                <a:gd name="csX21" fmla="*/ 22818 w 114919"/>
                <a:gd name="csY21" fmla="*/ 158420 h 158584"/>
                <a:gd name="csX22" fmla="*/ 11511 w 114919"/>
                <a:gd name="csY22" fmla="*/ 153074 h 158584"/>
                <a:gd name="csX23" fmla="*/ 13355 w 114919"/>
                <a:gd name="csY23" fmla="*/ 141823 h 158584"/>
                <a:gd name="csX24" fmla="*/ 31330 w 114919"/>
                <a:gd name="csY24" fmla="*/ 102428 h 158584"/>
                <a:gd name="csX25" fmla="*/ 25835 w 114919"/>
                <a:gd name="csY25" fmla="*/ 98982 h 158584"/>
                <a:gd name="csX26" fmla="*/ 6203 w 114919"/>
                <a:gd name="csY26" fmla="*/ 108388 h 158584"/>
                <a:gd name="csX27" fmla="*/ 0 w 114919"/>
                <a:gd name="csY27" fmla="*/ 107122 h 15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4919" h="158584">
                  <a:moveTo>
                    <a:pt x="0" y="107122"/>
                  </a:moveTo>
                  <a:cubicBezTo>
                    <a:pt x="5625" y="95257"/>
                    <a:pt x="14473" y="85552"/>
                    <a:pt x="21756" y="74805"/>
                  </a:cubicBezTo>
                  <a:cubicBezTo>
                    <a:pt x="27158" y="66832"/>
                    <a:pt x="33416" y="59605"/>
                    <a:pt x="40494" y="53198"/>
                  </a:cubicBezTo>
                  <a:cubicBezTo>
                    <a:pt x="51149" y="43530"/>
                    <a:pt x="60295" y="32652"/>
                    <a:pt x="69142" y="21383"/>
                  </a:cubicBezTo>
                  <a:cubicBezTo>
                    <a:pt x="77338" y="10971"/>
                    <a:pt x="87322" y="2924"/>
                    <a:pt x="100677" y="0"/>
                  </a:cubicBezTo>
                  <a:cubicBezTo>
                    <a:pt x="102726" y="3800"/>
                    <a:pt x="106470" y="5793"/>
                    <a:pt x="109748" y="8214"/>
                  </a:cubicBezTo>
                  <a:cubicBezTo>
                    <a:pt x="113958" y="11344"/>
                    <a:pt x="115802" y="14864"/>
                    <a:pt x="114517" y="20303"/>
                  </a:cubicBezTo>
                  <a:cubicBezTo>
                    <a:pt x="113492" y="24662"/>
                    <a:pt x="112691" y="29058"/>
                    <a:pt x="111332" y="33323"/>
                  </a:cubicBezTo>
                  <a:cubicBezTo>
                    <a:pt x="108277" y="34962"/>
                    <a:pt x="106097" y="32578"/>
                    <a:pt x="103676" y="31516"/>
                  </a:cubicBezTo>
                  <a:cubicBezTo>
                    <a:pt x="101236" y="30436"/>
                    <a:pt x="99057" y="28797"/>
                    <a:pt x="96542" y="27884"/>
                  </a:cubicBezTo>
                  <a:cubicBezTo>
                    <a:pt x="101571" y="29374"/>
                    <a:pt x="105148" y="34534"/>
                    <a:pt x="111145" y="33584"/>
                  </a:cubicBezTo>
                  <a:cubicBezTo>
                    <a:pt x="113846" y="35242"/>
                    <a:pt x="112244" y="36639"/>
                    <a:pt x="110531" y="36937"/>
                  </a:cubicBezTo>
                  <a:cubicBezTo>
                    <a:pt x="104421" y="38017"/>
                    <a:pt x="100845" y="42525"/>
                    <a:pt x="97231" y="46678"/>
                  </a:cubicBezTo>
                  <a:cubicBezTo>
                    <a:pt x="90395" y="54557"/>
                    <a:pt x="82479" y="61505"/>
                    <a:pt x="76965" y="70558"/>
                  </a:cubicBezTo>
                  <a:cubicBezTo>
                    <a:pt x="74898" y="73948"/>
                    <a:pt x="72923" y="77207"/>
                    <a:pt x="72700" y="81249"/>
                  </a:cubicBezTo>
                  <a:cubicBezTo>
                    <a:pt x="71005" y="82181"/>
                    <a:pt x="69217" y="81529"/>
                    <a:pt x="67894" y="80765"/>
                  </a:cubicBezTo>
                  <a:cubicBezTo>
                    <a:pt x="60444" y="76518"/>
                    <a:pt x="52378" y="73240"/>
                    <a:pt x="45915" y="67354"/>
                  </a:cubicBezTo>
                  <a:cubicBezTo>
                    <a:pt x="52956" y="74134"/>
                    <a:pt x="62194" y="77338"/>
                    <a:pt x="70353" y="82311"/>
                  </a:cubicBezTo>
                  <a:cubicBezTo>
                    <a:pt x="70539" y="83093"/>
                    <a:pt x="70446" y="83932"/>
                    <a:pt x="69813" y="84379"/>
                  </a:cubicBezTo>
                  <a:cubicBezTo>
                    <a:pt x="61207" y="90525"/>
                    <a:pt x="57184" y="99988"/>
                    <a:pt x="52322" y="108798"/>
                  </a:cubicBezTo>
                  <a:cubicBezTo>
                    <a:pt x="47144" y="118186"/>
                    <a:pt x="39973" y="126326"/>
                    <a:pt x="35167" y="135900"/>
                  </a:cubicBezTo>
                  <a:cubicBezTo>
                    <a:pt x="31311" y="143574"/>
                    <a:pt x="25221" y="149982"/>
                    <a:pt x="22818" y="158420"/>
                  </a:cubicBezTo>
                  <a:cubicBezTo>
                    <a:pt x="17751" y="159370"/>
                    <a:pt x="14715" y="156035"/>
                    <a:pt x="11511" y="153074"/>
                  </a:cubicBezTo>
                  <a:cubicBezTo>
                    <a:pt x="8978" y="148808"/>
                    <a:pt x="10580" y="145400"/>
                    <a:pt x="13355" y="141823"/>
                  </a:cubicBezTo>
                  <a:cubicBezTo>
                    <a:pt x="22445" y="130144"/>
                    <a:pt x="29076" y="117255"/>
                    <a:pt x="31330" y="102428"/>
                  </a:cubicBezTo>
                  <a:cubicBezTo>
                    <a:pt x="32112" y="97306"/>
                    <a:pt x="28238" y="98367"/>
                    <a:pt x="25835" y="98982"/>
                  </a:cubicBezTo>
                  <a:cubicBezTo>
                    <a:pt x="18738" y="100863"/>
                    <a:pt x="11940" y="103620"/>
                    <a:pt x="6203" y="108388"/>
                  </a:cubicBezTo>
                  <a:cubicBezTo>
                    <a:pt x="3502" y="110605"/>
                    <a:pt x="1155" y="112039"/>
                    <a:pt x="0" y="107122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9039E53E-071B-AF2A-AC22-25DBA04697C9}"/>
                </a:ext>
              </a:extLst>
            </p:cNvPr>
            <p:cNvSpPr/>
            <p:nvPr/>
          </p:nvSpPr>
          <p:spPr>
            <a:xfrm>
              <a:off x="1613297" y="5220548"/>
              <a:ext cx="140818" cy="210001"/>
            </a:xfrm>
            <a:custGeom>
              <a:avLst/>
              <a:gdLst>
                <a:gd name="csX0" fmla="*/ 104551 w 140818"/>
                <a:gd name="csY0" fmla="*/ 91480 h 210001"/>
                <a:gd name="csX1" fmla="*/ 100994 w 140818"/>
                <a:gd name="csY1" fmla="*/ 107611 h 210001"/>
                <a:gd name="csX2" fmla="*/ 98554 w 140818"/>
                <a:gd name="csY2" fmla="*/ 115602 h 210001"/>
                <a:gd name="csX3" fmla="*/ 81864 w 140818"/>
                <a:gd name="csY3" fmla="*/ 148440 h 210001"/>
                <a:gd name="csX4" fmla="*/ 73929 w 140818"/>
                <a:gd name="csY4" fmla="*/ 153619 h 210001"/>
                <a:gd name="csX5" fmla="*/ 65603 w 140818"/>
                <a:gd name="csY5" fmla="*/ 152147 h 210001"/>
                <a:gd name="csX6" fmla="*/ 53757 w 140818"/>
                <a:gd name="csY6" fmla="*/ 143858 h 210001"/>
                <a:gd name="csX7" fmla="*/ 66665 w 140818"/>
                <a:gd name="csY7" fmla="*/ 152818 h 210001"/>
                <a:gd name="csX8" fmla="*/ 71787 w 140818"/>
                <a:gd name="csY8" fmla="*/ 155910 h 210001"/>
                <a:gd name="csX9" fmla="*/ 67931 w 140818"/>
                <a:gd name="csY9" fmla="*/ 165130 h 210001"/>
                <a:gd name="csX10" fmla="*/ 31442 w 140818"/>
                <a:gd name="csY10" fmla="*/ 197708 h 210001"/>
                <a:gd name="csX11" fmla="*/ 14175 w 140818"/>
                <a:gd name="csY11" fmla="*/ 210001 h 210001"/>
                <a:gd name="csX12" fmla="*/ 0 w 140818"/>
                <a:gd name="csY12" fmla="*/ 199980 h 210001"/>
                <a:gd name="csX13" fmla="*/ 23749 w 140818"/>
                <a:gd name="csY13" fmla="*/ 171109 h 210001"/>
                <a:gd name="csX14" fmla="*/ 46455 w 140818"/>
                <a:gd name="csY14" fmla="*/ 139760 h 210001"/>
                <a:gd name="csX15" fmla="*/ 49938 w 140818"/>
                <a:gd name="csY15" fmla="*/ 134713 h 210001"/>
                <a:gd name="csX16" fmla="*/ 63889 w 140818"/>
                <a:gd name="csY16" fmla="*/ 117166 h 210001"/>
                <a:gd name="csX17" fmla="*/ 73277 w 140818"/>
                <a:gd name="csY17" fmla="*/ 105301 h 210001"/>
                <a:gd name="csX18" fmla="*/ 90079 w 140818"/>
                <a:gd name="csY18" fmla="*/ 83545 h 210001"/>
                <a:gd name="csX19" fmla="*/ 107904 w 140818"/>
                <a:gd name="csY19" fmla="*/ 64825 h 210001"/>
                <a:gd name="csX20" fmla="*/ 120496 w 140818"/>
                <a:gd name="csY20" fmla="*/ 50427 h 210001"/>
                <a:gd name="csX21" fmla="*/ 117478 w 140818"/>
                <a:gd name="csY21" fmla="*/ 17216 h 210001"/>
                <a:gd name="csX22" fmla="*/ 107643 w 140818"/>
                <a:gd name="csY22" fmla="*/ 6449 h 210001"/>
                <a:gd name="csX23" fmla="*/ 120161 w 140818"/>
                <a:gd name="csY23" fmla="*/ 843 h 210001"/>
                <a:gd name="csX24" fmla="*/ 127667 w 140818"/>
                <a:gd name="csY24" fmla="*/ 2519 h 210001"/>
                <a:gd name="csX25" fmla="*/ 138191 w 140818"/>
                <a:gd name="csY25" fmla="*/ 13416 h 210001"/>
                <a:gd name="csX26" fmla="*/ 139644 w 140818"/>
                <a:gd name="csY26" fmla="*/ 17942 h 210001"/>
                <a:gd name="csX27" fmla="*/ 133646 w 140818"/>
                <a:gd name="csY27" fmla="*/ 38040 h 210001"/>
                <a:gd name="csX28" fmla="*/ 140743 w 140818"/>
                <a:gd name="csY28" fmla="*/ 62050 h 210001"/>
                <a:gd name="csX29" fmla="*/ 134429 w 140818"/>
                <a:gd name="csY29" fmla="*/ 67135 h 210001"/>
                <a:gd name="csX30" fmla="*/ 123066 w 140818"/>
                <a:gd name="csY30" fmla="*/ 70488 h 210001"/>
                <a:gd name="csX31" fmla="*/ 110680 w 140818"/>
                <a:gd name="csY31" fmla="*/ 83843 h 210001"/>
                <a:gd name="csX32" fmla="*/ 105669 w 140818"/>
                <a:gd name="csY32" fmla="*/ 88034 h 210001"/>
                <a:gd name="csX33" fmla="*/ 100938 w 140818"/>
                <a:gd name="csY33" fmla="*/ 85110 h 210001"/>
                <a:gd name="csX34" fmla="*/ 104551 w 140818"/>
                <a:gd name="csY34" fmla="*/ 91480 h 210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40818" h="210001">
                  <a:moveTo>
                    <a:pt x="104551" y="91480"/>
                  </a:moveTo>
                  <a:cubicBezTo>
                    <a:pt x="105185" y="97254"/>
                    <a:pt x="104272" y="102712"/>
                    <a:pt x="100994" y="107611"/>
                  </a:cubicBezTo>
                  <a:cubicBezTo>
                    <a:pt x="99373" y="110032"/>
                    <a:pt x="99168" y="112845"/>
                    <a:pt x="98554" y="115602"/>
                  </a:cubicBezTo>
                  <a:cubicBezTo>
                    <a:pt x="95834" y="127970"/>
                    <a:pt x="88365" y="137972"/>
                    <a:pt x="81864" y="148440"/>
                  </a:cubicBezTo>
                  <a:cubicBezTo>
                    <a:pt x="80113" y="151272"/>
                    <a:pt x="76723" y="152091"/>
                    <a:pt x="73929" y="153619"/>
                  </a:cubicBezTo>
                  <a:cubicBezTo>
                    <a:pt x="70725" y="155649"/>
                    <a:pt x="68211" y="153078"/>
                    <a:pt x="65603" y="152147"/>
                  </a:cubicBezTo>
                  <a:cubicBezTo>
                    <a:pt x="60444" y="150284"/>
                    <a:pt x="56346" y="146745"/>
                    <a:pt x="53757" y="143858"/>
                  </a:cubicBezTo>
                  <a:cubicBezTo>
                    <a:pt x="56569" y="147192"/>
                    <a:pt x="61133" y="150620"/>
                    <a:pt x="66665" y="152818"/>
                  </a:cubicBezTo>
                  <a:cubicBezTo>
                    <a:pt x="68527" y="153563"/>
                    <a:pt x="70688" y="153861"/>
                    <a:pt x="71787" y="155910"/>
                  </a:cubicBezTo>
                  <a:cubicBezTo>
                    <a:pt x="72197" y="159710"/>
                    <a:pt x="70409" y="162150"/>
                    <a:pt x="67931" y="165130"/>
                  </a:cubicBezTo>
                  <a:cubicBezTo>
                    <a:pt x="57370" y="177852"/>
                    <a:pt x="43959" y="187258"/>
                    <a:pt x="31442" y="197708"/>
                  </a:cubicBezTo>
                  <a:cubicBezTo>
                    <a:pt x="26040" y="202234"/>
                    <a:pt x="19949" y="205941"/>
                    <a:pt x="14175" y="210001"/>
                  </a:cubicBezTo>
                  <a:cubicBezTo>
                    <a:pt x="7171" y="209871"/>
                    <a:pt x="2924" y="205866"/>
                    <a:pt x="0" y="199980"/>
                  </a:cubicBezTo>
                  <a:cubicBezTo>
                    <a:pt x="9332" y="191561"/>
                    <a:pt x="15497" y="180515"/>
                    <a:pt x="23749" y="171109"/>
                  </a:cubicBezTo>
                  <a:cubicBezTo>
                    <a:pt x="32150" y="161535"/>
                    <a:pt x="40383" y="151290"/>
                    <a:pt x="46455" y="139760"/>
                  </a:cubicBezTo>
                  <a:cubicBezTo>
                    <a:pt x="47423" y="137916"/>
                    <a:pt x="48224" y="135942"/>
                    <a:pt x="49938" y="134713"/>
                  </a:cubicBezTo>
                  <a:cubicBezTo>
                    <a:pt x="56271" y="130205"/>
                    <a:pt x="59661" y="123294"/>
                    <a:pt x="63889" y="117166"/>
                  </a:cubicBezTo>
                  <a:cubicBezTo>
                    <a:pt x="66795" y="112957"/>
                    <a:pt x="70111" y="109231"/>
                    <a:pt x="73277" y="105301"/>
                  </a:cubicBezTo>
                  <a:cubicBezTo>
                    <a:pt x="79014" y="98167"/>
                    <a:pt x="84584" y="90865"/>
                    <a:pt x="90079" y="83545"/>
                  </a:cubicBezTo>
                  <a:cubicBezTo>
                    <a:pt x="95331" y="76542"/>
                    <a:pt x="102074" y="71159"/>
                    <a:pt x="107904" y="64825"/>
                  </a:cubicBezTo>
                  <a:cubicBezTo>
                    <a:pt x="112226" y="60131"/>
                    <a:pt x="116659" y="55512"/>
                    <a:pt x="120496" y="50427"/>
                  </a:cubicBezTo>
                  <a:cubicBezTo>
                    <a:pt x="129176" y="38916"/>
                    <a:pt x="128040" y="27237"/>
                    <a:pt x="117478" y="17216"/>
                  </a:cubicBezTo>
                  <a:cubicBezTo>
                    <a:pt x="113939" y="13863"/>
                    <a:pt x="110605" y="10324"/>
                    <a:pt x="107643" y="6449"/>
                  </a:cubicBezTo>
                  <a:cubicBezTo>
                    <a:pt x="111816" y="4587"/>
                    <a:pt x="115988" y="2706"/>
                    <a:pt x="120161" y="843"/>
                  </a:cubicBezTo>
                  <a:cubicBezTo>
                    <a:pt x="123160" y="-778"/>
                    <a:pt x="125767" y="23"/>
                    <a:pt x="127667" y="2519"/>
                  </a:cubicBezTo>
                  <a:cubicBezTo>
                    <a:pt x="130759" y="6580"/>
                    <a:pt x="133963" y="10436"/>
                    <a:pt x="138191" y="13416"/>
                  </a:cubicBezTo>
                  <a:cubicBezTo>
                    <a:pt x="139607" y="14403"/>
                    <a:pt x="140296" y="16061"/>
                    <a:pt x="139644" y="17942"/>
                  </a:cubicBezTo>
                  <a:cubicBezTo>
                    <a:pt x="133367" y="23362"/>
                    <a:pt x="131281" y="30031"/>
                    <a:pt x="133646" y="38040"/>
                  </a:cubicBezTo>
                  <a:cubicBezTo>
                    <a:pt x="136031" y="46031"/>
                    <a:pt x="138378" y="54041"/>
                    <a:pt x="140743" y="62050"/>
                  </a:cubicBezTo>
                  <a:cubicBezTo>
                    <a:pt x="141004" y="66651"/>
                    <a:pt x="140948" y="69855"/>
                    <a:pt x="134429" y="67135"/>
                  </a:cubicBezTo>
                  <a:cubicBezTo>
                    <a:pt x="130796" y="65626"/>
                    <a:pt x="126252" y="67936"/>
                    <a:pt x="123066" y="70488"/>
                  </a:cubicBezTo>
                  <a:cubicBezTo>
                    <a:pt x="118317" y="74288"/>
                    <a:pt x="113269" y="78032"/>
                    <a:pt x="110680" y="83843"/>
                  </a:cubicBezTo>
                  <a:cubicBezTo>
                    <a:pt x="109655" y="86153"/>
                    <a:pt x="107699" y="87066"/>
                    <a:pt x="105669" y="88034"/>
                  </a:cubicBezTo>
                  <a:cubicBezTo>
                    <a:pt x="102894" y="88630"/>
                    <a:pt x="102205" y="86172"/>
                    <a:pt x="100938" y="85110"/>
                  </a:cubicBezTo>
                  <a:cubicBezTo>
                    <a:pt x="101795" y="87103"/>
                    <a:pt x="104924" y="88332"/>
                    <a:pt x="104551" y="91480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F6506D7A-C744-6190-59DD-C508FC42B94F}"/>
                </a:ext>
              </a:extLst>
            </p:cNvPr>
            <p:cNvSpPr/>
            <p:nvPr/>
          </p:nvSpPr>
          <p:spPr>
            <a:xfrm>
              <a:off x="1916972" y="5151058"/>
              <a:ext cx="108374" cy="70742"/>
            </a:xfrm>
            <a:custGeom>
              <a:avLst/>
              <a:gdLst>
                <a:gd name="csX0" fmla="*/ 108310 w 108374"/>
                <a:gd name="csY0" fmla="*/ 70743 h 70742"/>
                <a:gd name="csX1" fmla="*/ 59489 w 108374"/>
                <a:gd name="csY1" fmla="*/ 66887 h 70742"/>
                <a:gd name="csX2" fmla="*/ 22236 w 108374"/>
                <a:gd name="csY2" fmla="*/ 50291 h 70742"/>
                <a:gd name="csX3" fmla="*/ 2957 w 108374"/>
                <a:gd name="csY3" fmla="*/ 24716 h 70742"/>
                <a:gd name="csX4" fmla="*/ 256 w 108374"/>
                <a:gd name="csY4" fmla="*/ 13131 h 70742"/>
                <a:gd name="csX5" fmla="*/ 554 w 108374"/>
                <a:gd name="csY5" fmla="*/ 10337 h 70742"/>
                <a:gd name="csX6" fmla="*/ 11768 w 108374"/>
                <a:gd name="csY6" fmla="*/ 371 h 70742"/>
                <a:gd name="csX7" fmla="*/ 64369 w 108374"/>
                <a:gd name="csY7" fmla="*/ 16353 h 70742"/>
                <a:gd name="csX8" fmla="*/ 84039 w 108374"/>
                <a:gd name="csY8" fmla="*/ 26132 h 70742"/>
                <a:gd name="csX9" fmla="*/ 108310 w 108374"/>
                <a:gd name="csY9" fmla="*/ 70743 h 70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8374" h="70742">
                  <a:moveTo>
                    <a:pt x="108310" y="70743"/>
                  </a:moveTo>
                  <a:cubicBezTo>
                    <a:pt x="92384" y="63590"/>
                    <a:pt x="75806" y="64391"/>
                    <a:pt x="59489" y="66887"/>
                  </a:cubicBezTo>
                  <a:cubicBezTo>
                    <a:pt x="43042" y="69402"/>
                    <a:pt x="32089" y="60796"/>
                    <a:pt x="22236" y="50291"/>
                  </a:cubicBezTo>
                  <a:cubicBezTo>
                    <a:pt x="14971" y="42561"/>
                    <a:pt x="8564" y="33881"/>
                    <a:pt x="2957" y="24716"/>
                  </a:cubicBezTo>
                  <a:cubicBezTo>
                    <a:pt x="648" y="20935"/>
                    <a:pt x="-563" y="17396"/>
                    <a:pt x="256" y="13131"/>
                  </a:cubicBezTo>
                  <a:cubicBezTo>
                    <a:pt x="424" y="12218"/>
                    <a:pt x="499" y="11268"/>
                    <a:pt x="554" y="10337"/>
                  </a:cubicBezTo>
                  <a:cubicBezTo>
                    <a:pt x="1150" y="-411"/>
                    <a:pt x="1169" y="-597"/>
                    <a:pt x="11768" y="371"/>
                  </a:cubicBezTo>
                  <a:cubicBezTo>
                    <a:pt x="30376" y="2066"/>
                    <a:pt x="47512" y="8865"/>
                    <a:pt x="64369" y="16353"/>
                  </a:cubicBezTo>
                  <a:cubicBezTo>
                    <a:pt x="71056" y="19315"/>
                    <a:pt x="77464" y="22910"/>
                    <a:pt x="84039" y="26132"/>
                  </a:cubicBezTo>
                  <a:cubicBezTo>
                    <a:pt x="102535" y="35222"/>
                    <a:pt x="109111" y="50812"/>
                    <a:pt x="108310" y="70743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63FE8EA1-BA3F-5B44-5EA4-BE3601A2520C}"/>
                </a:ext>
              </a:extLst>
            </p:cNvPr>
            <p:cNvSpPr/>
            <p:nvPr/>
          </p:nvSpPr>
          <p:spPr>
            <a:xfrm>
              <a:off x="1517519" y="5383404"/>
              <a:ext cx="159649" cy="110090"/>
            </a:xfrm>
            <a:custGeom>
              <a:avLst/>
              <a:gdLst>
                <a:gd name="csX0" fmla="*/ 109953 w 159649"/>
                <a:gd name="csY0" fmla="*/ 50628 h 110090"/>
                <a:gd name="csX1" fmla="*/ 108985 w 159649"/>
                <a:gd name="csY1" fmla="*/ 57501 h 110090"/>
                <a:gd name="csX2" fmla="*/ 89259 w 159649"/>
                <a:gd name="csY2" fmla="*/ 76370 h 110090"/>
                <a:gd name="csX3" fmla="*/ 86633 w 159649"/>
                <a:gd name="csY3" fmla="*/ 88273 h 110090"/>
                <a:gd name="csX4" fmla="*/ 97343 w 159649"/>
                <a:gd name="csY4" fmla="*/ 93339 h 110090"/>
                <a:gd name="csX5" fmla="*/ 113064 w 159649"/>
                <a:gd name="csY5" fmla="*/ 89129 h 110090"/>
                <a:gd name="csX6" fmla="*/ 138955 w 159649"/>
                <a:gd name="csY6" fmla="*/ 75178 h 110090"/>
                <a:gd name="csX7" fmla="*/ 157023 w 159649"/>
                <a:gd name="csY7" fmla="*/ 61972 h 110090"/>
                <a:gd name="csX8" fmla="*/ 159649 w 159649"/>
                <a:gd name="csY8" fmla="*/ 65120 h 110090"/>
                <a:gd name="csX9" fmla="*/ 111350 w 159649"/>
                <a:gd name="csY9" fmla="*/ 95891 h 110090"/>
                <a:gd name="csX10" fmla="*/ 99802 w 159649"/>
                <a:gd name="csY10" fmla="*/ 100063 h 110090"/>
                <a:gd name="csX11" fmla="*/ 59289 w 159649"/>
                <a:gd name="csY11" fmla="*/ 109433 h 110090"/>
                <a:gd name="csX12" fmla="*/ 21700 w 159649"/>
                <a:gd name="csY12" fmla="*/ 108259 h 110090"/>
                <a:gd name="csX13" fmla="*/ 3558 w 159649"/>
                <a:gd name="csY13" fmla="*/ 93935 h 110090"/>
                <a:gd name="csX14" fmla="*/ 279 w 159649"/>
                <a:gd name="csY14" fmla="*/ 84957 h 110090"/>
                <a:gd name="csX15" fmla="*/ 559 w 159649"/>
                <a:gd name="csY15" fmla="*/ 82312 h 110090"/>
                <a:gd name="csX16" fmla="*/ 3595 w 159649"/>
                <a:gd name="csY16" fmla="*/ 82685 h 110090"/>
                <a:gd name="csX17" fmla="*/ 11679 w 159649"/>
                <a:gd name="csY17" fmla="*/ 86466 h 110090"/>
                <a:gd name="csX18" fmla="*/ 12368 w 159649"/>
                <a:gd name="csY18" fmla="*/ 51951 h 110090"/>
                <a:gd name="csX19" fmla="*/ 14622 w 159649"/>
                <a:gd name="csY19" fmla="*/ 19391 h 110090"/>
                <a:gd name="csX20" fmla="*/ 21644 w 159649"/>
                <a:gd name="csY20" fmla="*/ 3521 h 110090"/>
                <a:gd name="csX21" fmla="*/ 28927 w 159649"/>
                <a:gd name="csY21" fmla="*/ 1 h 110090"/>
                <a:gd name="csX22" fmla="*/ 39302 w 159649"/>
                <a:gd name="csY22" fmla="*/ 6390 h 110090"/>
                <a:gd name="csX23" fmla="*/ 26189 w 159649"/>
                <a:gd name="csY23" fmla="*/ 49473 h 110090"/>
                <a:gd name="csX24" fmla="*/ 27214 w 159649"/>
                <a:gd name="csY24" fmla="*/ 70168 h 110090"/>
                <a:gd name="csX25" fmla="*/ 47628 w 159649"/>
                <a:gd name="csY25" fmla="*/ 85628 h 110090"/>
                <a:gd name="csX26" fmla="*/ 75177 w 159649"/>
                <a:gd name="csY26" fmla="*/ 72347 h 110090"/>
                <a:gd name="csX27" fmla="*/ 86875 w 159649"/>
                <a:gd name="csY27" fmla="*/ 59420 h 110090"/>
                <a:gd name="csX28" fmla="*/ 95071 w 159649"/>
                <a:gd name="csY28" fmla="*/ 51783 h 110090"/>
                <a:gd name="csX29" fmla="*/ 100472 w 159649"/>
                <a:gd name="csY29" fmla="*/ 46158 h 110090"/>
                <a:gd name="csX30" fmla="*/ 109953 w 159649"/>
                <a:gd name="csY30" fmla="*/ 50628 h 1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9649" h="110090">
                  <a:moveTo>
                    <a:pt x="109953" y="50628"/>
                  </a:moveTo>
                  <a:cubicBezTo>
                    <a:pt x="112207" y="53273"/>
                    <a:pt x="112952" y="54931"/>
                    <a:pt x="108985" y="57501"/>
                  </a:cubicBezTo>
                  <a:cubicBezTo>
                    <a:pt x="101310" y="62475"/>
                    <a:pt x="94530" y="68677"/>
                    <a:pt x="89259" y="76370"/>
                  </a:cubicBezTo>
                  <a:cubicBezTo>
                    <a:pt x="86726" y="80077"/>
                    <a:pt x="84453" y="83802"/>
                    <a:pt x="86633" y="88273"/>
                  </a:cubicBezTo>
                  <a:cubicBezTo>
                    <a:pt x="88756" y="92594"/>
                    <a:pt x="93431" y="92370"/>
                    <a:pt x="97343" y="93339"/>
                  </a:cubicBezTo>
                  <a:cubicBezTo>
                    <a:pt x="103359" y="94829"/>
                    <a:pt x="107848" y="90638"/>
                    <a:pt x="113064" y="89129"/>
                  </a:cubicBezTo>
                  <a:cubicBezTo>
                    <a:pt x="122750" y="86298"/>
                    <a:pt x="130871" y="80766"/>
                    <a:pt x="138955" y="75178"/>
                  </a:cubicBezTo>
                  <a:cubicBezTo>
                    <a:pt x="145083" y="70931"/>
                    <a:pt x="150727" y="65939"/>
                    <a:pt x="157023" y="61972"/>
                  </a:cubicBezTo>
                  <a:cubicBezTo>
                    <a:pt x="161102" y="59401"/>
                    <a:pt x="158923" y="63890"/>
                    <a:pt x="159649" y="65120"/>
                  </a:cubicBezTo>
                  <a:cubicBezTo>
                    <a:pt x="146555" y="80096"/>
                    <a:pt x="130349" y="90173"/>
                    <a:pt x="111350" y="95891"/>
                  </a:cubicBezTo>
                  <a:cubicBezTo>
                    <a:pt x="107215" y="96487"/>
                    <a:pt x="103285" y="97623"/>
                    <a:pt x="99802" y="100063"/>
                  </a:cubicBezTo>
                  <a:cubicBezTo>
                    <a:pt x="86707" y="104906"/>
                    <a:pt x="73296" y="108483"/>
                    <a:pt x="59289" y="109433"/>
                  </a:cubicBezTo>
                  <a:cubicBezTo>
                    <a:pt x="46734" y="110010"/>
                    <a:pt x="34143" y="110997"/>
                    <a:pt x="21700" y="108259"/>
                  </a:cubicBezTo>
                  <a:cubicBezTo>
                    <a:pt x="13616" y="106061"/>
                    <a:pt x="7060" y="101926"/>
                    <a:pt x="3558" y="93935"/>
                  </a:cubicBezTo>
                  <a:cubicBezTo>
                    <a:pt x="2086" y="91085"/>
                    <a:pt x="1248" y="87993"/>
                    <a:pt x="279" y="84957"/>
                  </a:cubicBezTo>
                  <a:cubicBezTo>
                    <a:pt x="0" y="84100"/>
                    <a:pt x="-279" y="83057"/>
                    <a:pt x="559" y="82312"/>
                  </a:cubicBezTo>
                  <a:cubicBezTo>
                    <a:pt x="1639" y="81381"/>
                    <a:pt x="2682" y="82033"/>
                    <a:pt x="3595" y="82685"/>
                  </a:cubicBezTo>
                  <a:cubicBezTo>
                    <a:pt x="5867" y="84305"/>
                    <a:pt x="8158" y="85870"/>
                    <a:pt x="11679" y="86466"/>
                  </a:cubicBezTo>
                  <a:cubicBezTo>
                    <a:pt x="10897" y="74675"/>
                    <a:pt x="11567" y="63294"/>
                    <a:pt x="12368" y="51951"/>
                  </a:cubicBezTo>
                  <a:cubicBezTo>
                    <a:pt x="13150" y="41110"/>
                    <a:pt x="12964" y="30195"/>
                    <a:pt x="14622" y="19391"/>
                  </a:cubicBezTo>
                  <a:cubicBezTo>
                    <a:pt x="15535" y="13431"/>
                    <a:pt x="18683" y="8513"/>
                    <a:pt x="21644" y="3521"/>
                  </a:cubicBezTo>
                  <a:cubicBezTo>
                    <a:pt x="23172" y="951"/>
                    <a:pt x="25910" y="-36"/>
                    <a:pt x="28927" y="1"/>
                  </a:cubicBezTo>
                  <a:cubicBezTo>
                    <a:pt x="32802" y="1435"/>
                    <a:pt x="36918" y="2534"/>
                    <a:pt x="39302" y="6390"/>
                  </a:cubicBezTo>
                  <a:cubicBezTo>
                    <a:pt x="30380" y="19354"/>
                    <a:pt x="28070" y="34404"/>
                    <a:pt x="26189" y="49473"/>
                  </a:cubicBezTo>
                  <a:cubicBezTo>
                    <a:pt x="25332" y="56347"/>
                    <a:pt x="25649" y="63406"/>
                    <a:pt x="27214" y="70168"/>
                  </a:cubicBezTo>
                  <a:cubicBezTo>
                    <a:pt x="29281" y="79183"/>
                    <a:pt x="38632" y="85032"/>
                    <a:pt x="47628" y="85628"/>
                  </a:cubicBezTo>
                  <a:cubicBezTo>
                    <a:pt x="59661" y="86410"/>
                    <a:pt x="67224" y="79202"/>
                    <a:pt x="75177" y="72347"/>
                  </a:cubicBezTo>
                  <a:cubicBezTo>
                    <a:pt x="79592" y="68547"/>
                    <a:pt x="83783" y="64449"/>
                    <a:pt x="86875" y="59420"/>
                  </a:cubicBezTo>
                  <a:cubicBezTo>
                    <a:pt x="88905" y="56123"/>
                    <a:pt x="91941" y="53869"/>
                    <a:pt x="95071" y="51783"/>
                  </a:cubicBezTo>
                  <a:cubicBezTo>
                    <a:pt x="97324" y="50293"/>
                    <a:pt x="99168" y="48505"/>
                    <a:pt x="100472" y="46158"/>
                  </a:cubicBezTo>
                  <a:cubicBezTo>
                    <a:pt x="104738" y="45375"/>
                    <a:pt x="107662" y="47331"/>
                    <a:pt x="109953" y="50628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9039918F-B041-8A33-9FC6-2B27AAE9213C}"/>
                </a:ext>
              </a:extLst>
            </p:cNvPr>
            <p:cNvSpPr/>
            <p:nvPr/>
          </p:nvSpPr>
          <p:spPr>
            <a:xfrm>
              <a:off x="1914186" y="5263114"/>
              <a:ext cx="101149" cy="123515"/>
            </a:xfrm>
            <a:custGeom>
              <a:avLst/>
              <a:gdLst>
                <a:gd name="csX0" fmla="*/ 8146 w 101149"/>
                <a:gd name="csY0" fmla="*/ 0 h 123515"/>
                <a:gd name="csX1" fmla="*/ 16677 w 101149"/>
                <a:gd name="csY1" fmla="*/ 12778 h 123515"/>
                <a:gd name="csX2" fmla="*/ 30219 w 101149"/>
                <a:gd name="csY2" fmla="*/ 40904 h 123515"/>
                <a:gd name="csX3" fmla="*/ 58904 w 101149"/>
                <a:gd name="csY3" fmla="*/ 79107 h 123515"/>
                <a:gd name="csX4" fmla="*/ 85857 w 101149"/>
                <a:gd name="csY4" fmla="*/ 98777 h 123515"/>
                <a:gd name="csX5" fmla="*/ 90420 w 101149"/>
                <a:gd name="csY5" fmla="*/ 118186 h 123515"/>
                <a:gd name="csX6" fmla="*/ 93270 w 101149"/>
                <a:gd name="csY6" fmla="*/ 122228 h 123515"/>
                <a:gd name="csX7" fmla="*/ 101149 w 101149"/>
                <a:gd name="csY7" fmla="*/ 122358 h 123515"/>
                <a:gd name="csX8" fmla="*/ 84479 w 101149"/>
                <a:gd name="csY8" fmla="*/ 122657 h 123515"/>
                <a:gd name="csX9" fmla="*/ 19173 w 101149"/>
                <a:gd name="csY9" fmla="*/ 83596 h 123515"/>
                <a:gd name="csX10" fmla="*/ 416 w 101149"/>
                <a:gd name="csY10" fmla="*/ 23824 h 123515"/>
                <a:gd name="csX11" fmla="*/ 8146 w 101149"/>
                <a:gd name="csY11" fmla="*/ 0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1149" h="123515">
                  <a:moveTo>
                    <a:pt x="8146" y="0"/>
                  </a:moveTo>
                  <a:cubicBezTo>
                    <a:pt x="8594" y="5867"/>
                    <a:pt x="13362" y="8810"/>
                    <a:pt x="16677" y="12778"/>
                  </a:cubicBezTo>
                  <a:cubicBezTo>
                    <a:pt x="23551" y="20992"/>
                    <a:pt x="25711" y="31535"/>
                    <a:pt x="30219" y="40904"/>
                  </a:cubicBezTo>
                  <a:cubicBezTo>
                    <a:pt x="37279" y="55582"/>
                    <a:pt x="45884" y="69422"/>
                    <a:pt x="58904" y="79107"/>
                  </a:cubicBezTo>
                  <a:cubicBezTo>
                    <a:pt x="67808" y="85720"/>
                    <a:pt x="77978" y="90693"/>
                    <a:pt x="85857" y="98777"/>
                  </a:cubicBezTo>
                  <a:cubicBezTo>
                    <a:pt x="91221" y="104291"/>
                    <a:pt x="93028" y="110866"/>
                    <a:pt x="90420" y="118186"/>
                  </a:cubicBezTo>
                  <a:cubicBezTo>
                    <a:pt x="89266" y="121446"/>
                    <a:pt x="90253" y="122265"/>
                    <a:pt x="93270" y="122228"/>
                  </a:cubicBezTo>
                  <a:cubicBezTo>
                    <a:pt x="95897" y="122191"/>
                    <a:pt x="98523" y="122303"/>
                    <a:pt x="101149" y="122358"/>
                  </a:cubicBezTo>
                  <a:cubicBezTo>
                    <a:pt x="95636" y="124109"/>
                    <a:pt x="89992" y="123588"/>
                    <a:pt x="84479" y="122657"/>
                  </a:cubicBezTo>
                  <a:cubicBezTo>
                    <a:pt x="57656" y="118130"/>
                    <a:pt x="37092" y="103434"/>
                    <a:pt x="19173" y="83596"/>
                  </a:cubicBezTo>
                  <a:cubicBezTo>
                    <a:pt x="3527" y="66274"/>
                    <a:pt x="-1595" y="46306"/>
                    <a:pt x="416" y="23824"/>
                  </a:cubicBezTo>
                  <a:cubicBezTo>
                    <a:pt x="1199" y="15348"/>
                    <a:pt x="3229" y="7190"/>
                    <a:pt x="8146" y="0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AA5E3871-F14C-A8AD-180D-BC6AD023857C}"/>
                </a:ext>
              </a:extLst>
            </p:cNvPr>
            <p:cNvSpPr/>
            <p:nvPr/>
          </p:nvSpPr>
          <p:spPr>
            <a:xfrm>
              <a:off x="1507969" y="5326535"/>
              <a:ext cx="62752" cy="150767"/>
            </a:xfrm>
            <a:custGeom>
              <a:avLst/>
              <a:gdLst>
                <a:gd name="csX0" fmla="*/ 39073 w 62752"/>
                <a:gd name="csY0" fmla="*/ 57708 h 150767"/>
                <a:gd name="csX1" fmla="*/ 27078 w 62752"/>
                <a:gd name="csY1" fmla="*/ 71641 h 150767"/>
                <a:gd name="csX2" fmla="*/ 24731 w 62752"/>
                <a:gd name="csY2" fmla="*/ 83078 h 150767"/>
                <a:gd name="csX3" fmla="*/ 23352 w 62752"/>
                <a:gd name="csY3" fmla="*/ 111185 h 150767"/>
                <a:gd name="csX4" fmla="*/ 22254 w 62752"/>
                <a:gd name="csY4" fmla="*/ 137878 h 150767"/>
                <a:gd name="csX5" fmla="*/ 22011 w 62752"/>
                <a:gd name="csY5" fmla="*/ 145719 h 150767"/>
                <a:gd name="csX6" fmla="*/ 10929 w 62752"/>
                <a:gd name="csY6" fmla="*/ 139722 h 150767"/>
                <a:gd name="csX7" fmla="*/ 13108 w 62752"/>
                <a:gd name="csY7" fmla="*/ 150767 h 150767"/>
                <a:gd name="csX8" fmla="*/ 870 w 62752"/>
                <a:gd name="csY8" fmla="*/ 118040 h 150767"/>
                <a:gd name="csX9" fmla="*/ 28978 w 62752"/>
                <a:gd name="csY9" fmla="*/ 10117 h 150767"/>
                <a:gd name="csX10" fmla="*/ 33281 w 62752"/>
                <a:gd name="csY10" fmla="*/ 11533 h 150767"/>
                <a:gd name="csX11" fmla="*/ 53528 w 62752"/>
                <a:gd name="csY11" fmla="*/ 525 h 150767"/>
                <a:gd name="csX12" fmla="*/ 60196 w 62752"/>
                <a:gd name="csY12" fmla="*/ 245 h 150767"/>
                <a:gd name="csX13" fmla="*/ 62673 w 62752"/>
                <a:gd name="csY13" fmla="*/ 3859 h 150767"/>
                <a:gd name="csX14" fmla="*/ 46356 w 62752"/>
                <a:gd name="csY14" fmla="*/ 42807 h 150767"/>
                <a:gd name="csX15" fmla="*/ 41458 w 62752"/>
                <a:gd name="csY15" fmla="*/ 55548 h 150767"/>
                <a:gd name="csX16" fmla="*/ 30729 w 62752"/>
                <a:gd name="csY16" fmla="*/ 49289 h 150767"/>
                <a:gd name="csX17" fmla="*/ 37583 w 62752"/>
                <a:gd name="csY17" fmla="*/ 54691 h 150767"/>
                <a:gd name="csX18" fmla="*/ 39073 w 62752"/>
                <a:gd name="csY18" fmla="*/ 57708 h 150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752" h="150767">
                  <a:moveTo>
                    <a:pt x="39073" y="57708"/>
                  </a:moveTo>
                  <a:cubicBezTo>
                    <a:pt x="30598" y="58435"/>
                    <a:pt x="29965" y="66239"/>
                    <a:pt x="27078" y="71641"/>
                  </a:cubicBezTo>
                  <a:cubicBezTo>
                    <a:pt x="25308" y="74957"/>
                    <a:pt x="24619" y="79260"/>
                    <a:pt x="24731" y="83078"/>
                  </a:cubicBezTo>
                  <a:cubicBezTo>
                    <a:pt x="25029" y="92503"/>
                    <a:pt x="23371" y="101779"/>
                    <a:pt x="23352" y="111185"/>
                  </a:cubicBezTo>
                  <a:cubicBezTo>
                    <a:pt x="23334" y="120089"/>
                    <a:pt x="22850" y="128993"/>
                    <a:pt x="22254" y="137878"/>
                  </a:cubicBezTo>
                  <a:cubicBezTo>
                    <a:pt x="22067" y="140690"/>
                    <a:pt x="25290" y="145663"/>
                    <a:pt x="22011" y="145719"/>
                  </a:cubicBezTo>
                  <a:cubicBezTo>
                    <a:pt x="18621" y="145775"/>
                    <a:pt x="13536" y="143931"/>
                    <a:pt x="10929" y="139722"/>
                  </a:cubicBezTo>
                  <a:cubicBezTo>
                    <a:pt x="11655" y="143410"/>
                    <a:pt x="12381" y="147079"/>
                    <a:pt x="13108" y="150767"/>
                  </a:cubicBezTo>
                  <a:cubicBezTo>
                    <a:pt x="6235" y="140914"/>
                    <a:pt x="2211" y="130185"/>
                    <a:pt x="870" y="118040"/>
                  </a:cubicBezTo>
                  <a:cubicBezTo>
                    <a:pt x="-3526" y="78365"/>
                    <a:pt x="9178" y="43366"/>
                    <a:pt x="28978" y="10117"/>
                  </a:cubicBezTo>
                  <a:cubicBezTo>
                    <a:pt x="30021" y="11868"/>
                    <a:pt x="31548" y="13694"/>
                    <a:pt x="33281" y="11533"/>
                  </a:cubicBezTo>
                  <a:cubicBezTo>
                    <a:pt x="38533" y="4976"/>
                    <a:pt x="46524" y="3673"/>
                    <a:pt x="53528" y="525"/>
                  </a:cubicBezTo>
                  <a:cubicBezTo>
                    <a:pt x="55428" y="-314"/>
                    <a:pt x="57979" y="59"/>
                    <a:pt x="60196" y="245"/>
                  </a:cubicBezTo>
                  <a:cubicBezTo>
                    <a:pt x="62189" y="413"/>
                    <a:pt x="63027" y="1810"/>
                    <a:pt x="62673" y="3859"/>
                  </a:cubicBezTo>
                  <a:cubicBezTo>
                    <a:pt x="60233" y="18090"/>
                    <a:pt x="53714" y="30700"/>
                    <a:pt x="46356" y="42807"/>
                  </a:cubicBezTo>
                  <a:cubicBezTo>
                    <a:pt x="43860" y="46924"/>
                    <a:pt x="38105" y="49308"/>
                    <a:pt x="41458" y="55548"/>
                  </a:cubicBezTo>
                  <a:cubicBezTo>
                    <a:pt x="36168" y="55827"/>
                    <a:pt x="34249" y="50574"/>
                    <a:pt x="30729" y="49289"/>
                  </a:cubicBezTo>
                  <a:cubicBezTo>
                    <a:pt x="32349" y="51133"/>
                    <a:pt x="35329" y="52474"/>
                    <a:pt x="37583" y="54691"/>
                  </a:cubicBezTo>
                  <a:cubicBezTo>
                    <a:pt x="38477" y="55473"/>
                    <a:pt x="40023" y="56013"/>
                    <a:pt x="39073" y="5770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0DED94C7-4879-BDD0-F119-525AACEB2A82}"/>
                </a:ext>
              </a:extLst>
            </p:cNvPr>
            <p:cNvSpPr/>
            <p:nvPr/>
          </p:nvSpPr>
          <p:spPr>
            <a:xfrm>
              <a:off x="1977542" y="5217879"/>
              <a:ext cx="97882" cy="116743"/>
            </a:xfrm>
            <a:custGeom>
              <a:avLst/>
              <a:gdLst>
                <a:gd name="csX0" fmla="*/ 30715 w 97882"/>
                <a:gd name="csY0" fmla="*/ 27056 h 116743"/>
                <a:gd name="csX1" fmla="*/ 27176 w 97882"/>
                <a:gd name="csY1" fmla="*/ 4723 h 116743"/>
                <a:gd name="csX2" fmla="*/ 22929 w 97882"/>
                <a:gd name="csY2" fmla="*/ 2543 h 116743"/>
                <a:gd name="csX3" fmla="*/ 0 w 97882"/>
                <a:gd name="csY3" fmla="*/ 2394 h 116743"/>
                <a:gd name="csX4" fmla="*/ 68285 w 97882"/>
                <a:gd name="csY4" fmla="*/ 24951 h 116743"/>
                <a:gd name="csX5" fmla="*/ 91569 w 97882"/>
                <a:gd name="csY5" fmla="*/ 79397 h 116743"/>
                <a:gd name="csX6" fmla="*/ 97678 w 97882"/>
                <a:gd name="csY6" fmla="*/ 108007 h 116743"/>
                <a:gd name="csX7" fmla="*/ 96561 w 97882"/>
                <a:gd name="csY7" fmla="*/ 116743 h 116743"/>
                <a:gd name="csX8" fmla="*/ 88551 w 97882"/>
                <a:gd name="csY8" fmla="*/ 111099 h 116743"/>
                <a:gd name="csX9" fmla="*/ 69478 w 97882"/>
                <a:gd name="csY9" fmla="*/ 93609 h 116743"/>
                <a:gd name="csX10" fmla="*/ 57109 w 97882"/>
                <a:gd name="csY10" fmla="*/ 65129 h 116743"/>
                <a:gd name="csX11" fmla="*/ 37216 w 97882"/>
                <a:gd name="csY11" fmla="*/ 32793 h 116743"/>
                <a:gd name="csX12" fmla="*/ 31945 w 97882"/>
                <a:gd name="csY12" fmla="*/ 29664 h 116743"/>
                <a:gd name="csX13" fmla="*/ 30715 w 97882"/>
                <a:gd name="csY13" fmla="*/ 27056 h 116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882" h="116743">
                  <a:moveTo>
                    <a:pt x="30715" y="27056"/>
                  </a:moveTo>
                  <a:cubicBezTo>
                    <a:pt x="29784" y="19587"/>
                    <a:pt x="26096" y="12602"/>
                    <a:pt x="27176" y="4723"/>
                  </a:cubicBezTo>
                  <a:cubicBezTo>
                    <a:pt x="27530" y="2078"/>
                    <a:pt x="24680" y="2562"/>
                    <a:pt x="22929" y="2543"/>
                  </a:cubicBezTo>
                  <a:cubicBezTo>
                    <a:pt x="15292" y="2450"/>
                    <a:pt x="7656" y="2432"/>
                    <a:pt x="0" y="2394"/>
                  </a:cubicBezTo>
                  <a:cubicBezTo>
                    <a:pt x="25370" y="-4740"/>
                    <a:pt x="51000" y="4443"/>
                    <a:pt x="68285" y="24951"/>
                  </a:cubicBezTo>
                  <a:cubicBezTo>
                    <a:pt x="81771" y="40951"/>
                    <a:pt x="86092" y="60342"/>
                    <a:pt x="91569" y="79397"/>
                  </a:cubicBezTo>
                  <a:cubicBezTo>
                    <a:pt x="94270" y="88747"/>
                    <a:pt x="97753" y="98024"/>
                    <a:pt x="97678" y="108007"/>
                  </a:cubicBezTo>
                  <a:cubicBezTo>
                    <a:pt x="97660" y="110950"/>
                    <a:pt x="98610" y="114042"/>
                    <a:pt x="96561" y="116743"/>
                  </a:cubicBezTo>
                  <a:cubicBezTo>
                    <a:pt x="94400" y="114154"/>
                    <a:pt x="92072" y="111695"/>
                    <a:pt x="88551" y="111099"/>
                  </a:cubicBezTo>
                  <a:cubicBezTo>
                    <a:pt x="78381" y="109404"/>
                    <a:pt x="74190" y="101283"/>
                    <a:pt x="69478" y="93609"/>
                  </a:cubicBezTo>
                  <a:cubicBezTo>
                    <a:pt x="63983" y="84687"/>
                    <a:pt x="61189" y="74628"/>
                    <a:pt x="57109" y="65129"/>
                  </a:cubicBezTo>
                  <a:cubicBezTo>
                    <a:pt x="52136" y="53543"/>
                    <a:pt x="46008" y="42218"/>
                    <a:pt x="37216" y="32793"/>
                  </a:cubicBezTo>
                  <a:cubicBezTo>
                    <a:pt x="35875" y="31359"/>
                    <a:pt x="33733" y="30688"/>
                    <a:pt x="31945" y="29664"/>
                  </a:cubicBezTo>
                  <a:cubicBezTo>
                    <a:pt x="31051" y="29030"/>
                    <a:pt x="33547" y="26739"/>
                    <a:pt x="30715" y="27056"/>
                  </a:cubicBezTo>
                  <a:close/>
                </a:path>
              </a:pathLst>
            </a:custGeom>
            <a:solidFill>
              <a:srgbClr val="7AB0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FEBF3F32-1C4F-7AE9-640D-F192796F80D1}"/>
                </a:ext>
              </a:extLst>
            </p:cNvPr>
            <p:cNvSpPr/>
            <p:nvPr/>
          </p:nvSpPr>
          <p:spPr>
            <a:xfrm>
              <a:off x="1559577" y="5227079"/>
              <a:ext cx="145065" cy="162808"/>
            </a:xfrm>
            <a:custGeom>
              <a:avLst/>
              <a:gdLst>
                <a:gd name="csX0" fmla="*/ 57 w 145065"/>
                <a:gd name="csY0" fmla="*/ 160648 h 162808"/>
                <a:gd name="csX1" fmla="*/ 3540 w 145065"/>
                <a:gd name="csY1" fmla="*/ 150496 h 162808"/>
                <a:gd name="csX2" fmla="*/ 11996 w 145065"/>
                <a:gd name="csY2" fmla="*/ 136601 h 162808"/>
                <a:gd name="csX3" fmla="*/ 39526 w 145065"/>
                <a:gd name="csY3" fmla="*/ 91580 h 162808"/>
                <a:gd name="csX4" fmla="*/ 47573 w 145065"/>
                <a:gd name="csY4" fmla="*/ 84968 h 162808"/>
                <a:gd name="csX5" fmla="*/ 49827 w 145065"/>
                <a:gd name="csY5" fmla="*/ 83590 h 162808"/>
                <a:gd name="csX6" fmla="*/ 51075 w 145065"/>
                <a:gd name="csY6" fmla="*/ 75357 h 162808"/>
                <a:gd name="csX7" fmla="*/ 79965 w 145065"/>
                <a:gd name="csY7" fmla="*/ 41680 h 162808"/>
                <a:gd name="csX8" fmla="*/ 86931 w 145065"/>
                <a:gd name="csY8" fmla="*/ 38476 h 162808"/>
                <a:gd name="csX9" fmla="*/ 88347 w 145065"/>
                <a:gd name="csY9" fmla="*/ 36203 h 162808"/>
                <a:gd name="csX10" fmla="*/ 88272 w 145065"/>
                <a:gd name="csY10" fmla="*/ 36147 h 162808"/>
                <a:gd name="csX11" fmla="*/ 90247 w 145065"/>
                <a:gd name="csY11" fmla="*/ 24245 h 162808"/>
                <a:gd name="csX12" fmla="*/ 81641 w 145065"/>
                <a:gd name="csY12" fmla="*/ 8468 h 162808"/>
                <a:gd name="csX13" fmla="*/ 78065 w 145065"/>
                <a:gd name="csY13" fmla="*/ 2433 h 162808"/>
                <a:gd name="csX14" fmla="*/ 85646 w 145065"/>
                <a:gd name="csY14" fmla="*/ 1092 h 162808"/>
                <a:gd name="csX15" fmla="*/ 113344 w 145065"/>
                <a:gd name="csY15" fmla="*/ 1111 h 162808"/>
                <a:gd name="csX16" fmla="*/ 135696 w 145065"/>
                <a:gd name="csY16" fmla="*/ 105 h 162808"/>
                <a:gd name="csX17" fmla="*/ 145065 w 145065"/>
                <a:gd name="csY17" fmla="*/ 1111 h 162808"/>
                <a:gd name="csX18" fmla="*/ 123775 w 145065"/>
                <a:gd name="csY18" fmla="*/ 11393 h 162808"/>
                <a:gd name="csX19" fmla="*/ 108333 w 145065"/>
                <a:gd name="csY19" fmla="*/ 27374 h 162808"/>
                <a:gd name="csX20" fmla="*/ 89465 w 145065"/>
                <a:gd name="csY20" fmla="*/ 47901 h 162808"/>
                <a:gd name="csX21" fmla="*/ 50945 w 145065"/>
                <a:gd name="csY21" fmla="*/ 93816 h 162808"/>
                <a:gd name="csX22" fmla="*/ 6110 w 145065"/>
                <a:gd name="csY22" fmla="*/ 160909 h 162808"/>
                <a:gd name="csX23" fmla="*/ 3558 w 145065"/>
                <a:gd name="csY23" fmla="*/ 162809 h 162808"/>
                <a:gd name="csX24" fmla="*/ 57 w 145065"/>
                <a:gd name="csY24" fmla="*/ 160648 h 1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065" h="162808">
                  <a:moveTo>
                    <a:pt x="57" y="160648"/>
                  </a:moveTo>
                  <a:cubicBezTo>
                    <a:pt x="-279" y="156736"/>
                    <a:pt x="876" y="153700"/>
                    <a:pt x="3540" y="150496"/>
                  </a:cubicBezTo>
                  <a:cubicBezTo>
                    <a:pt x="6986" y="146380"/>
                    <a:pt x="9165" y="141239"/>
                    <a:pt x="11996" y="136601"/>
                  </a:cubicBezTo>
                  <a:cubicBezTo>
                    <a:pt x="21179" y="121606"/>
                    <a:pt x="30567" y="106724"/>
                    <a:pt x="39526" y="91580"/>
                  </a:cubicBezTo>
                  <a:cubicBezTo>
                    <a:pt x="41557" y="88153"/>
                    <a:pt x="45450" y="87818"/>
                    <a:pt x="47573" y="84968"/>
                  </a:cubicBezTo>
                  <a:cubicBezTo>
                    <a:pt x="47946" y="83888"/>
                    <a:pt x="49473" y="84688"/>
                    <a:pt x="49827" y="83590"/>
                  </a:cubicBezTo>
                  <a:cubicBezTo>
                    <a:pt x="48281" y="80535"/>
                    <a:pt x="49361" y="78076"/>
                    <a:pt x="51075" y="75357"/>
                  </a:cubicBezTo>
                  <a:cubicBezTo>
                    <a:pt x="59084" y="62709"/>
                    <a:pt x="69590" y="52260"/>
                    <a:pt x="79965" y="41680"/>
                  </a:cubicBezTo>
                  <a:cubicBezTo>
                    <a:pt x="81884" y="39724"/>
                    <a:pt x="84100" y="38494"/>
                    <a:pt x="86931" y="38476"/>
                  </a:cubicBezTo>
                  <a:cubicBezTo>
                    <a:pt x="88384" y="38457"/>
                    <a:pt x="89818" y="38159"/>
                    <a:pt x="88347" y="36203"/>
                  </a:cubicBezTo>
                  <a:lnTo>
                    <a:pt x="88272" y="36147"/>
                  </a:lnTo>
                  <a:cubicBezTo>
                    <a:pt x="87062" y="31901"/>
                    <a:pt x="88980" y="27765"/>
                    <a:pt x="90247" y="24245"/>
                  </a:cubicBezTo>
                  <a:cubicBezTo>
                    <a:pt x="93525" y="15118"/>
                    <a:pt x="87062" y="11896"/>
                    <a:pt x="81641" y="8468"/>
                  </a:cubicBezTo>
                  <a:cubicBezTo>
                    <a:pt x="78922" y="6755"/>
                    <a:pt x="77804" y="5339"/>
                    <a:pt x="78065" y="2433"/>
                  </a:cubicBezTo>
                  <a:cubicBezTo>
                    <a:pt x="80505" y="1446"/>
                    <a:pt x="82964" y="608"/>
                    <a:pt x="85646" y="1092"/>
                  </a:cubicBezTo>
                  <a:cubicBezTo>
                    <a:pt x="94885" y="384"/>
                    <a:pt x="104105" y="366"/>
                    <a:pt x="113344" y="1111"/>
                  </a:cubicBezTo>
                  <a:cubicBezTo>
                    <a:pt x="120850" y="2117"/>
                    <a:pt x="128227" y="142"/>
                    <a:pt x="135696" y="105"/>
                  </a:cubicBezTo>
                  <a:cubicBezTo>
                    <a:pt x="138862" y="86"/>
                    <a:pt x="142066" y="-454"/>
                    <a:pt x="145065" y="1111"/>
                  </a:cubicBezTo>
                  <a:cubicBezTo>
                    <a:pt x="136068" y="626"/>
                    <a:pt x="130685" y="7556"/>
                    <a:pt x="123775" y="11393"/>
                  </a:cubicBezTo>
                  <a:cubicBezTo>
                    <a:pt x="116995" y="15174"/>
                    <a:pt x="113996" y="22438"/>
                    <a:pt x="108333" y="27374"/>
                  </a:cubicBezTo>
                  <a:cubicBezTo>
                    <a:pt x="101367" y="33447"/>
                    <a:pt x="95965" y="41270"/>
                    <a:pt x="89465" y="47901"/>
                  </a:cubicBezTo>
                  <a:cubicBezTo>
                    <a:pt x="75401" y="62206"/>
                    <a:pt x="62642" y="77555"/>
                    <a:pt x="50945" y="93816"/>
                  </a:cubicBezTo>
                  <a:cubicBezTo>
                    <a:pt x="35224" y="115665"/>
                    <a:pt x="19689" y="137625"/>
                    <a:pt x="6110" y="160909"/>
                  </a:cubicBezTo>
                  <a:cubicBezTo>
                    <a:pt x="5496" y="161970"/>
                    <a:pt x="4825" y="162716"/>
                    <a:pt x="3558" y="162809"/>
                  </a:cubicBezTo>
                  <a:cubicBezTo>
                    <a:pt x="1994" y="162734"/>
                    <a:pt x="150" y="163125"/>
                    <a:pt x="57" y="160648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AA424284-70CA-8EFA-9FC4-95E6B6E82B8F}"/>
                </a:ext>
              </a:extLst>
            </p:cNvPr>
            <p:cNvSpPr/>
            <p:nvPr/>
          </p:nvSpPr>
          <p:spPr>
            <a:xfrm>
              <a:off x="1910207" y="5134176"/>
              <a:ext cx="113808" cy="41318"/>
            </a:xfrm>
            <a:custGeom>
              <a:avLst/>
              <a:gdLst>
                <a:gd name="csX0" fmla="*/ 113809 w 113808"/>
                <a:gd name="csY0" fmla="*/ 3488 h 41318"/>
                <a:gd name="csX1" fmla="*/ 102987 w 113808"/>
                <a:gd name="csY1" fmla="*/ 25784 h 41318"/>
                <a:gd name="csX2" fmla="*/ 96039 w 113808"/>
                <a:gd name="csY2" fmla="*/ 32899 h 41318"/>
                <a:gd name="csX3" fmla="*/ 93487 w 113808"/>
                <a:gd name="csY3" fmla="*/ 41319 h 41318"/>
                <a:gd name="csX4" fmla="*/ 33025 w 113808"/>
                <a:gd name="csY4" fmla="*/ 16787 h 41318"/>
                <a:gd name="csX5" fmla="*/ 11884 w 113808"/>
                <a:gd name="csY5" fmla="*/ 13956 h 41318"/>
                <a:gd name="csX6" fmla="*/ 4694 w 113808"/>
                <a:gd name="csY6" fmla="*/ 9542 h 41318"/>
                <a:gd name="csX7" fmla="*/ 0 w 113808"/>
                <a:gd name="csY7" fmla="*/ 154 h 41318"/>
                <a:gd name="csX8" fmla="*/ 53440 w 113808"/>
                <a:gd name="csY8" fmla="*/ 2352 h 41318"/>
                <a:gd name="csX9" fmla="*/ 93972 w 113808"/>
                <a:gd name="csY9" fmla="*/ 8871 h 41318"/>
                <a:gd name="csX10" fmla="*/ 113809 w 113808"/>
                <a:gd name="csY10" fmla="*/ 3488 h 41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808" h="41318">
                  <a:moveTo>
                    <a:pt x="113809" y="3488"/>
                  </a:moveTo>
                  <a:cubicBezTo>
                    <a:pt x="110978" y="11293"/>
                    <a:pt x="107960" y="18985"/>
                    <a:pt x="102987" y="25784"/>
                  </a:cubicBezTo>
                  <a:cubicBezTo>
                    <a:pt x="100975" y="28522"/>
                    <a:pt x="98926" y="31242"/>
                    <a:pt x="96039" y="32899"/>
                  </a:cubicBezTo>
                  <a:cubicBezTo>
                    <a:pt x="92314" y="35041"/>
                    <a:pt x="91848" y="37761"/>
                    <a:pt x="93487" y="41319"/>
                  </a:cubicBezTo>
                  <a:cubicBezTo>
                    <a:pt x="74134" y="31167"/>
                    <a:pt x="54408" y="21984"/>
                    <a:pt x="33025" y="16787"/>
                  </a:cubicBezTo>
                  <a:cubicBezTo>
                    <a:pt x="26040" y="15092"/>
                    <a:pt x="19055" y="13639"/>
                    <a:pt x="11884" y="13956"/>
                  </a:cubicBezTo>
                  <a:cubicBezTo>
                    <a:pt x="8233" y="14124"/>
                    <a:pt x="5905" y="13379"/>
                    <a:pt x="4694" y="9542"/>
                  </a:cubicBezTo>
                  <a:cubicBezTo>
                    <a:pt x="3763" y="6580"/>
                    <a:pt x="1937" y="3916"/>
                    <a:pt x="0" y="154"/>
                  </a:cubicBezTo>
                  <a:cubicBezTo>
                    <a:pt x="18403" y="1197"/>
                    <a:pt x="36154" y="-1970"/>
                    <a:pt x="53440" y="2352"/>
                  </a:cubicBezTo>
                  <a:cubicBezTo>
                    <a:pt x="66814" y="5686"/>
                    <a:pt x="80504" y="6431"/>
                    <a:pt x="93972" y="8871"/>
                  </a:cubicBezTo>
                  <a:cubicBezTo>
                    <a:pt x="101087" y="10156"/>
                    <a:pt x="107401" y="6096"/>
                    <a:pt x="113809" y="3488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B00844A0-8B36-834A-7D8C-59D7CFDEA956}"/>
                </a:ext>
              </a:extLst>
            </p:cNvPr>
            <p:cNvSpPr/>
            <p:nvPr/>
          </p:nvSpPr>
          <p:spPr>
            <a:xfrm>
              <a:off x="1810321" y="5090529"/>
              <a:ext cx="65650" cy="41636"/>
            </a:xfrm>
            <a:custGeom>
              <a:avLst/>
              <a:gdLst>
                <a:gd name="csX0" fmla="*/ 22697 w 65650"/>
                <a:gd name="csY0" fmla="*/ 34766 h 41636"/>
                <a:gd name="csX1" fmla="*/ 1369 w 65650"/>
                <a:gd name="csY1" fmla="*/ 36015 h 41636"/>
                <a:gd name="csX2" fmla="*/ 289 w 65650"/>
                <a:gd name="csY2" fmla="*/ 27893 h 41636"/>
                <a:gd name="csX3" fmla="*/ 9267 w 65650"/>
                <a:gd name="csY3" fmla="*/ 6417 h 41636"/>
                <a:gd name="csX4" fmla="*/ 19959 w 65650"/>
                <a:gd name="csY4" fmla="*/ 1090 h 41636"/>
                <a:gd name="csX5" fmla="*/ 35661 w 65650"/>
                <a:gd name="csY5" fmla="*/ 9 h 41636"/>
                <a:gd name="csX6" fmla="*/ 64495 w 65650"/>
                <a:gd name="csY6" fmla="*/ 24727 h 41636"/>
                <a:gd name="csX7" fmla="*/ 65650 w 65650"/>
                <a:gd name="csY7" fmla="*/ 35847 h 41636"/>
                <a:gd name="csX8" fmla="*/ 57287 w 65650"/>
                <a:gd name="csY8" fmla="*/ 40615 h 41636"/>
                <a:gd name="csX9" fmla="*/ 22771 w 65650"/>
                <a:gd name="csY9" fmla="*/ 34804 h 41636"/>
                <a:gd name="csX10" fmla="*/ 22697 w 65650"/>
                <a:gd name="csY10" fmla="*/ 34766 h 4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650" h="41636">
                  <a:moveTo>
                    <a:pt x="22697" y="34766"/>
                  </a:moveTo>
                  <a:cubicBezTo>
                    <a:pt x="15582" y="35176"/>
                    <a:pt x="8466" y="35605"/>
                    <a:pt x="1369" y="36015"/>
                  </a:cubicBezTo>
                  <a:cubicBezTo>
                    <a:pt x="-642" y="33518"/>
                    <a:pt x="103" y="30669"/>
                    <a:pt x="289" y="27893"/>
                  </a:cubicBezTo>
                  <a:cubicBezTo>
                    <a:pt x="811" y="19698"/>
                    <a:pt x="4573" y="12768"/>
                    <a:pt x="9267" y="6417"/>
                  </a:cubicBezTo>
                  <a:cubicBezTo>
                    <a:pt x="11689" y="3120"/>
                    <a:pt x="15377" y="1145"/>
                    <a:pt x="19959" y="1090"/>
                  </a:cubicBezTo>
                  <a:cubicBezTo>
                    <a:pt x="25193" y="1034"/>
                    <a:pt x="30408" y="158"/>
                    <a:pt x="35661" y="9"/>
                  </a:cubicBezTo>
                  <a:cubicBezTo>
                    <a:pt x="48663" y="-382"/>
                    <a:pt x="62782" y="11800"/>
                    <a:pt x="64495" y="24727"/>
                  </a:cubicBezTo>
                  <a:cubicBezTo>
                    <a:pt x="64979" y="28415"/>
                    <a:pt x="65278" y="32140"/>
                    <a:pt x="65650" y="35847"/>
                  </a:cubicBezTo>
                  <a:cubicBezTo>
                    <a:pt x="64421" y="41938"/>
                    <a:pt x="63117" y="42646"/>
                    <a:pt x="57287" y="40615"/>
                  </a:cubicBezTo>
                  <a:cubicBezTo>
                    <a:pt x="46111" y="36722"/>
                    <a:pt x="34767" y="33798"/>
                    <a:pt x="22771" y="34804"/>
                  </a:cubicBezTo>
                  <a:lnTo>
                    <a:pt x="22697" y="34766"/>
                  </a:lnTo>
                  <a:close/>
                </a:path>
              </a:pathLst>
            </a:custGeom>
            <a:solidFill>
              <a:srgbClr val="81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726C6CB-F1A6-CC0A-E53B-EEDF3464A38E}"/>
                </a:ext>
              </a:extLst>
            </p:cNvPr>
            <p:cNvSpPr/>
            <p:nvPr/>
          </p:nvSpPr>
          <p:spPr>
            <a:xfrm>
              <a:off x="1612430" y="5226979"/>
              <a:ext cx="129139" cy="193541"/>
            </a:xfrm>
            <a:custGeom>
              <a:avLst/>
              <a:gdLst>
                <a:gd name="csX0" fmla="*/ 108511 w 129139"/>
                <a:gd name="csY0" fmla="*/ 0 h 193541"/>
                <a:gd name="csX1" fmla="*/ 123226 w 129139"/>
                <a:gd name="csY1" fmla="*/ 15311 h 193541"/>
                <a:gd name="csX2" fmla="*/ 127957 w 129139"/>
                <a:gd name="csY2" fmla="*/ 23507 h 193541"/>
                <a:gd name="csX3" fmla="*/ 124120 w 129139"/>
                <a:gd name="csY3" fmla="*/ 42525 h 193541"/>
                <a:gd name="csX4" fmla="*/ 99961 w 129139"/>
                <a:gd name="csY4" fmla="*/ 68770 h 193541"/>
                <a:gd name="csX5" fmla="*/ 87630 w 129139"/>
                <a:gd name="csY5" fmla="*/ 83261 h 193541"/>
                <a:gd name="csX6" fmla="*/ 69991 w 129139"/>
                <a:gd name="csY6" fmla="*/ 105557 h 193541"/>
                <a:gd name="csX7" fmla="*/ 57790 w 129139"/>
                <a:gd name="csY7" fmla="*/ 122880 h 193541"/>
                <a:gd name="csX8" fmla="*/ 27727 w 129139"/>
                <a:gd name="csY8" fmla="*/ 163505 h 193541"/>
                <a:gd name="csX9" fmla="*/ 6027 w 129139"/>
                <a:gd name="csY9" fmla="*/ 190401 h 193541"/>
                <a:gd name="csX10" fmla="*/ 1482 w 129139"/>
                <a:gd name="csY10" fmla="*/ 193438 h 193541"/>
                <a:gd name="csX11" fmla="*/ 308 w 129139"/>
                <a:gd name="csY11" fmla="*/ 192469 h 193541"/>
                <a:gd name="csX12" fmla="*/ 550 w 129139"/>
                <a:gd name="csY12" fmla="*/ 189377 h 193541"/>
                <a:gd name="csX13" fmla="*/ 33445 w 129139"/>
                <a:gd name="csY13" fmla="*/ 144785 h 193541"/>
                <a:gd name="csX14" fmla="*/ 55685 w 129139"/>
                <a:gd name="csY14" fmla="*/ 115988 h 193541"/>
                <a:gd name="csX15" fmla="*/ 65725 w 129139"/>
                <a:gd name="csY15" fmla="*/ 103210 h 193541"/>
                <a:gd name="csX16" fmla="*/ 91914 w 129139"/>
                <a:gd name="csY16" fmla="*/ 71843 h 193541"/>
                <a:gd name="csX17" fmla="*/ 116315 w 129139"/>
                <a:gd name="csY17" fmla="*/ 45430 h 193541"/>
                <a:gd name="csX18" fmla="*/ 107095 w 129139"/>
                <a:gd name="csY18" fmla="*/ 5979 h 193541"/>
                <a:gd name="csX19" fmla="*/ 100948 w 129139"/>
                <a:gd name="csY19" fmla="*/ 1267 h 193541"/>
                <a:gd name="csX20" fmla="*/ 108511 w 129139"/>
                <a:gd name="csY20" fmla="*/ 0 h 193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9139" h="193541">
                  <a:moveTo>
                    <a:pt x="108511" y="0"/>
                  </a:moveTo>
                  <a:cubicBezTo>
                    <a:pt x="114527" y="4042"/>
                    <a:pt x="119538" y="9053"/>
                    <a:pt x="123226" y="15311"/>
                  </a:cubicBezTo>
                  <a:cubicBezTo>
                    <a:pt x="124828" y="18031"/>
                    <a:pt x="126765" y="20620"/>
                    <a:pt x="127957" y="23507"/>
                  </a:cubicBezTo>
                  <a:cubicBezTo>
                    <a:pt x="130881" y="30585"/>
                    <a:pt x="127920" y="37142"/>
                    <a:pt x="124120" y="42525"/>
                  </a:cubicBezTo>
                  <a:cubicBezTo>
                    <a:pt x="117247" y="52248"/>
                    <a:pt x="108976" y="60853"/>
                    <a:pt x="99961" y="68770"/>
                  </a:cubicBezTo>
                  <a:cubicBezTo>
                    <a:pt x="95248" y="72905"/>
                    <a:pt x="91858" y="78530"/>
                    <a:pt x="87630" y="83261"/>
                  </a:cubicBezTo>
                  <a:cubicBezTo>
                    <a:pt x="81316" y="90339"/>
                    <a:pt x="76920" y="98814"/>
                    <a:pt x="69991" y="105557"/>
                  </a:cubicBezTo>
                  <a:cubicBezTo>
                    <a:pt x="65017" y="110381"/>
                    <a:pt x="62317" y="117478"/>
                    <a:pt x="57790" y="122880"/>
                  </a:cubicBezTo>
                  <a:cubicBezTo>
                    <a:pt x="46931" y="135844"/>
                    <a:pt x="38605" y="150745"/>
                    <a:pt x="27727" y="163505"/>
                  </a:cubicBezTo>
                  <a:cubicBezTo>
                    <a:pt x="20220" y="172296"/>
                    <a:pt x="13384" y="181535"/>
                    <a:pt x="6027" y="190401"/>
                  </a:cubicBezTo>
                  <a:cubicBezTo>
                    <a:pt x="4909" y="191743"/>
                    <a:pt x="3009" y="192450"/>
                    <a:pt x="1482" y="193438"/>
                  </a:cubicBezTo>
                  <a:cubicBezTo>
                    <a:pt x="569" y="193754"/>
                    <a:pt x="252" y="193326"/>
                    <a:pt x="308" y="192469"/>
                  </a:cubicBezTo>
                  <a:cubicBezTo>
                    <a:pt x="85" y="191426"/>
                    <a:pt x="-362" y="190569"/>
                    <a:pt x="550" y="189377"/>
                  </a:cubicBezTo>
                  <a:cubicBezTo>
                    <a:pt x="11950" y="174830"/>
                    <a:pt x="23238" y="160245"/>
                    <a:pt x="33445" y="144785"/>
                  </a:cubicBezTo>
                  <a:cubicBezTo>
                    <a:pt x="40095" y="134708"/>
                    <a:pt x="47583" y="125078"/>
                    <a:pt x="55685" y="115988"/>
                  </a:cubicBezTo>
                  <a:cubicBezTo>
                    <a:pt x="59280" y="111946"/>
                    <a:pt x="62838" y="107774"/>
                    <a:pt x="65725" y="103210"/>
                  </a:cubicBezTo>
                  <a:cubicBezTo>
                    <a:pt x="73083" y="91569"/>
                    <a:pt x="83588" y="82628"/>
                    <a:pt x="91914" y="71843"/>
                  </a:cubicBezTo>
                  <a:cubicBezTo>
                    <a:pt x="99290" y="62306"/>
                    <a:pt x="109032" y="55023"/>
                    <a:pt x="116315" y="45430"/>
                  </a:cubicBezTo>
                  <a:cubicBezTo>
                    <a:pt x="126169" y="32448"/>
                    <a:pt x="121717" y="13840"/>
                    <a:pt x="107095" y="5979"/>
                  </a:cubicBezTo>
                  <a:cubicBezTo>
                    <a:pt x="104841" y="4768"/>
                    <a:pt x="102345" y="3707"/>
                    <a:pt x="100948" y="1267"/>
                  </a:cubicBezTo>
                  <a:cubicBezTo>
                    <a:pt x="103444" y="857"/>
                    <a:pt x="105977" y="428"/>
                    <a:pt x="108511" y="0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9960C427-7DEA-CB7C-B952-DA042BBD9903}"/>
                </a:ext>
              </a:extLst>
            </p:cNvPr>
            <p:cNvSpPr/>
            <p:nvPr/>
          </p:nvSpPr>
          <p:spPr>
            <a:xfrm>
              <a:off x="1733439" y="5182014"/>
              <a:ext cx="55991" cy="56457"/>
            </a:xfrm>
            <a:custGeom>
              <a:avLst/>
              <a:gdLst>
                <a:gd name="csX0" fmla="*/ 19483 w 55991"/>
                <a:gd name="csY0" fmla="*/ 56457 h 56457"/>
                <a:gd name="csX1" fmla="*/ 4768 w 55991"/>
                <a:gd name="csY1" fmla="*/ 40308 h 56457"/>
                <a:gd name="csX2" fmla="*/ 0 w 55991"/>
                <a:gd name="csY2" fmla="*/ 39339 h 56457"/>
                <a:gd name="csX3" fmla="*/ 55992 w 55991"/>
                <a:gd name="csY3" fmla="*/ 0 h 56457"/>
                <a:gd name="csX4" fmla="*/ 51167 w 55991"/>
                <a:gd name="csY4" fmla="*/ 29188 h 56457"/>
                <a:gd name="csX5" fmla="*/ 48671 w 55991"/>
                <a:gd name="csY5" fmla="*/ 32094 h 56457"/>
                <a:gd name="csX6" fmla="*/ 20955 w 55991"/>
                <a:gd name="csY6" fmla="*/ 55731 h 56457"/>
                <a:gd name="csX7" fmla="*/ 19483 w 55991"/>
                <a:gd name="csY7" fmla="*/ 56457 h 56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991" h="56457">
                  <a:moveTo>
                    <a:pt x="19483" y="56457"/>
                  </a:moveTo>
                  <a:cubicBezTo>
                    <a:pt x="15237" y="50478"/>
                    <a:pt x="8922" y="46418"/>
                    <a:pt x="4768" y="40308"/>
                  </a:cubicBezTo>
                  <a:cubicBezTo>
                    <a:pt x="3781" y="38855"/>
                    <a:pt x="1621" y="39637"/>
                    <a:pt x="0" y="39339"/>
                  </a:cubicBezTo>
                  <a:cubicBezTo>
                    <a:pt x="18664" y="26226"/>
                    <a:pt x="37328" y="13113"/>
                    <a:pt x="55992" y="0"/>
                  </a:cubicBezTo>
                  <a:cubicBezTo>
                    <a:pt x="53086" y="9649"/>
                    <a:pt x="52360" y="19446"/>
                    <a:pt x="51167" y="29188"/>
                  </a:cubicBezTo>
                  <a:cubicBezTo>
                    <a:pt x="51000" y="30585"/>
                    <a:pt x="49789" y="31423"/>
                    <a:pt x="48671" y="32094"/>
                  </a:cubicBezTo>
                  <a:cubicBezTo>
                    <a:pt x="38147" y="38464"/>
                    <a:pt x="28946" y="46380"/>
                    <a:pt x="20955" y="55731"/>
                  </a:cubicBezTo>
                  <a:cubicBezTo>
                    <a:pt x="20620" y="56122"/>
                    <a:pt x="19986" y="56234"/>
                    <a:pt x="19483" y="56457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77F193A5-9473-4C26-FFB1-C27802A7D7E1}"/>
                </a:ext>
              </a:extLst>
            </p:cNvPr>
            <p:cNvSpPr/>
            <p:nvPr/>
          </p:nvSpPr>
          <p:spPr>
            <a:xfrm>
              <a:off x="1914602" y="5175849"/>
              <a:ext cx="37439" cy="59288"/>
            </a:xfrm>
            <a:custGeom>
              <a:avLst/>
              <a:gdLst>
                <a:gd name="csX0" fmla="*/ 37440 w 37439"/>
                <a:gd name="csY0" fmla="*/ 39898 h 59288"/>
                <a:gd name="csX1" fmla="*/ 15665 w 37439"/>
                <a:gd name="csY1" fmla="*/ 59289 h 59288"/>
                <a:gd name="csX2" fmla="*/ 10916 w 37439"/>
                <a:gd name="csY2" fmla="*/ 37365 h 59288"/>
                <a:gd name="csX3" fmla="*/ 4545 w 37439"/>
                <a:gd name="csY3" fmla="*/ 23712 h 59288"/>
                <a:gd name="csX4" fmla="*/ 2124 w 37439"/>
                <a:gd name="csY4" fmla="*/ 0 h 59288"/>
                <a:gd name="csX5" fmla="*/ 37440 w 37439"/>
                <a:gd name="csY5" fmla="*/ 39898 h 59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7439" h="59288">
                  <a:moveTo>
                    <a:pt x="37440" y="39898"/>
                  </a:moveTo>
                  <a:cubicBezTo>
                    <a:pt x="29691" y="45803"/>
                    <a:pt x="22259" y="52080"/>
                    <a:pt x="15665" y="59289"/>
                  </a:cubicBezTo>
                  <a:cubicBezTo>
                    <a:pt x="14101" y="51968"/>
                    <a:pt x="12760" y="44611"/>
                    <a:pt x="10916" y="37365"/>
                  </a:cubicBezTo>
                  <a:cubicBezTo>
                    <a:pt x="9668" y="32466"/>
                    <a:pt x="7898" y="27679"/>
                    <a:pt x="4545" y="23712"/>
                  </a:cubicBezTo>
                  <a:cubicBezTo>
                    <a:pt x="-1341" y="16764"/>
                    <a:pt x="-782" y="9015"/>
                    <a:pt x="2124" y="0"/>
                  </a:cubicBezTo>
                  <a:cubicBezTo>
                    <a:pt x="12741" y="14845"/>
                    <a:pt x="22539" y="29710"/>
                    <a:pt x="37440" y="39898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65C81902-230B-BCC0-93BE-5A5D2092ECF4}"/>
                </a:ext>
              </a:extLst>
            </p:cNvPr>
            <p:cNvSpPr/>
            <p:nvPr/>
          </p:nvSpPr>
          <p:spPr>
            <a:xfrm>
              <a:off x="1833055" y="5123768"/>
              <a:ext cx="44145" cy="10483"/>
            </a:xfrm>
            <a:custGeom>
              <a:avLst/>
              <a:gdLst>
                <a:gd name="csX0" fmla="*/ 0 w 44145"/>
                <a:gd name="csY0" fmla="*/ 1546 h 10483"/>
                <a:gd name="csX1" fmla="*/ 28741 w 44145"/>
                <a:gd name="csY1" fmla="*/ 4191 h 10483"/>
                <a:gd name="csX2" fmla="*/ 34515 w 44145"/>
                <a:gd name="csY2" fmla="*/ 6296 h 10483"/>
                <a:gd name="csX3" fmla="*/ 42879 w 44145"/>
                <a:gd name="csY3" fmla="*/ 2608 h 10483"/>
                <a:gd name="csX4" fmla="*/ 44145 w 44145"/>
                <a:gd name="csY4" fmla="*/ 6166 h 10483"/>
                <a:gd name="csX5" fmla="*/ 35950 w 44145"/>
                <a:gd name="csY5" fmla="*/ 9463 h 10483"/>
                <a:gd name="csX6" fmla="*/ 8829 w 44145"/>
                <a:gd name="csY6" fmla="*/ 2813 h 10483"/>
                <a:gd name="csX7" fmla="*/ 3371 w 44145"/>
                <a:gd name="csY7" fmla="*/ 3781 h 10483"/>
                <a:gd name="csX8" fmla="*/ 0 w 44145"/>
                <a:gd name="csY8" fmla="*/ 1546 h 10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145" h="10483">
                  <a:moveTo>
                    <a:pt x="0" y="1546"/>
                  </a:moveTo>
                  <a:cubicBezTo>
                    <a:pt x="10021" y="-2347"/>
                    <a:pt x="19279" y="2086"/>
                    <a:pt x="28741" y="4191"/>
                  </a:cubicBezTo>
                  <a:cubicBezTo>
                    <a:pt x="30734" y="4638"/>
                    <a:pt x="32690" y="5383"/>
                    <a:pt x="34515" y="6296"/>
                  </a:cubicBezTo>
                  <a:cubicBezTo>
                    <a:pt x="38892" y="8494"/>
                    <a:pt x="41593" y="7246"/>
                    <a:pt x="42879" y="2608"/>
                  </a:cubicBezTo>
                  <a:cubicBezTo>
                    <a:pt x="43233" y="3819"/>
                    <a:pt x="42674" y="5346"/>
                    <a:pt x="44145" y="6166"/>
                  </a:cubicBezTo>
                  <a:cubicBezTo>
                    <a:pt x="42674" y="10394"/>
                    <a:pt x="40141" y="11567"/>
                    <a:pt x="35950" y="9463"/>
                  </a:cubicBezTo>
                  <a:cubicBezTo>
                    <a:pt x="27456" y="5160"/>
                    <a:pt x="18105" y="4079"/>
                    <a:pt x="8829" y="2813"/>
                  </a:cubicBezTo>
                  <a:cubicBezTo>
                    <a:pt x="6948" y="2552"/>
                    <a:pt x="5085" y="2869"/>
                    <a:pt x="3371" y="3781"/>
                  </a:cubicBezTo>
                  <a:cubicBezTo>
                    <a:pt x="3409" y="1304"/>
                    <a:pt x="1453" y="1826"/>
                    <a:pt x="0" y="1546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F19A134B-AB84-1858-C32F-DC51FB16B9C4}"/>
                </a:ext>
              </a:extLst>
            </p:cNvPr>
            <p:cNvSpPr/>
            <p:nvPr/>
          </p:nvSpPr>
          <p:spPr>
            <a:xfrm>
              <a:off x="1539238" y="5491626"/>
              <a:ext cx="37588" cy="2832"/>
            </a:xfrm>
            <a:custGeom>
              <a:avLst/>
              <a:gdLst>
                <a:gd name="csX0" fmla="*/ 0 w 37588"/>
                <a:gd name="csY0" fmla="*/ 0 h 2832"/>
                <a:gd name="csX1" fmla="*/ 37589 w 37588"/>
                <a:gd name="csY1" fmla="*/ 1173 h 2832"/>
                <a:gd name="csX2" fmla="*/ 0 w 37588"/>
                <a:gd name="csY2" fmla="*/ 0 h 2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588" h="2832">
                  <a:moveTo>
                    <a:pt x="0" y="0"/>
                  </a:moveTo>
                  <a:cubicBezTo>
                    <a:pt x="12499" y="1192"/>
                    <a:pt x="25053" y="1024"/>
                    <a:pt x="37589" y="1173"/>
                  </a:cubicBezTo>
                  <a:cubicBezTo>
                    <a:pt x="25034" y="2142"/>
                    <a:pt x="12405" y="4917"/>
                    <a:pt x="0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014CAFD0-09C8-635A-13CB-59576F9A8785}"/>
                </a:ext>
              </a:extLst>
            </p:cNvPr>
            <p:cNvSpPr/>
            <p:nvPr/>
          </p:nvSpPr>
          <p:spPr>
            <a:xfrm>
              <a:off x="1645242" y="5227032"/>
              <a:ext cx="27697" cy="1139"/>
            </a:xfrm>
            <a:custGeom>
              <a:avLst/>
              <a:gdLst>
                <a:gd name="csX0" fmla="*/ 27698 w 27697"/>
                <a:gd name="csY0" fmla="*/ 1139 h 1139"/>
                <a:gd name="csX1" fmla="*/ 0 w 27697"/>
                <a:gd name="csY1" fmla="*/ 1120 h 1139"/>
                <a:gd name="csX2" fmla="*/ 27698 w 27697"/>
                <a:gd name="csY2" fmla="*/ 1139 h 1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697" h="1139">
                  <a:moveTo>
                    <a:pt x="27698" y="1139"/>
                  </a:moveTo>
                  <a:cubicBezTo>
                    <a:pt x="18459" y="1139"/>
                    <a:pt x="9239" y="1139"/>
                    <a:pt x="0" y="1120"/>
                  </a:cubicBezTo>
                  <a:cubicBezTo>
                    <a:pt x="9239" y="-891"/>
                    <a:pt x="18478" y="245"/>
                    <a:pt x="27698" y="1139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E567EECE-D4B1-D3CB-2B51-65157D9BECF6}"/>
                </a:ext>
              </a:extLst>
            </p:cNvPr>
            <p:cNvSpPr/>
            <p:nvPr/>
          </p:nvSpPr>
          <p:spPr>
            <a:xfrm>
              <a:off x="1617339" y="5479125"/>
              <a:ext cx="11548" cy="4323"/>
            </a:xfrm>
            <a:custGeom>
              <a:avLst/>
              <a:gdLst>
                <a:gd name="csX0" fmla="*/ 0 w 11548"/>
                <a:gd name="csY0" fmla="*/ 4324 h 4323"/>
                <a:gd name="csX1" fmla="*/ 11549 w 11548"/>
                <a:gd name="csY1" fmla="*/ 151 h 4323"/>
                <a:gd name="csX2" fmla="*/ 0 w 11548"/>
                <a:gd name="csY2" fmla="*/ 4324 h 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548" h="4323">
                  <a:moveTo>
                    <a:pt x="0" y="4324"/>
                  </a:moveTo>
                  <a:cubicBezTo>
                    <a:pt x="2757" y="-54"/>
                    <a:pt x="7041" y="-277"/>
                    <a:pt x="11549" y="151"/>
                  </a:cubicBezTo>
                  <a:cubicBezTo>
                    <a:pt x="7916" y="2107"/>
                    <a:pt x="4042" y="3411"/>
                    <a:pt x="0" y="4324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1084010D-DAD6-6EC5-6CA7-F3BC7304B9A7}"/>
                </a:ext>
              </a:extLst>
            </p:cNvPr>
            <p:cNvSpPr/>
            <p:nvPr/>
          </p:nvSpPr>
          <p:spPr>
            <a:xfrm>
              <a:off x="1930025" y="5235100"/>
              <a:ext cx="1773" cy="14584"/>
            </a:xfrm>
            <a:custGeom>
              <a:avLst/>
              <a:gdLst>
                <a:gd name="csX0" fmla="*/ 205 w 1773"/>
                <a:gd name="csY0" fmla="*/ 0 h 14584"/>
                <a:gd name="csX1" fmla="*/ 0 w 1773"/>
                <a:gd name="csY1" fmla="*/ 14585 h 14584"/>
                <a:gd name="csX2" fmla="*/ 205 w 1773"/>
                <a:gd name="csY2" fmla="*/ 0 h 1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3" h="14584">
                  <a:moveTo>
                    <a:pt x="205" y="0"/>
                  </a:moveTo>
                  <a:cubicBezTo>
                    <a:pt x="2086" y="4880"/>
                    <a:pt x="2570" y="9760"/>
                    <a:pt x="0" y="14585"/>
                  </a:cubicBezTo>
                  <a:cubicBezTo>
                    <a:pt x="689" y="9723"/>
                    <a:pt x="447" y="4862"/>
                    <a:pt x="205" y="0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9784B0D-B513-1A06-F35A-5D1F4F94A9F0}"/>
                </a:ext>
              </a:extLst>
            </p:cNvPr>
            <p:cNvSpPr/>
            <p:nvPr/>
          </p:nvSpPr>
          <p:spPr>
            <a:xfrm>
              <a:off x="1775573" y="5007725"/>
              <a:ext cx="76516" cy="79566"/>
            </a:xfrm>
            <a:custGeom>
              <a:avLst/>
              <a:gdLst>
                <a:gd name="csX0" fmla="*/ 0 w 76516"/>
                <a:gd name="csY0" fmla="*/ 2347 h 79566"/>
                <a:gd name="csX1" fmla="*/ 1285 w 76516"/>
                <a:gd name="csY1" fmla="*/ 0 h 79566"/>
                <a:gd name="csX2" fmla="*/ 24047 w 76516"/>
                <a:gd name="csY2" fmla="*/ 12238 h 79566"/>
                <a:gd name="csX3" fmla="*/ 30846 w 76516"/>
                <a:gd name="csY3" fmla="*/ 16168 h 79566"/>
                <a:gd name="csX4" fmla="*/ 40941 w 76516"/>
                <a:gd name="csY4" fmla="*/ 18049 h 79566"/>
                <a:gd name="csX5" fmla="*/ 42562 w 76516"/>
                <a:gd name="csY5" fmla="*/ 17565 h 79566"/>
                <a:gd name="csX6" fmla="*/ 67242 w 76516"/>
                <a:gd name="csY6" fmla="*/ 29188 h 79566"/>
                <a:gd name="csX7" fmla="*/ 75736 w 76516"/>
                <a:gd name="csY7" fmla="*/ 45728 h 79566"/>
                <a:gd name="csX8" fmla="*/ 73966 w 76516"/>
                <a:gd name="csY8" fmla="*/ 49919 h 79566"/>
                <a:gd name="csX9" fmla="*/ 47517 w 76516"/>
                <a:gd name="csY9" fmla="*/ 59587 h 79566"/>
                <a:gd name="csX10" fmla="*/ 34813 w 76516"/>
                <a:gd name="csY10" fmla="*/ 75829 h 79566"/>
                <a:gd name="csX11" fmla="*/ 29784 w 76516"/>
                <a:gd name="csY11" fmla="*/ 77878 h 79566"/>
                <a:gd name="csX12" fmla="*/ 10524 w 76516"/>
                <a:gd name="csY12" fmla="*/ 64150 h 79566"/>
                <a:gd name="csX13" fmla="*/ 1714 w 76516"/>
                <a:gd name="csY13" fmla="*/ 39582 h 79566"/>
                <a:gd name="csX14" fmla="*/ 4116 w 76516"/>
                <a:gd name="csY14" fmla="*/ 24010 h 79566"/>
                <a:gd name="csX15" fmla="*/ 0 w 76516"/>
                <a:gd name="csY15" fmla="*/ 2347 h 79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6516" h="79566">
                  <a:moveTo>
                    <a:pt x="0" y="2347"/>
                  </a:moveTo>
                  <a:cubicBezTo>
                    <a:pt x="149" y="1416"/>
                    <a:pt x="242" y="447"/>
                    <a:pt x="1285" y="0"/>
                  </a:cubicBezTo>
                  <a:cubicBezTo>
                    <a:pt x="8270" y="5197"/>
                    <a:pt x="16205" y="8643"/>
                    <a:pt x="24047" y="12238"/>
                  </a:cubicBezTo>
                  <a:cubicBezTo>
                    <a:pt x="26450" y="13337"/>
                    <a:pt x="28741" y="14529"/>
                    <a:pt x="30846" y="16168"/>
                  </a:cubicBezTo>
                  <a:cubicBezTo>
                    <a:pt x="33826" y="18496"/>
                    <a:pt x="37235" y="19204"/>
                    <a:pt x="40941" y="18049"/>
                  </a:cubicBezTo>
                  <a:cubicBezTo>
                    <a:pt x="41482" y="17882"/>
                    <a:pt x="42003" y="17677"/>
                    <a:pt x="42562" y="17565"/>
                  </a:cubicBezTo>
                  <a:cubicBezTo>
                    <a:pt x="56551" y="14641"/>
                    <a:pt x="60518" y="16503"/>
                    <a:pt x="67242" y="29188"/>
                  </a:cubicBezTo>
                  <a:cubicBezTo>
                    <a:pt x="70148" y="34664"/>
                    <a:pt x="72830" y="40252"/>
                    <a:pt x="75736" y="45728"/>
                  </a:cubicBezTo>
                  <a:cubicBezTo>
                    <a:pt x="76984" y="48075"/>
                    <a:pt x="76965" y="48951"/>
                    <a:pt x="73966" y="49919"/>
                  </a:cubicBezTo>
                  <a:cubicBezTo>
                    <a:pt x="65044" y="52807"/>
                    <a:pt x="56253" y="56159"/>
                    <a:pt x="47517" y="59587"/>
                  </a:cubicBezTo>
                  <a:cubicBezTo>
                    <a:pt x="40178" y="62455"/>
                    <a:pt x="35111" y="67428"/>
                    <a:pt x="34813" y="75829"/>
                  </a:cubicBezTo>
                  <a:cubicBezTo>
                    <a:pt x="34646" y="80691"/>
                    <a:pt x="32690" y="80169"/>
                    <a:pt x="29784" y="77878"/>
                  </a:cubicBezTo>
                  <a:cubicBezTo>
                    <a:pt x="23600" y="72979"/>
                    <a:pt x="17025" y="68565"/>
                    <a:pt x="10524" y="64150"/>
                  </a:cubicBezTo>
                  <a:cubicBezTo>
                    <a:pt x="1211" y="57798"/>
                    <a:pt x="-75" y="49491"/>
                    <a:pt x="1714" y="39582"/>
                  </a:cubicBezTo>
                  <a:cubicBezTo>
                    <a:pt x="2645" y="34422"/>
                    <a:pt x="3446" y="29225"/>
                    <a:pt x="4116" y="24010"/>
                  </a:cubicBezTo>
                  <a:cubicBezTo>
                    <a:pt x="5122" y="16373"/>
                    <a:pt x="4191" y="9034"/>
                    <a:pt x="0" y="2347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1F8B2073-2F3A-ED3C-3159-C9216E4DC519}"/>
                </a:ext>
              </a:extLst>
            </p:cNvPr>
            <p:cNvSpPr/>
            <p:nvPr/>
          </p:nvSpPr>
          <p:spPr>
            <a:xfrm>
              <a:off x="1862504" y="5075674"/>
              <a:ext cx="4638" cy="13969"/>
            </a:xfrm>
            <a:custGeom>
              <a:avLst/>
              <a:gdLst>
                <a:gd name="csX0" fmla="*/ 1173 w 4638"/>
                <a:gd name="csY0" fmla="*/ 0 h 13969"/>
                <a:gd name="csX1" fmla="*/ 4638 w 4638"/>
                <a:gd name="csY1" fmla="*/ 13970 h 13969"/>
                <a:gd name="csX2" fmla="*/ 0 w 4638"/>
                <a:gd name="csY2" fmla="*/ 4582 h 13969"/>
                <a:gd name="csX3" fmla="*/ 1173 w 4638"/>
                <a:gd name="csY3" fmla="*/ 0 h 13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8" h="13969">
                  <a:moveTo>
                    <a:pt x="1173" y="0"/>
                  </a:moveTo>
                  <a:cubicBezTo>
                    <a:pt x="2813" y="4135"/>
                    <a:pt x="4005" y="8382"/>
                    <a:pt x="4638" y="13970"/>
                  </a:cubicBezTo>
                  <a:cubicBezTo>
                    <a:pt x="559" y="11027"/>
                    <a:pt x="559" y="7674"/>
                    <a:pt x="0" y="4582"/>
                  </a:cubicBezTo>
                  <a:cubicBezTo>
                    <a:pt x="1937" y="3465"/>
                    <a:pt x="820" y="1546"/>
                    <a:pt x="1173" y="0"/>
                  </a:cubicBezTo>
                  <a:close/>
                </a:path>
              </a:pathLst>
            </a:custGeom>
            <a:solidFill>
              <a:srgbClr val="516F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2ECC863F-4694-47DF-2E30-816E63785661}"/>
                </a:ext>
              </a:extLst>
            </p:cNvPr>
            <p:cNvSpPr/>
            <p:nvPr/>
          </p:nvSpPr>
          <p:spPr>
            <a:xfrm>
              <a:off x="1759704" y="4831993"/>
              <a:ext cx="112433" cy="181201"/>
            </a:xfrm>
            <a:custGeom>
              <a:avLst/>
              <a:gdLst>
                <a:gd name="csX0" fmla="*/ 14510 w 112433"/>
                <a:gd name="csY0" fmla="*/ 106944 h 181201"/>
                <a:gd name="csX1" fmla="*/ 5979 w 112433"/>
                <a:gd name="csY1" fmla="*/ 98953 h 181201"/>
                <a:gd name="csX2" fmla="*/ 18 w 112433"/>
                <a:gd name="csY2" fmla="*/ 70007 h 181201"/>
                <a:gd name="csX3" fmla="*/ 8400 w 112433"/>
                <a:gd name="csY3" fmla="*/ 58011 h 181201"/>
                <a:gd name="csX4" fmla="*/ 12591 w 112433"/>
                <a:gd name="csY4" fmla="*/ 55385 h 181201"/>
                <a:gd name="csX5" fmla="*/ 7841 w 112433"/>
                <a:gd name="csY5" fmla="*/ 55199 h 181201"/>
                <a:gd name="csX6" fmla="*/ 1490 w 112433"/>
                <a:gd name="csY6" fmla="*/ 49126 h 181201"/>
                <a:gd name="csX7" fmla="*/ 9983 w 112433"/>
                <a:gd name="csY7" fmla="*/ 18411 h 181201"/>
                <a:gd name="csX8" fmla="*/ 20917 w 112433"/>
                <a:gd name="csY8" fmla="*/ 3659 h 181201"/>
                <a:gd name="csX9" fmla="*/ 41071 w 112433"/>
                <a:gd name="csY9" fmla="*/ 2169 h 181201"/>
                <a:gd name="csX10" fmla="*/ 66124 w 112433"/>
                <a:gd name="csY10" fmla="*/ 18877 h 181201"/>
                <a:gd name="csX11" fmla="*/ 74897 w 112433"/>
                <a:gd name="csY11" fmla="*/ 27445 h 181201"/>
                <a:gd name="csX12" fmla="*/ 73798 w 112433"/>
                <a:gd name="csY12" fmla="*/ 35156 h 181201"/>
                <a:gd name="csX13" fmla="*/ 72141 w 112433"/>
                <a:gd name="csY13" fmla="*/ 38155 h 181201"/>
                <a:gd name="csX14" fmla="*/ 75456 w 112433"/>
                <a:gd name="csY14" fmla="*/ 37801 h 181201"/>
                <a:gd name="csX15" fmla="*/ 82609 w 112433"/>
                <a:gd name="csY15" fmla="*/ 39180 h 181201"/>
                <a:gd name="csX16" fmla="*/ 98255 w 112433"/>
                <a:gd name="csY16" fmla="*/ 79730 h 181201"/>
                <a:gd name="csX17" fmla="*/ 97100 w 112433"/>
                <a:gd name="csY17" fmla="*/ 85486 h 181201"/>
                <a:gd name="csX18" fmla="*/ 102930 w 112433"/>
                <a:gd name="csY18" fmla="*/ 90310 h 181201"/>
                <a:gd name="csX19" fmla="*/ 111629 w 112433"/>
                <a:gd name="csY19" fmla="*/ 121137 h 181201"/>
                <a:gd name="csX20" fmla="*/ 107308 w 112433"/>
                <a:gd name="csY20" fmla="*/ 131661 h 181201"/>
                <a:gd name="csX21" fmla="*/ 100528 w 112433"/>
                <a:gd name="csY21" fmla="*/ 134548 h 181201"/>
                <a:gd name="csX22" fmla="*/ 96728 w 112433"/>
                <a:gd name="csY22" fmla="*/ 118175 h 181201"/>
                <a:gd name="csX23" fmla="*/ 66515 w 112433"/>
                <a:gd name="csY23" fmla="*/ 40055 h 181201"/>
                <a:gd name="csX24" fmla="*/ 39432 w 112433"/>
                <a:gd name="csY24" fmla="*/ 16921 h 181201"/>
                <a:gd name="csX25" fmla="*/ 31255 w 112433"/>
                <a:gd name="csY25" fmla="*/ 18877 h 181201"/>
                <a:gd name="csX26" fmla="*/ 29392 w 112433"/>
                <a:gd name="csY26" fmla="*/ 21801 h 181201"/>
                <a:gd name="csX27" fmla="*/ 26431 w 112433"/>
                <a:gd name="csY27" fmla="*/ 38435 h 181201"/>
                <a:gd name="csX28" fmla="*/ 35856 w 112433"/>
                <a:gd name="csY28" fmla="*/ 58924 h 181201"/>
                <a:gd name="csX29" fmla="*/ 60611 w 112433"/>
                <a:gd name="csY29" fmla="*/ 127079 h 181201"/>
                <a:gd name="csX30" fmla="*/ 72215 w 112433"/>
                <a:gd name="csY30" fmla="*/ 154348 h 181201"/>
                <a:gd name="csX31" fmla="*/ 84341 w 112433"/>
                <a:gd name="csY31" fmla="*/ 162879 h 181201"/>
                <a:gd name="csX32" fmla="*/ 87917 w 112433"/>
                <a:gd name="csY32" fmla="*/ 165394 h 181201"/>
                <a:gd name="csX33" fmla="*/ 87079 w 112433"/>
                <a:gd name="csY33" fmla="*/ 176942 h 181201"/>
                <a:gd name="csX34" fmla="*/ 82702 w 112433"/>
                <a:gd name="csY34" fmla="*/ 181152 h 181201"/>
                <a:gd name="csX35" fmla="*/ 68173 w 112433"/>
                <a:gd name="csY35" fmla="*/ 178246 h 181201"/>
                <a:gd name="csX36" fmla="*/ 48801 w 112433"/>
                <a:gd name="csY36" fmla="*/ 164146 h 181201"/>
                <a:gd name="csX37" fmla="*/ 46287 w 112433"/>
                <a:gd name="csY37" fmla="*/ 156583 h 181201"/>
                <a:gd name="csX38" fmla="*/ 49248 w 112433"/>
                <a:gd name="csY38" fmla="*/ 152728 h 181201"/>
                <a:gd name="csX39" fmla="*/ 43958 w 112433"/>
                <a:gd name="csY39" fmla="*/ 154404 h 181201"/>
                <a:gd name="csX40" fmla="*/ 39469 w 112433"/>
                <a:gd name="csY40" fmla="*/ 152616 h 181201"/>
                <a:gd name="csX41" fmla="*/ 21178 w 112433"/>
                <a:gd name="csY41" fmla="*/ 128085 h 181201"/>
                <a:gd name="csX42" fmla="*/ 14193 w 112433"/>
                <a:gd name="csY42" fmla="*/ 116071 h 181201"/>
                <a:gd name="csX43" fmla="*/ 15869 w 112433"/>
                <a:gd name="csY43" fmla="*/ 109365 h 181201"/>
                <a:gd name="csX44" fmla="*/ 21588 w 112433"/>
                <a:gd name="csY44" fmla="*/ 103814 h 181201"/>
                <a:gd name="csX45" fmla="*/ 14510 w 112433"/>
                <a:gd name="csY45" fmla="*/ 106944 h 18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12433" h="181201">
                  <a:moveTo>
                    <a:pt x="14510" y="106944"/>
                  </a:moveTo>
                  <a:cubicBezTo>
                    <a:pt x="8326" y="107931"/>
                    <a:pt x="7376" y="102380"/>
                    <a:pt x="5979" y="98953"/>
                  </a:cubicBezTo>
                  <a:cubicBezTo>
                    <a:pt x="2216" y="89770"/>
                    <a:pt x="298" y="79991"/>
                    <a:pt x="18" y="70007"/>
                  </a:cubicBezTo>
                  <a:cubicBezTo>
                    <a:pt x="-187" y="62426"/>
                    <a:pt x="1266" y="60712"/>
                    <a:pt x="8400" y="58011"/>
                  </a:cubicBezTo>
                  <a:cubicBezTo>
                    <a:pt x="9928" y="57434"/>
                    <a:pt x="13187" y="57788"/>
                    <a:pt x="12591" y="55385"/>
                  </a:cubicBezTo>
                  <a:cubicBezTo>
                    <a:pt x="11902" y="52610"/>
                    <a:pt x="9369" y="54826"/>
                    <a:pt x="7841" y="55199"/>
                  </a:cubicBezTo>
                  <a:cubicBezTo>
                    <a:pt x="2831" y="56372"/>
                    <a:pt x="-280" y="53876"/>
                    <a:pt x="1490" y="49126"/>
                  </a:cubicBezTo>
                  <a:cubicBezTo>
                    <a:pt x="5215" y="39124"/>
                    <a:pt x="5178" y="28171"/>
                    <a:pt x="9983" y="18411"/>
                  </a:cubicBezTo>
                  <a:cubicBezTo>
                    <a:pt x="12796" y="12730"/>
                    <a:pt x="16465" y="7682"/>
                    <a:pt x="20917" y="3659"/>
                  </a:cubicBezTo>
                  <a:cubicBezTo>
                    <a:pt x="26729" y="-1575"/>
                    <a:pt x="34217" y="-365"/>
                    <a:pt x="41071" y="2169"/>
                  </a:cubicBezTo>
                  <a:cubicBezTo>
                    <a:pt x="50720" y="5726"/>
                    <a:pt x="58301" y="12525"/>
                    <a:pt x="66124" y="18877"/>
                  </a:cubicBezTo>
                  <a:cubicBezTo>
                    <a:pt x="69309" y="21466"/>
                    <a:pt x="72439" y="23980"/>
                    <a:pt x="74897" y="27445"/>
                  </a:cubicBezTo>
                  <a:cubicBezTo>
                    <a:pt x="77282" y="30779"/>
                    <a:pt x="77691" y="32996"/>
                    <a:pt x="73798" y="35156"/>
                  </a:cubicBezTo>
                  <a:cubicBezTo>
                    <a:pt x="72793" y="35715"/>
                    <a:pt x="71135" y="36591"/>
                    <a:pt x="72141" y="38155"/>
                  </a:cubicBezTo>
                  <a:cubicBezTo>
                    <a:pt x="73165" y="39739"/>
                    <a:pt x="74450" y="38714"/>
                    <a:pt x="75456" y="37801"/>
                  </a:cubicBezTo>
                  <a:cubicBezTo>
                    <a:pt x="78474" y="35026"/>
                    <a:pt x="81454" y="37094"/>
                    <a:pt x="82609" y="39180"/>
                  </a:cubicBezTo>
                  <a:cubicBezTo>
                    <a:pt x="89650" y="51958"/>
                    <a:pt x="96430" y="64922"/>
                    <a:pt x="98255" y="79730"/>
                  </a:cubicBezTo>
                  <a:cubicBezTo>
                    <a:pt x="99149" y="81909"/>
                    <a:pt x="94679" y="83008"/>
                    <a:pt x="97100" y="85486"/>
                  </a:cubicBezTo>
                  <a:cubicBezTo>
                    <a:pt x="100434" y="85430"/>
                    <a:pt x="102055" y="86994"/>
                    <a:pt x="102930" y="90310"/>
                  </a:cubicBezTo>
                  <a:cubicBezTo>
                    <a:pt x="105631" y="100648"/>
                    <a:pt x="108407" y="110967"/>
                    <a:pt x="111629" y="121137"/>
                  </a:cubicBezTo>
                  <a:cubicBezTo>
                    <a:pt x="113268" y="126278"/>
                    <a:pt x="112672" y="129761"/>
                    <a:pt x="107308" y="131661"/>
                  </a:cubicBezTo>
                  <a:cubicBezTo>
                    <a:pt x="105762" y="134325"/>
                    <a:pt x="103638" y="135591"/>
                    <a:pt x="100528" y="134548"/>
                  </a:cubicBezTo>
                  <a:cubicBezTo>
                    <a:pt x="98069" y="129370"/>
                    <a:pt x="97976" y="123652"/>
                    <a:pt x="96728" y="118175"/>
                  </a:cubicBezTo>
                  <a:cubicBezTo>
                    <a:pt x="90395" y="90682"/>
                    <a:pt x="80783" y="64456"/>
                    <a:pt x="66515" y="40055"/>
                  </a:cubicBezTo>
                  <a:cubicBezTo>
                    <a:pt x="60182" y="29233"/>
                    <a:pt x="52434" y="20032"/>
                    <a:pt x="39432" y="16921"/>
                  </a:cubicBezTo>
                  <a:cubicBezTo>
                    <a:pt x="36247" y="16157"/>
                    <a:pt x="33490" y="16139"/>
                    <a:pt x="31255" y="18877"/>
                  </a:cubicBezTo>
                  <a:cubicBezTo>
                    <a:pt x="29243" y="18970"/>
                    <a:pt x="29597" y="20553"/>
                    <a:pt x="29392" y="21801"/>
                  </a:cubicBezTo>
                  <a:cubicBezTo>
                    <a:pt x="24121" y="26588"/>
                    <a:pt x="24419" y="32418"/>
                    <a:pt x="26431" y="38435"/>
                  </a:cubicBezTo>
                  <a:cubicBezTo>
                    <a:pt x="28815" y="45587"/>
                    <a:pt x="32317" y="52274"/>
                    <a:pt x="35856" y="58924"/>
                  </a:cubicBezTo>
                  <a:cubicBezTo>
                    <a:pt x="47293" y="80494"/>
                    <a:pt x="55302" y="103274"/>
                    <a:pt x="60611" y="127079"/>
                  </a:cubicBezTo>
                  <a:cubicBezTo>
                    <a:pt x="62790" y="136839"/>
                    <a:pt x="65752" y="146302"/>
                    <a:pt x="72215" y="154348"/>
                  </a:cubicBezTo>
                  <a:cubicBezTo>
                    <a:pt x="75512" y="158446"/>
                    <a:pt x="78958" y="161873"/>
                    <a:pt x="84341" y="162879"/>
                  </a:cubicBezTo>
                  <a:cubicBezTo>
                    <a:pt x="85813" y="163159"/>
                    <a:pt x="87210" y="163867"/>
                    <a:pt x="87917" y="165394"/>
                  </a:cubicBezTo>
                  <a:cubicBezTo>
                    <a:pt x="88811" y="169343"/>
                    <a:pt x="89501" y="173254"/>
                    <a:pt x="87079" y="176942"/>
                  </a:cubicBezTo>
                  <a:cubicBezTo>
                    <a:pt x="86967" y="179774"/>
                    <a:pt x="84583" y="181525"/>
                    <a:pt x="82702" y="181152"/>
                  </a:cubicBezTo>
                  <a:cubicBezTo>
                    <a:pt x="77896" y="180183"/>
                    <a:pt x="72867" y="181133"/>
                    <a:pt x="68173" y="178246"/>
                  </a:cubicBezTo>
                  <a:cubicBezTo>
                    <a:pt x="61281" y="174055"/>
                    <a:pt x="55134" y="169007"/>
                    <a:pt x="48801" y="164146"/>
                  </a:cubicBezTo>
                  <a:cubicBezTo>
                    <a:pt x="46063" y="162041"/>
                    <a:pt x="46380" y="159340"/>
                    <a:pt x="46287" y="156583"/>
                  </a:cubicBezTo>
                  <a:cubicBezTo>
                    <a:pt x="45914" y="154237"/>
                    <a:pt x="47963" y="153696"/>
                    <a:pt x="49248" y="152728"/>
                  </a:cubicBezTo>
                  <a:cubicBezTo>
                    <a:pt x="47404" y="152914"/>
                    <a:pt x="46343" y="155578"/>
                    <a:pt x="43958" y="154404"/>
                  </a:cubicBezTo>
                  <a:cubicBezTo>
                    <a:pt x="42133" y="154628"/>
                    <a:pt x="40587" y="154088"/>
                    <a:pt x="39469" y="152616"/>
                  </a:cubicBezTo>
                  <a:cubicBezTo>
                    <a:pt x="33304" y="144495"/>
                    <a:pt x="24996" y="138069"/>
                    <a:pt x="21178" y="128085"/>
                  </a:cubicBezTo>
                  <a:cubicBezTo>
                    <a:pt x="19539" y="123801"/>
                    <a:pt x="16819" y="119889"/>
                    <a:pt x="14193" y="116071"/>
                  </a:cubicBezTo>
                  <a:cubicBezTo>
                    <a:pt x="11995" y="112885"/>
                    <a:pt x="13038" y="111023"/>
                    <a:pt x="15869" y="109365"/>
                  </a:cubicBezTo>
                  <a:cubicBezTo>
                    <a:pt x="16559" y="106068"/>
                    <a:pt x="19818" y="105528"/>
                    <a:pt x="21588" y="103814"/>
                  </a:cubicBezTo>
                  <a:cubicBezTo>
                    <a:pt x="19315" y="104541"/>
                    <a:pt x="17527" y="107186"/>
                    <a:pt x="14510" y="106944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4057A036-952D-A7E3-FBAE-93EA55AB0958}"/>
                </a:ext>
              </a:extLst>
            </p:cNvPr>
            <p:cNvSpPr/>
            <p:nvPr/>
          </p:nvSpPr>
          <p:spPr>
            <a:xfrm>
              <a:off x="1790214" y="4846599"/>
              <a:ext cx="76264" cy="156502"/>
            </a:xfrm>
            <a:custGeom>
              <a:avLst/>
              <a:gdLst>
                <a:gd name="csX0" fmla="*/ 0 w 76264"/>
                <a:gd name="csY0" fmla="*/ 4159 h 156502"/>
                <a:gd name="csX1" fmla="*/ 7078 w 76264"/>
                <a:gd name="csY1" fmla="*/ 284 h 156502"/>
                <a:gd name="csX2" fmla="*/ 37645 w 76264"/>
                <a:gd name="csY2" fmla="*/ 25356 h 156502"/>
                <a:gd name="csX3" fmla="*/ 69831 w 76264"/>
                <a:gd name="csY3" fmla="*/ 113981 h 156502"/>
                <a:gd name="csX4" fmla="*/ 70055 w 76264"/>
                <a:gd name="csY4" fmla="*/ 119607 h 156502"/>
                <a:gd name="csX5" fmla="*/ 68937 w 76264"/>
                <a:gd name="csY5" fmla="*/ 120668 h 156502"/>
                <a:gd name="csX6" fmla="*/ 70185 w 76264"/>
                <a:gd name="csY6" fmla="*/ 122866 h 156502"/>
                <a:gd name="csX7" fmla="*/ 76258 w 76264"/>
                <a:gd name="csY7" fmla="*/ 128920 h 156502"/>
                <a:gd name="csX8" fmla="*/ 68881 w 76264"/>
                <a:gd name="csY8" fmla="*/ 152837 h 156502"/>
                <a:gd name="csX9" fmla="*/ 59978 w 76264"/>
                <a:gd name="csY9" fmla="*/ 151123 h 156502"/>
                <a:gd name="csX10" fmla="*/ 57538 w 76264"/>
                <a:gd name="csY10" fmla="*/ 137563 h 156502"/>
                <a:gd name="csX11" fmla="*/ 19670 w 76264"/>
                <a:gd name="csY11" fmla="*/ 27759 h 156502"/>
                <a:gd name="csX12" fmla="*/ 2757 w 76264"/>
                <a:gd name="csY12" fmla="*/ 7530 h 156502"/>
                <a:gd name="csX13" fmla="*/ 0 w 76264"/>
                <a:gd name="csY13" fmla="*/ 4159 h 156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4" h="156502">
                  <a:moveTo>
                    <a:pt x="0" y="4159"/>
                  </a:moveTo>
                  <a:cubicBezTo>
                    <a:pt x="913" y="191"/>
                    <a:pt x="3129" y="-498"/>
                    <a:pt x="7078" y="284"/>
                  </a:cubicBezTo>
                  <a:cubicBezTo>
                    <a:pt x="21868" y="3171"/>
                    <a:pt x="30641" y="13118"/>
                    <a:pt x="37645" y="25356"/>
                  </a:cubicBezTo>
                  <a:cubicBezTo>
                    <a:pt x="53514" y="53035"/>
                    <a:pt x="63964" y="82670"/>
                    <a:pt x="69831" y="113981"/>
                  </a:cubicBezTo>
                  <a:cubicBezTo>
                    <a:pt x="70167" y="115807"/>
                    <a:pt x="69999" y="117725"/>
                    <a:pt x="70055" y="119607"/>
                  </a:cubicBezTo>
                  <a:cubicBezTo>
                    <a:pt x="70241" y="120557"/>
                    <a:pt x="70055" y="121115"/>
                    <a:pt x="68937" y="120668"/>
                  </a:cubicBezTo>
                  <a:cubicBezTo>
                    <a:pt x="67280" y="122587"/>
                    <a:pt x="68863" y="123071"/>
                    <a:pt x="70185" y="122866"/>
                  </a:cubicBezTo>
                  <a:cubicBezTo>
                    <a:pt x="75121" y="122084"/>
                    <a:pt x="76220" y="125530"/>
                    <a:pt x="76258" y="128920"/>
                  </a:cubicBezTo>
                  <a:cubicBezTo>
                    <a:pt x="76369" y="137600"/>
                    <a:pt x="75159" y="146056"/>
                    <a:pt x="68881" y="152837"/>
                  </a:cubicBezTo>
                  <a:cubicBezTo>
                    <a:pt x="64001" y="158108"/>
                    <a:pt x="62679" y="157828"/>
                    <a:pt x="59978" y="151123"/>
                  </a:cubicBezTo>
                  <a:cubicBezTo>
                    <a:pt x="56998" y="147006"/>
                    <a:pt x="58115" y="142052"/>
                    <a:pt x="57538" y="137563"/>
                  </a:cubicBezTo>
                  <a:cubicBezTo>
                    <a:pt x="52564" y="98298"/>
                    <a:pt x="40587" y="61492"/>
                    <a:pt x="19670" y="27759"/>
                  </a:cubicBezTo>
                  <a:cubicBezTo>
                    <a:pt x="14994" y="20233"/>
                    <a:pt x="9444" y="13398"/>
                    <a:pt x="2757" y="7530"/>
                  </a:cubicBezTo>
                  <a:cubicBezTo>
                    <a:pt x="1695" y="6562"/>
                    <a:pt x="298" y="5816"/>
                    <a:pt x="0" y="4159"/>
                  </a:cubicBezTo>
                  <a:close/>
                </a:path>
              </a:pathLst>
            </a:custGeom>
            <a:solidFill>
              <a:srgbClr val="9AC6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459FD8DE-2565-4254-4EBE-351985FE45EC}"/>
                </a:ext>
              </a:extLst>
            </p:cNvPr>
            <p:cNvSpPr/>
            <p:nvPr/>
          </p:nvSpPr>
          <p:spPr>
            <a:xfrm>
              <a:off x="1788750" y="4850758"/>
              <a:ext cx="61478" cy="158335"/>
            </a:xfrm>
            <a:custGeom>
              <a:avLst/>
              <a:gdLst>
                <a:gd name="csX0" fmla="*/ 1464 w 61478"/>
                <a:gd name="csY0" fmla="*/ 0 h 158335"/>
                <a:gd name="csX1" fmla="*/ 25175 w 61478"/>
                <a:gd name="csY1" fmla="*/ 27381 h 158335"/>
                <a:gd name="csX2" fmla="*/ 61050 w 61478"/>
                <a:gd name="csY2" fmla="*/ 137371 h 158335"/>
                <a:gd name="csX3" fmla="*/ 61479 w 61478"/>
                <a:gd name="csY3" fmla="*/ 146946 h 158335"/>
                <a:gd name="csX4" fmla="*/ 61293 w 61478"/>
                <a:gd name="csY4" fmla="*/ 155234 h 158335"/>
                <a:gd name="csX5" fmla="*/ 58014 w 61478"/>
                <a:gd name="csY5" fmla="*/ 158140 h 158335"/>
                <a:gd name="csX6" fmla="*/ 57958 w 61478"/>
                <a:gd name="csY6" fmla="*/ 145828 h 158335"/>
                <a:gd name="csX7" fmla="*/ 55611 w 61478"/>
                <a:gd name="csY7" fmla="*/ 131579 h 158335"/>
                <a:gd name="csX8" fmla="*/ 41008 w 61478"/>
                <a:gd name="csY8" fmla="*/ 70353 h 158335"/>
                <a:gd name="csX9" fmla="*/ 12975 w 61478"/>
                <a:gd name="csY9" fmla="*/ 15926 h 158335"/>
                <a:gd name="csX10" fmla="*/ 551 w 61478"/>
                <a:gd name="csY10" fmla="*/ 2179 h 158335"/>
                <a:gd name="csX11" fmla="*/ 1464 w 61478"/>
                <a:gd name="csY11" fmla="*/ 0 h 158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1478" h="158335">
                  <a:moveTo>
                    <a:pt x="1464" y="0"/>
                  </a:moveTo>
                  <a:cubicBezTo>
                    <a:pt x="12379" y="6519"/>
                    <a:pt x="18898" y="16913"/>
                    <a:pt x="25175" y="27381"/>
                  </a:cubicBezTo>
                  <a:cubicBezTo>
                    <a:pt x="45478" y="61300"/>
                    <a:pt x="56599" y="98256"/>
                    <a:pt x="61050" y="137371"/>
                  </a:cubicBezTo>
                  <a:cubicBezTo>
                    <a:pt x="61404" y="140538"/>
                    <a:pt x="61348" y="143760"/>
                    <a:pt x="61479" y="146946"/>
                  </a:cubicBezTo>
                  <a:cubicBezTo>
                    <a:pt x="61404" y="149702"/>
                    <a:pt x="61311" y="152478"/>
                    <a:pt x="61293" y="155234"/>
                  </a:cubicBezTo>
                  <a:cubicBezTo>
                    <a:pt x="61293" y="157488"/>
                    <a:pt x="60622" y="158867"/>
                    <a:pt x="58014" y="158140"/>
                  </a:cubicBezTo>
                  <a:cubicBezTo>
                    <a:pt x="57996" y="154042"/>
                    <a:pt x="57977" y="149926"/>
                    <a:pt x="57958" y="145828"/>
                  </a:cubicBezTo>
                  <a:cubicBezTo>
                    <a:pt x="55332" y="141395"/>
                    <a:pt x="55928" y="136291"/>
                    <a:pt x="55611" y="131579"/>
                  </a:cubicBezTo>
                  <a:cubicBezTo>
                    <a:pt x="54233" y="110288"/>
                    <a:pt x="48142" y="90190"/>
                    <a:pt x="41008" y="70353"/>
                  </a:cubicBezTo>
                  <a:cubicBezTo>
                    <a:pt x="34042" y="51018"/>
                    <a:pt x="25809" y="32299"/>
                    <a:pt x="12975" y="15926"/>
                  </a:cubicBezTo>
                  <a:cubicBezTo>
                    <a:pt x="9138" y="11046"/>
                    <a:pt x="3922" y="7451"/>
                    <a:pt x="551" y="2179"/>
                  </a:cubicBezTo>
                  <a:cubicBezTo>
                    <a:pt x="-287" y="987"/>
                    <a:pt x="-306" y="112"/>
                    <a:pt x="1464" y="0"/>
                  </a:cubicBezTo>
                  <a:close/>
                </a:path>
              </a:pathLst>
            </a:custGeom>
            <a:solidFill>
              <a:srgbClr val="45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FFEEB5EC-A023-D87A-1A0C-B1EA986DDFC8}"/>
                </a:ext>
              </a:extLst>
            </p:cNvPr>
            <p:cNvSpPr/>
            <p:nvPr/>
          </p:nvSpPr>
          <p:spPr>
            <a:xfrm>
              <a:off x="1853595" y="4908575"/>
              <a:ext cx="9839" cy="10673"/>
            </a:xfrm>
            <a:custGeom>
              <a:avLst/>
              <a:gdLst>
                <a:gd name="csX0" fmla="*/ 3227 w 9839"/>
                <a:gd name="csY0" fmla="*/ 8904 h 10673"/>
                <a:gd name="csX1" fmla="*/ 768 w 9839"/>
                <a:gd name="csY1" fmla="*/ 10543 h 10673"/>
                <a:gd name="csX2" fmla="*/ 731 w 9839"/>
                <a:gd name="csY2" fmla="*/ 7767 h 10673"/>
                <a:gd name="csX3" fmla="*/ 4382 w 9839"/>
                <a:gd name="csY3" fmla="*/ 3129 h 10673"/>
                <a:gd name="csX4" fmla="*/ 9839 w 9839"/>
                <a:gd name="csY4" fmla="*/ 0 h 10673"/>
                <a:gd name="csX5" fmla="*/ 3227 w 9839"/>
                <a:gd name="csY5" fmla="*/ 8904 h 10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839" h="10673">
                  <a:moveTo>
                    <a:pt x="3227" y="8904"/>
                  </a:moveTo>
                  <a:cubicBezTo>
                    <a:pt x="2221" y="9220"/>
                    <a:pt x="2072" y="11195"/>
                    <a:pt x="768" y="10543"/>
                  </a:cubicBezTo>
                  <a:cubicBezTo>
                    <a:pt x="-480" y="9928"/>
                    <a:pt x="5" y="8587"/>
                    <a:pt x="731" y="7767"/>
                  </a:cubicBezTo>
                  <a:cubicBezTo>
                    <a:pt x="2035" y="6277"/>
                    <a:pt x="2370" y="4042"/>
                    <a:pt x="4382" y="3129"/>
                  </a:cubicBezTo>
                  <a:cubicBezTo>
                    <a:pt x="5946" y="2235"/>
                    <a:pt x="7511" y="1322"/>
                    <a:pt x="9839" y="0"/>
                  </a:cubicBezTo>
                  <a:cubicBezTo>
                    <a:pt x="8685" y="4452"/>
                    <a:pt x="4736" y="5793"/>
                    <a:pt x="3227" y="8904"/>
                  </a:cubicBezTo>
                  <a:close/>
                </a:path>
              </a:pathLst>
            </a:custGeom>
            <a:solidFill>
              <a:srgbClr val="5E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8EFAD437-5A50-8F3F-DAC8-173334D7C5DE}"/>
                </a:ext>
              </a:extLst>
            </p:cNvPr>
            <p:cNvSpPr/>
            <p:nvPr/>
          </p:nvSpPr>
          <p:spPr>
            <a:xfrm>
              <a:off x="1773964" y="4933386"/>
              <a:ext cx="11648" cy="7990"/>
            </a:xfrm>
            <a:custGeom>
              <a:avLst/>
              <a:gdLst>
                <a:gd name="csX0" fmla="*/ 249 w 11648"/>
                <a:gd name="csY0" fmla="*/ 5551 h 7990"/>
                <a:gd name="csX1" fmla="*/ 11648 w 11648"/>
                <a:gd name="csY1" fmla="*/ 0 h 7990"/>
                <a:gd name="csX2" fmla="*/ 1590 w 11648"/>
                <a:gd name="csY2" fmla="*/ 7991 h 7990"/>
                <a:gd name="csX3" fmla="*/ 249 w 11648"/>
                <a:gd name="csY3" fmla="*/ 5551 h 7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48" h="7990">
                  <a:moveTo>
                    <a:pt x="249" y="5551"/>
                  </a:moveTo>
                  <a:cubicBezTo>
                    <a:pt x="3415" y="3073"/>
                    <a:pt x="6619" y="671"/>
                    <a:pt x="11648" y="0"/>
                  </a:cubicBezTo>
                  <a:cubicBezTo>
                    <a:pt x="8575" y="3967"/>
                    <a:pt x="4701" y="5495"/>
                    <a:pt x="1590" y="7991"/>
                  </a:cubicBezTo>
                  <a:cubicBezTo>
                    <a:pt x="-273" y="7954"/>
                    <a:pt x="-161" y="6836"/>
                    <a:pt x="249" y="5551"/>
                  </a:cubicBezTo>
                  <a:close/>
                </a:path>
              </a:pathLst>
            </a:custGeom>
            <a:solidFill>
              <a:srgbClr val="5B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90A51531-74C6-D540-8F76-F699482CD970}"/>
                </a:ext>
              </a:extLst>
            </p:cNvPr>
            <p:cNvSpPr/>
            <p:nvPr/>
          </p:nvSpPr>
          <p:spPr>
            <a:xfrm>
              <a:off x="1803625" y="4982299"/>
              <a:ext cx="8437" cy="6298"/>
            </a:xfrm>
            <a:custGeom>
              <a:avLst/>
              <a:gdLst>
                <a:gd name="csX0" fmla="*/ 0 w 8437"/>
                <a:gd name="csY0" fmla="*/ 4098 h 6298"/>
                <a:gd name="csX1" fmla="*/ 8438 w 8437"/>
                <a:gd name="csY1" fmla="*/ 0 h 6298"/>
                <a:gd name="csX2" fmla="*/ 2347 w 8437"/>
                <a:gd name="csY2" fmla="*/ 6277 h 6298"/>
                <a:gd name="csX3" fmla="*/ 0 w 8437"/>
                <a:gd name="csY3" fmla="*/ 4098 h 6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37" h="6298">
                  <a:moveTo>
                    <a:pt x="0" y="4098"/>
                  </a:moveTo>
                  <a:cubicBezTo>
                    <a:pt x="2608" y="2496"/>
                    <a:pt x="5048" y="559"/>
                    <a:pt x="8438" y="0"/>
                  </a:cubicBezTo>
                  <a:cubicBezTo>
                    <a:pt x="7358" y="3297"/>
                    <a:pt x="3967" y="3930"/>
                    <a:pt x="2347" y="6277"/>
                  </a:cubicBezTo>
                  <a:cubicBezTo>
                    <a:pt x="726" y="6445"/>
                    <a:pt x="37" y="5625"/>
                    <a:pt x="0" y="4098"/>
                  </a:cubicBezTo>
                  <a:close/>
                </a:path>
              </a:pathLst>
            </a:custGeom>
            <a:solidFill>
              <a:srgbClr val="59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89ADE5F7-FE73-53D2-5F6D-C3D9AC735E7E}"/>
                </a:ext>
              </a:extLst>
            </p:cNvPr>
            <p:cNvSpPr/>
            <p:nvPr/>
          </p:nvSpPr>
          <p:spPr>
            <a:xfrm>
              <a:off x="1859188" y="4963635"/>
              <a:ext cx="9592" cy="4611"/>
            </a:xfrm>
            <a:custGeom>
              <a:avLst/>
              <a:gdLst>
                <a:gd name="csX0" fmla="*/ 0 w 9592"/>
                <a:gd name="csY0" fmla="*/ 3614 h 4611"/>
                <a:gd name="csX1" fmla="*/ 1118 w 9592"/>
                <a:gd name="csY1" fmla="*/ 2552 h 4611"/>
                <a:gd name="csX2" fmla="*/ 7842 w 9592"/>
                <a:gd name="csY2" fmla="*/ 0 h 4611"/>
                <a:gd name="csX3" fmla="*/ 9593 w 9592"/>
                <a:gd name="csY3" fmla="*/ 1062 h 4611"/>
                <a:gd name="csX4" fmla="*/ 0 w 9592"/>
                <a:gd name="csY4" fmla="*/ 3614 h 4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92" h="4611">
                  <a:moveTo>
                    <a:pt x="0" y="3614"/>
                  </a:moveTo>
                  <a:cubicBezTo>
                    <a:pt x="373" y="3260"/>
                    <a:pt x="745" y="2906"/>
                    <a:pt x="1118" y="2552"/>
                  </a:cubicBezTo>
                  <a:cubicBezTo>
                    <a:pt x="3725" y="2664"/>
                    <a:pt x="5774" y="1341"/>
                    <a:pt x="7842" y="0"/>
                  </a:cubicBezTo>
                  <a:cubicBezTo>
                    <a:pt x="8419" y="354"/>
                    <a:pt x="9015" y="708"/>
                    <a:pt x="9593" y="1062"/>
                  </a:cubicBezTo>
                  <a:cubicBezTo>
                    <a:pt x="6706" y="3129"/>
                    <a:pt x="4117" y="6221"/>
                    <a:pt x="0" y="3614"/>
                  </a:cubicBezTo>
                  <a:close/>
                </a:path>
              </a:pathLst>
            </a:custGeom>
            <a:solidFill>
              <a:srgbClr val="5672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208679B3-1A44-A20A-BC00-509A134CC104}"/>
                </a:ext>
              </a:extLst>
            </p:cNvPr>
            <p:cNvSpPr/>
            <p:nvPr/>
          </p:nvSpPr>
          <p:spPr>
            <a:xfrm>
              <a:off x="1661430" y="5017946"/>
              <a:ext cx="95479" cy="63612"/>
            </a:xfrm>
            <a:custGeom>
              <a:avLst/>
              <a:gdLst>
                <a:gd name="csX0" fmla="*/ 85811 w 95479"/>
                <a:gd name="csY0" fmla="*/ 54562 h 63612"/>
                <a:gd name="csX1" fmla="*/ 84880 w 95479"/>
                <a:gd name="csY1" fmla="*/ 61081 h 63612"/>
                <a:gd name="csX2" fmla="*/ 60479 w 95479"/>
                <a:gd name="csY2" fmla="*/ 62999 h 63612"/>
                <a:gd name="csX3" fmla="*/ 37755 w 95479"/>
                <a:gd name="csY3" fmla="*/ 57113 h 63612"/>
                <a:gd name="csX4" fmla="*/ 1861 w 95479"/>
                <a:gd name="csY4" fmla="*/ 27236 h 63612"/>
                <a:gd name="csX5" fmla="*/ 18532 w 95479"/>
                <a:gd name="csY5" fmla="*/ 41 h 63612"/>
                <a:gd name="csX6" fmla="*/ 56120 w 95479"/>
                <a:gd name="csY6" fmla="*/ 15036 h 63612"/>
                <a:gd name="csX7" fmla="*/ 58784 w 95479"/>
                <a:gd name="csY7" fmla="*/ 17066 h 63612"/>
                <a:gd name="csX8" fmla="*/ 59771 w 95479"/>
                <a:gd name="csY8" fmla="*/ 17048 h 63612"/>
                <a:gd name="csX9" fmla="*/ 86854 w 95479"/>
                <a:gd name="csY9" fmla="*/ 31055 h 63612"/>
                <a:gd name="csX10" fmla="*/ 95125 w 95479"/>
                <a:gd name="csY10" fmla="*/ 42920 h 63612"/>
                <a:gd name="csX11" fmla="*/ 88661 w 95479"/>
                <a:gd name="csY11" fmla="*/ 50967 h 63612"/>
                <a:gd name="csX12" fmla="*/ 85849 w 95479"/>
                <a:gd name="csY12" fmla="*/ 50985 h 63612"/>
                <a:gd name="csX13" fmla="*/ 69830 w 95479"/>
                <a:gd name="csY13" fmla="*/ 46198 h 63612"/>
                <a:gd name="csX14" fmla="*/ 68135 w 95479"/>
                <a:gd name="csY14" fmla="*/ 39437 h 63612"/>
                <a:gd name="csX15" fmla="*/ 30080 w 95479"/>
                <a:gd name="csY15" fmla="*/ 17457 h 63612"/>
                <a:gd name="csX16" fmla="*/ 26169 w 95479"/>
                <a:gd name="csY16" fmla="*/ 20456 h 63612"/>
                <a:gd name="csX17" fmla="*/ 20674 w 95479"/>
                <a:gd name="csY17" fmla="*/ 18649 h 63612"/>
                <a:gd name="csX18" fmla="*/ 21475 w 95479"/>
                <a:gd name="csY18" fmla="*/ 21965 h 63612"/>
                <a:gd name="csX19" fmla="*/ 21885 w 95479"/>
                <a:gd name="csY19" fmla="*/ 28391 h 63612"/>
                <a:gd name="csX20" fmla="*/ 51836 w 95479"/>
                <a:gd name="csY20" fmla="*/ 46012 h 63612"/>
                <a:gd name="csX21" fmla="*/ 58933 w 95479"/>
                <a:gd name="csY21" fmla="*/ 43702 h 63612"/>
                <a:gd name="csX22" fmla="*/ 63236 w 95479"/>
                <a:gd name="csY22" fmla="*/ 44280 h 63612"/>
                <a:gd name="csX23" fmla="*/ 85811 w 95479"/>
                <a:gd name="csY23" fmla="*/ 54562 h 6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5479" h="63612">
                  <a:moveTo>
                    <a:pt x="85811" y="54562"/>
                  </a:moveTo>
                  <a:cubicBezTo>
                    <a:pt x="89350" y="57281"/>
                    <a:pt x="88661" y="59442"/>
                    <a:pt x="84880" y="61081"/>
                  </a:cubicBezTo>
                  <a:cubicBezTo>
                    <a:pt x="76982" y="64508"/>
                    <a:pt x="68693" y="63689"/>
                    <a:pt x="60479" y="62999"/>
                  </a:cubicBezTo>
                  <a:cubicBezTo>
                    <a:pt x="52600" y="62329"/>
                    <a:pt x="44721" y="60392"/>
                    <a:pt x="37755" y="57113"/>
                  </a:cubicBezTo>
                  <a:cubicBezTo>
                    <a:pt x="23375" y="50333"/>
                    <a:pt x="9479" y="42324"/>
                    <a:pt x="1861" y="27236"/>
                  </a:cubicBezTo>
                  <a:cubicBezTo>
                    <a:pt x="-4155" y="15315"/>
                    <a:pt x="5214" y="600"/>
                    <a:pt x="18532" y="41"/>
                  </a:cubicBezTo>
                  <a:cubicBezTo>
                    <a:pt x="33433" y="-573"/>
                    <a:pt x="45317" y="5704"/>
                    <a:pt x="56120" y="15036"/>
                  </a:cubicBezTo>
                  <a:cubicBezTo>
                    <a:pt x="56959" y="15762"/>
                    <a:pt x="57890" y="16377"/>
                    <a:pt x="58784" y="17066"/>
                  </a:cubicBezTo>
                  <a:cubicBezTo>
                    <a:pt x="59101" y="16563"/>
                    <a:pt x="59436" y="16526"/>
                    <a:pt x="59771" y="17048"/>
                  </a:cubicBezTo>
                  <a:cubicBezTo>
                    <a:pt x="69550" y="20270"/>
                    <a:pt x="78491" y="25150"/>
                    <a:pt x="86854" y="31055"/>
                  </a:cubicBezTo>
                  <a:cubicBezTo>
                    <a:pt x="90971" y="33961"/>
                    <a:pt x="94324" y="37407"/>
                    <a:pt x="95125" y="42920"/>
                  </a:cubicBezTo>
                  <a:cubicBezTo>
                    <a:pt x="96112" y="49663"/>
                    <a:pt x="95367" y="50911"/>
                    <a:pt x="88661" y="50967"/>
                  </a:cubicBezTo>
                  <a:cubicBezTo>
                    <a:pt x="87730" y="50967"/>
                    <a:pt x="86799" y="50985"/>
                    <a:pt x="85849" y="50985"/>
                  </a:cubicBezTo>
                  <a:cubicBezTo>
                    <a:pt x="79441" y="52941"/>
                    <a:pt x="74728" y="49234"/>
                    <a:pt x="69830" y="46198"/>
                  </a:cubicBezTo>
                  <a:cubicBezTo>
                    <a:pt x="70724" y="43591"/>
                    <a:pt x="71096" y="41095"/>
                    <a:pt x="68135" y="39437"/>
                  </a:cubicBezTo>
                  <a:cubicBezTo>
                    <a:pt x="55357" y="32266"/>
                    <a:pt x="44032" y="22617"/>
                    <a:pt x="30080" y="17457"/>
                  </a:cubicBezTo>
                  <a:cubicBezTo>
                    <a:pt x="26951" y="16302"/>
                    <a:pt x="25033" y="16265"/>
                    <a:pt x="26169" y="20456"/>
                  </a:cubicBezTo>
                  <a:cubicBezTo>
                    <a:pt x="23580" y="22207"/>
                    <a:pt x="22350" y="19860"/>
                    <a:pt x="20674" y="18649"/>
                  </a:cubicBezTo>
                  <a:cubicBezTo>
                    <a:pt x="20879" y="19767"/>
                    <a:pt x="22332" y="20605"/>
                    <a:pt x="21475" y="21965"/>
                  </a:cubicBezTo>
                  <a:cubicBezTo>
                    <a:pt x="19240" y="24256"/>
                    <a:pt x="20134" y="26380"/>
                    <a:pt x="21885" y="28391"/>
                  </a:cubicBezTo>
                  <a:cubicBezTo>
                    <a:pt x="29913" y="37593"/>
                    <a:pt x="40101" y="43106"/>
                    <a:pt x="51836" y="46012"/>
                  </a:cubicBezTo>
                  <a:cubicBezTo>
                    <a:pt x="54668" y="46701"/>
                    <a:pt x="56959" y="45695"/>
                    <a:pt x="58933" y="43702"/>
                  </a:cubicBezTo>
                  <a:cubicBezTo>
                    <a:pt x="60460" y="43162"/>
                    <a:pt x="61895" y="43646"/>
                    <a:pt x="63236" y="44280"/>
                  </a:cubicBezTo>
                  <a:cubicBezTo>
                    <a:pt x="70705" y="47819"/>
                    <a:pt x="78677" y="50277"/>
                    <a:pt x="85811" y="54562"/>
                  </a:cubicBezTo>
                  <a:close/>
                </a:path>
              </a:pathLst>
            </a:custGeom>
            <a:solidFill>
              <a:srgbClr val="98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9E29F4B5-71CA-4716-3EC5-0B2748FD575F}"/>
                </a:ext>
              </a:extLst>
            </p:cNvPr>
            <p:cNvSpPr/>
            <p:nvPr/>
          </p:nvSpPr>
          <p:spPr>
            <a:xfrm>
              <a:off x="1678528" y="5034257"/>
              <a:ext cx="81566" cy="39357"/>
            </a:xfrm>
            <a:custGeom>
              <a:avLst/>
              <a:gdLst>
                <a:gd name="csX0" fmla="*/ 68714 w 81566"/>
                <a:gd name="csY0" fmla="*/ 38251 h 39357"/>
                <a:gd name="csX1" fmla="*/ 45319 w 81566"/>
                <a:gd name="csY1" fmla="*/ 29142 h 39357"/>
                <a:gd name="csX2" fmla="*/ 41612 w 81566"/>
                <a:gd name="csY2" fmla="*/ 28043 h 39357"/>
                <a:gd name="csX3" fmla="*/ 40532 w 81566"/>
                <a:gd name="csY3" fmla="*/ 28267 h 39357"/>
                <a:gd name="csX4" fmla="*/ 5029 w 81566"/>
                <a:gd name="csY4" fmla="*/ 6809 h 39357"/>
                <a:gd name="csX5" fmla="*/ 4452 w 81566"/>
                <a:gd name="csY5" fmla="*/ 5244 h 39357"/>
                <a:gd name="csX6" fmla="*/ 0 w 81566"/>
                <a:gd name="csY6" fmla="*/ 141 h 39357"/>
                <a:gd name="csX7" fmla="*/ 8773 w 81566"/>
                <a:gd name="csY7" fmla="*/ 4555 h 39357"/>
                <a:gd name="csX8" fmla="*/ 26599 w 81566"/>
                <a:gd name="csY8" fmla="*/ 15079 h 39357"/>
                <a:gd name="csX9" fmla="*/ 49715 w 81566"/>
                <a:gd name="csY9" fmla="*/ 26758 h 39357"/>
                <a:gd name="csX10" fmla="*/ 52769 w 81566"/>
                <a:gd name="csY10" fmla="*/ 29086 h 39357"/>
                <a:gd name="csX11" fmla="*/ 68751 w 81566"/>
                <a:gd name="csY11" fmla="*/ 34674 h 39357"/>
                <a:gd name="csX12" fmla="*/ 81566 w 81566"/>
                <a:gd name="csY12" fmla="*/ 38102 h 39357"/>
                <a:gd name="csX13" fmla="*/ 68714 w 81566"/>
                <a:gd name="csY13" fmla="*/ 38251 h 39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1566" h="39357">
                  <a:moveTo>
                    <a:pt x="68714" y="38251"/>
                  </a:moveTo>
                  <a:cubicBezTo>
                    <a:pt x="60313" y="36761"/>
                    <a:pt x="53198" y="31955"/>
                    <a:pt x="45319" y="29142"/>
                  </a:cubicBezTo>
                  <a:cubicBezTo>
                    <a:pt x="44108" y="28714"/>
                    <a:pt x="43046" y="27745"/>
                    <a:pt x="41612" y="28043"/>
                  </a:cubicBezTo>
                  <a:cubicBezTo>
                    <a:pt x="41258" y="28211"/>
                    <a:pt x="40848" y="28397"/>
                    <a:pt x="40532" y="28267"/>
                  </a:cubicBezTo>
                  <a:cubicBezTo>
                    <a:pt x="27530" y="23051"/>
                    <a:pt x="15516" y="16197"/>
                    <a:pt x="5029" y="6809"/>
                  </a:cubicBezTo>
                  <a:cubicBezTo>
                    <a:pt x="4619" y="6436"/>
                    <a:pt x="4526" y="5822"/>
                    <a:pt x="4452" y="5244"/>
                  </a:cubicBezTo>
                  <a:cubicBezTo>
                    <a:pt x="3763" y="2972"/>
                    <a:pt x="466" y="3084"/>
                    <a:pt x="0" y="141"/>
                  </a:cubicBezTo>
                  <a:cubicBezTo>
                    <a:pt x="4266" y="-865"/>
                    <a:pt x="5588" y="3829"/>
                    <a:pt x="8773" y="4555"/>
                  </a:cubicBezTo>
                  <a:cubicBezTo>
                    <a:pt x="15460" y="6790"/>
                    <a:pt x="20489" y="11801"/>
                    <a:pt x="26599" y="15079"/>
                  </a:cubicBezTo>
                  <a:cubicBezTo>
                    <a:pt x="34217" y="19158"/>
                    <a:pt x="41817" y="23238"/>
                    <a:pt x="49715" y="26758"/>
                  </a:cubicBezTo>
                  <a:cubicBezTo>
                    <a:pt x="50925" y="27298"/>
                    <a:pt x="52155" y="27783"/>
                    <a:pt x="52769" y="29086"/>
                  </a:cubicBezTo>
                  <a:cubicBezTo>
                    <a:pt x="57780" y="31825"/>
                    <a:pt x="63089" y="33780"/>
                    <a:pt x="68751" y="34674"/>
                  </a:cubicBezTo>
                  <a:cubicBezTo>
                    <a:pt x="72439" y="36910"/>
                    <a:pt x="77152" y="35550"/>
                    <a:pt x="81566" y="38102"/>
                  </a:cubicBezTo>
                  <a:cubicBezTo>
                    <a:pt x="76798" y="40952"/>
                    <a:pt x="72719" y="38027"/>
                    <a:pt x="68714" y="38251"/>
                  </a:cubicBezTo>
                  <a:close/>
                </a:path>
              </a:pathLst>
            </a:custGeom>
            <a:solidFill>
              <a:srgbClr val="4A5F2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83F90F49-7DC9-4CA2-5B69-7BD66AB481E4}"/>
                </a:ext>
              </a:extLst>
            </p:cNvPr>
            <p:cNvSpPr/>
            <p:nvPr/>
          </p:nvSpPr>
          <p:spPr>
            <a:xfrm>
              <a:off x="1720215" y="5015287"/>
              <a:ext cx="7785" cy="19725"/>
            </a:xfrm>
            <a:custGeom>
              <a:avLst/>
              <a:gdLst>
                <a:gd name="csX0" fmla="*/ 969 w 7785"/>
                <a:gd name="csY0" fmla="*/ 19707 h 19725"/>
                <a:gd name="csX1" fmla="*/ 484 w 7785"/>
                <a:gd name="csY1" fmla="*/ 19726 h 19725"/>
                <a:gd name="csX2" fmla="*/ 0 w 7785"/>
                <a:gd name="csY2" fmla="*/ 19726 h 19725"/>
                <a:gd name="csX3" fmla="*/ 7786 w 7785"/>
                <a:gd name="csY3" fmla="*/ 0 h 19725"/>
                <a:gd name="csX4" fmla="*/ 969 w 7785"/>
                <a:gd name="csY4" fmla="*/ 19707 h 1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85" h="19725">
                  <a:moveTo>
                    <a:pt x="969" y="19707"/>
                  </a:moveTo>
                  <a:lnTo>
                    <a:pt x="484" y="19726"/>
                  </a:lnTo>
                  <a:cubicBezTo>
                    <a:pt x="484" y="19726"/>
                    <a:pt x="0" y="19726"/>
                    <a:pt x="0" y="19726"/>
                  </a:cubicBezTo>
                  <a:cubicBezTo>
                    <a:pt x="540" y="12349"/>
                    <a:pt x="4955" y="6501"/>
                    <a:pt x="7786" y="0"/>
                  </a:cubicBezTo>
                  <a:cubicBezTo>
                    <a:pt x="7022" y="7097"/>
                    <a:pt x="4005" y="13411"/>
                    <a:pt x="969" y="19707"/>
                  </a:cubicBezTo>
                  <a:close/>
                </a:path>
              </a:pathLst>
            </a:custGeom>
            <a:solidFill>
              <a:srgbClr val="58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1186A2C9-0463-14E4-0658-CE8DAEF5CBAB}"/>
                </a:ext>
              </a:extLst>
            </p:cNvPr>
            <p:cNvSpPr/>
            <p:nvPr/>
          </p:nvSpPr>
          <p:spPr>
            <a:xfrm>
              <a:off x="1685486" y="5082362"/>
              <a:ext cx="3845" cy="12312"/>
            </a:xfrm>
            <a:custGeom>
              <a:avLst/>
              <a:gdLst>
                <a:gd name="csX0" fmla="*/ 3846 w 3845"/>
                <a:gd name="csY0" fmla="*/ 0 h 12312"/>
                <a:gd name="csX1" fmla="*/ 381 w 3845"/>
                <a:gd name="csY1" fmla="*/ 12312 h 12312"/>
                <a:gd name="csX2" fmla="*/ 3846 w 3845"/>
                <a:gd name="csY2" fmla="*/ 0 h 1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45" h="12312">
                  <a:moveTo>
                    <a:pt x="3846" y="0"/>
                  </a:moveTo>
                  <a:cubicBezTo>
                    <a:pt x="3082" y="4340"/>
                    <a:pt x="3026" y="7805"/>
                    <a:pt x="381" y="12312"/>
                  </a:cubicBezTo>
                  <a:cubicBezTo>
                    <a:pt x="-680" y="6966"/>
                    <a:pt x="475" y="3744"/>
                    <a:pt x="3846" y="0"/>
                  </a:cubicBezTo>
                  <a:close/>
                </a:path>
              </a:pathLst>
            </a:custGeom>
            <a:solidFill>
              <a:srgbClr val="5274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B2735361-F0F9-0293-07AE-A2803D5B5342}"/>
                </a:ext>
              </a:extLst>
            </p:cNvPr>
            <p:cNvSpPr/>
            <p:nvPr/>
          </p:nvSpPr>
          <p:spPr>
            <a:xfrm>
              <a:off x="2024976" y="5143364"/>
              <a:ext cx="317636" cy="110940"/>
            </a:xfrm>
            <a:custGeom>
              <a:avLst/>
              <a:gdLst>
                <a:gd name="csX0" fmla="*/ 51063 w 317636"/>
                <a:gd name="csY0" fmla="*/ 37 h 110940"/>
                <a:gd name="csX1" fmla="*/ 123279 w 317636"/>
                <a:gd name="csY1" fmla="*/ 6575 h 110940"/>
                <a:gd name="csX2" fmla="*/ 162358 w 317636"/>
                <a:gd name="csY2" fmla="*/ 16316 h 110940"/>
                <a:gd name="csX3" fmla="*/ 209036 w 317636"/>
                <a:gd name="csY3" fmla="*/ 30212 h 110940"/>
                <a:gd name="csX4" fmla="*/ 249288 w 317636"/>
                <a:gd name="csY4" fmla="*/ 48634 h 110940"/>
                <a:gd name="csX5" fmla="*/ 273093 w 317636"/>
                <a:gd name="csY5" fmla="*/ 64559 h 110940"/>
                <a:gd name="csX6" fmla="*/ 301704 w 317636"/>
                <a:gd name="csY6" fmla="*/ 77263 h 110940"/>
                <a:gd name="csX7" fmla="*/ 313644 w 317636"/>
                <a:gd name="csY7" fmla="*/ 81901 h 110940"/>
                <a:gd name="csX8" fmla="*/ 315283 w 317636"/>
                <a:gd name="csY8" fmla="*/ 83354 h 110940"/>
                <a:gd name="csX9" fmla="*/ 314314 w 317636"/>
                <a:gd name="csY9" fmla="*/ 109040 h 110940"/>
                <a:gd name="csX10" fmla="*/ 308763 w 317636"/>
                <a:gd name="csY10" fmla="*/ 110940 h 110940"/>
                <a:gd name="csX11" fmla="*/ 271361 w 317636"/>
                <a:gd name="csY11" fmla="*/ 107587 h 110940"/>
                <a:gd name="csX12" fmla="*/ 223602 w 317636"/>
                <a:gd name="csY12" fmla="*/ 98367 h 110940"/>
                <a:gd name="csX13" fmla="*/ 196482 w 317636"/>
                <a:gd name="csY13" fmla="*/ 92406 h 110940"/>
                <a:gd name="csX14" fmla="*/ 178675 w 317636"/>
                <a:gd name="csY14" fmla="*/ 85906 h 110940"/>
                <a:gd name="csX15" fmla="*/ 157366 w 317636"/>
                <a:gd name="csY15" fmla="*/ 81621 h 110940"/>
                <a:gd name="csX16" fmla="*/ 149077 w 317636"/>
                <a:gd name="csY16" fmla="*/ 77859 h 110940"/>
                <a:gd name="csX17" fmla="*/ 136597 w 317636"/>
                <a:gd name="csY17" fmla="*/ 73854 h 110940"/>
                <a:gd name="csX18" fmla="*/ 114413 w 317636"/>
                <a:gd name="csY18" fmla="*/ 68210 h 110940"/>
                <a:gd name="csX19" fmla="*/ 104541 w 317636"/>
                <a:gd name="csY19" fmla="*/ 67186 h 110940"/>
                <a:gd name="csX20" fmla="*/ 81164 w 317636"/>
                <a:gd name="csY20" fmla="*/ 63330 h 110940"/>
                <a:gd name="csX21" fmla="*/ 23906 w 317636"/>
                <a:gd name="csY21" fmla="*/ 51912 h 110940"/>
                <a:gd name="csX22" fmla="*/ 7160 w 317636"/>
                <a:gd name="csY22" fmla="*/ 45355 h 110940"/>
                <a:gd name="csX23" fmla="*/ 809 w 317636"/>
                <a:gd name="csY23" fmla="*/ 28889 h 110940"/>
                <a:gd name="csX24" fmla="*/ 29531 w 317636"/>
                <a:gd name="csY24" fmla="*/ 3334 h 110940"/>
                <a:gd name="csX25" fmla="*/ 51063 w 317636"/>
                <a:gd name="csY25" fmla="*/ 37 h 11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17636" h="110940">
                  <a:moveTo>
                    <a:pt x="51063" y="37"/>
                  </a:moveTo>
                  <a:cubicBezTo>
                    <a:pt x="77513" y="558"/>
                    <a:pt x="100517" y="1769"/>
                    <a:pt x="123279" y="6575"/>
                  </a:cubicBezTo>
                  <a:cubicBezTo>
                    <a:pt x="136448" y="9369"/>
                    <a:pt x="149319" y="13262"/>
                    <a:pt x="162358" y="16316"/>
                  </a:cubicBezTo>
                  <a:cubicBezTo>
                    <a:pt x="178246" y="20042"/>
                    <a:pt x="193278" y="26207"/>
                    <a:pt x="209036" y="30212"/>
                  </a:cubicBezTo>
                  <a:cubicBezTo>
                    <a:pt x="223435" y="33863"/>
                    <a:pt x="236809" y="40457"/>
                    <a:pt x="249288" y="48634"/>
                  </a:cubicBezTo>
                  <a:cubicBezTo>
                    <a:pt x="257279" y="53868"/>
                    <a:pt x="265307" y="59027"/>
                    <a:pt x="273093" y="64559"/>
                  </a:cubicBezTo>
                  <a:cubicBezTo>
                    <a:pt x="281792" y="70762"/>
                    <a:pt x="291720" y="74152"/>
                    <a:pt x="301704" y="77263"/>
                  </a:cubicBezTo>
                  <a:cubicBezTo>
                    <a:pt x="305820" y="78548"/>
                    <a:pt x="309341" y="81174"/>
                    <a:pt x="313644" y="81901"/>
                  </a:cubicBezTo>
                  <a:cubicBezTo>
                    <a:pt x="314258" y="82013"/>
                    <a:pt x="314836" y="82776"/>
                    <a:pt x="315283" y="83354"/>
                  </a:cubicBezTo>
                  <a:cubicBezTo>
                    <a:pt x="318915" y="88085"/>
                    <a:pt x="318151" y="104197"/>
                    <a:pt x="314314" y="109040"/>
                  </a:cubicBezTo>
                  <a:cubicBezTo>
                    <a:pt x="312731" y="111052"/>
                    <a:pt x="310812" y="110940"/>
                    <a:pt x="308763" y="110940"/>
                  </a:cubicBezTo>
                  <a:cubicBezTo>
                    <a:pt x="296190" y="110940"/>
                    <a:pt x="283692" y="110269"/>
                    <a:pt x="271361" y="107587"/>
                  </a:cubicBezTo>
                  <a:cubicBezTo>
                    <a:pt x="255510" y="104122"/>
                    <a:pt x="239044" y="103470"/>
                    <a:pt x="223602" y="98367"/>
                  </a:cubicBezTo>
                  <a:cubicBezTo>
                    <a:pt x="214643" y="95386"/>
                    <a:pt x="205497" y="94437"/>
                    <a:pt x="196482" y="92406"/>
                  </a:cubicBezTo>
                  <a:cubicBezTo>
                    <a:pt x="190521" y="91065"/>
                    <a:pt x="184468" y="88476"/>
                    <a:pt x="178675" y="85906"/>
                  </a:cubicBezTo>
                  <a:cubicBezTo>
                    <a:pt x="171895" y="82888"/>
                    <a:pt x="164630" y="82106"/>
                    <a:pt x="157366" y="81621"/>
                  </a:cubicBezTo>
                  <a:cubicBezTo>
                    <a:pt x="154013" y="81398"/>
                    <a:pt x="151480" y="80634"/>
                    <a:pt x="149077" y="77859"/>
                  </a:cubicBezTo>
                  <a:cubicBezTo>
                    <a:pt x="145966" y="74264"/>
                    <a:pt x="140769" y="75233"/>
                    <a:pt x="136597" y="73854"/>
                  </a:cubicBezTo>
                  <a:cubicBezTo>
                    <a:pt x="129351" y="71470"/>
                    <a:pt x="121435" y="71712"/>
                    <a:pt x="114413" y="68210"/>
                  </a:cubicBezTo>
                  <a:cubicBezTo>
                    <a:pt x="111358" y="66683"/>
                    <a:pt x="107800" y="67484"/>
                    <a:pt x="104541" y="67186"/>
                  </a:cubicBezTo>
                  <a:cubicBezTo>
                    <a:pt x="96624" y="66441"/>
                    <a:pt x="88727" y="65360"/>
                    <a:pt x="81164" y="63330"/>
                  </a:cubicBezTo>
                  <a:cubicBezTo>
                    <a:pt x="62295" y="58264"/>
                    <a:pt x="42663" y="57239"/>
                    <a:pt x="23906" y="51912"/>
                  </a:cubicBezTo>
                  <a:cubicBezTo>
                    <a:pt x="18150" y="50273"/>
                    <a:pt x="12562" y="47926"/>
                    <a:pt x="7160" y="45355"/>
                  </a:cubicBezTo>
                  <a:cubicBezTo>
                    <a:pt x="1479" y="42636"/>
                    <a:pt x="-1557" y="34850"/>
                    <a:pt x="809" y="28889"/>
                  </a:cubicBezTo>
                  <a:cubicBezTo>
                    <a:pt x="6061" y="15646"/>
                    <a:pt x="14350" y="6128"/>
                    <a:pt x="29531" y="3334"/>
                  </a:cubicBezTo>
                  <a:cubicBezTo>
                    <a:pt x="37801" y="1732"/>
                    <a:pt x="45904" y="-299"/>
                    <a:pt x="51063" y="37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57AD2145-44A9-8572-1850-0A227091CE0C}"/>
                </a:ext>
              </a:extLst>
            </p:cNvPr>
            <p:cNvSpPr/>
            <p:nvPr/>
          </p:nvSpPr>
          <p:spPr>
            <a:xfrm>
              <a:off x="2095393" y="5121417"/>
              <a:ext cx="4417" cy="19375"/>
            </a:xfrm>
            <a:custGeom>
              <a:avLst/>
              <a:gdLst>
                <a:gd name="csX0" fmla="*/ 0 w 4417"/>
                <a:gd name="csY0" fmla="*/ 15408 h 19375"/>
                <a:gd name="csX1" fmla="*/ 1565 w 4417"/>
                <a:gd name="csY1" fmla="*/ 2929 h 19375"/>
                <a:gd name="csX2" fmla="*/ 2142 w 4417"/>
                <a:gd name="csY2" fmla="*/ 79 h 19375"/>
                <a:gd name="csX3" fmla="*/ 4415 w 4417"/>
                <a:gd name="csY3" fmla="*/ 2500 h 19375"/>
                <a:gd name="csX4" fmla="*/ 3520 w 4417"/>
                <a:gd name="csY4" fmla="*/ 14235 h 19375"/>
                <a:gd name="csX5" fmla="*/ 1099 w 4417"/>
                <a:gd name="csY5" fmla="*/ 19376 h 19375"/>
                <a:gd name="csX6" fmla="*/ 0 w 4417"/>
                <a:gd name="csY6" fmla="*/ 15408 h 19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17" h="19375">
                  <a:moveTo>
                    <a:pt x="0" y="15408"/>
                  </a:moveTo>
                  <a:cubicBezTo>
                    <a:pt x="1267" y="11348"/>
                    <a:pt x="2570" y="7269"/>
                    <a:pt x="1565" y="2929"/>
                  </a:cubicBezTo>
                  <a:cubicBezTo>
                    <a:pt x="1304" y="1830"/>
                    <a:pt x="764" y="451"/>
                    <a:pt x="2142" y="79"/>
                  </a:cubicBezTo>
                  <a:cubicBezTo>
                    <a:pt x="3837" y="-368"/>
                    <a:pt x="4470" y="1178"/>
                    <a:pt x="4415" y="2500"/>
                  </a:cubicBezTo>
                  <a:cubicBezTo>
                    <a:pt x="4228" y="6412"/>
                    <a:pt x="3837" y="10323"/>
                    <a:pt x="3520" y="14235"/>
                  </a:cubicBezTo>
                  <a:cubicBezTo>
                    <a:pt x="3204" y="16154"/>
                    <a:pt x="2999" y="18146"/>
                    <a:pt x="1099" y="19376"/>
                  </a:cubicBezTo>
                  <a:cubicBezTo>
                    <a:pt x="-559" y="18333"/>
                    <a:pt x="317" y="16712"/>
                    <a:pt x="0" y="15408"/>
                  </a:cubicBezTo>
                  <a:close/>
                </a:path>
              </a:pathLst>
            </a:custGeom>
            <a:solidFill>
              <a:srgbClr val="53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208D9A3E-0F14-0309-B6D0-2B75D9ECED5B}"/>
                </a:ext>
              </a:extLst>
            </p:cNvPr>
            <p:cNvSpPr/>
            <p:nvPr/>
          </p:nvSpPr>
          <p:spPr>
            <a:xfrm>
              <a:off x="2236620" y="5241141"/>
              <a:ext cx="5259" cy="10692"/>
            </a:xfrm>
            <a:custGeom>
              <a:avLst/>
              <a:gdLst>
                <a:gd name="csX0" fmla="*/ 5234 w 5259"/>
                <a:gd name="csY0" fmla="*/ 9214 h 10692"/>
                <a:gd name="csX1" fmla="*/ 3949 w 5259"/>
                <a:gd name="csY1" fmla="*/ 10574 h 10692"/>
                <a:gd name="csX2" fmla="*/ 75 w 5259"/>
                <a:gd name="csY2" fmla="*/ 1856 h 10692"/>
                <a:gd name="csX3" fmla="*/ 1528 w 5259"/>
                <a:gd name="csY3" fmla="*/ 68 h 10692"/>
                <a:gd name="csX4" fmla="*/ 5234 w 5259"/>
                <a:gd name="csY4" fmla="*/ 9214 h 10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59" h="10692">
                  <a:moveTo>
                    <a:pt x="5234" y="9214"/>
                  </a:moveTo>
                  <a:cubicBezTo>
                    <a:pt x="5421" y="9866"/>
                    <a:pt x="4527" y="11077"/>
                    <a:pt x="3949" y="10574"/>
                  </a:cubicBezTo>
                  <a:cubicBezTo>
                    <a:pt x="1379" y="8357"/>
                    <a:pt x="1081" y="4893"/>
                    <a:pt x="75" y="1856"/>
                  </a:cubicBezTo>
                  <a:cubicBezTo>
                    <a:pt x="-242" y="925"/>
                    <a:pt x="485" y="-304"/>
                    <a:pt x="1528" y="68"/>
                  </a:cubicBezTo>
                  <a:cubicBezTo>
                    <a:pt x="5793" y="1596"/>
                    <a:pt x="3875" y="5843"/>
                    <a:pt x="5234" y="9214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9D3B183E-99BD-D2F8-5AE2-F2D5AB36D07F}"/>
                </a:ext>
              </a:extLst>
            </p:cNvPr>
            <p:cNvSpPr/>
            <p:nvPr/>
          </p:nvSpPr>
          <p:spPr>
            <a:xfrm>
              <a:off x="2168689" y="5229236"/>
              <a:ext cx="2526" cy="14711"/>
            </a:xfrm>
            <a:custGeom>
              <a:avLst/>
              <a:gdLst>
                <a:gd name="csX0" fmla="*/ 2272 w 2526"/>
                <a:gd name="csY0" fmla="*/ 14711 h 14711"/>
                <a:gd name="csX1" fmla="*/ 205 w 2526"/>
                <a:gd name="csY1" fmla="*/ 9160 h 14711"/>
                <a:gd name="csX2" fmla="*/ 0 w 2526"/>
                <a:gd name="csY2" fmla="*/ 2399 h 14711"/>
                <a:gd name="csX3" fmla="*/ 1211 w 2526"/>
                <a:gd name="csY3" fmla="*/ 71 h 14711"/>
                <a:gd name="csX4" fmla="*/ 2515 w 2526"/>
                <a:gd name="csY4" fmla="*/ 1822 h 14711"/>
                <a:gd name="csX5" fmla="*/ 2272 w 2526"/>
                <a:gd name="csY5" fmla="*/ 14711 h 14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26" h="14711">
                  <a:moveTo>
                    <a:pt x="2272" y="14711"/>
                  </a:moveTo>
                  <a:cubicBezTo>
                    <a:pt x="-1248" y="13947"/>
                    <a:pt x="484" y="11098"/>
                    <a:pt x="205" y="9160"/>
                  </a:cubicBezTo>
                  <a:cubicBezTo>
                    <a:pt x="-112" y="6944"/>
                    <a:pt x="56" y="4653"/>
                    <a:pt x="0" y="2399"/>
                  </a:cubicBezTo>
                  <a:cubicBezTo>
                    <a:pt x="168" y="1505"/>
                    <a:pt x="130" y="350"/>
                    <a:pt x="1211" y="71"/>
                  </a:cubicBezTo>
                  <a:cubicBezTo>
                    <a:pt x="2738" y="-320"/>
                    <a:pt x="2515" y="1002"/>
                    <a:pt x="2515" y="1822"/>
                  </a:cubicBezTo>
                  <a:cubicBezTo>
                    <a:pt x="2459" y="6124"/>
                    <a:pt x="2347" y="10408"/>
                    <a:pt x="2272" y="14711"/>
                  </a:cubicBezTo>
                  <a:close/>
                </a:path>
              </a:pathLst>
            </a:custGeom>
            <a:solidFill>
              <a:srgbClr val="5F873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7D9FDA4-8D39-127B-297E-4D6A50A66498}"/>
                </a:ext>
              </a:extLst>
            </p:cNvPr>
            <p:cNvSpPr/>
            <p:nvPr/>
          </p:nvSpPr>
          <p:spPr>
            <a:xfrm>
              <a:off x="2094630" y="5208031"/>
              <a:ext cx="4283" cy="13304"/>
            </a:xfrm>
            <a:custGeom>
              <a:avLst/>
              <a:gdLst>
                <a:gd name="csX0" fmla="*/ 4283 w 4283"/>
                <a:gd name="csY0" fmla="*/ 5518 h 13304"/>
                <a:gd name="csX1" fmla="*/ 4283 w 4283"/>
                <a:gd name="csY1" fmla="*/ 13304 h 13304"/>
                <a:gd name="csX2" fmla="*/ 1918 w 4283"/>
                <a:gd name="csY2" fmla="*/ 8815 h 13304"/>
                <a:gd name="csX3" fmla="*/ 688 w 4283"/>
                <a:gd name="csY3" fmla="*/ 2929 h 13304"/>
                <a:gd name="csX4" fmla="*/ 819 w 4283"/>
                <a:gd name="csY4" fmla="*/ 154 h 13304"/>
                <a:gd name="csX5" fmla="*/ 3091 w 4283"/>
                <a:gd name="csY5" fmla="*/ 1849 h 13304"/>
                <a:gd name="csX6" fmla="*/ 4283 w 4283"/>
                <a:gd name="csY6" fmla="*/ 5518 h 13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283" h="13304">
                  <a:moveTo>
                    <a:pt x="4283" y="5518"/>
                  </a:moveTo>
                  <a:cubicBezTo>
                    <a:pt x="4283" y="7735"/>
                    <a:pt x="4283" y="9970"/>
                    <a:pt x="4283" y="13304"/>
                  </a:cubicBezTo>
                  <a:cubicBezTo>
                    <a:pt x="3147" y="11144"/>
                    <a:pt x="2532" y="9970"/>
                    <a:pt x="1918" y="8815"/>
                  </a:cubicBezTo>
                  <a:cubicBezTo>
                    <a:pt x="1936" y="6766"/>
                    <a:pt x="1601" y="4810"/>
                    <a:pt x="688" y="2929"/>
                  </a:cubicBezTo>
                  <a:cubicBezTo>
                    <a:pt x="241" y="2016"/>
                    <a:pt x="-671" y="806"/>
                    <a:pt x="819" y="154"/>
                  </a:cubicBezTo>
                  <a:cubicBezTo>
                    <a:pt x="2160" y="-424"/>
                    <a:pt x="2719" y="731"/>
                    <a:pt x="3091" y="1849"/>
                  </a:cubicBezTo>
                  <a:cubicBezTo>
                    <a:pt x="3482" y="3078"/>
                    <a:pt x="3874" y="4308"/>
                    <a:pt x="4283" y="5518"/>
                  </a:cubicBezTo>
                  <a:close/>
                </a:path>
              </a:pathLst>
            </a:custGeom>
            <a:solidFill>
              <a:srgbClr val="5273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9C1DF61F-7D57-EBBD-3CA3-8FD598733C8E}"/>
                </a:ext>
              </a:extLst>
            </p:cNvPr>
            <p:cNvSpPr/>
            <p:nvPr/>
          </p:nvSpPr>
          <p:spPr>
            <a:xfrm>
              <a:off x="2243446" y="5154914"/>
              <a:ext cx="4508" cy="13577"/>
            </a:xfrm>
            <a:custGeom>
              <a:avLst/>
              <a:gdLst>
                <a:gd name="csX0" fmla="*/ 1109 w 4508"/>
                <a:gd name="csY0" fmla="*/ 13577 h 13577"/>
                <a:gd name="csX1" fmla="*/ 848 w 4508"/>
                <a:gd name="csY1" fmla="*/ 7915 h 13577"/>
                <a:gd name="csX2" fmla="*/ 1500 w 4508"/>
                <a:gd name="csY2" fmla="*/ 2606 h 13577"/>
                <a:gd name="csX3" fmla="*/ 2077 w 4508"/>
                <a:gd name="csY3" fmla="*/ 36 h 13577"/>
                <a:gd name="csX4" fmla="*/ 4499 w 4508"/>
                <a:gd name="csY4" fmla="*/ 2364 h 13577"/>
                <a:gd name="csX5" fmla="*/ 1165 w 4508"/>
                <a:gd name="csY5" fmla="*/ 13522 h 13577"/>
                <a:gd name="csX6" fmla="*/ 1109 w 4508"/>
                <a:gd name="csY6" fmla="*/ 13577 h 13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08" h="13577">
                  <a:moveTo>
                    <a:pt x="1109" y="13577"/>
                  </a:moveTo>
                  <a:cubicBezTo>
                    <a:pt x="-1033" y="11771"/>
                    <a:pt x="531" y="9852"/>
                    <a:pt x="848" y="7915"/>
                  </a:cubicBezTo>
                  <a:cubicBezTo>
                    <a:pt x="1146" y="6145"/>
                    <a:pt x="2860" y="4413"/>
                    <a:pt x="1500" y="2606"/>
                  </a:cubicBezTo>
                  <a:cubicBezTo>
                    <a:pt x="494" y="1265"/>
                    <a:pt x="-139" y="353"/>
                    <a:pt x="2077" y="36"/>
                  </a:cubicBezTo>
                  <a:cubicBezTo>
                    <a:pt x="3716" y="-206"/>
                    <a:pt x="4443" y="800"/>
                    <a:pt x="4499" y="2364"/>
                  </a:cubicBezTo>
                  <a:cubicBezTo>
                    <a:pt x="4666" y="6462"/>
                    <a:pt x="2711" y="9927"/>
                    <a:pt x="1165" y="13522"/>
                  </a:cubicBezTo>
                  <a:cubicBezTo>
                    <a:pt x="1146" y="13522"/>
                    <a:pt x="1109" y="13577"/>
                    <a:pt x="1109" y="13577"/>
                  </a:cubicBezTo>
                  <a:close/>
                </a:path>
              </a:pathLst>
            </a:custGeom>
            <a:solidFill>
              <a:srgbClr val="54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45B64226-8DB4-0D13-1B92-89F5D5EF8040}"/>
                </a:ext>
              </a:extLst>
            </p:cNvPr>
            <p:cNvSpPr/>
            <p:nvPr/>
          </p:nvSpPr>
          <p:spPr>
            <a:xfrm>
              <a:off x="2169896" y="5132542"/>
              <a:ext cx="2855" cy="13187"/>
            </a:xfrm>
            <a:custGeom>
              <a:avLst/>
              <a:gdLst>
                <a:gd name="csX0" fmla="*/ 96 w 2855"/>
                <a:gd name="csY0" fmla="*/ 13188 h 13187"/>
                <a:gd name="csX1" fmla="*/ 1698 w 2855"/>
                <a:gd name="csY1" fmla="*/ 0 h 13187"/>
                <a:gd name="csX2" fmla="*/ 78 w 2855"/>
                <a:gd name="csY2" fmla="*/ 13150 h 13187"/>
                <a:gd name="csX3" fmla="*/ 96 w 2855"/>
                <a:gd name="csY3" fmla="*/ 13188 h 1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5" h="13187">
                  <a:moveTo>
                    <a:pt x="96" y="13188"/>
                  </a:moveTo>
                  <a:cubicBezTo>
                    <a:pt x="-314" y="8717"/>
                    <a:pt x="655" y="4433"/>
                    <a:pt x="1698" y="0"/>
                  </a:cubicBezTo>
                  <a:cubicBezTo>
                    <a:pt x="3766" y="2868"/>
                    <a:pt x="2965" y="8773"/>
                    <a:pt x="78" y="13150"/>
                  </a:cubicBezTo>
                  <a:cubicBezTo>
                    <a:pt x="78" y="13150"/>
                    <a:pt x="96" y="13188"/>
                    <a:pt x="96" y="13188"/>
                  </a:cubicBezTo>
                  <a:close/>
                </a:path>
              </a:pathLst>
            </a:custGeom>
            <a:solidFill>
              <a:srgbClr val="4763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1BC4B4AD-19EF-9BB8-847E-41B2F80ED1F9}"/>
                </a:ext>
              </a:extLst>
            </p:cNvPr>
            <p:cNvSpPr/>
            <p:nvPr/>
          </p:nvSpPr>
          <p:spPr>
            <a:xfrm>
              <a:off x="2004465" y="4840612"/>
              <a:ext cx="112301" cy="139911"/>
            </a:xfrm>
            <a:custGeom>
              <a:avLst/>
              <a:gdLst>
                <a:gd name="csX0" fmla="*/ 5263 w 112301"/>
                <a:gd name="csY0" fmla="*/ 135746 h 139911"/>
                <a:gd name="csX1" fmla="*/ 346 w 112301"/>
                <a:gd name="csY1" fmla="*/ 122502 h 139911"/>
                <a:gd name="csX2" fmla="*/ 14204 w 112301"/>
                <a:gd name="csY2" fmla="*/ 85882 h 139911"/>
                <a:gd name="csX3" fmla="*/ 57194 w 112301"/>
                <a:gd name="csY3" fmla="*/ 29891 h 139911"/>
                <a:gd name="csX4" fmla="*/ 88003 w 112301"/>
                <a:gd name="csY4" fmla="*/ 4596 h 139911"/>
                <a:gd name="csX5" fmla="*/ 102215 w 112301"/>
                <a:gd name="csY5" fmla="*/ 32 h 139911"/>
                <a:gd name="csX6" fmla="*/ 112031 w 112301"/>
                <a:gd name="csY6" fmla="*/ 12922 h 139911"/>
                <a:gd name="csX7" fmla="*/ 106518 w 112301"/>
                <a:gd name="csY7" fmla="*/ 25755 h 139911"/>
                <a:gd name="csX8" fmla="*/ 85339 w 112301"/>
                <a:gd name="csY8" fmla="*/ 50417 h 139911"/>
                <a:gd name="csX9" fmla="*/ 48310 w 112301"/>
                <a:gd name="csY9" fmla="*/ 99070 h 139911"/>
                <a:gd name="csX10" fmla="*/ 24710 w 112301"/>
                <a:gd name="csY10" fmla="*/ 132374 h 139911"/>
                <a:gd name="csX11" fmla="*/ 16085 w 112301"/>
                <a:gd name="csY11" fmla="*/ 138633 h 139911"/>
                <a:gd name="csX12" fmla="*/ 8299 w 112301"/>
                <a:gd name="csY12" fmla="*/ 136603 h 139911"/>
                <a:gd name="csX13" fmla="*/ 9790 w 112301"/>
                <a:gd name="csY13" fmla="*/ 129934 h 139911"/>
                <a:gd name="csX14" fmla="*/ 19345 w 112301"/>
                <a:gd name="csY14" fmla="*/ 112779 h 139911"/>
                <a:gd name="csX15" fmla="*/ 21971 w 112301"/>
                <a:gd name="csY15" fmla="*/ 117715 h 139911"/>
                <a:gd name="csX16" fmla="*/ 35979 w 112301"/>
                <a:gd name="csY16" fmla="*/ 98437 h 139911"/>
                <a:gd name="csX17" fmla="*/ 63975 w 112301"/>
                <a:gd name="csY17" fmla="*/ 59190 h 139911"/>
                <a:gd name="csX18" fmla="*/ 91486 w 112301"/>
                <a:gd name="csY18" fmla="*/ 27152 h 139911"/>
                <a:gd name="csX19" fmla="*/ 91952 w 112301"/>
                <a:gd name="csY19" fmla="*/ 18379 h 139911"/>
                <a:gd name="csX20" fmla="*/ 100818 w 112301"/>
                <a:gd name="csY20" fmla="*/ 10649 h 139911"/>
                <a:gd name="csX21" fmla="*/ 83290 w 112301"/>
                <a:gd name="csY21" fmla="*/ 23762 h 139911"/>
                <a:gd name="csX22" fmla="*/ 39611 w 112301"/>
                <a:gd name="csY22" fmla="*/ 77444 h 139911"/>
                <a:gd name="csX23" fmla="*/ 8542 w 112301"/>
                <a:gd name="csY23" fmla="*/ 132300 h 139911"/>
                <a:gd name="csX24" fmla="*/ 5263 w 112301"/>
                <a:gd name="csY24" fmla="*/ 135746 h 13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2301" h="139911">
                  <a:moveTo>
                    <a:pt x="5263" y="135746"/>
                  </a:moveTo>
                  <a:cubicBezTo>
                    <a:pt x="-1051" y="133101"/>
                    <a:pt x="-138" y="127271"/>
                    <a:pt x="346" y="122502"/>
                  </a:cubicBezTo>
                  <a:cubicBezTo>
                    <a:pt x="1668" y="109147"/>
                    <a:pt x="7648" y="97263"/>
                    <a:pt x="14204" y="85882"/>
                  </a:cubicBezTo>
                  <a:cubicBezTo>
                    <a:pt x="26051" y="65374"/>
                    <a:pt x="39350" y="45816"/>
                    <a:pt x="57194" y="29891"/>
                  </a:cubicBezTo>
                  <a:cubicBezTo>
                    <a:pt x="67104" y="21043"/>
                    <a:pt x="76771" y="11860"/>
                    <a:pt x="88003" y="4596"/>
                  </a:cubicBezTo>
                  <a:cubicBezTo>
                    <a:pt x="92343" y="1783"/>
                    <a:pt x="96888" y="-285"/>
                    <a:pt x="102215" y="32"/>
                  </a:cubicBezTo>
                  <a:cubicBezTo>
                    <a:pt x="109033" y="442"/>
                    <a:pt x="113466" y="6235"/>
                    <a:pt x="112031" y="12922"/>
                  </a:cubicBezTo>
                  <a:cubicBezTo>
                    <a:pt x="111026" y="17560"/>
                    <a:pt x="109014" y="21732"/>
                    <a:pt x="106518" y="25755"/>
                  </a:cubicBezTo>
                  <a:cubicBezTo>
                    <a:pt x="100725" y="35106"/>
                    <a:pt x="92269" y="42110"/>
                    <a:pt x="85339" y="50417"/>
                  </a:cubicBezTo>
                  <a:cubicBezTo>
                    <a:pt x="72282" y="66064"/>
                    <a:pt x="58051" y="80946"/>
                    <a:pt x="48310" y="99070"/>
                  </a:cubicBezTo>
                  <a:cubicBezTo>
                    <a:pt x="41790" y="111196"/>
                    <a:pt x="34470" y="122614"/>
                    <a:pt x="24710" y="132374"/>
                  </a:cubicBezTo>
                  <a:cubicBezTo>
                    <a:pt x="22139" y="134945"/>
                    <a:pt x="19122" y="136752"/>
                    <a:pt x="16085" y="138633"/>
                  </a:cubicBezTo>
                  <a:cubicBezTo>
                    <a:pt x="12677" y="140738"/>
                    <a:pt x="10088" y="140365"/>
                    <a:pt x="8299" y="136603"/>
                  </a:cubicBezTo>
                  <a:cubicBezTo>
                    <a:pt x="6772" y="133939"/>
                    <a:pt x="8914" y="131983"/>
                    <a:pt x="9790" y="129934"/>
                  </a:cubicBezTo>
                  <a:cubicBezTo>
                    <a:pt x="12360" y="123899"/>
                    <a:pt x="14651" y="117659"/>
                    <a:pt x="19345" y="112779"/>
                  </a:cubicBezTo>
                  <a:cubicBezTo>
                    <a:pt x="21450" y="113673"/>
                    <a:pt x="20314" y="116281"/>
                    <a:pt x="21971" y="117715"/>
                  </a:cubicBezTo>
                  <a:cubicBezTo>
                    <a:pt x="28193" y="112388"/>
                    <a:pt x="32645" y="105720"/>
                    <a:pt x="35979" y="98437"/>
                  </a:cubicBezTo>
                  <a:cubicBezTo>
                    <a:pt x="42815" y="83517"/>
                    <a:pt x="53357" y="71447"/>
                    <a:pt x="63975" y="59190"/>
                  </a:cubicBezTo>
                  <a:cubicBezTo>
                    <a:pt x="73195" y="48573"/>
                    <a:pt x="81707" y="37341"/>
                    <a:pt x="91486" y="27152"/>
                  </a:cubicBezTo>
                  <a:cubicBezTo>
                    <a:pt x="93777" y="24768"/>
                    <a:pt x="96888" y="21546"/>
                    <a:pt x="91952" y="18379"/>
                  </a:cubicBezTo>
                  <a:cubicBezTo>
                    <a:pt x="93051" y="13965"/>
                    <a:pt x="97242" y="13164"/>
                    <a:pt x="100818" y="10649"/>
                  </a:cubicBezTo>
                  <a:cubicBezTo>
                    <a:pt x="93759" y="14077"/>
                    <a:pt x="88487" y="18938"/>
                    <a:pt x="83290" y="23762"/>
                  </a:cubicBezTo>
                  <a:cubicBezTo>
                    <a:pt x="66228" y="39595"/>
                    <a:pt x="52445" y="58147"/>
                    <a:pt x="39611" y="77444"/>
                  </a:cubicBezTo>
                  <a:cubicBezTo>
                    <a:pt x="27951" y="94991"/>
                    <a:pt x="17129" y="113021"/>
                    <a:pt x="8542" y="132300"/>
                  </a:cubicBezTo>
                  <a:cubicBezTo>
                    <a:pt x="7871" y="133771"/>
                    <a:pt x="7368" y="135578"/>
                    <a:pt x="5263" y="135746"/>
                  </a:cubicBezTo>
                  <a:close/>
                </a:path>
              </a:pathLst>
            </a:custGeom>
            <a:solidFill>
              <a:srgbClr val="9A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3DECDD45-9559-640E-528D-DCB7E110F2B0}"/>
                </a:ext>
              </a:extLst>
            </p:cNvPr>
            <p:cNvSpPr/>
            <p:nvPr/>
          </p:nvSpPr>
          <p:spPr>
            <a:xfrm>
              <a:off x="2008414" y="4848746"/>
              <a:ext cx="101396" cy="134465"/>
            </a:xfrm>
            <a:custGeom>
              <a:avLst/>
              <a:gdLst>
                <a:gd name="csX0" fmla="*/ 1315 w 101396"/>
                <a:gd name="csY0" fmla="*/ 127611 h 134465"/>
                <a:gd name="csX1" fmla="*/ 29404 w 101396"/>
                <a:gd name="csY1" fmla="*/ 76276 h 134465"/>
                <a:gd name="csX2" fmla="*/ 85601 w 101396"/>
                <a:gd name="csY2" fmla="*/ 8475 h 134465"/>
                <a:gd name="csX3" fmla="*/ 101396 w 101396"/>
                <a:gd name="csY3" fmla="*/ 0 h 134465"/>
                <a:gd name="csX4" fmla="*/ 88115 w 101396"/>
                <a:gd name="csY4" fmla="*/ 9984 h 134465"/>
                <a:gd name="csX5" fmla="*/ 79510 w 101396"/>
                <a:gd name="csY5" fmla="*/ 18627 h 134465"/>
                <a:gd name="csX6" fmla="*/ 30987 w 101396"/>
                <a:gd name="csY6" fmla="*/ 80579 h 134465"/>
                <a:gd name="csX7" fmla="*/ 15676 w 101396"/>
                <a:gd name="csY7" fmla="*/ 104738 h 134465"/>
                <a:gd name="csX8" fmla="*/ 4333 w 101396"/>
                <a:gd name="csY8" fmla="*/ 128431 h 134465"/>
                <a:gd name="csX9" fmla="*/ 458 w 101396"/>
                <a:gd name="csY9" fmla="*/ 134466 h 134465"/>
                <a:gd name="csX10" fmla="*/ 1315 w 101396"/>
                <a:gd name="csY10" fmla="*/ 127611 h 13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396" h="134465">
                  <a:moveTo>
                    <a:pt x="1315" y="127611"/>
                  </a:moveTo>
                  <a:cubicBezTo>
                    <a:pt x="9921" y="110102"/>
                    <a:pt x="18675" y="92649"/>
                    <a:pt x="29404" y="76276"/>
                  </a:cubicBezTo>
                  <a:cubicBezTo>
                    <a:pt x="45591" y="51577"/>
                    <a:pt x="62522" y="27456"/>
                    <a:pt x="85601" y="8475"/>
                  </a:cubicBezTo>
                  <a:cubicBezTo>
                    <a:pt x="89848" y="4992"/>
                    <a:pt x="94132" y="1378"/>
                    <a:pt x="101396" y="0"/>
                  </a:cubicBezTo>
                  <a:cubicBezTo>
                    <a:pt x="97205" y="5327"/>
                    <a:pt x="91356" y="6016"/>
                    <a:pt x="88115" y="9984"/>
                  </a:cubicBezTo>
                  <a:cubicBezTo>
                    <a:pt x="86607" y="14212"/>
                    <a:pt x="82378" y="15740"/>
                    <a:pt x="79510" y="18627"/>
                  </a:cubicBezTo>
                  <a:cubicBezTo>
                    <a:pt x="60902" y="37402"/>
                    <a:pt x="45106" y="58283"/>
                    <a:pt x="30987" y="80579"/>
                  </a:cubicBezTo>
                  <a:cubicBezTo>
                    <a:pt x="25884" y="88644"/>
                    <a:pt x="22047" y="97492"/>
                    <a:pt x="15676" y="104738"/>
                  </a:cubicBezTo>
                  <a:cubicBezTo>
                    <a:pt x="11224" y="112319"/>
                    <a:pt x="7406" y="120198"/>
                    <a:pt x="4333" y="128431"/>
                  </a:cubicBezTo>
                  <a:cubicBezTo>
                    <a:pt x="3066" y="130405"/>
                    <a:pt x="1799" y="132380"/>
                    <a:pt x="458" y="134466"/>
                  </a:cubicBezTo>
                  <a:cubicBezTo>
                    <a:pt x="-753" y="131858"/>
                    <a:pt x="756" y="129809"/>
                    <a:pt x="1315" y="127611"/>
                  </a:cubicBezTo>
                  <a:close/>
                </a:path>
              </a:pathLst>
            </a:custGeom>
            <a:solidFill>
              <a:srgbClr val="52682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6DEAED0-BE15-DD0C-02F7-4628A6B05B82}"/>
                </a:ext>
              </a:extLst>
            </p:cNvPr>
            <p:cNvSpPr/>
            <p:nvPr/>
          </p:nvSpPr>
          <p:spPr>
            <a:xfrm>
              <a:off x="2077389" y="4914495"/>
              <a:ext cx="12471" cy="8422"/>
            </a:xfrm>
            <a:custGeom>
              <a:avLst/>
              <a:gdLst>
                <a:gd name="csX0" fmla="*/ 12471 w 12471"/>
                <a:gd name="csY0" fmla="*/ 8422 h 8422"/>
                <a:gd name="csX1" fmla="*/ 1556 w 12471"/>
                <a:gd name="csY1" fmla="*/ 3244 h 8422"/>
                <a:gd name="csX2" fmla="*/ 234 w 12471"/>
                <a:gd name="csY2" fmla="*/ 618 h 8422"/>
                <a:gd name="csX3" fmla="*/ 2692 w 12471"/>
                <a:gd name="csY3" fmla="*/ 469 h 8422"/>
                <a:gd name="csX4" fmla="*/ 12471 w 12471"/>
                <a:gd name="csY4" fmla="*/ 8422 h 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71" h="8422">
                  <a:moveTo>
                    <a:pt x="12471" y="8422"/>
                  </a:moveTo>
                  <a:cubicBezTo>
                    <a:pt x="8839" y="6709"/>
                    <a:pt x="5188" y="4976"/>
                    <a:pt x="1556" y="3244"/>
                  </a:cubicBezTo>
                  <a:cubicBezTo>
                    <a:pt x="439" y="2723"/>
                    <a:pt x="-437" y="1866"/>
                    <a:pt x="234" y="618"/>
                  </a:cubicBezTo>
                  <a:cubicBezTo>
                    <a:pt x="792" y="-463"/>
                    <a:pt x="1817" y="133"/>
                    <a:pt x="2692" y="469"/>
                  </a:cubicBezTo>
                  <a:cubicBezTo>
                    <a:pt x="6679" y="2015"/>
                    <a:pt x="10404" y="3896"/>
                    <a:pt x="12471" y="8422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A83FCB99-31BE-3A21-2927-B2778CC9DD3F}"/>
                </a:ext>
              </a:extLst>
            </p:cNvPr>
            <p:cNvSpPr/>
            <p:nvPr/>
          </p:nvSpPr>
          <p:spPr>
            <a:xfrm>
              <a:off x="2054058" y="4957165"/>
              <a:ext cx="13897" cy="5104"/>
            </a:xfrm>
            <a:custGeom>
              <a:avLst/>
              <a:gdLst>
                <a:gd name="csX0" fmla="*/ 10787 w 13897"/>
                <a:gd name="csY0" fmla="*/ 4533 h 5104"/>
                <a:gd name="csX1" fmla="*/ 2069 w 13897"/>
                <a:gd name="csY1" fmla="*/ 3192 h 5104"/>
                <a:gd name="csX2" fmla="*/ 20 w 13897"/>
                <a:gd name="csY2" fmla="*/ 1106 h 5104"/>
                <a:gd name="csX3" fmla="*/ 2274 w 13897"/>
                <a:gd name="csY3" fmla="*/ 7 h 5104"/>
                <a:gd name="csX4" fmla="*/ 13897 w 13897"/>
                <a:gd name="csY4" fmla="*/ 3378 h 5104"/>
                <a:gd name="csX5" fmla="*/ 10787 w 13897"/>
                <a:gd name="csY5" fmla="*/ 4533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897" h="5104">
                  <a:moveTo>
                    <a:pt x="10787" y="4533"/>
                  </a:moveTo>
                  <a:cubicBezTo>
                    <a:pt x="7974" y="3415"/>
                    <a:pt x="5106" y="2987"/>
                    <a:pt x="2069" y="3192"/>
                  </a:cubicBezTo>
                  <a:cubicBezTo>
                    <a:pt x="952" y="3266"/>
                    <a:pt x="-166" y="2447"/>
                    <a:pt x="20" y="1106"/>
                  </a:cubicBezTo>
                  <a:cubicBezTo>
                    <a:pt x="169" y="-68"/>
                    <a:pt x="1417" y="-12"/>
                    <a:pt x="2274" y="7"/>
                  </a:cubicBezTo>
                  <a:cubicBezTo>
                    <a:pt x="6428" y="100"/>
                    <a:pt x="10321" y="1199"/>
                    <a:pt x="13897" y="3378"/>
                  </a:cubicBezTo>
                  <a:cubicBezTo>
                    <a:pt x="13823" y="6358"/>
                    <a:pt x="11979" y="4589"/>
                    <a:pt x="10787" y="4533"/>
                  </a:cubicBezTo>
                  <a:close/>
                </a:path>
              </a:pathLst>
            </a:custGeom>
            <a:solidFill>
              <a:srgbClr val="4864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F49FCA34-7D18-CFA7-1BC8-9FCE3DEE9365}"/>
                </a:ext>
              </a:extLst>
            </p:cNvPr>
            <p:cNvSpPr/>
            <p:nvPr/>
          </p:nvSpPr>
          <p:spPr>
            <a:xfrm>
              <a:off x="2064845" y="4960525"/>
              <a:ext cx="6095" cy="4070"/>
            </a:xfrm>
            <a:custGeom>
              <a:avLst/>
              <a:gdLst>
                <a:gd name="csX0" fmla="*/ 0 w 6095"/>
                <a:gd name="csY0" fmla="*/ 1173 h 4070"/>
                <a:gd name="csX1" fmla="*/ 3092 w 6095"/>
                <a:gd name="csY1" fmla="*/ 0 h 4070"/>
                <a:gd name="csX2" fmla="*/ 5756 w 6095"/>
                <a:gd name="csY2" fmla="*/ 3204 h 4070"/>
                <a:gd name="csX3" fmla="*/ 0 w 6095"/>
                <a:gd name="csY3" fmla="*/ 1173 h 4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5" h="4070">
                  <a:moveTo>
                    <a:pt x="0" y="1173"/>
                  </a:moveTo>
                  <a:cubicBezTo>
                    <a:pt x="1099" y="969"/>
                    <a:pt x="2515" y="1602"/>
                    <a:pt x="3092" y="0"/>
                  </a:cubicBezTo>
                  <a:cubicBezTo>
                    <a:pt x="4675" y="577"/>
                    <a:pt x="6966" y="1956"/>
                    <a:pt x="5756" y="3204"/>
                  </a:cubicBezTo>
                  <a:cubicBezTo>
                    <a:pt x="3297" y="5756"/>
                    <a:pt x="1956" y="1937"/>
                    <a:pt x="0" y="1173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BFB08781-048B-254A-D930-CF1D88E139A5}"/>
                </a:ext>
              </a:extLst>
            </p:cNvPr>
            <p:cNvSpPr/>
            <p:nvPr/>
          </p:nvSpPr>
          <p:spPr>
            <a:xfrm>
              <a:off x="1610597" y="5419422"/>
              <a:ext cx="30715" cy="17844"/>
            </a:xfrm>
            <a:custGeom>
              <a:avLst/>
              <a:gdLst>
                <a:gd name="csX0" fmla="*/ 2142 w 30715"/>
                <a:gd name="csY0" fmla="*/ 26 h 17844"/>
                <a:gd name="csX1" fmla="*/ 3316 w 30715"/>
                <a:gd name="csY1" fmla="*/ 994 h 17844"/>
                <a:gd name="csX2" fmla="*/ 16876 w 30715"/>
                <a:gd name="csY2" fmla="*/ 11127 h 17844"/>
                <a:gd name="csX3" fmla="*/ 30715 w 30715"/>
                <a:gd name="csY3" fmla="*/ 17554 h 17844"/>
                <a:gd name="csX4" fmla="*/ 16857 w 30715"/>
                <a:gd name="csY4" fmla="*/ 14610 h 17844"/>
                <a:gd name="csX5" fmla="*/ 7842 w 30715"/>
                <a:gd name="csY5" fmla="*/ 9972 h 17844"/>
                <a:gd name="csX6" fmla="*/ 0 w 30715"/>
                <a:gd name="csY6" fmla="*/ 1907 h 17844"/>
                <a:gd name="csX7" fmla="*/ 2142 w 30715"/>
                <a:gd name="csY7" fmla="*/ 26 h 17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715" h="17844">
                  <a:moveTo>
                    <a:pt x="2142" y="26"/>
                  </a:moveTo>
                  <a:cubicBezTo>
                    <a:pt x="2533" y="343"/>
                    <a:pt x="2924" y="678"/>
                    <a:pt x="3316" y="994"/>
                  </a:cubicBezTo>
                  <a:cubicBezTo>
                    <a:pt x="6668" y="5931"/>
                    <a:pt x="11437" y="8985"/>
                    <a:pt x="16876" y="11127"/>
                  </a:cubicBezTo>
                  <a:cubicBezTo>
                    <a:pt x="20862" y="14350"/>
                    <a:pt x="26245" y="14536"/>
                    <a:pt x="30715" y="17554"/>
                  </a:cubicBezTo>
                  <a:cubicBezTo>
                    <a:pt x="25407" y="18820"/>
                    <a:pt x="21365" y="15598"/>
                    <a:pt x="16857" y="14610"/>
                  </a:cubicBezTo>
                  <a:cubicBezTo>
                    <a:pt x="13858" y="13064"/>
                    <a:pt x="10841" y="11519"/>
                    <a:pt x="7842" y="9972"/>
                  </a:cubicBezTo>
                  <a:cubicBezTo>
                    <a:pt x="3334" y="9134"/>
                    <a:pt x="1695" y="5502"/>
                    <a:pt x="0" y="1907"/>
                  </a:cubicBezTo>
                  <a:cubicBezTo>
                    <a:pt x="19" y="510"/>
                    <a:pt x="726" y="-142"/>
                    <a:pt x="2142" y="26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4E8B5BDB-D5FB-77A8-B4B3-14CF9E6425A9}"/>
                </a:ext>
              </a:extLst>
            </p:cNvPr>
            <p:cNvSpPr/>
            <p:nvPr/>
          </p:nvSpPr>
          <p:spPr>
            <a:xfrm>
              <a:off x="1712646" y="5300275"/>
              <a:ext cx="28859" cy="18986"/>
            </a:xfrm>
            <a:custGeom>
              <a:avLst/>
              <a:gdLst>
                <a:gd name="csX0" fmla="*/ 5203 w 28859"/>
                <a:gd name="csY0" fmla="*/ 11753 h 18986"/>
                <a:gd name="csX1" fmla="*/ 435 w 28859"/>
                <a:gd name="csY1" fmla="*/ 0 h 18986"/>
                <a:gd name="csX2" fmla="*/ 6302 w 28859"/>
                <a:gd name="csY2" fmla="*/ 8270 h 18986"/>
                <a:gd name="csX3" fmla="*/ 28859 w 28859"/>
                <a:gd name="csY3" fmla="*/ 18925 h 18986"/>
                <a:gd name="csX4" fmla="*/ 5203 w 28859"/>
                <a:gd name="csY4" fmla="*/ 11753 h 1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859" h="18986">
                  <a:moveTo>
                    <a:pt x="5203" y="11753"/>
                  </a:moveTo>
                  <a:cubicBezTo>
                    <a:pt x="3173" y="8363"/>
                    <a:pt x="-1428" y="6128"/>
                    <a:pt x="435" y="0"/>
                  </a:cubicBezTo>
                  <a:cubicBezTo>
                    <a:pt x="2223" y="3539"/>
                    <a:pt x="3210" y="6761"/>
                    <a:pt x="6302" y="8270"/>
                  </a:cubicBezTo>
                  <a:cubicBezTo>
                    <a:pt x="12039" y="14901"/>
                    <a:pt x="20663" y="15628"/>
                    <a:pt x="28859" y="18925"/>
                  </a:cubicBezTo>
                  <a:cubicBezTo>
                    <a:pt x="19490" y="19484"/>
                    <a:pt x="12188" y="16168"/>
                    <a:pt x="5203" y="11753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925A8847-2490-4134-6F5D-E9C11E8EAB99}"/>
                </a:ext>
              </a:extLst>
            </p:cNvPr>
            <p:cNvSpPr/>
            <p:nvPr/>
          </p:nvSpPr>
          <p:spPr>
            <a:xfrm>
              <a:off x="1664204" y="5359116"/>
              <a:ext cx="24438" cy="17322"/>
            </a:xfrm>
            <a:custGeom>
              <a:avLst/>
              <a:gdLst>
                <a:gd name="csX0" fmla="*/ 20881 w 24438"/>
                <a:gd name="csY0" fmla="*/ 17323 h 17322"/>
                <a:gd name="csX1" fmla="*/ 0 w 24438"/>
                <a:gd name="csY1" fmla="*/ 0 h 17322"/>
                <a:gd name="csX2" fmla="*/ 23023 w 24438"/>
                <a:gd name="csY2" fmla="*/ 15050 h 17322"/>
                <a:gd name="csX3" fmla="*/ 24438 w 24438"/>
                <a:gd name="csY3" fmla="*/ 16987 h 17322"/>
                <a:gd name="csX4" fmla="*/ 20881 w 24438"/>
                <a:gd name="csY4" fmla="*/ 17323 h 17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38" h="17322">
                  <a:moveTo>
                    <a:pt x="20881" y="17323"/>
                  </a:moveTo>
                  <a:cubicBezTo>
                    <a:pt x="11586" y="14324"/>
                    <a:pt x="3073" y="10394"/>
                    <a:pt x="0" y="0"/>
                  </a:cubicBezTo>
                  <a:cubicBezTo>
                    <a:pt x="5104" y="8959"/>
                    <a:pt x="13672" y="12592"/>
                    <a:pt x="23023" y="15050"/>
                  </a:cubicBezTo>
                  <a:cubicBezTo>
                    <a:pt x="23488" y="15702"/>
                    <a:pt x="23973" y="16335"/>
                    <a:pt x="24438" y="16987"/>
                  </a:cubicBezTo>
                  <a:cubicBezTo>
                    <a:pt x="23246" y="17099"/>
                    <a:pt x="22073" y="17211"/>
                    <a:pt x="20881" y="17323"/>
                  </a:cubicBezTo>
                  <a:close/>
                </a:path>
              </a:pathLst>
            </a:custGeom>
            <a:solidFill>
              <a:srgbClr val="57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85644A1B-43B0-DDD3-511B-D44FC3F0EBED}"/>
                </a:ext>
              </a:extLst>
            </p:cNvPr>
            <p:cNvSpPr/>
            <p:nvPr/>
          </p:nvSpPr>
          <p:spPr>
            <a:xfrm>
              <a:off x="1824530" y="5137454"/>
              <a:ext cx="60381" cy="122910"/>
            </a:xfrm>
            <a:custGeom>
              <a:avLst/>
              <a:gdLst>
                <a:gd name="csX0" fmla="*/ 34546 w 60381"/>
                <a:gd name="csY0" fmla="*/ 6264 h 122910"/>
                <a:gd name="csX1" fmla="*/ 41587 w 60381"/>
                <a:gd name="csY1" fmla="*/ 24 h 122910"/>
                <a:gd name="csX2" fmla="*/ 60065 w 60381"/>
                <a:gd name="csY2" fmla="*/ 19247 h 122910"/>
                <a:gd name="csX3" fmla="*/ 60307 w 60381"/>
                <a:gd name="csY3" fmla="*/ 33887 h 122910"/>
                <a:gd name="csX4" fmla="*/ 37806 w 60381"/>
                <a:gd name="csY4" fmla="*/ 106662 h 122910"/>
                <a:gd name="csX5" fmla="*/ 26630 w 60381"/>
                <a:gd name="csY5" fmla="*/ 119067 h 122910"/>
                <a:gd name="csX6" fmla="*/ 2546 w 60381"/>
                <a:gd name="csY6" fmla="*/ 111020 h 122910"/>
                <a:gd name="csX7" fmla="*/ 3533 w 60381"/>
                <a:gd name="csY7" fmla="*/ 80025 h 122910"/>
                <a:gd name="csX8" fmla="*/ 18844 w 60381"/>
                <a:gd name="csY8" fmla="*/ 28541 h 122910"/>
                <a:gd name="csX9" fmla="*/ 25978 w 60381"/>
                <a:gd name="csY9" fmla="*/ 10846 h 122910"/>
                <a:gd name="csX10" fmla="*/ 31194 w 60381"/>
                <a:gd name="csY10" fmla="*/ 7158 h 122910"/>
                <a:gd name="csX11" fmla="*/ 40395 w 60381"/>
                <a:gd name="csY11" fmla="*/ 14367 h 122910"/>
                <a:gd name="csX12" fmla="*/ 43338 w 60381"/>
                <a:gd name="csY12" fmla="*/ 39792 h 122910"/>
                <a:gd name="csX13" fmla="*/ 18751 w 60381"/>
                <a:gd name="csY13" fmla="*/ 100701 h 122910"/>
                <a:gd name="csX14" fmla="*/ 43375 w 60381"/>
                <a:gd name="csY14" fmla="*/ 40165 h 122910"/>
                <a:gd name="csX15" fmla="*/ 42202 w 60381"/>
                <a:gd name="csY15" fmla="*/ 18315 h 122910"/>
                <a:gd name="csX16" fmla="*/ 34546 w 60381"/>
                <a:gd name="csY16" fmla="*/ 6264 h 12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381" h="122910">
                  <a:moveTo>
                    <a:pt x="34546" y="6264"/>
                  </a:moveTo>
                  <a:cubicBezTo>
                    <a:pt x="33950" y="2222"/>
                    <a:pt x="36763" y="-274"/>
                    <a:pt x="41587" y="24"/>
                  </a:cubicBezTo>
                  <a:cubicBezTo>
                    <a:pt x="52018" y="657"/>
                    <a:pt x="61369" y="9151"/>
                    <a:pt x="60065" y="19247"/>
                  </a:cubicBezTo>
                  <a:cubicBezTo>
                    <a:pt x="59394" y="24481"/>
                    <a:pt x="60698" y="29212"/>
                    <a:pt x="60307" y="33887"/>
                  </a:cubicBezTo>
                  <a:cubicBezTo>
                    <a:pt x="58202" y="59704"/>
                    <a:pt x="54887" y="85278"/>
                    <a:pt x="37806" y="106662"/>
                  </a:cubicBezTo>
                  <a:cubicBezTo>
                    <a:pt x="34286" y="111058"/>
                    <a:pt x="31287" y="115826"/>
                    <a:pt x="26630" y="119067"/>
                  </a:cubicBezTo>
                  <a:cubicBezTo>
                    <a:pt x="16050" y="126462"/>
                    <a:pt x="7333" y="122867"/>
                    <a:pt x="2546" y="111020"/>
                  </a:cubicBezTo>
                  <a:cubicBezTo>
                    <a:pt x="-1850" y="100142"/>
                    <a:pt x="87" y="90550"/>
                    <a:pt x="3533" y="80025"/>
                  </a:cubicBezTo>
                  <a:cubicBezTo>
                    <a:pt x="9121" y="63038"/>
                    <a:pt x="15026" y="46088"/>
                    <a:pt x="18844" y="28541"/>
                  </a:cubicBezTo>
                  <a:cubicBezTo>
                    <a:pt x="20204" y="22283"/>
                    <a:pt x="23426" y="16676"/>
                    <a:pt x="25978" y="10846"/>
                  </a:cubicBezTo>
                  <a:cubicBezTo>
                    <a:pt x="26984" y="8555"/>
                    <a:pt x="28753" y="7382"/>
                    <a:pt x="31194" y="7158"/>
                  </a:cubicBezTo>
                  <a:cubicBezTo>
                    <a:pt x="36074" y="7233"/>
                    <a:pt x="38477" y="10567"/>
                    <a:pt x="40395" y="14367"/>
                  </a:cubicBezTo>
                  <a:cubicBezTo>
                    <a:pt x="44474" y="22469"/>
                    <a:pt x="44567" y="31317"/>
                    <a:pt x="43338" y="39792"/>
                  </a:cubicBezTo>
                  <a:cubicBezTo>
                    <a:pt x="40134" y="62014"/>
                    <a:pt x="32162" y="82503"/>
                    <a:pt x="18751" y="100701"/>
                  </a:cubicBezTo>
                  <a:cubicBezTo>
                    <a:pt x="32144" y="82633"/>
                    <a:pt x="40078" y="62274"/>
                    <a:pt x="43375" y="40165"/>
                  </a:cubicBezTo>
                  <a:cubicBezTo>
                    <a:pt x="44437" y="32975"/>
                    <a:pt x="44046" y="25561"/>
                    <a:pt x="42202" y="18315"/>
                  </a:cubicBezTo>
                  <a:cubicBezTo>
                    <a:pt x="40935" y="13417"/>
                    <a:pt x="36968" y="10380"/>
                    <a:pt x="34546" y="6264"/>
                  </a:cubicBezTo>
                  <a:close/>
                </a:path>
              </a:pathLst>
            </a:custGeom>
            <a:solidFill>
              <a:srgbClr val="96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A681BC66-6D7A-3048-FE83-A5B3E8A0D8E1}"/>
                </a:ext>
              </a:extLst>
            </p:cNvPr>
            <p:cNvSpPr/>
            <p:nvPr/>
          </p:nvSpPr>
          <p:spPr>
            <a:xfrm>
              <a:off x="1839207" y="5143567"/>
              <a:ext cx="30062" cy="99430"/>
            </a:xfrm>
            <a:custGeom>
              <a:avLst/>
              <a:gdLst>
                <a:gd name="csX0" fmla="*/ 19869 w 30062"/>
                <a:gd name="csY0" fmla="*/ 151 h 99430"/>
                <a:gd name="csX1" fmla="*/ 30058 w 30062"/>
                <a:gd name="csY1" fmla="*/ 23323 h 99430"/>
                <a:gd name="csX2" fmla="*/ 7557 w 30062"/>
                <a:gd name="csY2" fmla="*/ 91924 h 99430"/>
                <a:gd name="csX3" fmla="*/ 3292 w 30062"/>
                <a:gd name="csY3" fmla="*/ 97885 h 99430"/>
                <a:gd name="csX4" fmla="*/ 628 w 30062"/>
                <a:gd name="csY4" fmla="*/ 99133 h 99430"/>
                <a:gd name="csX5" fmla="*/ 1112 w 30062"/>
                <a:gd name="csY5" fmla="*/ 96358 h 99430"/>
                <a:gd name="csX6" fmla="*/ 21378 w 30062"/>
                <a:gd name="csY6" fmla="*/ 58825 h 99430"/>
                <a:gd name="csX7" fmla="*/ 26817 w 30062"/>
                <a:gd name="csY7" fmla="*/ 14140 h 99430"/>
                <a:gd name="csX8" fmla="*/ 16554 w 30062"/>
                <a:gd name="csY8" fmla="*/ 1120 h 99430"/>
                <a:gd name="csX9" fmla="*/ 19869 w 30062"/>
                <a:gd name="csY9" fmla="*/ 151 h 9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0062" h="99430">
                  <a:moveTo>
                    <a:pt x="19869" y="151"/>
                  </a:moveTo>
                  <a:cubicBezTo>
                    <a:pt x="28233" y="5683"/>
                    <a:pt x="29984" y="14363"/>
                    <a:pt x="30058" y="23323"/>
                  </a:cubicBezTo>
                  <a:cubicBezTo>
                    <a:pt x="30300" y="48655"/>
                    <a:pt x="21155" y="71044"/>
                    <a:pt x="7557" y="91924"/>
                  </a:cubicBezTo>
                  <a:cubicBezTo>
                    <a:pt x="6216" y="93973"/>
                    <a:pt x="4707" y="95911"/>
                    <a:pt x="3292" y="97885"/>
                  </a:cubicBezTo>
                  <a:cubicBezTo>
                    <a:pt x="2621" y="98816"/>
                    <a:pt x="1820" y="99990"/>
                    <a:pt x="628" y="99133"/>
                  </a:cubicBezTo>
                  <a:cubicBezTo>
                    <a:pt x="-713" y="98183"/>
                    <a:pt x="404" y="97196"/>
                    <a:pt x="1112" y="96358"/>
                  </a:cubicBezTo>
                  <a:cubicBezTo>
                    <a:pt x="10314" y="85163"/>
                    <a:pt x="16740" y="72441"/>
                    <a:pt x="21378" y="58825"/>
                  </a:cubicBezTo>
                  <a:cubicBezTo>
                    <a:pt x="26296" y="44352"/>
                    <a:pt x="30002" y="29656"/>
                    <a:pt x="26817" y="14140"/>
                  </a:cubicBezTo>
                  <a:cubicBezTo>
                    <a:pt x="25550" y="8011"/>
                    <a:pt x="22328" y="3616"/>
                    <a:pt x="16554" y="1120"/>
                  </a:cubicBezTo>
                  <a:cubicBezTo>
                    <a:pt x="17336" y="-240"/>
                    <a:pt x="18603" y="-72"/>
                    <a:pt x="19869" y="151"/>
                  </a:cubicBezTo>
                  <a:close/>
                </a:path>
              </a:pathLst>
            </a:custGeom>
            <a:solidFill>
              <a:srgbClr val="5B75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5A7807DB-10A5-E111-3453-F76306BA66E0}"/>
                </a:ext>
              </a:extLst>
            </p:cNvPr>
            <p:cNvSpPr/>
            <p:nvPr/>
          </p:nvSpPr>
          <p:spPr>
            <a:xfrm>
              <a:off x="1807531" y="5213581"/>
              <a:ext cx="14347" cy="4411"/>
            </a:xfrm>
            <a:custGeom>
              <a:avLst/>
              <a:gdLst>
                <a:gd name="csX0" fmla="*/ 14348 w 14347"/>
                <a:gd name="csY0" fmla="*/ 434 h 4411"/>
                <a:gd name="csX1" fmla="*/ 2315 w 14347"/>
                <a:gd name="csY1" fmla="*/ 4196 h 4411"/>
                <a:gd name="csX2" fmla="*/ 43 w 14347"/>
                <a:gd name="csY2" fmla="*/ 3451 h 4411"/>
                <a:gd name="csX3" fmla="*/ 1644 w 14347"/>
                <a:gd name="csY3" fmla="*/ 1477 h 4411"/>
                <a:gd name="csX4" fmla="*/ 14348 w 14347"/>
                <a:gd name="csY4" fmla="*/ 434 h 4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47" h="4411">
                  <a:moveTo>
                    <a:pt x="14348" y="434"/>
                  </a:moveTo>
                  <a:cubicBezTo>
                    <a:pt x="9691" y="1905"/>
                    <a:pt x="6022" y="3079"/>
                    <a:pt x="2315" y="4196"/>
                  </a:cubicBezTo>
                  <a:cubicBezTo>
                    <a:pt x="1440" y="4457"/>
                    <a:pt x="322" y="4718"/>
                    <a:pt x="43" y="3451"/>
                  </a:cubicBezTo>
                  <a:cubicBezTo>
                    <a:pt x="-218" y="2315"/>
                    <a:pt x="769" y="1682"/>
                    <a:pt x="1644" y="1477"/>
                  </a:cubicBezTo>
                  <a:cubicBezTo>
                    <a:pt x="5444" y="564"/>
                    <a:pt x="9226" y="-665"/>
                    <a:pt x="14348" y="434"/>
                  </a:cubicBezTo>
                  <a:close/>
                </a:path>
              </a:pathLst>
            </a:custGeom>
            <a:solidFill>
              <a:srgbClr val="5A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A92594C8-C6C8-021C-A943-20385BC49417}"/>
                </a:ext>
              </a:extLst>
            </p:cNvPr>
            <p:cNvSpPr/>
            <p:nvPr/>
          </p:nvSpPr>
          <p:spPr>
            <a:xfrm>
              <a:off x="1881447" y="5211966"/>
              <a:ext cx="9592" cy="6742"/>
            </a:xfrm>
            <a:custGeom>
              <a:avLst/>
              <a:gdLst>
                <a:gd name="csX0" fmla="*/ 0 w 9592"/>
                <a:gd name="csY0" fmla="*/ 6743 h 6742"/>
                <a:gd name="csX1" fmla="*/ 9593 w 9592"/>
                <a:gd name="csY1" fmla="*/ 0 h 6742"/>
                <a:gd name="csX2" fmla="*/ 0 w 9592"/>
                <a:gd name="csY2" fmla="*/ 6743 h 6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92" h="6742">
                  <a:moveTo>
                    <a:pt x="0" y="6743"/>
                  </a:moveTo>
                  <a:cubicBezTo>
                    <a:pt x="2161" y="3036"/>
                    <a:pt x="5681" y="1248"/>
                    <a:pt x="9593" y="0"/>
                  </a:cubicBezTo>
                  <a:cubicBezTo>
                    <a:pt x="7283" y="3446"/>
                    <a:pt x="3930" y="5476"/>
                    <a:pt x="0" y="6743"/>
                  </a:cubicBezTo>
                  <a:close/>
                </a:path>
              </a:pathLst>
            </a:custGeom>
            <a:solidFill>
              <a:srgbClr val="5E83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9C530C62-58BD-3181-0F88-5C739AC9ACF7}"/>
                </a:ext>
              </a:extLst>
            </p:cNvPr>
            <p:cNvSpPr/>
            <p:nvPr/>
          </p:nvSpPr>
          <p:spPr>
            <a:xfrm>
              <a:off x="1920470" y="5057998"/>
              <a:ext cx="69328" cy="39354"/>
            </a:xfrm>
            <a:custGeom>
              <a:avLst/>
              <a:gdLst>
                <a:gd name="csX0" fmla="*/ 69328 w 69328"/>
                <a:gd name="csY0" fmla="*/ 0 h 39354"/>
                <a:gd name="csX1" fmla="*/ 0 w 69328"/>
                <a:gd name="csY1" fmla="*/ 39265 h 39354"/>
                <a:gd name="csX2" fmla="*/ 69328 w 69328"/>
                <a:gd name="csY2" fmla="*/ 0 h 3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328" h="39354">
                  <a:moveTo>
                    <a:pt x="69328" y="0"/>
                  </a:moveTo>
                  <a:cubicBezTo>
                    <a:pt x="65696" y="12890"/>
                    <a:pt x="15553" y="41146"/>
                    <a:pt x="0" y="39265"/>
                  </a:cubicBezTo>
                  <a:cubicBezTo>
                    <a:pt x="26375" y="31162"/>
                    <a:pt x="49323" y="19204"/>
                    <a:pt x="69328" y="0"/>
                  </a:cubicBezTo>
                  <a:close/>
                </a:path>
              </a:pathLst>
            </a:custGeom>
            <a:solidFill>
              <a:srgbClr val="40532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4F884360-9508-947D-2F80-690E6A744A78}"/>
                </a:ext>
              </a:extLst>
            </p:cNvPr>
            <p:cNvSpPr/>
            <p:nvPr/>
          </p:nvSpPr>
          <p:spPr>
            <a:xfrm>
              <a:off x="1957202" y="5095530"/>
              <a:ext cx="6109" cy="11883"/>
            </a:xfrm>
            <a:custGeom>
              <a:avLst/>
              <a:gdLst>
                <a:gd name="csX0" fmla="*/ 0 w 6109"/>
                <a:gd name="csY0" fmla="*/ 0 h 11883"/>
                <a:gd name="csX1" fmla="*/ 6110 w 6109"/>
                <a:gd name="csY1" fmla="*/ 11884 h 11883"/>
                <a:gd name="csX2" fmla="*/ 0 w 6109"/>
                <a:gd name="csY2" fmla="*/ 0 h 11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09" h="11883">
                  <a:moveTo>
                    <a:pt x="0" y="0"/>
                  </a:moveTo>
                  <a:cubicBezTo>
                    <a:pt x="3912" y="2570"/>
                    <a:pt x="4955" y="6557"/>
                    <a:pt x="6110" y="11884"/>
                  </a:cubicBezTo>
                  <a:cubicBezTo>
                    <a:pt x="2459" y="7842"/>
                    <a:pt x="745" y="4191"/>
                    <a:pt x="0" y="0"/>
                  </a:cubicBezTo>
                  <a:close/>
                </a:path>
              </a:pathLst>
            </a:custGeom>
            <a:solidFill>
              <a:srgbClr val="6083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F53AF08E-67BF-B898-850E-74724E80F199}"/>
                </a:ext>
              </a:extLst>
            </p:cNvPr>
            <p:cNvSpPr/>
            <p:nvPr/>
          </p:nvSpPr>
          <p:spPr>
            <a:xfrm>
              <a:off x="1937763" y="5055651"/>
              <a:ext cx="3622" cy="11213"/>
            </a:xfrm>
            <a:custGeom>
              <a:avLst/>
              <a:gdLst>
                <a:gd name="csX0" fmla="*/ 3494 w 3622"/>
                <a:gd name="csY0" fmla="*/ 11213 h 11213"/>
                <a:gd name="csX1" fmla="*/ 235 w 3622"/>
                <a:gd name="csY1" fmla="*/ 0 h 11213"/>
                <a:gd name="csX2" fmla="*/ 3494 w 3622"/>
                <a:gd name="csY2" fmla="*/ 11213 h 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22" h="11213">
                  <a:moveTo>
                    <a:pt x="3494" y="11213"/>
                  </a:moveTo>
                  <a:cubicBezTo>
                    <a:pt x="1483" y="8177"/>
                    <a:pt x="-734" y="5234"/>
                    <a:pt x="235" y="0"/>
                  </a:cubicBezTo>
                  <a:cubicBezTo>
                    <a:pt x="2861" y="4172"/>
                    <a:pt x="4034" y="7451"/>
                    <a:pt x="3494" y="11213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6285E4D8-8D38-8933-5A99-128EE206D94C}"/>
                </a:ext>
              </a:extLst>
            </p:cNvPr>
            <p:cNvSpPr/>
            <p:nvPr/>
          </p:nvSpPr>
          <p:spPr>
            <a:xfrm>
              <a:off x="2055681" y="4842293"/>
              <a:ext cx="10617" cy="4497"/>
            </a:xfrm>
            <a:custGeom>
              <a:avLst/>
              <a:gdLst>
                <a:gd name="csX0" fmla="*/ 0 w 10617"/>
                <a:gd name="csY0" fmla="*/ 64 h 4497"/>
                <a:gd name="csX1" fmla="*/ 10617 w 10617"/>
                <a:gd name="csY1" fmla="*/ 4498 h 4497"/>
                <a:gd name="csX2" fmla="*/ 0 w 10617"/>
                <a:gd name="csY2" fmla="*/ 64 h 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7" h="4497">
                  <a:moveTo>
                    <a:pt x="0" y="64"/>
                  </a:moveTo>
                  <a:cubicBezTo>
                    <a:pt x="4489" y="-439"/>
                    <a:pt x="7525" y="2095"/>
                    <a:pt x="10617" y="4498"/>
                  </a:cubicBezTo>
                  <a:cubicBezTo>
                    <a:pt x="6445" y="4479"/>
                    <a:pt x="2962" y="2840"/>
                    <a:pt x="0" y="64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514658B7-0E3C-3E06-9FDB-7087DC2B0359}"/>
                </a:ext>
              </a:extLst>
            </p:cNvPr>
            <p:cNvSpPr/>
            <p:nvPr/>
          </p:nvSpPr>
          <p:spPr>
            <a:xfrm>
              <a:off x="2014539" y="4877072"/>
              <a:ext cx="9178" cy="4224"/>
            </a:xfrm>
            <a:custGeom>
              <a:avLst/>
              <a:gdLst>
                <a:gd name="csX0" fmla="*/ 9178 w 9178"/>
                <a:gd name="csY0" fmla="*/ 3581 h 4224"/>
                <a:gd name="csX1" fmla="*/ 7875 w 9178"/>
                <a:gd name="csY1" fmla="*/ 4214 h 4224"/>
                <a:gd name="csX2" fmla="*/ 14 w 9178"/>
                <a:gd name="csY2" fmla="*/ 1216 h 4224"/>
                <a:gd name="csX3" fmla="*/ 796 w 9178"/>
                <a:gd name="csY3" fmla="*/ 42 h 4224"/>
                <a:gd name="csX4" fmla="*/ 9178 w 9178"/>
                <a:gd name="csY4" fmla="*/ 3581 h 4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78" h="4224">
                  <a:moveTo>
                    <a:pt x="9178" y="3581"/>
                  </a:moveTo>
                  <a:cubicBezTo>
                    <a:pt x="8489" y="3935"/>
                    <a:pt x="8117" y="4289"/>
                    <a:pt x="7875" y="4214"/>
                  </a:cubicBezTo>
                  <a:cubicBezTo>
                    <a:pt x="5174" y="3413"/>
                    <a:pt x="1895" y="4084"/>
                    <a:pt x="14" y="1216"/>
                  </a:cubicBezTo>
                  <a:cubicBezTo>
                    <a:pt x="-98" y="1048"/>
                    <a:pt x="480" y="79"/>
                    <a:pt x="796" y="42"/>
                  </a:cubicBezTo>
                  <a:cubicBezTo>
                    <a:pt x="4168" y="-293"/>
                    <a:pt x="6645" y="1420"/>
                    <a:pt x="9178" y="3581"/>
                  </a:cubicBezTo>
                  <a:close/>
                </a:path>
              </a:pathLst>
            </a:custGeom>
            <a:solidFill>
              <a:srgbClr val="5578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3216CB9-110A-E101-8D25-C511B3263CB4}"/>
                </a:ext>
              </a:extLst>
            </p:cNvPr>
            <p:cNvSpPr/>
            <p:nvPr/>
          </p:nvSpPr>
          <p:spPr>
            <a:xfrm>
              <a:off x="1981360" y="4928131"/>
              <a:ext cx="9052" cy="3564"/>
            </a:xfrm>
            <a:custGeom>
              <a:avLst/>
              <a:gdLst>
                <a:gd name="csX0" fmla="*/ 0 w 9052"/>
                <a:gd name="csY0" fmla="*/ 169 h 3564"/>
                <a:gd name="csX1" fmla="*/ 9053 w 9052"/>
                <a:gd name="csY1" fmla="*/ 3261 h 3564"/>
                <a:gd name="csX2" fmla="*/ 0 w 9052"/>
                <a:gd name="csY2" fmla="*/ 169 h 3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52" h="3564">
                  <a:moveTo>
                    <a:pt x="0" y="169"/>
                  </a:moveTo>
                  <a:cubicBezTo>
                    <a:pt x="4750" y="-613"/>
                    <a:pt x="6836" y="1473"/>
                    <a:pt x="9053" y="3261"/>
                  </a:cubicBezTo>
                  <a:cubicBezTo>
                    <a:pt x="5905" y="4230"/>
                    <a:pt x="3558" y="2795"/>
                    <a:pt x="0" y="169"/>
                  </a:cubicBezTo>
                  <a:close/>
                </a:path>
              </a:pathLst>
            </a:custGeom>
            <a:solidFill>
              <a:srgbClr val="5579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2BD68369-0155-5963-2EA6-63289176BBCB}"/>
                </a:ext>
              </a:extLst>
            </p:cNvPr>
            <p:cNvSpPr/>
            <p:nvPr/>
          </p:nvSpPr>
          <p:spPr>
            <a:xfrm>
              <a:off x="1558582" y="5242281"/>
              <a:ext cx="163965" cy="205329"/>
            </a:xfrm>
            <a:custGeom>
              <a:avLst/>
              <a:gdLst>
                <a:gd name="csX0" fmla="*/ 12339 w 163965"/>
                <a:gd name="csY0" fmla="*/ 205330 h 205329"/>
                <a:gd name="csX1" fmla="*/ 325 w 163965"/>
                <a:gd name="csY1" fmla="*/ 187541 h 205329"/>
                <a:gd name="csX2" fmla="*/ 23553 w 163965"/>
                <a:gd name="csY2" fmla="*/ 135443 h 205329"/>
                <a:gd name="csX3" fmla="*/ 55348 w 163965"/>
                <a:gd name="csY3" fmla="*/ 89062 h 205329"/>
                <a:gd name="csX4" fmla="*/ 87666 w 163965"/>
                <a:gd name="csY4" fmla="*/ 50189 h 205329"/>
                <a:gd name="csX5" fmla="*/ 114376 w 163965"/>
                <a:gd name="csY5" fmla="*/ 22696 h 205329"/>
                <a:gd name="csX6" fmla="*/ 138796 w 163965"/>
                <a:gd name="csY6" fmla="*/ 3044 h 205329"/>
                <a:gd name="csX7" fmla="*/ 153865 w 163965"/>
                <a:gd name="csY7" fmla="*/ 791 h 205329"/>
                <a:gd name="csX8" fmla="*/ 162489 w 163965"/>
                <a:gd name="csY8" fmla="*/ 21299 h 205329"/>
                <a:gd name="csX9" fmla="*/ 148742 w 163965"/>
                <a:gd name="csY9" fmla="*/ 38137 h 205329"/>
                <a:gd name="csX10" fmla="*/ 112551 w 163965"/>
                <a:gd name="csY10" fmla="*/ 74534 h 205329"/>
                <a:gd name="csX11" fmla="*/ 86008 w 163965"/>
                <a:gd name="csY11" fmla="*/ 108676 h 205329"/>
                <a:gd name="csX12" fmla="*/ 73453 w 163965"/>
                <a:gd name="csY12" fmla="*/ 126558 h 205329"/>
                <a:gd name="csX13" fmla="*/ 32624 w 163965"/>
                <a:gd name="csY13" fmla="*/ 191229 h 205329"/>
                <a:gd name="csX14" fmla="*/ 12339 w 163965"/>
                <a:gd name="csY14" fmla="*/ 205330 h 20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3965" h="205329">
                  <a:moveTo>
                    <a:pt x="12339" y="205330"/>
                  </a:moveTo>
                  <a:cubicBezTo>
                    <a:pt x="3827" y="205218"/>
                    <a:pt x="-1389" y="197078"/>
                    <a:pt x="325" y="187541"/>
                  </a:cubicBezTo>
                  <a:cubicBezTo>
                    <a:pt x="3808" y="168226"/>
                    <a:pt x="13122" y="151611"/>
                    <a:pt x="23553" y="135443"/>
                  </a:cubicBezTo>
                  <a:cubicBezTo>
                    <a:pt x="33741" y="119703"/>
                    <a:pt x="43856" y="103871"/>
                    <a:pt x="55348" y="89062"/>
                  </a:cubicBezTo>
                  <a:cubicBezTo>
                    <a:pt x="65667" y="75763"/>
                    <a:pt x="76992" y="63246"/>
                    <a:pt x="87666" y="50189"/>
                  </a:cubicBezTo>
                  <a:cubicBezTo>
                    <a:pt x="95787" y="40242"/>
                    <a:pt x="104988" y="31320"/>
                    <a:pt x="114376" y="22696"/>
                  </a:cubicBezTo>
                  <a:cubicBezTo>
                    <a:pt x="122050" y="15655"/>
                    <a:pt x="128812" y="7217"/>
                    <a:pt x="138796" y="3044"/>
                  </a:cubicBezTo>
                  <a:cubicBezTo>
                    <a:pt x="143546" y="1051"/>
                    <a:pt x="148277" y="-1240"/>
                    <a:pt x="153865" y="791"/>
                  </a:cubicBezTo>
                  <a:cubicBezTo>
                    <a:pt x="162154" y="3808"/>
                    <a:pt x="166419" y="13308"/>
                    <a:pt x="162489" y="21299"/>
                  </a:cubicBezTo>
                  <a:cubicBezTo>
                    <a:pt x="159229" y="27948"/>
                    <a:pt x="153976" y="33052"/>
                    <a:pt x="148742" y="38137"/>
                  </a:cubicBezTo>
                  <a:cubicBezTo>
                    <a:pt x="136467" y="50058"/>
                    <a:pt x="124360" y="62147"/>
                    <a:pt x="112551" y="74534"/>
                  </a:cubicBezTo>
                  <a:cubicBezTo>
                    <a:pt x="102511" y="85058"/>
                    <a:pt x="95656" y="97891"/>
                    <a:pt x="86008" y="108676"/>
                  </a:cubicBezTo>
                  <a:cubicBezTo>
                    <a:pt x="81183" y="114078"/>
                    <a:pt x="77775" y="120690"/>
                    <a:pt x="73453" y="126558"/>
                  </a:cubicBezTo>
                  <a:cubicBezTo>
                    <a:pt x="58235" y="147103"/>
                    <a:pt x="45402" y="169138"/>
                    <a:pt x="32624" y="191229"/>
                  </a:cubicBezTo>
                  <a:cubicBezTo>
                    <a:pt x="28433" y="198550"/>
                    <a:pt x="22193" y="205181"/>
                    <a:pt x="12339" y="205330"/>
                  </a:cubicBezTo>
                  <a:close/>
                </a:path>
              </a:pathLst>
            </a:custGeom>
            <a:solidFill>
              <a:srgbClr val="9E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B3B5A760-E627-BE9E-46A9-7A7EF52EA985}"/>
                </a:ext>
              </a:extLst>
            </p:cNvPr>
            <p:cNvSpPr/>
            <p:nvPr/>
          </p:nvSpPr>
          <p:spPr>
            <a:xfrm>
              <a:off x="1542214" y="5389310"/>
              <a:ext cx="76268" cy="81506"/>
            </a:xfrm>
            <a:custGeom>
              <a:avLst/>
              <a:gdLst>
                <a:gd name="csX0" fmla="*/ 68383 w 76268"/>
                <a:gd name="csY0" fmla="*/ 32019 h 81506"/>
                <a:gd name="csX1" fmla="*/ 76225 w 76268"/>
                <a:gd name="csY1" fmla="*/ 40084 h 81506"/>
                <a:gd name="csX2" fmla="*/ 73449 w 76268"/>
                <a:gd name="csY2" fmla="*/ 45579 h 81506"/>
                <a:gd name="csX3" fmla="*/ 61379 w 76268"/>
                <a:gd name="csY3" fmla="*/ 56997 h 81506"/>
                <a:gd name="csX4" fmla="*/ 35618 w 76268"/>
                <a:gd name="csY4" fmla="*/ 79088 h 81506"/>
                <a:gd name="csX5" fmla="*/ 4 w 76268"/>
                <a:gd name="csY5" fmla="*/ 54278 h 81506"/>
                <a:gd name="csX6" fmla="*/ 3022 w 76268"/>
                <a:gd name="csY6" fmla="*/ 25649 h 81506"/>
                <a:gd name="csX7" fmla="*/ 14049 w 76268"/>
                <a:gd name="csY7" fmla="*/ 540 h 81506"/>
                <a:gd name="csX8" fmla="*/ 20754 w 76268"/>
                <a:gd name="csY8" fmla="*/ 1564 h 81506"/>
                <a:gd name="csX9" fmla="*/ 6933 w 76268"/>
                <a:gd name="csY9" fmla="*/ 38687 h 81506"/>
                <a:gd name="csX10" fmla="*/ 8461 w 76268"/>
                <a:gd name="csY10" fmla="*/ 60089 h 81506"/>
                <a:gd name="csX11" fmla="*/ 35525 w 76268"/>
                <a:gd name="csY11" fmla="*/ 69663 h 81506"/>
                <a:gd name="csX12" fmla="*/ 58250 w 76268"/>
                <a:gd name="csY12" fmla="*/ 48559 h 81506"/>
                <a:gd name="csX13" fmla="*/ 68383 w 76268"/>
                <a:gd name="csY13" fmla="*/ 32019 h 81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8" h="81506">
                  <a:moveTo>
                    <a:pt x="68383" y="32019"/>
                  </a:moveTo>
                  <a:cubicBezTo>
                    <a:pt x="70990" y="34701"/>
                    <a:pt x="73617" y="37383"/>
                    <a:pt x="76225" y="40084"/>
                  </a:cubicBezTo>
                  <a:cubicBezTo>
                    <a:pt x="76448" y="42506"/>
                    <a:pt x="75871" y="44238"/>
                    <a:pt x="73449" y="45579"/>
                  </a:cubicBezTo>
                  <a:cubicBezTo>
                    <a:pt x="68495" y="48317"/>
                    <a:pt x="64825" y="52378"/>
                    <a:pt x="61379" y="56997"/>
                  </a:cubicBezTo>
                  <a:cubicBezTo>
                    <a:pt x="54487" y="66199"/>
                    <a:pt x="46143" y="74953"/>
                    <a:pt x="35618" y="79088"/>
                  </a:cubicBezTo>
                  <a:cubicBezTo>
                    <a:pt x="17048" y="86409"/>
                    <a:pt x="-312" y="76816"/>
                    <a:pt x="4" y="54278"/>
                  </a:cubicBezTo>
                  <a:cubicBezTo>
                    <a:pt x="135" y="44499"/>
                    <a:pt x="936" y="34943"/>
                    <a:pt x="3022" y="25649"/>
                  </a:cubicBezTo>
                  <a:cubicBezTo>
                    <a:pt x="5015" y="16764"/>
                    <a:pt x="6244" y="7059"/>
                    <a:pt x="14049" y="540"/>
                  </a:cubicBezTo>
                  <a:cubicBezTo>
                    <a:pt x="16545" y="-801"/>
                    <a:pt x="18612" y="670"/>
                    <a:pt x="20754" y="1564"/>
                  </a:cubicBezTo>
                  <a:cubicBezTo>
                    <a:pt x="13769" y="13057"/>
                    <a:pt x="9411" y="25555"/>
                    <a:pt x="6933" y="38687"/>
                  </a:cubicBezTo>
                  <a:cubicBezTo>
                    <a:pt x="5574" y="45840"/>
                    <a:pt x="5704" y="52806"/>
                    <a:pt x="8461" y="60089"/>
                  </a:cubicBezTo>
                  <a:cubicBezTo>
                    <a:pt x="12391" y="70520"/>
                    <a:pt x="26566" y="73333"/>
                    <a:pt x="35525" y="69663"/>
                  </a:cubicBezTo>
                  <a:cubicBezTo>
                    <a:pt x="45882" y="65416"/>
                    <a:pt x="52010" y="56867"/>
                    <a:pt x="58250" y="48559"/>
                  </a:cubicBezTo>
                  <a:cubicBezTo>
                    <a:pt x="62106" y="43418"/>
                    <a:pt x="67191" y="38836"/>
                    <a:pt x="68383" y="32019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27AF044C-E73A-A2F3-C715-8F3F17ABAFE5}"/>
                </a:ext>
              </a:extLst>
            </p:cNvPr>
            <p:cNvSpPr/>
            <p:nvPr/>
          </p:nvSpPr>
          <p:spPr>
            <a:xfrm>
              <a:off x="1535028" y="5371652"/>
              <a:ext cx="28126" cy="19355"/>
            </a:xfrm>
            <a:custGeom>
              <a:avLst/>
              <a:gdLst>
                <a:gd name="csX0" fmla="*/ 27977 w 28126"/>
                <a:gd name="csY0" fmla="*/ 19204 h 19355"/>
                <a:gd name="csX1" fmla="*/ 21272 w 28126"/>
                <a:gd name="csY1" fmla="*/ 18180 h 19355"/>
                <a:gd name="csX2" fmla="*/ 12033 w 28126"/>
                <a:gd name="csY2" fmla="*/ 12610 h 19355"/>
                <a:gd name="csX3" fmla="*/ 0 w 28126"/>
                <a:gd name="csY3" fmla="*/ 0 h 19355"/>
                <a:gd name="csX4" fmla="*/ 14454 w 28126"/>
                <a:gd name="csY4" fmla="*/ 10412 h 19355"/>
                <a:gd name="csX5" fmla="*/ 24606 w 28126"/>
                <a:gd name="csY5" fmla="*/ 16075 h 19355"/>
                <a:gd name="csX6" fmla="*/ 28126 w 28126"/>
                <a:gd name="csY6" fmla="*/ 18235 h 19355"/>
                <a:gd name="csX7" fmla="*/ 27977 w 28126"/>
                <a:gd name="csY7" fmla="*/ 19204 h 1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126" h="19355">
                  <a:moveTo>
                    <a:pt x="27977" y="19204"/>
                  </a:moveTo>
                  <a:cubicBezTo>
                    <a:pt x="25593" y="19781"/>
                    <a:pt x="23507" y="18552"/>
                    <a:pt x="21272" y="18180"/>
                  </a:cubicBezTo>
                  <a:cubicBezTo>
                    <a:pt x="18198" y="16317"/>
                    <a:pt x="15106" y="14454"/>
                    <a:pt x="12033" y="12610"/>
                  </a:cubicBezTo>
                  <a:cubicBezTo>
                    <a:pt x="8792" y="8177"/>
                    <a:pt x="2515" y="6668"/>
                    <a:pt x="0" y="0"/>
                  </a:cubicBezTo>
                  <a:cubicBezTo>
                    <a:pt x="5793" y="3260"/>
                    <a:pt x="9164" y="8233"/>
                    <a:pt x="14454" y="10412"/>
                  </a:cubicBezTo>
                  <a:cubicBezTo>
                    <a:pt x="17453" y="13001"/>
                    <a:pt x="20731" y="15088"/>
                    <a:pt x="24606" y="16075"/>
                  </a:cubicBezTo>
                  <a:cubicBezTo>
                    <a:pt x="25779" y="16801"/>
                    <a:pt x="26953" y="17509"/>
                    <a:pt x="28126" y="18235"/>
                  </a:cubicBezTo>
                  <a:cubicBezTo>
                    <a:pt x="28033" y="18552"/>
                    <a:pt x="27977" y="18869"/>
                    <a:pt x="27977" y="19204"/>
                  </a:cubicBezTo>
                  <a:close/>
                </a:path>
              </a:pathLst>
            </a:custGeom>
            <a:solidFill>
              <a:srgbClr val="587C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3EFDF571-9344-7364-5F27-42D104F4D4D2}"/>
                </a:ext>
              </a:extLst>
            </p:cNvPr>
            <p:cNvSpPr/>
            <p:nvPr/>
          </p:nvSpPr>
          <p:spPr>
            <a:xfrm>
              <a:off x="1939419" y="5227407"/>
              <a:ext cx="120029" cy="144068"/>
            </a:xfrm>
            <a:custGeom>
              <a:avLst/>
              <a:gdLst>
                <a:gd name="csX0" fmla="*/ 70068 w 120029"/>
                <a:gd name="csY0" fmla="*/ 113753 h 144068"/>
                <a:gd name="csX1" fmla="*/ 47231 w 120029"/>
                <a:gd name="csY1" fmla="*/ 96411 h 144068"/>
                <a:gd name="csX2" fmla="*/ 36707 w 120029"/>
                <a:gd name="csY2" fmla="*/ 86371 h 144068"/>
                <a:gd name="csX3" fmla="*/ 3887 w 120029"/>
                <a:gd name="csY3" fmla="*/ 39190 h 144068"/>
                <a:gd name="csX4" fmla="*/ 14169 w 120029"/>
                <a:gd name="csY4" fmla="*/ 5290 h 144068"/>
                <a:gd name="csX5" fmla="*/ 27096 w 120029"/>
                <a:gd name="csY5" fmla="*/ 447 h 144068"/>
                <a:gd name="csX6" fmla="*/ 31753 w 120029"/>
                <a:gd name="csY6" fmla="*/ 1546 h 144068"/>
                <a:gd name="csX7" fmla="*/ 57476 w 120029"/>
                <a:gd name="csY7" fmla="*/ 23097 h 144068"/>
                <a:gd name="csX8" fmla="*/ 75749 w 120029"/>
                <a:gd name="csY8" fmla="*/ 43679 h 144068"/>
                <a:gd name="csX9" fmla="*/ 96070 w 120029"/>
                <a:gd name="csY9" fmla="*/ 77933 h 144068"/>
                <a:gd name="csX10" fmla="*/ 112332 w 120029"/>
                <a:gd name="csY10" fmla="*/ 110083 h 144068"/>
                <a:gd name="csX11" fmla="*/ 115144 w 120029"/>
                <a:gd name="csY11" fmla="*/ 114293 h 144068"/>
                <a:gd name="csX12" fmla="*/ 115945 w 120029"/>
                <a:gd name="csY12" fmla="*/ 135415 h 144068"/>
                <a:gd name="csX13" fmla="*/ 114231 w 120029"/>
                <a:gd name="csY13" fmla="*/ 138954 h 144068"/>
                <a:gd name="csX14" fmla="*/ 114325 w 120029"/>
                <a:gd name="csY14" fmla="*/ 138917 h 144068"/>
                <a:gd name="csX15" fmla="*/ 109556 w 120029"/>
                <a:gd name="csY15" fmla="*/ 140016 h 144068"/>
                <a:gd name="csX16" fmla="*/ 93575 w 120029"/>
                <a:gd name="csY16" fmla="*/ 143499 h 144068"/>
                <a:gd name="csX17" fmla="*/ 84671 w 120029"/>
                <a:gd name="csY17" fmla="*/ 137315 h 144068"/>
                <a:gd name="csX18" fmla="*/ 69956 w 120029"/>
                <a:gd name="csY18" fmla="*/ 115969 h 144068"/>
                <a:gd name="csX19" fmla="*/ 70068 w 120029"/>
                <a:gd name="csY19" fmla="*/ 113753 h 144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029" h="144068">
                  <a:moveTo>
                    <a:pt x="70068" y="113753"/>
                  </a:moveTo>
                  <a:cubicBezTo>
                    <a:pt x="59618" y="111722"/>
                    <a:pt x="53490" y="103899"/>
                    <a:pt x="47231" y="96411"/>
                  </a:cubicBezTo>
                  <a:cubicBezTo>
                    <a:pt x="44065" y="92611"/>
                    <a:pt x="39464" y="90264"/>
                    <a:pt x="36707" y="86371"/>
                  </a:cubicBezTo>
                  <a:cubicBezTo>
                    <a:pt x="25643" y="70725"/>
                    <a:pt x="13796" y="55637"/>
                    <a:pt x="3887" y="39190"/>
                  </a:cubicBezTo>
                  <a:cubicBezTo>
                    <a:pt x="-3899" y="26245"/>
                    <a:pt x="255" y="11343"/>
                    <a:pt x="14169" y="5290"/>
                  </a:cubicBezTo>
                  <a:cubicBezTo>
                    <a:pt x="18341" y="3483"/>
                    <a:pt x="23222" y="3464"/>
                    <a:pt x="27096" y="447"/>
                  </a:cubicBezTo>
                  <a:cubicBezTo>
                    <a:pt x="28679" y="-801"/>
                    <a:pt x="30262" y="894"/>
                    <a:pt x="31753" y="1546"/>
                  </a:cubicBezTo>
                  <a:cubicBezTo>
                    <a:pt x="42370" y="6258"/>
                    <a:pt x="50118" y="14640"/>
                    <a:pt x="57476" y="23097"/>
                  </a:cubicBezTo>
                  <a:cubicBezTo>
                    <a:pt x="63492" y="30007"/>
                    <a:pt x="70366" y="36135"/>
                    <a:pt x="75749" y="43679"/>
                  </a:cubicBezTo>
                  <a:cubicBezTo>
                    <a:pt x="83497" y="54557"/>
                    <a:pt x="89905" y="66162"/>
                    <a:pt x="96070" y="77933"/>
                  </a:cubicBezTo>
                  <a:cubicBezTo>
                    <a:pt x="101640" y="88569"/>
                    <a:pt x="106893" y="99373"/>
                    <a:pt x="112332" y="110083"/>
                  </a:cubicBezTo>
                  <a:cubicBezTo>
                    <a:pt x="113095" y="111573"/>
                    <a:pt x="114101" y="112970"/>
                    <a:pt x="115144" y="114293"/>
                  </a:cubicBezTo>
                  <a:cubicBezTo>
                    <a:pt x="121421" y="122209"/>
                    <a:pt x="121608" y="127276"/>
                    <a:pt x="115945" y="135415"/>
                  </a:cubicBezTo>
                  <a:cubicBezTo>
                    <a:pt x="115200" y="136477"/>
                    <a:pt x="114790" y="137762"/>
                    <a:pt x="114231" y="138954"/>
                  </a:cubicBezTo>
                  <a:cubicBezTo>
                    <a:pt x="114231" y="138954"/>
                    <a:pt x="114306" y="138917"/>
                    <a:pt x="114325" y="138917"/>
                  </a:cubicBezTo>
                  <a:cubicBezTo>
                    <a:pt x="112574" y="138582"/>
                    <a:pt x="110692" y="138824"/>
                    <a:pt x="109556" y="140016"/>
                  </a:cubicBezTo>
                  <a:cubicBezTo>
                    <a:pt x="104955" y="144915"/>
                    <a:pt x="99572" y="144356"/>
                    <a:pt x="93575" y="143499"/>
                  </a:cubicBezTo>
                  <a:cubicBezTo>
                    <a:pt x="89216" y="142866"/>
                    <a:pt x="86664" y="139811"/>
                    <a:pt x="84671" y="137315"/>
                  </a:cubicBezTo>
                  <a:cubicBezTo>
                    <a:pt x="79288" y="130591"/>
                    <a:pt x="70384" y="126102"/>
                    <a:pt x="69956" y="115969"/>
                  </a:cubicBezTo>
                  <a:cubicBezTo>
                    <a:pt x="69341" y="115168"/>
                    <a:pt x="69360" y="114442"/>
                    <a:pt x="70068" y="113753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03C39FD5-3059-DB5F-73D8-417AD3794371}"/>
                </a:ext>
              </a:extLst>
            </p:cNvPr>
            <p:cNvSpPr/>
            <p:nvPr/>
          </p:nvSpPr>
          <p:spPr>
            <a:xfrm>
              <a:off x="1995163" y="5341160"/>
              <a:ext cx="14323" cy="9304"/>
            </a:xfrm>
            <a:custGeom>
              <a:avLst/>
              <a:gdLst>
                <a:gd name="csX0" fmla="*/ 14324 w 14323"/>
                <a:gd name="csY0" fmla="*/ 0 h 9304"/>
                <a:gd name="csX1" fmla="*/ 14194 w 14323"/>
                <a:gd name="csY1" fmla="*/ 2179 h 9304"/>
                <a:gd name="csX2" fmla="*/ 0 w 14323"/>
                <a:gd name="csY2" fmla="*/ 9239 h 9304"/>
                <a:gd name="csX3" fmla="*/ 14324 w 14323"/>
                <a:gd name="csY3" fmla="*/ 0 h 9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323" h="9304">
                  <a:moveTo>
                    <a:pt x="14324" y="0"/>
                  </a:moveTo>
                  <a:cubicBezTo>
                    <a:pt x="14287" y="726"/>
                    <a:pt x="14249" y="1453"/>
                    <a:pt x="14194" y="2179"/>
                  </a:cubicBezTo>
                  <a:cubicBezTo>
                    <a:pt x="9313" y="4210"/>
                    <a:pt x="6352" y="9984"/>
                    <a:pt x="0" y="9239"/>
                  </a:cubicBezTo>
                  <a:cubicBezTo>
                    <a:pt x="4266" y="5364"/>
                    <a:pt x="8829" y="1993"/>
                    <a:pt x="14324" y="0"/>
                  </a:cubicBezTo>
                  <a:close/>
                </a:path>
              </a:pathLst>
            </a:custGeom>
            <a:solidFill>
              <a:srgbClr val="4E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A473019F-C58E-9682-584F-B5635EE9FF1A}"/>
                </a:ext>
              </a:extLst>
            </p:cNvPr>
            <p:cNvSpPr/>
            <p:nvPr/>
          </p:nvSpPr>
          <p:spPr>
            <a:xfrm>
              <a:off x="1949658" y="5289766"/>
              <a:ext cx="6848" cy="8459"/>
            </a:xfrm>
            <a:custGeom>
              <a:avLst/>
              <a:gdLst>
                <a:gd name="csX0" fmla="*/ 0 w 6848"/>
                <a:gd name="csY0" fmla="*/ 8460 h 8459"/>
                <a:gd name="csX1" fmla="*/ 4117 w 6848"/>
                <a:gd name="csY1" fmla="*/ 1344 h 8459"/>
                <a:gd name="csX2" fmla="*/ 6147 w 6848"/>
                <a:gd name="csY2" fmla="*/ 227 h 8459"/>
                <a:gd name="csX3" fmla="*/ 6557 w 6848"/>
                <a:gd name="csY3" fmla="*/ 2760 h 8459"/>
                <a:gd name="csX4" fmla="*/ 0 w 6848"/>
                <a:gd name="csY4" fmla="*/ 8460 h 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48" h="8459">
                  <a:moveTo>
                    <a:pt x="0" y="8460"/>
                  </a:moveTo>
                  <a:cubicBezTo>
                    <a:pt x="1378" y="6094"/>
                    <a:pt x="2775" y="3729"/>
                    <a:pt x="4117" y="1344"/>
                  </a:cubicBezTo>
                  <a:cubicBezTo>
                    <a:pt x="4582" y="506"/>
                    <a:pt x="5066" y="-444"/>
                    <a:pt x="6147" y="227"/>
                  </a:cubicBezTo>
                  <a:cubicBezTo>
                    <a:pt x="7041" y="786"/>
                    <a:pt x="6966" y="1903"/>
                    <a:pt x="6557" y="2760"/>
                  </a:cubicBezTo>
                  <a:cubicBezTo>
                    <a:pt x="5271" y="5479"/>
                    <a:pt x="3353" y="7659"/>
                    <a:pt x="0" y="8460"/>
                  </a:cubicBezTo>
                  <a:close/>
                </a:path>
              </a:pathLst>
            </a:custGeom>
            <a:solidFill>
              <a:srgbClr val="4E6D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38C3D39D-2E93-DC2B-E505-94FF0ED31272}"/>
                </a:ext>
              </a:extLst>
            </p:cNvPr>
            <p:cNvSpPr/>
            <p:nvPr/>
          </p:nvSpPr>
          <p:spPr>
            <a:xfrm>
              <a:off x="2005743" y="5242256"/>
              <a:ext cx="7737" cy="6237"/>
            </a:xfrm>
            <a:custGeom>
              <a:avLst/>
              <a:gdLst>
                <a:gd name="csX0" fmla="*/ 2515 w 7737"/>
                <a:gd name="csY0" fmla="*/ 2679 h 6237"/>
                <a:gd name="csX1" fmla="*/ 7693 w 7737"/>
                <a:gd name="csY1" fmla="*/ 71 h 6237"/>
                <a:gd name="csX2" fmla="*/ 3781 w 7737"/>
                <a:gd name="csY2" fmla="*/ 5268 h 6237"/>
                <a:gd name="csX3" fmla="*/ 0 w 7737"/>
                <a:gd name="csY3" fmla="*/ 5938 h 6237"/>
                <a:gd name="csX4" fmla="*/ 2515 w 7737"/>
                <a:gd name="csY4" fmla="*/ 2679 h 6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37" h="6237">
                  <a:moveTo>
                    <a:pt x="2515" y="2679"/>
                  </a:moveTo>
                  <a:cubicBezTo>
                    <a:pt x="4601" y="2623"/>
                    <a:pt x="5066" y="-506"/>
                    <a:pt x="7693" y="71"/>
                  </a:cubicBezTo>
                  <a:cubicBezTo>
                    <a:pt x="8158" y="3182"/>
                    <a:pt x="4880" y="3442"/>
                    <a:pt x="3781" y="5268"/>
                  </a:cubicBezTo>
                  <a:cubicBezTo>
                    <a:pt x="2552" y="5510"/>
                    <a:pt x="1527" y="6814"/>
                    <a:pt x="0" y="5938"/>
                  </a:cubicBezTo>
                  <a:cubicBezTo>
                    <a:pt x="112" y="4299"/>
                    <a:pt x="1453" y="3591"/>
                    <a:pt x="2515" y="2679"/>
                  </a:cubicBezTo>
                  <a:close/>
                </a:path>
              </a:pathLst>
            </a:custGeom>
            <a:solidFill>
              <a:srgbClr val="4D6D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F14975BF-0BCE-72EA-656B-18074C7A02F1}"/>
                </a:ext>
              </a:extLst>
            </p:cNvPr>
            <p:cNvSpPr/>
            <p:nvPr/>
          </p:nvSpPr>
          <p:spPr>
            <a:xfrm>
              <a:off x="1580906" y="5295301"/>
              <a:ext cx="28579" cy="16745"/>
            </a:xfrm>
            <a:custGeom>
              <a:avLst/>
              <a:gdLst>
                <a:gd name="csX0" fmla="*/ 28517 w 28579"/>
                <a:gd name="csY0" fmla="*/ 15367 h 16745"/>
                <a:gd name="csX1" fmla="*/ 26264 w 28579"/>
                <a:gd name="csY1" fmla="*/ 16745 h 16745"/>
                <a:gd name="csX2" fmla="*/ 0 w 28579"/>
                <a:gd name="csY2" fmla="*/ 0 h 16745"/>
                <a:gd name="csX3" fmla="*/ 28517 w 28579"/>
                <a:gd name="csY3" fmla="*/ 15367 h 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79" h="16745">
                  <a:moveTo>
                    <a:pt x="28517" y="15367"/>
                  </a:moveTo>
                  <a:cubicBezTo>
                    <a:pt x="28964" y="17788"/>
                    <a:pt x="26878" y="16056"/>
                    <a:pt x="26264" y="16745"/>
                  </a:cubicBezTo>
                  <a:cubicBezTo>
                    <a:pt x="16410" y="12945"/>
                    <a:pt x="6761" y="8810"/>
                    <a:pt x="0" y="0"/>
                  </a:cubicBezTo>
                  <a:cubicBezTo>
                    <a:pt x="9500" y="5141"/>
                    <a:pt x="18254" y="11660"/>
                    <a:pt x="28517" y="15367"/>
                  </a:cubicBezTo>
                  <a:close/>
                </a:path>
              </a:pathLst>
            </a:custGeom>
            <a:solidFill>
              <a:srgbClr val="5C82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605A81C8-3C55-2390-71F9-D7CF088D6055}"/>
                </a:ext>
              </a:extLst>
            </p:cNvPr>
            <p:cNvSpPr/>
            <p:nvPr/>
          </p:nvSpPr>
          <p:spPr>
            <a:xfrm>
              <a:off x="1630583" y="5254658"/>
              <a:ext cx="17360" cy="9855"/>
            </a:xfrm>
            <a:custGeom>
              <a:avLst/>
              <a:gdLst>
                <a:gd name="csX0" fmla="*/ 17360 w 17360"/>
                <a:gd name="csY0" fmla="*/ 8605 h 9855"/>
                <a:gd name="csX1" fmla="*/ 14436 w 17360"/>
                <a:gd name="csY1" fmla="*/ 9704 h 9855"/>
                <a:gd name="csX2" fmla="*/ 0 w 17360"/>
                <a:gd name="csY2" fmla="*/ 0 h 9855"/>
                <a:gd name="csX3" fmla="*/ 17267 w 17360"/>
                <a:gd name="csY3" fmla="*/ 8550 h 9855"/>
                <a:gd name="csX4" fmla="*/ 17360 w 17360"/>
                <a:gd name="csY4" fmla="*/ 8605 h 9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60" h="9855">
                  <a:moveTo>
                    <a:pt x="17360" y="8605"/>
                  </a:moveTo>
                  <a:cubicBezTo>
                    <a:pt x="16689" y="9779"/>
                    <a:pt x="15516" y="10077"/>
                    <a:pt x="14436" y="9704"/>
                  </a:cubicBezTo>
                  <a:cubicBezTo>
                    <a:pt x="8829" y="7786"/>
                    <a:pt x="4116" y="4396"/>
                    <a:pt x="0" y="0"/>
                  </a:cubicBezTo>
                  <a:cubicBezTo>
                    <a:pt x="5756" y="2850"/>
                    <a:pt x="11511" y="5700"/>
                    <a:pt x="17267" y="8550"/>
                  </a:cubicBezTo>
                  <a:cubicBezTo>
                    <a:pt x="17286" y="8568"/>
                    <a:pt x="17360" y="8605"/>
                    <a:pt x="17360" y="8605"/>
                  </a:cubicBezTo>
                  <a:close/>
                </a:path>
              </a:pathLst>
            </a:custGeom>
            <a:solidFill>
              <a:srgbClr val="60893C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53B09099-40B5-1712-4CF4-BD7B7AD39123}"/>
                </a:ext>
              </a:extLst>
            </p:cNvPr>
            <p:cNvSpPr/>
            <p:nvPr/>
          </p:nvSpPr>
          <p:spPr>
            <a:xfrm>
              <a:off x="2043816" y="5295488"/>
              <a:ext cx="5303" cy="7655"/>
            </a:xfrm>
            <a:custGeom>
              <a:avLst/>
              <a:gdLst>
                <a:gd name="csX0" fmla="*/ 0 w 5303"/>
                <a:gd name="csY0" fmla="*/ 7656 h 7655"/>
                <a:gd name="csX1" fmla="*/ 4657 w 5303"/>
                <a:gd name="csY1" fmla="*/ 0 h 7655"/>
                <a:gd name="csX2" fmla="*/ 0 w 5303"/>
                <a:gd name="csY2" fmla="*/ 7656 h 7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03" h="7655">
                  <a:moveTo>
                    <a:pt x="0" y="7656"/>
                  </a:moveTo>
                  <a:cubicBezTo>
                    <a:pt x="1546" y="5104"/>
                    <a:pt x="3111" y="2552"/>
                    <a:pt x="4657" y="0"/>
                  </a:cubicBezTo>
                  <a:cubicBezTo>
                    <a:pt x="6799" y="4713"/>
                    <a:pt x="3204" y="6072"/>
                    <a:pt x="0" y="7656"/>
                  </a:cubicBezTo>
                  <a:close/>
                </a:path>
              </a:pathLst>
            </a:custGeom>
            <a:solidFill>
              <a:srgbClr val="4D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E106F872-6991-51F1-BCD0-86ED4A2A47D4}"/>
                </a:ext>
              </a:extLst>
            </p:cNvPr>
            <p:cNvSpPr/>
            <p:nvPr/>
          </p:nvSpPr>
          <p:spPr>
            <a:xfrm>
              <a:off x="1783022" y="4852956"/>
              <a:ext cx="63955" cy="143648"/>
            </a:xfrm>
            <a:custGeom>
              <a:avLst/>
              <a:gdLst>
                <a:gd name="csX0" fmla="*/ 6279 w 63955"/>
                <a:gd name="csY0" fmla="*/ 0 h 143648"/>
                <a:gd name="csX1" fmla="*/ 26508 w 63955"/>
                <a:gd name="csY1" fmla="*/ 22259 h 143648"/>
                <a:gd name="csX2" fmla="*/ 62122 w 63955"/>
                <a:gd name="csY2" fmla="*/ 120775 h 143648"/>
                <a:gd name="csX3" fmla="*/ 63705 w 63955"/>
                <a:gd name="csY3" fmla="*/ 143649 h 143648"/>
                <a:gd name="csX4" fmla="*/ 39956 w 63955"/>
                <a:gd name="csY4" fmla="*/ 120328 h 143648"/>
                <a:gd name="csX5" fmla="*/ 32170 w 63955"/>
                <a:gd name="csY5" fmla="*/ 91047 h 143648"/>
                <a:gd name="csX6" fmla="*/ 11681 w 63955"/>
                <a:gd name="csY6" fmla="*/ 39433 h 143648"/>
                <a:gd name="csX7" fmla="*/ 1194 w 63955"/>
                <a:gd name="csY7" fmla="*/ 16373 h 143648"/>
                <a:gd name="csX8" fmla="*/ 6279 w 63955"/>
                <a:gd name="csY8" fmla="*/ 0 h 143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955" h="143648">
                  <a:moveTo>
                    <a:pt x="6279" y="0"/>
                  </a:moveTo>
                  <a:cubicBezTo>
                    <a:pt x="15369" y="5271"/>
                    <a:pt x="21218" y="13728"/>
                    <a:pt x="26508" y="22259"/>
                  </a:cubicBezTo>
                  <a:cubicBezTo>
                    <a:pt x="45284" y="52546"/>
                    <a:pt x="56366" y="85776"/>
                    <a:pt x="62122" y="120775"/>
                  </a:cubicBezTo>
                  <a:cubicBezTo>
                    <a:pt x="63351" y="128226"/>
                    <a:pt x="64469" y="135937"/>
                    <a:pt x="63705" y="143649"/>
                  </a:cubicBezTo>
                  <a:cubicBezTo>
                    <a:pt x="49400" y="142382"/>
                    <a:pt x="44818" y="131150"/>
                    <a:pt x="39956" y="120328"/>
                  </a:cubicBezTo>
                  <a:cubicBezTo>
                    <a:pt x="35765" y="111015"/>
                    <a:pt x="35356" y="100677"/>
                    <a:pt x="32170" y="91047"/>
                  </a:cubicBezTo>
                  <a:cubicBezTo>
                    <a:pt x="26322" y="73445"/>
                    <a:pt x="20789" y="55750"/>
                    <a:pt x="11681" y="39433"/>
                  </a:cubicBezTo>
                  <a:cubicBezTo>
                    <a:pt x="7565" y="32056"/>
                    <a:pt x="3709" y="24494"/>
                    <a:pt x="1194" y="16373"/>
                  </a:cubicBezTo>
                  <a:cubicBezTo>
                    <a:pt x="-1376" y="8103"/>
                    <a:pt x="151" y="3390"/>
                    <a:pt x="6279" y="0"/>
                  </a:cubicBezTo>
                  <a:close/>
                </a:path>
              </a:pathLst>
            </a:custGeom>
            <a:solidFill>
              <a:srgbClr val="9F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1A98AE1E-4285-5D03-729A-6B65D2CFAA64}"/>
                </a:ext>
              </a:extLst>
            </p:cNvPr>
            <p:cNvSpPr/>
            <p:nvPr/>
          </p:nvSpPr>
          <p:spPr>
            <a:xfrm>
              <a:off x="1684742" y="5032650"/>
              <a:ext cx="49805" cy="30693"/>
            </a:xfrm>
            <a:custGeom>
              <a:avLst/>
              <a:gdLst>
                <a:gd name="csX0" fmla="*/ 46555 w 49805"/>
                <a:gd name="csY0" fmla="*/ 30694 h 30693"/>
                <a:gd name="csX1" fmla="*/ 2559 w 49805"/>
                <a:gd name="csY1" fmla="*/ 6162 h 30693"/>
                <a:gd name="csX2" fmla="*/ 454 w 49805"/>
                <a:gd name="csY2" fmla="*/ 1021 h 30693"/>
                <a:gd name="csX3" fmla="*/ 6750 w 49805"/>
                <a:gd name="csY3" fmla="*/ 1319 h 30693"/>
                <a:gd name="csX4" fmla="*/ 26625 w 49805"/>
                <a:gd name="csY4" fmla="*/ 11713 h 30693"/>
                <a:gd name="csX5" fmla="*/ 47803 w 49805"/>
                <a:gd name="csY5" fmla="*/ 25534 h 30693"/>
                <a:gd name="csX6" fmla="*/ 46555 w 49805"/>
                <a:gd name="csY6" fmla="*/ 30694 h 30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805" h="30693">
                  <a:moveTo>
                    <a:pt x="46555" y="30694"/>
                  </a:moveTo>
                  <a:cubicBezTo>
                    <a:pt x="30704" y="24659"/>
                    <a:pt x="15877" y="16761"/>
                    <a:pt x="2559" y="6162"/>
                  </a:cubicBezTo>
                  <a:cubicBezTo>
                    <a:pt x="2745" y="4020"/>
                    <a:pt x="-1334" y="3219"/>
                    <a:pt x="454" y="1021"/>
                  </a:cubicBezTo>
                  <a:cubicBezTo>
                    <a:pt x="2187" y="-1139"/>
                    <a:pt x="4664" y="705"/>
                    <a:pt x="6750" y="1319"/>
                  </a:cubicBezTo>
                  <a:cubicBezTo>
                    <a:pt x="14070" y="3443"/>
                    <a:pt x="20515" y="7429"/>
                    <a:pt x="26625" y="11713"/>
                  </a:cubicBezTo>
                  <a:cubicBezTo>
                    <a:pt x="33535" y="16575"/>
                    <a:pt x="41508" y="19760"/>
                    <a:pt x="47803" y="25534"/>
                  </a:cubicBezTo>
                  <a:cubicBezTo>
                    <a:pt x="50392" y="27918"/>
                    <a:pt x="50951" y="29911"/>
                    <a:pt x="46555" y="30694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E5CCC123-CABC-3EC6-B450-D9AD30DD304F}"/>
                </a:ext>
              </a:extLst>
            </p:cNvPr>
            <p:cNvSpPr/>
            <p:nvPr/>
          </p:nvSpPr>
          <p:spPr>
            <a:xfrm>
              <a:off x="1679505" y="5039517"/>
              <a:ext cx="40634" cy="26684"/>
            </a:xfrm>
            <a:custGeom>
              <a:avLst/>
              <a:gdLst>
                <a:gd name="csX0" fmla="*/ 3493 w 40634"/>
                <a:gd name="csY0" fmla="*/ 3 h 26684"/>
                <a:gd name="csX1" fmla="*/ 40635 w 40634"/>
                <a:gd name="csY1" fmla="*/ 22802 h 26684"/>
                <a:gd name="csX2" fmla="*/ 32812 w 40634"/>
                <a:gd name="csY2" fmla="*/ 25671 h 26684"/>
                <a:gd name="csX3" fmla="*/ 6381 w 40634"/>
                <a:gd name="csY3" fmla="*/ 11533 h 26684"/>
                <a:gd name="csX4" fmla="*/ 606 w 40634"/>
                <a:gd name="csY4" fmla="*/ 4716 h 26684"/>
                <a:gd name="csX5" fmla="*/ 3493 w 40634"/>
                <a:gd name="csY5" fmla="*/ 3 h 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0634" h="26684">
                  <a:moveTo>
                    <a:pt x="3493" y="3"/>
                  </a:moveTo>
                  <a:cubicBezTo>
                    <a:pt x="14837" y="9298"/>
                    <a:pt x="27727" y="16060"/>
                    <a:pt x="40635" y="22802"/>
                  </a:cubicBezTo>
                  <a:cubicBezTo>
                    <a:pt x="39909" y="28707"/>
                    <a:pt x="35177" y="26286"/>
                    <a:pt x="32812" y="25671"/>
                  </a:cubicBezTo>
                  <a:cubicBezTo>
                    <a:pt x="22940" y="23119"/>
                    <a:pt x="13813" y="18779"/>
                    <a:pt x="6381" y="11533"/>
                  </a:cubicBezTo>
                  <a:cubicBezTo>
                    <a:pt x="4257" y="9466"/>
                    <a:pt x="1798" y="7622"/>
                    <a:pt x="606" y="4716"/>
                  </a:cubicBezTo>
                  <a:cubicBezTo>
                    <a:pt x="-604" y="1754"/>
                    <a:pt x="-176" y="-90"/>
                    <a:pt x="3493" y="3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F09ABA51-27D0-E85B-4967-D09F6866CF31}"/>
                </a:ext>
              </a:extLst>
            </p:cNvPr>
            <p:cNvSpPr/>
            <p:nvPr/>
          </p:nvSpPr>
          <p:spPr>
            <a:xfrm>
              <a:off x="2039386" y="5151487"/>
              <a:ext cx="284050" cy="86928"/>
            </a:xfrm>
            <a:custGeom>
              <a:avLst/>
              <a:gdLst>
                <a:gd name="csX0" fmla="*/ 25441 w 284050"/>
                <a:gd name="csY0" fmla="*/ 16762 h 86928"/>
                <a:gd name="csX1" fmla="*/ 4840 w 284050"/>
                <a:gd name="csY1" fmla="*/ 15719 h 86928"/>
                <a:gd name="csX2" fmla="*/ 220 w 284050"/>
                <a:gd name="csY2" fmla="*/ 14825 h 86928"/>
                <a:gd name="csX3" fmla="*/ 2437 w 284050"/>
                <a:gd name="csY3" fmla="*/ 9405 h 86928"/>
                <a:gd name="csX4" fmla="*/ 22740 w 284050"/>
                <a:gd name="csY4" fmla="*/ 1190 h 86928"/>
                <a:gd name="csX5" fmla="*/ 48799 w 284050"/>
                <a:gd name="csY5" fmla="*/ 54 h 86928"/>
                <a:gd name="csX6" fmla="*/ 79533 w 284050"/>
                <a:gd name="csY6" fmla="*/ 2401 h 86928"/>
                <a:gd name="csX7" fmla="*/ 106150 w 284050"/>
                <a:gd name="csY7" fmla="*/ 5922 h 86928"/>
                <a:gd name="csX8" fmla="*/ 141522 w 284050"/>
                <a:gd name="csY8" fmla="*/ 14751 h 86928"/>
                <a:gd name="csX9" fmla="*/ 206566 w 284050"/>
                <a:gd name="csY9" fmla="*/ 34234 h 86928"/>
                <a:gd name="csX10" fmla="*/ 243689 w 284050"/>
                <a:gd name="csY10" fmla="*/ 51799 h 86928"/>
                <a:gd name="csX11" fmla="*/ 278447 w 284050"/>
                <a:gd name="csY11" fmla="*/ 75474 h 86928"/>
                <a:gd name="csX12" fmla="*/ 283215 w 284050"/>
                <a:gd name="csY12" fmla="*/ 81564 h 86928"/>
                <a:gd name="csX13" fmla="*/ 279881 w 284050"/>
                <a:gd name="csY13" fmla="*/ 86929 h 86928"/>
                <a:gd name="csX14" fmla="*/ 276416 w 284050"/>
                <a:gd name="csY14" fmla="*/ 85215 h 86928"/>
                <a:gd name="csX15" fmla="*/ 228211 w 284050"/>
                <a:gd name="csY15" fmla="*/ 58840 h 86928"/>
                <a:gd name="csX16" fmla="*/ 146514 w 284050"/>
                <a:gd name="csY16" fmla="*/ 35016 h 86928"/>
                <a:gd name="csX17" fmla="*/ 65376 w 284050"/>
                <a:gd name="csY17" fmla="*/ 21680 h 86928"/>
                <a:gd name="csX18" fmla="*/ 31196 w 284050"/>
                <a:gd name="csY18" fmla="*/ 18327 h 86928"/>
                <a:gd name="csX19" fmla="*/ 25441 w 284050"/>
                <a:gd name="csY19" fmla="*/ 16762 h 8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4050" h="86928">
                  <a:moveTo>
                    <a:pt x="25441" y="16762"/>
                  </a:moveTo>
                  <a:cubicBezTo>
                    <a:pt x="18661" y="14490"/>
                    <a:pt x="11694" y="16371"/>
                    <a:pt x="4840" y="15719"/>
                  </a:cubicBezTo>
                  <a:cubicBezTo>
                    <a:pt x="3238" y="15570"/>
                    <a:pt x="947" y="16613"/>
                    <a:pt x="220" y="14825"/>
                  </a:cubicBezTo>
                  <a:cubicBezTo>
                    <a:pt x="-618" y="12795"/>
                    <a:pt x="1114" y="10895"/>
                    <a:pt x="2437" y="9405"/>
                  </a:cubicBezTo>
                  <a:cubicBezTo>
                    <a:pt x="7838" y="3370"/>
                    <a:pt x="15308" y="1935"/>
                    <a:pt x="22740" y="1190"/>
                  </a:cubicBezTo>
                  <a:cubicBezTo>
                    <a:pt x="31383" y="315"/>
                    <a:pt x="40137" y="-169"/>
                    <a:pt x="48799" y="54"/>
                  </a:cubicBezTo>
                  <a:cubicBezTo>
                    <a:pt x="59062" y="334"/>
                    <a:pt x="69307" y="1414"/>
                    <a:pt x="79533" y="2401"/>
                  </a:cubicBezTo>
                  <a:cubicBezTo>
                    <a:pt x="88436" y="3258"/>
                    <a:pt x="97377" y="4432"/>
                    <a:pt x="106150" y="5922"/>
                  </a:cubicBezTo>
                  <a:cubicBezTo>
                    <a:pt x="118090" y="7933"/>
                    <a:pt x="129843" y="11398"/>
                    <a:pt x="141522" y="14751"/>
                  </a:cubicBezTo>
                  <a:cubicBezTo>
                    <a:pt x="163278" y="21009"/>
                    <a:pt x="185034" y="27268"/>
                    <a:pt x="206566" y="34234"/>
                  </a:cubicBezTo>
                  <a:cubicBezTo>
                    <a:pt x="219605" y="38462"/>
                    <a:pt x="232010" y="44646"/>
                    <a:pt x="243689" y="51799"/>
                  </a:cubicBezTo>
                  <a:cubicBezTo>
                    <a:pt x="255629" y="59119"/>
                    <a:pt x="267327" y="66868"/>
                    <a:pt x="278447" y="75474"/>
                  </a:cubicBezTo>
                  <a:cubicBezTo>
                    <a:pt x="280663" y="77187"/>
                    <a:pt x="282042" y="79199"/>
                    <a:pt x="283215" y="81564"/>
                  </a:cubicBezTo>
                  <a:cubicBezTo>
                    <a:pt x="285041" y="85197"/>
                    <a:pt x="283848" y="86910"/>
                    <a:pt x="279881" y="86929"/>
                  </a:cubicBezTo>
                  <a:cubicBezTo>
                    <a:pt x="278465" y="86910"/>
                    <a:pt x="277385" y="86109"/>
                    <a:pt x="276416" y="85215"/>
                  </a:cubicBezTo>
                  <a:cubicBezTo>
                    <a:pt x="262614" y="72288"/>
                    <a:pt x="245366" y="65639"/>
                    <a:pt x="228211" y="58840"/>
                  </a:cubicBezTo>
                  <a:cubicBezTo>
                    <a:pt x="201742" y="48335"/>
                    <a:pt x="174212" y="41275"/>
                    <a:pt x="146514" y="35016"/>
                  </a:cubicBezTo>
                  <a:cubicBezTo>
                    <a:pt x="119748" y="28981"/>
                    <a:pt x="92683" y="24604"/>
                    <a:pt x="65376" y="21680"/>
                  </a:cubicBezTo>
                  <a:cubicBezTo>
                    <a:pt x="53995" y="20450"/>
                    <a:pt x="42559" y="19780"/>
                    <a:pt x="31196" y="18327"/>
                  </a:cubicBezTo>
                  <a:cubicBezTo>
                    <a:pt x="29296" y="18085"/>
                    <a:pt x="27005" y="18644"/>
                    <a:pt x="25441" y="16762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7BC27EC3-B5B3-B991-BEDA-C2D7DEF4FE91}"/>
                </a:ext>
              </a:extLst>
            </p:cNvPr>
            <p:cNvSpPr/>
            <p:nvPr/>
          </p:nvSpPr>
          <p:spPr>
            <a:xfrm>
              <a:off x="2041370" y="5170294"/>
              <a:ext cx="272178" cy="70945"/>
            </a:xfrm>
            <a:custGeom>
              <a:avLst/>
              <a:gdLst>
                <a:gd name="csX0" fmla="*/ 272178 w 272178"/>
                <a:gd name="csY0" fmla="*/ 67879 h 70945"/>
                <a:gd name="csX1" fmla="*/ 258171 w 272178"/>
                <a:gd name="csY1" fmla="*/ 69555 h 70945"/>
                <a:gd name="csX2" fmla="*/ 203353 w 272178"/>
                <a:gd name="csY2" fmla="*/ 52922 h 70945"/>
                <a:gd name="csX3" fmla="*/ 139706 w 272178"/>
                <a:gd name="csY3" fmla="*/ 32600 h 70945"/>
                <a:gd name="csX4" fmla="*/ 68477 w 272178"/>
                <a:gd name="csY4" fmla="*/ 17680 h 70945"/>
                <a:gd name="csX5" fmla="*/ 32397 w 272178"/>
                <a:gd name="csY5" fmla="*/ 13694 h 70945"/>
                <a:gd name="csX6" fmla="*/ 3638 w 272178"/>
                <a:gd name="csY6" fmla="*/ 7398 h 70945"/>
                <a:gd name="csX7" fmla="*/ 99 w 272178"/>
                <a:gd name="csY7" fmla="*/ 2928 h 70945"/>
                <a:gd name="csX8" fmla="*/ 4998 w 272178"/>
                <a:gd name="csY8" fmla="*/ 1531 h 70945"/>
                <a:gd name="csX9" fmla="*/ 28132 w 272178"/>
                <a:gd name="csY9" fmla="*/ 1400 h 70945"/>
                <a:gd name="csX10" fmla="*/ 35676 w 272178"/>
                <a:gd name="csY10" fmla="*/ 451 h 70945"/>
                <a:gd name="csX11" fmla="*/ 46945 w 272178"/>
                <a:gd name="csY11" fmla="*/ 1084 h 70945"/>
                <a:gd name="csX12" fmla="*/ 130448 w 272178"/>
                <a:gd name="csY12" fmla="*/ 13396 h 70945"/>
                <a:gd name="csX13" fmla="*/ 228424 w 272178"/>
                <a:gd name="csY13" fmla="*/ 40516 h 70945"/>
                <a:gd name="csX14" fmla="*/ 263703 w 272178"/>
                <a:gd name="csY14" fmla="*/ 57970 h 70945"/>
                <a:gd name="csX15" fmla="*/ 272178 w 272178"/>
                <a:gd name="csY15" fmla="*/ 67879 h 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72178" h="70945">
                  <a:moveTo>
                    <a:pt x="272178" y="67879"/>
                  </a:moveTo>
                  <a:cubicBezTo>
                    <a:pt x="268025" y="72517"/>
                    <a:pt x="262716" y="70859"/>
                    <a:pt x="258171" y="69555"/>
                  </a:cubicBezTo>
                  <a:cubicBezTo>
                    <a:pt x="239805" y="64303"/>
                    <a:pt x="221514" y="58789"/>
                    <a:pt x="203353" y="52922"/>
                  </a:cubicBezTo>
                  <a:cubicBezTo>
                    <a:pt x="182156" y="46086"/>
                    <a:pt x="161406" y="37797"/>
                    <a:pt x="139706" y="32600"/>
                  </a:cubicBezTo>
                  <a:cubicBezTo>
                    <a:pt x="116106" y="26956"/>
                    <a:pt x="92562" y="20828"/>
                    <a:pt x="68477" y="17680"/>
                  </a:cubicBezTo>
                  <a:cubicBezTo>
                    <a:pt x="56519" y="16116"/>
                    <a:pt x="44523" y="14402"/>
                    <a:pt x="32397" y="13694"/>
                  </a:cubicBezTo>
                  <a:cubicBezTo>
                    <a:pt x="22637" y="13117"/>
                    <a:pt x="12486" y="12875"/>
                    <a:pt x="3638" y="7398"/>
                  </a:cubicBezTo>
                  <a:cubicBezTo>
                    <a:pt x="1868" y="6299"/>
                    <a:pt x="-516" y="5312"/>
                    <a:pt x="99" y="2928"/>
                  </a:cubicBezTo>
                  <a:cubicBezTo>
                    <a:pt x="713" y="525"/>
                    <a:pt x="3284" y="1568"/>
                    <a:pt x="4998" y="1531"/>
                  </a:cubicBezTo>
                  <a:cubicBezTo>
                    <a:pt x="12709" y="1400"/>
                    <a:pt x="20420" y="1419"/>
                    <a:pt x="28132" y="1400"/>
                  </a:cubicBezTo>
                  <a:cubicBezTo>
                    <a:pt x="30442" y="-630"/>
                    <a:pt x="33068" y="22"/>
                    <a:pt x="35676" y="451"/>
                  </a:cubicBezTo>
                  <a:cubicBezTo>
                    <a:pt x="39382" y="1475"/>
                    <a:pt x="43182" y="953"/>
                    <a:pt x="46945" y="1084"/>
                  </a:cubicBezTo>
                  <a:cubicBezTo>
                    <a:pt x="74903" y="4399"/>
                    <a:pt x="102862" y="7696"/>
                    <a:pt x="130448" y="13396"/>
                  </a:cubicBezTo>
                  <a:cubicBezTo>
                    <a:pt x="163715" y="20251"/>
                    <a:pt x="196685" y="28186"/>
                    <a:pt x="228424" y="40516"/>
                  </a:cubicBezTo>
                  <a:cubicBezTo>
                    <a:pt x="240681" y="45285"/>
                    <a:pt x="252788" y="50482"/>
                    <a:pt x="263703" y="57970"/>
                  </a:cubicBezTo>
                  <a:cubicBezTo>
                    <a:pt x="267336" y="60428"/>
                    <a:pt x="271359" y="62868"/>
                    <a:pt x="272178" y="67879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02916D4B-FF06-99FC-0CB2-D5C4CE592640}"/>
                </a:ext>
              </a:extLst>
            </p:cNvPr>
            <p:cNvSpPr/>
            <p:nvPr/>
          </p:nvSpPr>
          <p:spPr>
            <a:xfrm>
              <a:off x="2033925" y="5168113"/>
              <a:ext cx="285341" cy="72641"/>
            </a:xfrm>
            <a:custGeom>
              <a:avLst/>
              <a:gdLst>
                <a:gd name="csX0" fmla="*/ 279623 w 285341"/>
                <a:gd name="csY0" fmla="*/ 70060 h 72641"/>
                <a:gd name="csX1" fmla="*/ 252596 w 285341"/>
                <a:gd name="csY1" fmla="*/ 51247 h 72641"/>
                <a:gd name="csX2" fmla="*/ 182970 w 285341"/>
                <a:gd name="csY2" fmla="*/ 27349 h 72641"/>
                <a:gd name="csX3" fmla="*/ 123979 w 285341"/>
                <a:gd name="csY3" fmla="*/ 14236 h 72641"/>
                <a:gd name="csX4" fmla="*/ 72905 w 285341"/>
                <a:gd name="csY4" fmla="*/ 7084 h 72641"/>
                <a:gd name="csX5" fmla="*/ 54818 w 285341"/>
                <a:gd name="csY5" fmla="*/ 4718 h 72641"/>
                <a:gd name="csX6" fmla="*/ 43344 w 285341"/>
                <a:gd name="csY6" fmla="*/ 3693 h 72641"/>
                <a:gd name="csX7" fmla="*/ 35577 w 285341"/>
                <a:gd name="csY7" fmla="*/ 3563 h 72641"/>
                <a:gd name="csX8" fmla="*/ 8084 w 285341"/>
                <a:gd name="csY8" fmla="*/ 2483 h 72641"/>
                <a:gd name="csX9" fmla="*/ 0 w 285341"/>
                <a:gd name="csY9" fmla="*/ 844 h 72641"/>
                <a:gd name="csX10" fmla="*/ 30883 w 285341"/>
                <a:gd name="csY10" fmla="*/ 136 h 72641"/>
                <a:gd name="csX11" fmla="*/ 223054 w 285341"/>
                <a:gd name="csY11" fmla="*/ 36663 h 72641"/>
                <a:gd name="csX12" fmla="*/ 270310 w 285341"/>
                <a:gd name="csY12" fmla="*/ 57748 h 72641"/>
                <a:gd name="csX13" fmla="*/ 285342 w 285341"/>
                <a:gd name="csY13" fmla="*/ 70321 h 72641"/>
                <a:gd name="csX14" fmla="*/ 279623 w 285341"/>
                <a:gd name="csY14" fmla="*/ 70060 h 72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5341" h="72641">
                  <a:moveTo>
                    <a:pt x="279623" y="70060"/>
                  </a:moveTo>
                  <a:cubicBezTo>
                    <a:pt x="272545" y="61026"/>
                    <a:pt x="262655" y="55941"/>
                    <a:pt x="252596" y="51247"/>
                  </a:cubicBezTo>
                  <a:cubicBezTo>
                    <a:pt x="230244" y="40816"/>
                    <a:pt x="206905" y="33310"/>
                    <a:pt x="182970" y="27349"/>
                  </a:cubicBezTo>
                  <a:cubicBezTo>
                    <a:pt x="163412" y="22469"/>
                    <a:pt x="143816" y="17589"/>
                    <a:pt x="123979" y="14236"/>
                  </a:cubicBezTo>
                  <a:cubicBezTo>
                    <a:pt x="107047" y="11368"/>
                    <a:pt x="90079" y="8369"/>
                    <a:pt x="72905" y="7084"/>
                  </a:cubicBezTo>
                  <a:cubicBezTo>
                    <a:pt x="66851" y="6636"/>
                    <a:pt x="60835" y="5519"/>
                    <a:pt x="54818" y="4718"/>
                  </a:cubicBezTo>
                  <a:cubicBezTo>
                    <a:pt x="51093" y="3302"/>
                    <a:pt x="47070" y="5128"/>
                    <a:pt x="43344" y="3693"/>
                  </a:cubicBezTo>
                  <a:cubicBezTo>
                    <a:pt x="40755" y="3656"/>
                    <a:pt x="38166" y="3619"/>
                    <a:pt x="35577" y="3563"/>
                  </a:cubicBezTo>
                  <a:cubicBezTo>
                    <a:pt x="26487" y="1533"/>
                    <a:pt x="17248" y="3023"/>
                    <a:pt x="8084" y="2483"/>
                  </a:cubicBezTo>
                  <a:cubicBezTo>
                    <a:pt x="5774" y="2352"/>
                    <a:pt x="3297" y="3191"/>
                    <a:pt x="0" y="844"/>
                  </a:cubicBezTo>
                  <a:cubicBezTo>
                    <a:pt x="11008" y="-740"/>
                    <a:pt x="20974" y="452"/>
                    <a:pt x="30883" y="136"/>
                  </a:cubicBezTo>
                  <a:cubicBezTo>
                    <a:pt x="96542" y="3898"/>
                    <a:pt x="160711" y="15521"/>
                    <a:pt x="223054" y="36663"/>
                  </a:cubicBezTo>
                  <a:cubicBezTo>
                    <a:pt x="239427" y="42213"/>
                    <a:pt x="255483" y="48658"/>
                    <a:pt x="270310" y="57748"/>
                  </a:cubicBezTo>
                  <a:cubicBezTo>
                    <a:pt x="275935" y="61194"/>
                    <a:pt x="281039" y="65273"/>
                    <a:pt x="285342" y="70321"/>
                  </a:cubicBezTo>
                  <a:cubicBezTo>
                    <a:pt x="283218" y="75499"/>
                    <a:pt x="281523" y="70451"/>
                    <a:pt x="279623" y="70060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8592F8E3-6BC1-55C5-DAF3-0B9E89952B11}"/>
                </a:ext>
              </a:extLst>
            </p:cNvPr>
            <p:cNvSpPr/>
            <p:nvPr/>
          </p:nvSpPr>
          <p:spPr>
            <a:xfrm>
              <a:off x="2024090" y="4858700"/>
              <a:ext cx="76852" cy="102398"/>
            </a:xfrm>
            <a:custGeom>
              <a:avLst/>
              <a:gdLst>
                <a:gd name="csX0" fmla="*/ 0 w 76852"/>
                <a:gd name="csY0" fmla="*/ 94821 h 102398"/>
                <a:gd name="csX1" fmla="*/ 33044 w 76852"/>
                <a:gd name="csY1" fmla="*/ 42462 h 102398"/>
                <a:gd name="csX2" fmla="*/ 70092 w 76852"/>
                <a:gd name="csY2" fmla="*/ 1595 h 102398"/>
                <a:gd name="csX3" fmla="*/ 72420 w 76852"/>
                <a:gd name="csY3" fmla="*/ 49 h 102398"/>
                <a:gd name="csX4" fmla="*/ 75866 w 76852"/>
                <a:gd name="csY4" fmla="*/ 5413 h 102398"/>
                <a:gd name="csX5" fmla="*/ 73277 w 76852"/>
                <a:gd name="csY5" fmla="*/ 9735 h 102398"/>
                <a:gd name="csX6" fmla="*/ 52676 w 76852"/>
                <a:gd name="csY6" fmla="*/ 32776 h 102398"/>
                <a:gd name="csX7" fmla="*/ 13448 w 76852"/>
                <a:gd name="csY7" fmla="*/ 88451 h 102398"/>
                <a:gd name="csX8" fmla="*/ 3390 w 76852"/>
                <a:gd name="csY8" fmla="*/ 101173 h 102398"/>
                <a:gd name="csX9" fmla="*/ 1043 w 76852"/>
                <a:gd name="csY9" fmla="*/ 102309 h 102398"/>
                <a:gd name="csX10" fmla="*/ 74 w 76852"/>
                <a:gd name="csY10" fmla="*/ 99925 h 102398"/>
                <a:gd name="csX11" fmla="*/ 0 w 76852"/>
                <a:gd name="csY11" fmla="*/ 94821 h 102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852" h="102398">
                  <a:moveTo>
                    <a:pt x="0" y="94821"/>
                  </a:moveTo>
                  <a:cubicBezTo>
                    <a:pt x="9295" y="76288"/>
                    <a:pt x="20601" y="58984"/>
                    <a:pt x="33044" y="42462"/>
                  </a:cubicBezTo>
                  <a:cubicBezTo>
                    <a:pt x="44145" y="27747"/>
                    <a:pt x="55638" y="13311"/>
                    <a:pt x="70092" y="1595"/>
                  </a:cubicBezTo>
                  <a:cubicBezTo>
                    <a:pt x="70819" y="1017"/>
                    <a:pt x="71638" y="552"/>
                    <a:pt x="72420" y="49"/>
                  </a:cubicBezTo>
                  <a:cubicBezTo>
                    <a:pt x="76928" y="-342"/>
                    <a:pt x="77841" y="1632"/>
                    <a:pt x="75866" y="5413"/>
                  </a:cubicBezTo>
                  <a:cubicBezTo>
                    <a:pt x="75084" y="6903"/>
                    <a:pt x="74451" y="8617"/>
                    <a:pt x="73277" y="9735"/>
                  </a:cubicBezTo>
                  <a:cubicBezTo>
                    <a:pt x="65827" y="16906"/>
                    <a:pt x="59121" y="24729"/>
                    <a:pt x="52676" y="32776"/>
                  </a:cubicBezTo>
                  <a:cubicBezTo>
                    <a:pt x="38464" y="50508"/>
                    <a:pt x="22352" y="66937"/>
                    <a:pt x="13448" y="88451"/>
                  </a:cubicBezTo>
                  <a:cubicBezTo>
                    <a:pt x="11325" y="93573"/>
                    <a:pt x="6352" y="96609"/>
                    <a:pt x="3390" y="101173"/>
                  </a:cubicBezTo>
                  <a:cubicBezTo>
                    <a:pt x="2924" y="101899"/>
                    <a:pt x="2105" y="102663"/>
                    <a:pt x="1043" y="102309"/>
                  </a:cubicBezTo>
                  <a:cubicBezTo>
                    <a:pt x="-112" y="101918"/>
                    <a:pt x="112" y="100819"/>
                    <a:pt x="74" y="99925"/>
                  </a:cubicBezTo>
                  <a:cubicBezTo>
                    <a:pt x="0" y="98211"/>
                    <a:pt x="19" y="96516"/>
                    <a:pt x="0" y="94821"/>
                  </a:cubicBezTo>
                  <a:close/>
                </a:path>
              </a:pathLst>
            </a:custGeom>
            <a:solidFill>
              <a:srgbClr val="9DC8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067F2E85-12CB-88DF-5DD8-E83C6283E1DA}"/>
                </a:ext>
              </a:extLst>
            </p:cNvPr>
            <p:cNvSpPr/>
            <p:nvPr/>
          </p:nvSpPr>
          <p:spPr>
            <a:xfrm>
              <a:off x="1574704" y="5263096"/>
              <a:ext cx="133552" cy="167828"/>
            </a:xfrm>
            <a:custGeom>
              <a:avLst/>
              <a:gdLst>
                <a:gd name="csX0" fmla="*/ 128299 w 133552"/>
                <a:gd name="csY0" fmla="*/ 149 h 167828"/>
                <a:gd name="csX1" fmla="*/ 133552 w 133552"/>
                <a:gd name="csY1" fmla="*/ 466 h 167828"/>
                <a:gd name="csX2" fmla="*/ 128765 w 133552"/>
                <a:gd name="csY2" fmla="*/ 8270 h 167828"/>
                <a:gd name="csX3" fmla="*/ 87265 w 133552"/>
                <a:gd name="csY3" fmla="*/ 47032 h 167828"/>
                <a:gd name="csX4" fmla="*/ 77635 w 133552"/>
                <a:gd name="csY4" fmla="*/ 60089 h 167828"/>
                <a:gd name="csX5" fmla="*/ 31031 w 133552"/>
                <a:gd name="csY5" fmla="*/ 126754 h 167828"/>
                <a:gd name="csX6" fmla="*/ 15962 w 133552"/>
                <a:gd name="csY6" fmla="*/ 153092 h 167828"/>
                <a:gd name="csX7" fmla="*/ 7990 w 133552"/>
                <a:gd name="csY7" fmla="*/ 164585 h 167828"/>
                <a:gd name="csX8" fmla="*/ 3277 w 133552"/>
                <a:gd name="csY8" fmla="*/ 167658 h 167828"/>
                <a:gd name="csX9" fmla="*/ 781 w 133552"/>
                <a:gd name="csY9" fmla="*/ 162368 h 167828"/>
                <a:gd name="csX10" fmla="*/ 763 w 133552"/>
                <a:gd name="csY10" fmla="*/ 159556 h 167828"/>
                <a:gd name="csX11" fmla="*/ 1433 w 133552"/>
                <a:gd name="csY11" fmla="*/ 153875 h 167828"/>
                <a:gd name="csX12" fmla="*/ 32856 w 133552"/>
                <a:gd name="csY12" fmla="*/ 101646 h 167828"/>
                <a:gd name="csX13" fmla="*/ 39469 w 133552"/>
                <a:gd name="csY13" fmla="*/ 92630 h 167828"/>
                <a:gd name="csX14" fmla="*/ 71581 w 133552"/>
                <a:gd name="csY14" fmla="*/ 53589 h 167828"/>
                <a:gd name="csX15" fmla="*/ 99912 w 133552"/>
                <a:gd name="csY15" fmla="*/ 23134 h 167828"/>
                <a:gd name="csX16" fmla="*/ 122842 w 133552"/>
                <a:gd name="csY16" fmla="*/ 2366 h 167828"/>
                <a:gd name="csX17" fmla="*/ 128299 w 133552"/>
                <a:gd name="csY17" fmla="*/ 149 h 16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3552" h="167828">
                  <a:moveTo>
                    <a:pt x="128299" y="149"/>
                  </a:moveTo>
                  <a:cubicBezTo>
                    <a:pt x="129938" y="242"/>
                    <a:pt x="131596" y="354"/>
                    <a:pt x="133552" y="466"/>
                  </a:cubicBezTo>
                  <a:cubicBezTo>
                    <a:pt x="132621" y="3763"/>
                    <a:pt x="131019" y="6407"/>
                    <a:pt x="128765" y="8270"/>
                  </a:cubicBezTo>
                  <a:cubicBezTo>
                    <a:pt x="114199" y="20415"/>
                    <a:pt x="101179" y="34180"/>
                    <a:pt x="87265" y="47032"/>
                  </a:cubicBezTo>
                  <a:cubicBezTo>
                    <a:pt x="83372" y="50627"/>
                    <a:pt x="80745" y="55656"/>
                    <a:pt x="77635" y="60089"/>
                  </a:cubicBezTo>
                  <a:cubicBezTo>
                    <a:pt x="62044" y="82274"/>
                    <a:pt x="46286" y="104346"/>
                    <a:pt x="31031" y="126754"/>
                  </a:cubicBezTo>
                  <a:cubicBezTo>
                    <a:pt x="25350" y="135099"/>
                    <a:pt x="20693" y="144152"/>
                    <a:pt x="15962" y="153092"/>
                  </a:cubicBezTo>
                  <a:cubicBezTo>
                    <a:pt x="13745" y="157302"/>
                    <a:pt x="11138" y="161065"/>
                    <a:pt x="7990" y="164585"/>
                  </a:cubicBezTo>
                  <a:cubicBezTo>
                    <a:pt x="6593" y="166150"/>
                    <a:pt x="5531" y="168478"/>
                    <a:pt x="3277" y="167658"/>
                  </a:cubicBezTo>
                  <a:cubicBezTo>
                    <a:pt x="1284" y="166932"/>
                    <a:pt x="856" y="164510"/>
                    <a:pt x="781" y="162368"/>
                  </a:cubicBezTo>
                  <a:cubicBezTo>
                    <a:pt x="744" y="161437"/>
                    <a:pt x="763" y="160487"/>
                    <a:pt x="763" y="159556"/>
                  </a:cubicBezTo>
                  <a:cubicBezTo>
                    <a:pt x="-970" y="157432"/>
                    <a:pt x="688" y="155644"/>
                    <a:pt x="1433" y="153875"/>
                  </a:cubicBezTo>
                  <a:cubicBezTo>
                    <a:pt x="9219" y="134857"/>
                    <a:pt x="20972" y="118205"/>
                    <a:pt x="32856" y="101646"/>
                  </a:cubicBezTo>
                  <a:cubicBezTo>
                    <a:pt x="35017" y="98628"/>
                    <a:pt x="36712" y="95219"/>
                    <a:pt x="39469" y="92630"/>
                  </a:cubicBezTo>
                  <a:cubicBezTo>
                    <a:pt x="49844" y="79349"/>
                    <a:pt x="60275" y="66143"/>
                    <a:pt x="71581" y="53589"/>
                  </a:cubicBezTo>
                  <a:cubicBezTo>
                    <a:pt x="80857" y="43270"/>
                    <a:pt x="90077" y="32932"/>
                    <a:pt x="99912" y="23134"/>
                  </a:cubicBezTo>
                  <a:cubicBezTo>
                    <a:pt x="107233" y="15833"/>
                    <a:pt x="115056" y="9127"/>
                    <a:pt x="122842" y="2366"/>
                  </a:cubicBezTo>
                  <a:cubicBezTo>
                    <a:pt x="124388" y="1024"/>
                    <a:pt x="125934" y="-484"/>
                    <a:pt x="128299" y="149"/>
                  </a:cubicBezTo>
                  <a:close/>
                </a:path>
              </a:pathLst>
            </a:custGeom>
            <a:solidFill>
              <a:srgbClr val="A1CA4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586E0B21-28F3-5DF4-7C0C-97C165516CE0}"/>
                </a:ext>
              </a:extLst>
            </p:cNvPr>
            <p:cNvSpPr/>
            <p:nvPr/>
          </p:nvSpPr>
          <p:spPr>
            <a:xfrm>
              <a:off x="1613686" y="5252296"/>
              <a:ext cx="100735" cy="103811"/>
            </a:xfrm>
            <a:custGeom>
              <a:avLst/>
              <a:gdLst>
                <a:gd name="csX0" fmla="*/ 89318 w 100735"/>
                <a:gd name="csY0" fmla="*/ 10949 h 103811"/>
                <a:gd name="csX1" fmla="*/ 44912 w 100735"/>
                <a:gd name="csY1" fmla="*/ 52225 h 103811"/>
                <a:gd name="csX2" fmla="*/ 1437 w 100735"/>
                <a:gd name="csY2" fmla="*/ 103747 h 103811"/>
                <a:gd name="csX3" fmla="*/ 77 w 100735"/>
                <a:gd name="csY3" fmla="*/ 102387 h 103811"/>
                <a:gd name="csX4" fmla="*/ 74882 w 100735"/>
                <a:gd name="csY4" fmla="*/ 18921 h 103811"/>
                <a:gd name="csX5" fmla="*/ 96470 w 100735"/>
                <a:gd name="csY5" fmla="*/ 1132 h 103811"/>
                <a:gd name="csX6" fmla="*/ 100736 w 100735"/>
                <a:gd name="csY6" fmla="*/ 630 h 103811"/>
                <a:gd name="csX7" fmla="*/ 89318 w 100735"/>
                <a:gd name="csY7" fmla="*/ 10949 h 103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0735" h="103811">
                  <a:moveTo>
                    <a:pt x="89318" y="10949"/>
                  </a:moveTo>
                  <a:cubicBezTo>
                    <a:pt x="72926" y="23000"/>
                    <a:pt x="58658" y="37361"/>
                    <a:pt x="44912" y="52225"/>
                  </a:cubicBezTo>
                  <a:cubicBezTo>
                    <a:pt x="29656" y="68729"/>
                    <a:pt x="15277" y="86014"/>
                    <a:pt x="1437" y="103747"/>
                  </a:cubicBezTo>
                  <a:cubicBezTo>
                    <a:pt x="282" y="103989"/>
                    <a:pt x="-202" y="103560"/>
                    <a:pt x="77" y="102387"/>
                  </a:cubicBezTo>
                  <a:cubicBezTo>
                    <a:pt x="22280" y="72119"/>
                    <a:pt x="47445" y="44495"/>
                    <a:pt x="74882" y="18921"/>
                  </a:cubicBezTo>
                  <a:cubicBezTo>
                    <a:pt x="81699" y="12569"/>
                    <a:pt x="88610" y="6255"/>
                    <a:pt x="96470" y="1132"/>
                  </a:cubicBezTo>
                  <a:cubicBezTo>
                    <a:pt x="97811" y="257"/>
                    <a:pt x="98873" y="-637"/>
                    <a:pt x="100736" y="630"/>
                  </a:cubicBezTo>
                  <a:cubicBezTo>
                    <a:pt x="97960" y="5230"/>
                    <a:pt x="92615" y="7018"/>
                    <a:pt x="89318" y="10949"/>
                  </a:cubicBezTo>
                  <a:close/>
                </a:path>
              </a:pathLst>
            </a:custGeom>
            <a:solidFill>
              <a:srgbClr val="46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6B9F8A85-E94A-B97B-0401-CD2B0336741E}"/>
                </a:ext>
              </a:extLst>
            </p:cNvPr>
            <p:cNvSpPr/>
            <p:nvPr/>
          </p:nvSpPr>
          <p:spPr>
            <a:xfrm>
              <a:off x="1570678" y="5354683"/>
              <a:ext cx="44463" cy="80243"/>
            </a:xfrm>
            <a:custGeom>
              <a:avLst/>
              <a:gdLst>
                <a:gd name="csX0" fmla="*/ 43104 w 44463"/>
                <a:gd name="csY0" fmla="*/ 0 h 80243"/>
                <a:gd name="csX1" fmla="*/ 44464 w 44463"/>
                <a:gd name="csY1" fmla="*/ 1360 h 80243"/>
                <a:gd name="csX2" fmla="*/ 12705 w 44463"/>
                <a:gd name="csY2" fmla="*/ 49528 h 80243"/>
                <a:gd name="csX3" fmla="*/ 4826 w 44463"/>
                <a:gd name="csY3" fmla="*/ 67969 h 80243"/>
                <a:gd name="csX4" fmla="*/ 4621 w 44463"/>
                <a:gd name="csY4" fmla="*/ 80243 h 80243"/>
                <a:gd name="csX5" fmla="*/ 766 w 44463"/>
                <a:gd name="csY5" fmla="*/ 70912 h 80243"/>
                <a:gd name="csX6" fmla="*/ 41819 w 44463"/>
                <a:gd name="csY6" fmla="*/ 1062 h 80243"/>
                <a:gd name="csX7" fmla="*/ 43104 w 44463"/>
                <a:gd name="csY7" fmla="*/ 0 h 80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4463" h="80243">
                  <a:moveTo>
                    <a:pt x="43104" y="0"/>
                  </a:moveTo>
                  <a:cubicBezTo>
                    <a:pt x="43551" y="447"/>
                    <a:pt x="43998" y="913"/>
                    <a:pt x="44464" y="1360"/>
                  </a:cubicBezTo>
                  <a:cubicBezTo>
                    <a:pt x="33455" y="17136"/>
                    <a:pt x="21777" y="32466"/>
                    <a:pt x="12705" y="49528"/>
                  </a:cubicBezTo>
                  <a:cubicBezTo>
                    <a:pt x="9557" y="55433"/>
                    <a:pt x="6223" y="61300"/>
                    <a:pt x="4826" y="67969"/>
                  </a:cubicBezTo>
                  <a:cubicBezTo>
                    <a:pt x="2572" y="71768"/>
                    <a:pt x="3709" y="75792"/>
                    <a:pt x="4621" y="80243"/>
                  </a:cubicBezTo>
                  <a:cubicBezTo>
                    <a:pt x="-948" y="78306"/>
                    <a:pt x="-408" y="74153"/>
                    <a:pt x="766" y="70912"/>
                  </a:cubicBezTo>
                  <a:cubicBezTo>
                    <a:pt x="10098" y="45095"/>
                    <a:pt x="25725" y="22929"/>
                    <a:pt x="41819" y="1062"/>
                  </a:cubicBezTo>
                  <a:cubicBezTo>
                    <a:pt x="42135" y="633"/>
                    <a:pt x="42657" y="354"/>
                    <a:pt x="43104" y="0"/>
                  </a:cubicBezTo>
                  <a:close/>
                </a:path>
              </a:pathLst>
            </a:custGeom>
            <a:solidFill>
              <a:srgbClr val="5C74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3E86E932-4B5E-633B-BE3C-74ABD0833ED4}"/>
                </a:ext>
              </a:extLst>
            </p:cNvPr>
            <p:cNvSpPr/>
            <p:nvPr/>
          </p:nvSpPr>
          <p:spPr>
            <a:xfrm>
              <a:off x="1951267" y="5249309"/>
              <a:ext cx="82415" cy="100510"/>
            </a:xfrm>
            <a:custGeom>
              <a:avLst/>
              <a:gdLst>
                <a:gd name="csX0" fmla="*/ 81950 w 82415"/>
                <a:gd name="csY0" fmla="*/ 96414 h 100510"/>
                <a:gd name="csX1" fmla="*/ 75487 w 82415"/>
                <a:gd name="csY1" fmla="*/ 98780 h 100510"/>
                <a:gd name="csX2" fmla="*/ 59803 w 82415"/>
                <a:gd name="csY2" fmla="*/ 82202 h 100510"/>
                <a:gd name="csX3" fmla="*/ 42182 w 82415"/>
                <a:gd name="csY3" fmla="*/ 62626 h 100510"/>
                <a:gd name="csX4" fmla="*/ 15993 w 82415"/>
                <a:gd name="csY4" fmla="*/ 32096 h 100510"/>
                <a:gd name="csX5" fmla="*/ 1539 w 82415"/>
                <a:gd name="csY5" fmla="*/ 11514 h 100510"/>
                <a:gd name="csX6" fmla="*/ 3942 w 82415"/>
                <a:gd name="csY6" fmla="*/ 413 h 100510"/>
                <a:gd name="csX7" fmla="*/ 14801 w 82415"/>
                <a:gd name="csY7" fmla="*/ 4734 h 100510"/>
                <a:gd name="csX8" fmla="*/ 45405 w 82415"/>
                <a:gd name="csY8" fmla="*/ 33717 h 100510"/>
                <a:gd name="csX9" fmla="*/ 79156 w 82415"/>
                <a:gd name="csY9" fmla="*/ 84810 h 100510"/>
                <a:gd name="csX10" fmla="*/ 81950 w 82415"/>
                <a:gd name="csY10" fmla="*/ 96414 h 10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415" h="100510">
                  <a:moveTo>
                    <a:pt x="81950" y="96414"/>
                  </a:moveTo>
                  <a:cubicBezTo>
                    <a:pt x="80926" y="100251"/>
                    <a:pt x="79659" y="102114"/>
                    <a:pt x="75487" y="98780"/>
                  </a:cubicBezTo>
                  <a:cubicBezTo>
                    <a:pt x="69470" y="93937"/>
                    <a:pt x="64180" y="88312"/>
                    <a:pt x="59803" y="82202"/>
                  </a:cubicBezTo>
                  <a:cubicBezTo>
                    <a:pt x="54606" y="74938"/>
                    <a:pt x="47826" y="69350"/>
                    <a:pt x="42182" y="62626"/>
                  </a:cubicBezTo>
                  <a:cubicBezTo>
                    <a:pt x="33558" y="52362"/>
                    <a:pt x="24562" y="42397"/>
                    <a:pt x="15993" y="32096"/>
                  </a:cubicBezTo>
                  <a:cubicBezTo>
                    <a:pt x="10629" y="25652"/>
                    <a:pt x="4855" y="19449"/>
                    <a:pt x="1539" y="11514"/>
                  </a:cubicBezTo>
                  <a:cubicBezTo>
                    <a:pt x="-1013" y="5367"/>
                    <a:pt x="-510" y="2722"/>
                    <a:pt x="3942" y="413"/>
                  </a:cubicBezTo>
                  <a:cubicBezTo>
                    <a:pt x="8766" y="-1245"/>
                    <a:pt x="11672" y="2480"/>
                    <a:pt x="14801" y="4734"/>
                  </a:cubicBezTo>
                  <a:cubicBezTo>
                    <a:pt x="26275" y="13023"/>
                    <a:pt x="36296" y="22858"/>
                    <a:pt x="45405" y="33717"/>
                  </a:cubicBezTo>
                  <a:cubicBezTo>
                    <a:pt x="58630" y="49475"/>
                    <a:pt x="70588" y="66034"/>
                    <a:pt x="79156" y="84810"/>
                  </a:cubicBezTo>
                  <a:cubicBezTo>
                    <a:pt x="80833" y="88423"/>
                    <a:pt x="83496" y="91963"/>
                    <a:pt x="81950" y="96414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8C6A917F-030B-580F-8E87-A268910E8AA0}"/>
                </a:ext>
              </a:extLst>
            </p:cNvPr>
            <p:cNvSpPr/>
            <p:nvPr/>
          </p:nvSpPr>
          <p:spPr>
            <a:xfrm>
              <a:off x="1957367" y="5240771"/>
              <a:ext cx="86194" cy="108027"/>
            </a:xfrm>
            <a:custGeom>
              <a:avLst/>
              <a:gdLst>
                <a:gd name="csX0" fmla="*/ 3 w 86194"/>
                <a:gd name="csY0" fmla="*/ 5859 h 108027"/>
                <a:gd name="csX1" fmla="*/ 8459 w 86194"/>
                <a:gd name="csY1" fmla="*/ 234 h 108027"/>
                <a:gd name="csX2" fmla="*/ 27253 w 86194"/>
                <a:gd name="csY2" fmla="*/ 9771 h 108027"/>
                <a:gd name="csX3" fmla="*/ 78141 w 86194"/>
                <a:gd name="csY3" fmla="*/ 81241 h 108027"/>
                <a:gd name="csX4" fmla="*/ 83599 w 86194"/>
                <a:gd name="csY4" fmla="*/ 94802 h 108027"/>
                <a:gd name="csX5" fmla="*/ 85778 w 86194"/>
                <a:gd name="csY5" fmla="*/ 101153 h 108027"/>
                <a:gd name="csX6" fmla="*/ 84791 w 86194"/>
                <a:gd name="csY6" fmla="*/ 107505 h 108027"/>
                <a:gd name="csX7" fmla="*/ 79278 w 86194"/>
                <a:gd name="csY7" fmla="*/ 105046 h 108027"/>
                <a:gd name="csX8" fmla="*/ 72255 w 86194"/>
                <a:gd name="csY8" fmla="*/ 91933 h 108027"/>
                <a:gd name="csX9" fmla="*/ 43831 w 86194"/>
                <a:gd name="csY9" fmla="*/ 48086 h 108027"/>
                <a:gd name="csX10" fmla="*/ 1716 w 86194"/>
                <a:gd name="csY10" fmla="*/ 8597 h 108027"/>
                <a:gd name="csX11" fmla="*/ 3 w 86194"/>
                <a:gd name="csY11" fmla="*/ 5859 h 108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194" h="108027">
                  <a:moveTo>
                    <a:pt x="3" y="5859"/>
                  </a:moveTo>
                  <a:cubicBezTo>
                    <a:pt x="599" y="1054"/>
                    <a:pt x="3355" y="-679"/>
                    <a:pt x="8459" y="234"/>
                  </a:cubicBezTo>
                  <a:cubicBezTo>
                    <a:pt x="15705" y="1519"/>
                    <a:pt x="21703" y="5319"/>
                    <a:pt x="27253" y="9771"/>
                  </a:cubicBezTo>
                  <a:cubicBezTo>
                    <a:pt x="50984" y="28751"/>
                    <a:pt x="67226" y="53115"/>
                    <a:pt x="78141" y="81241"/>
                  </a:cubicBezTo>
                  <a:cubicBezTo>
                    <a:pt x="79911" y="85786"/>
                    <a:pt x="81289" y="90462"/>
                    <a:pt x="83599" y="94802"/>
                  </a:cubicBezTo>
                  <a:cubicBezTo>
                    <a:pt x="84642" y="96757"/>
                    <a:pt x="85462" y="98974"/>
                    <a:pt x="85778" y="101153"/>
                  </a:cubicBezTo>
                  <a:cubicBezTo>
                    <a:pt x="86095" y="103277"/>
                    <a:pt x="86896" y="106015"/>
                    <a:pt x="84791" y="107505"/>
                  </a:cubicBezTo>
                  <a:cubicBezTo>
                    <a:pt x="82090" y="109405"/>
                    <a:pt x="81289" y="105549"/>
                    <a:pt x="79278" y="105046"/>
                  </a:cubicBezTo>
                  <a:cubicBezTo>
                    <a:pt x="74938" y="101768"/>
                    <a:pt x="74397" y="96366"/>
                    <a:pt x="72255" y="91933"/>
                  </a:cubicBezTo>
                  <a:cubicBezTo>
                    <a:pt x="64581" y="76119"/>
                    <a:pt x="54765" y="61795"/>
                    <a:pt x="43831" y="48086"/>
                  </a:cubicBezTo>
                  <a:cubicBezTo>
                    <a:pt x="31686" y="32849"/>
                    <a:pt x="18052" y="19308"/>
                    <a:pt x="1716" y="8597"/>
                  </a:cubicBezTo>
                  <a:cubicBezTo>
                    <a:pt x="822" y="7946"/>
                    <a:pt x="-53" y="7182"/>
                    <a:pt x="3" y="5859"/>
                  </a:cubicBezTo>
                  <a:close/>
                </a:path>
              </a:pathLst>
            </a:custGeom>
            <a:solidFill>
              <a:srgbClr val="97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346E09D8-5DB0-5ADC-AE6A-77B7E9EB6BF1}"/>
                </a:ext>
              </a:extLst>
            </p:cNvPr>
            <p:cNvSpPr/>
            <p:nvPr/>
          </p:nvSpPr>
          <p:spPr>
            <a:xfrm>
              <a:off x="1952209" y="5245596"/>
              <a:ext cx="85781" cy="107284"/>
            </a:xfrm>
            <a:custGeom>
              <a:avLst/>
              <a:gdLst>
                <a:gd name="csX0" fmla="*/ 5161 w 85781"/>
                <a:gd name="csY0" fmla="*/ 1034 h 107284"/>
                <a:gd name="csX1" fmla="*/ 84454 w 85781"/>
                <a:gd name="csY1" fmla="*/ 100202 h 107284"/>
                <a:gd name="csX2" fmla="*/ 84380 w 85781"/>
                <a:gd name="csY2" fmla="*/ 107224 h 107284"/>
                <a:gd name="csX3" fmla="*/ 81642 w 85781"/>
                <a:gd name="csY3" fmla="*/ 100984 h 107284"/>
                <a:gd name="csX4" fmla="*/ 80990 w 85781"/>
                <a:gd name="csY4" fmla="*/ 100128 h 107284"/>
                <a:gd name="csX5" fmla="*/ 61879 w 85781"/>
                <a:gd name="csY5" fmla="*/ 62632 h 107284"/>
                <a:gd name="csX6" fmla="*/ 13729 w 85781"/>
                <a:gd name="csY6" fmla="*/ 10030 h 107284"/>
                <a:gd name="csX7" fmla="*/ 3018 w 85781"/>
                <a:gd name="csY7" fmla="*/ 4126 h 107284"/>
                <a:gd name="csX8" fmla="*/ 1 w 85781"/>
                <a:gd name="csY8" fmla="*/ 643 h 107284"/>
                <a:gd name="csX9" fmla="*/ 5161 w 85781"/>
                <a:gd name="csY9" fmla="*/ 1034 h 107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781" h="107284">
                  <a:moveTo>
                    <a:pt x="5161" y="1034"/>
                  </a:moveTo>
                  <a:cubicBezTo>
                    <a:pt x="41836" y="25900"/>
                    <a:pt x="67225" y="59801"/>
                    <a:pt x="84454" y="100202"/>
                  </a:cubicBezTo>
                  <a:cubicBezTo>
                    <a:pt x="84268" y="102679"/>
                    <a:pt x="87584" y="106200"/>
                    <a:pt x="84380" y="107224"/>
                  </a:cubicBezTo>
                  <a:cubicBezTo>
                    <a:pt x="82387" y="107876"/>
                    <a:pt x="82834" y="103108"/>
                    <a:pt x="81642" y="100984"/>
                  </a:cubicBezTo>
                  <a:cubicBezTo>
                    <a:pt x="81474" y="100668"/>
                    <a:pt x="81213" y="100407"/>
                    <a:pt x="80990" y="100128"/>
                  </a:cubicBezTo>
                  <a:cubicBezTo>
                    <a:pt x="77115" y="86362"/>
                    <a:pt x="69776" y="74348"/>
                    <a:pt x="61879" y="62632"/>
                  </a:cubicBezTo>
                  <a:cubicBezTo>
                    <a:pt x="48449" y="42720"/>
                    <a:pt x="33007" y="24596"/>
                    <a:pt x="13729" y="10030"/>
                  </a:cubicBezTo>
                  <a:cubicBezTo>
                    <a:pt x="10469" y="7572"/>
                    <a:pt x="7358" y="4703"/>
                    <a:pt x="3018" y="4126"/>
                  </a:cubicBezTo>
                  <a:cubicBezTo>
                    <a:pt x="2478" y="2598"/>
                    <a:pt x="-55" y="2729"/>
                    <a:pt x="1" y="643"/>
                  </a:cubicBezTo>
                  <a:cubicBezTo>
                    <a:pt x="1957" y="-997"/>
                    <a:pt x="3484" y="1015"/>
                    <a:pt x="5161" y="1034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EE2E0F69-F8EA-F362-8779-21CAB8D02028}"/>
                </a:ext>
              </a:extLst>
            </p:cNvPr>
            <p:cNvSpPr/>
            <p:nvPr/>
          </p:nvSpPr>
          <p:spPr>
            <a:xfrm>
              <a:off x="2077269" y="5171807"/>
              <a:ext cx="11474" cy="1235"/>
            </a:xfrm>
            <a:custGeom>
              <a:avLst/>
              <a:gdLst>
                <a:gd name="csX0" fmla="*/ 0 w 11474"/>
                <a:gd name="csY0" fmla="*/ 0 h 1235"/>
                <a:gd name="csX1" fmla="*/ 11474 w 11474"/>
                <a:gd name="csY1" fmla="*/ 1025 h 1235"/>
                <a:gd name="csX2" fmla="*/ 0 w 11474"/>
                <a:gd name="csY2" fmla="*/ 0 h 1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74" h="1235">
                  <a:moveTo>
                    <a:pt x="0" y="0"/>
                  </a:moveTo>
                  <a:cubicBezTo>
                    <a:pt x="3837" y="130"/>
                    <a:pt x="7730" y="-335"/>
                    <a:pt x="11474" y="1025"/>
                  </a:cubicBezTo>
                  <a:cubicBezTo>
                    <a:pt x="7637" y="708"/>
                    <a:pt x="3651" y="2217"/>
                    <a:pt x="0" y="0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</p:grpSp>
      <p:grpSp>
        <p:nvGrpSpPr>
          <p:cNvPr id="922" name="Graphic 9">
            <a:extLst>
              <a:ext uri="{FF2B5EF4-FFF2-40B4-BE49-F238E27FC236}">
                <a16:creationId xmlns:a16="http://schemas.microsoft.com/office/drawing/2014/main" id="{B6528B0E-C086-1B66-E6FC-9CA2375A7ADF}"/>
              </a:ext>
            </a:extLst>
          </p:cNvPr>
          <p:cNvGrpSpPr/>
          <p:nvPr/>
        </p:nvGrpSpPr>
        <p:grpSpPr>
          <a:xfrm>
            <a:off x="2908665" y="5344428"/>
            <a:ext cx="509030" cy="415498"/>
            <a:chOff x="1505087" y="4809315"/>
            <a:chExt cx="842483" cy="687679"/>
          </a:xfrm>
        </p:grpSpPr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AE008201-70A7-D32F-FF15-B08D4C939B03}"/>
                </a:ext>
              </a:extLst>
            </p:cNvPr>
            <p:cNvSpPr/>
            <p:nvPr/>
          </p:nvSpPr>
          <p:spPr>
            <a:xfrm>
              <a:off x="1505087" y="4809315"/>
              <a:ext cx="842483" cy="687679"/>
            </a:xfrm>
            <a:custGeom>
              <a:avLst/>
              <a:gdLst>
                <a:gd name="csX0" fmla="*/ 320275 w 842483"/>
                <a:gd name="csY0" fmla="*/ 319221 h 687679"/>
                <a:gd name="csX1" fmla="*/ 309025 w 842483"/>
                <a:gd name="csY1" fmla="*/ 319799 h 687679"/>
                <a:gd name="csX2" fmla="*/ 302747 w 842483"/>
                <a:gd name="csY2" fmla="*/ 313633 h 687679"/>
                <a:gd name="csX3" fmla="*/ 303660 w 842483"/>
                <a:gd name="csY3" fmla="*/ 304693 h 687679"/>
                <a:gd name="csX4" fmla="*/ 299227 w 842483"/>
                <a:gd name="csY4" fmla="*/ 295789 h 687679"/>
                <a:gd name="csX5" fmla="*/ 269219 w 842483"/>
                <a:gd name="csY5" fmla="*/ 282844 h 687679"/>
                <a:gd name="csX6" fmla="*/ 260390 w 842483"/>
                <a:gd name="csY6" fmla="*/ 281167 h 687679"/>
                <a:gd name="csX7" fmla="*/ 257689 w 842483"/>
                <a:gd name="csY7" fmla="*/ 280199 h 687679"/>
                <a:gd name="csX8" fmla="*/ 267226 w 842483"/>
                <a:gd name="csY8" fmla="*/ 278094 h 687679"/>
                <a:gd name="csX9" fmla="*/ 294980 w 842483"/>
                <a:gd name="csY9" fmla="*/ 289084 h 687679"/>
                <a:gd name="csX10" fmla="*/ 296917 w 842483"/>
                <a:gd name="csY10" fmla="*/ 290238 h 687679"/>
                <a:gd name="csX11" fmla="*/ 309881 w 842483"/>
                <a:gd name="csY11" fmla="*/ 287314 h 687679"/>
                <a:gd name="csX12" fmla="*/ 315115 w 842483"/>
                <a:gd name="csY12" fmla="*/ 281745 h 687679"/>
                <a:gd name="csX13" fmla="*/ 331730 w 842483"/>
                <a:gd name="csY13" fmla="*/ 277684 h 687679"/>
                <a:gd name="csX14" fmla="*/ 369468 w 842483"/>
                <a:gd name="csY14" fmla="*/ 294280 h 687679"/>
                <a:gd name="csX15" fmla="*/ 374516 w 842483"/>
                <a:gd name="csY15" fmla="*/ 310821 h 687679"/>
                <a:gd name="csX16" fmla="*/ 380476 w 842483"/>
                <a:gd name="csY16" fmla="*/ 314826 h 687679"/>
                <a:gd name="csX17" fmla="*/ 417879 w 842483"/>
                <a:gd name="csY17" fmla="*/ 311864 h 687679"/>
                <a:gd name="csX18" fmla="*/ 442764 w 842483"/>
                <a:gd name="csY18" fmla="*/ 315012 h 687679"/>
                <a:gd name="csX19" fmla="*/ 470406 w 842483"/>
                <a:gd name="csY19" fmla="*/ 301042 h 687679"/>
                <a:gd name="csX20" fmla="*/ 492590 w 842483"/>
                <a:gd name="csY20" fmla="*/ 265968 h 687679"/>
                <a:gd name="csX21" fmla="*/ 494043 w 842483"/>
                <a:gd name="csY21" fmla="*/ 262317 h 687679"/>
                <a:gd name="csX22" fmla="*/ 478304 w 842483"/>
                <a:gd name="csY22" fmla="*/ 230652 h 687679"/>
                <a:gd name="csX23" fmla="*/ 454182 w 842483"/>
                <a:gd name="csY23" fmla="*/ 229124 h 687679"/>
                <a:gd name="csX24" fmla="*/ 452208 w 842483"/>
                <a:gd name="csY24" fmla="*/ 226535 h 687679"/>
                <a:gd name="csX25" fmla="*/ 468320 w 842483"/>
                <a:gd name="csY25" fmla="*/ 198819 h 687679"/>
                <a:gd name="csX26" fmla="*/ 466141 w 842483"/>
                <a:gd name="csY26" fmla="*/ 177286 h 687679"/>
                <a:gd name="csX27" fmla="*/ 454294 w 842483"/>
                <a:gd name="csY27" fmla="*/ 158064 h 687679"/>
                <a:gd name="csX28" fmla="*/ 450289 w 842483"/>
                <a:gd name="csY28" fmla="*/ 135879 h 687679"/>
                <a:gd name="csX29" fmla="*/ 463812 w 842483"/>
                <a:gd name="csY29" fmla="*/ 91138 h 687679"/>
                <a:gd name="csX30" fmla="*/ 492795 w 842483"/>
                <a:gd name="csY30" fmla="*/ 53270 h 687679"/>
                <a:gd name="csX31" fmla="*/ 529080 w 842483"/>
                <a:gd name="csY31" fmla="*/ 22797 h 687679"/>
                <a:gd name="csX32" fmla="*/ 575833 w 842483"/>
                <a:gd name="csY32" fmla="*/ 2624 h 687679"/>
                <a:gd name="csX33" fmla="*/ 638456 w 842483"/>
                <a:gd name="csY33" fmla="*/ 23579 h 687679"/>
                <a:gd name="csX34" fmla="*/ 645050 w 842483"/>
                <a:gd name="csY34" fmla="*/ 31291 h 687679"/>
                <a:gd name="csX35" fmla="*/ 655425 w 842483"/>
                <a:gd name="csY35" fmla="*/ 75641 h 687679"/>
                <a:gd name="csX36" fmla="*/ 607238 w 842483"/>
                <a:gd name="csY36" fmla="*/ 170711 h 687679"/>
                <a:gd name="csX37" fmla="*/ 574045 w 842483"/>
                <a:gd name="csY37" fmla="*/ 195988 h 687679"/>
                <a:gd name="csX38" fmla="*/ 537630 w 842483"/>
                <a:gd name="csY38" fmla="*/ 196286 h 687679"/>
                <a:gd name="csX39" fmla="*/ 515538 w 842483"/>
                <a:gd name="csY39" fmla="*/ 195596 h 687679"/>
                <a:gd name="csX40" fmla="*/ 481955 w 842483"/>
                <a:gd name="csY40" fmla="*/ 224281 h 687679"/>
                <a:gd name="csX41" fmla="*/ 483221 w 842483"/>
                <a:gd name="csY41" fmla="*/ 228100 h 687679"/>
                <a:gd name="csX42" fmla="*/ 500693 w 842483"/>
                <a:gd name="csY42" fmla="*/ 250415 h 687679"/>
                <a:gd name="csX43" fmla="*/ 500507 w 842483"/>
                <a:gd name="csY43" fmla="*/ 256543 h 687679"/>
                <a:gd name="csX44" fmla="*/ 487803 w 842483"/>
                <a:gd name="csY44" fmla="*/ 287780 h 687679"/>
                <a:gd name="csX45" fmla="*/ 432333 w 842483"/>
                <a:gd name="csY45" fmla="*/ 319650 h 687679"/>
                <a:gd name="csX46" fmla="*/ 414787 w 842483"/>
                <a:gd name="csY46" fmla="*/ 315627 h 687679"/>
                <a:gd name="csX47" fmla="*/ 399289 w 842483"/>
                <a:gd name="csY47" fmla="*/ 312888 h 687679"/>
                <a:gd name="csX48" fmla="*/ 387536 w 842483"/>
                <a:gd name="csY48" fmla="*/ 317452 h 687679"/>
                <a:gd name="csX49" fmla="*/ 408770 w 842483"/>
                <a:gd name="csY49" fmla="*/ 322928 h 687679"/>
                <a:gd name="csX50" fmla="*/ 454424 w 842483"/>
                <a:gd name="csY50" fmla="*/ 323841 h 687679"/>
                <a:gd name="csX51" fmla="*/ 497228 w 842483"/>
                <a:gd name="csY51" fmla="*/ 330751 h 687679"/>
                <a:gd name="csX52" fmla="*/ 522840 w 842483"/>
                <a:gd name="csY52" fmla="*/ 320265 h 687679"/>
                <a:gd name="csX53" fmla="*/ 546477 w 842483"/>
                <a:gd name="csY53" fmla="*/ 295398 h 687679"/>
                <a:gd name="csX54" fmla="*/ 587605 w 842483"/>
                <a:gd name="csY54" fmla="*/ 280832 h 687679"/>
                <a:gd name="csX55" fmla="*/ 665669 w 842483"/>
                <a:gd name="csY55" fmla="*/ 287985 h 687679"/>
                <a:gd name="csX56" fmla="*/ 752712 w 842483"/>
                <a:gd name="csY56" fmla="*/ 319911 h 687679"/>
                <a:gd name="csX57" fmla="*/ 817197 w 842483"/>
                <a:gd name="csY57" fmla="*/ 369532 h 687679"/>
                <a:gd name="csX58" fmla="*/ 840704 w 842483"/>
                <a:gd name="csY58" fmla="*/ 410883 h 687679"/>
                <a:gd name="csX59" fmla="*/ 834930 w 842483"/>
                <a:gd name="csY59" fmla="*/ 459201 h 687679"/>
                <a:gd name="csX60" fmla="*/ 803414 w 842483"/>
                <a:gd name="csY60" fmla="*/ 483471 h 687679"/>
                <a:gd name="csX61" fmla="*/ 679006 w 842483"/>
                <a:gd name="csY61" fmla="*/ 481609 h 687679"/>
                <a:gd name="csX62" fmla="*/ 578050 w 842483"/>
                <a:gd name="csY62" fmla="*/ 453184 h 687679"/>
                <a:gd name="csX63" fmla="*/ 553611 w 842483"/>
                <a:gd name="csY63" fmla="*/ 445957 h 687679"/>
                <a:gd name="csX64" fmla="*/ 561863 w 842483"/>
                <a:gd name="csY64" fmla="*/ 470135 h 687679"/>
                <a:gd name="csX65" fmla="*/ 572871 w 842483"/>
                <a:gd name="csY65" fmla="*/ 513255 h 687679"/>
                <a:gd name="csX66" fmla="*/ 570170 w 842483"/>
                <a:gd name="csY66" fmla="*/ 529628 h 687679"/>
                <a:gd name="csX67" fmla="*/ 550277 w 842483"/>
                <a:gd name="csY67" fmla="*/ 559449 h 687679"/>
                <a:gd name="csX68" fmla="*/ 464855 w 842483"/>
                <a:gd name="csY68" fmla="*/ 569843 h 687679"/>
                <a:gd name="csX69" fmla="*/ 411732 w 842483"/>
                <a:gd name="csY69" fmla="*/ 515863 h 687679"/>
                <a:gd name="csX70" fmla="*/ 414470 w 842483"/>
                <a:gd name="csY70" fmla="*/ 452551 h 687679"/>
                <a:gd name="csX71" fmla="*/ 420915 w 842483"/>
                <a:gd name="csY71" fmla="*/ 440630 h 687679"/>
                <a:gd name="csX72" fmla="*/ 422740 w 842483"/>
                <a:gd name="csY72" fmla="*/ 431391 h 687679"/>
                <a:gd name="csX73" fmla="*/ 414899 w 842483"/>
                <a:gd name="csY73" fmla="*/ 396187 h 687679"/>
                <a:gd name="csX74" fmla="*/ 408714 w 842483"/>
                <a:gd name="csY74" fmla="*/ 385979 h 687679"/>
                <a:gd name="csX75" fmla="*/ 406926 w 842483"/>
                <a:gd name="csY75" fmla="*/ 396652 h 687679"/>
                <a:gd name="csX76" fmla="*/ 366227 w 842483"/>
                <a:gd name="csY76" fmla="*/ 449552 h 687679"/>
                <a:gd name="csX77" fmla="*/ 347489 w 842483"/>
                <a:gd name="csY77" fmla="*/ 459964 h 687679"/>
                <a:gd name="csX78" fmla="*/ 324280 w 842483"/>
                <a:gd name="csY78" fmla="*/ 466465 h 687679"/>
                <a:gd name="csX79" fmla="*/ 299152 w 842483"/>
                <a:gd name="csY79" fmla="*/ 456872 h 687679"/>
                <a:gd name="csX80" fmla="*/ 279781 w 842483"/>
                <a:gd name="csY80" fmla="*/ 415111 h 687679"/>
                <a:gd name="csX81" fmla="*/ 279669 w 842483"/>
                <a:gd name="csY81" fmla="*/ 410585 h 687679"/>
                <a:gd name="csX82" fmla="*/ 276447 w 842483"/>
                <a:gd name="csY82" fmla="*/ 408592 h 687679"/>
                <a:gd name="csX83" fmla="*/ 245713 w 842483"/>
                <a:gd name="csY83" fmla="*/ 436607 h 687679"/>
                <a:gd name="csX84" fmla="*/ 245061 w 842483"/>
                <a:gd name="csY84" fmla="*/ 451266 h 687679"/>
                <a:gd name="csX85" fmla="*/ 260223 w 842483"/>
                <a:gd name="csY85" fmla="*/ 491928 h 687679"/>
                <a:gd name="csX86" fmla="*/ 267189 w 842483"/>
                <a:gd name="csY86" fmla="*/ 538718 h 687679"/>
                <a:gd name="csX87" fmla="*/ 262588 w 842483"/>
                <a:gd name="csY87" fmla="*/ 549484 h 687679"/>
                <a:gd name="csX88" fmla="*/ 201158 w 842483"/>
                <a:gd name="csY88" fmla="*/ 616074 h 687679"/>
                <a:gd name="csX89" fmla="*/ 170312 w 842483"/>
                <a:gd name="csY89" fmla="*/ 645746 h 687679"/>
                <a:gd name="csX90" fmla="*/ 134865 w 842483"/>
                <a:gd name="csY90" fmla="*/ 669123 h 687679"/>
                <a:gd name="csX91" fmla="*/ 74217 w 842483"/>
                <a:gd name="csY91" fmla="*/ 686148 h 687679"/>
                <a:gd name="csX92" fmla="*/ 29662 w 842483"/>
                <a:gd name="csY92" fmla="*/ 683708 h 687679"/>
                <a:gd name="csX93" fmla="*/ 14872 w 842483"/>
                <a:gd name="csY93" fmla="*/ 671973 h 687679"/>
                <a:gd name="csX94" fmla="*/ 269 w 842483"/>
                <a:gd name="csY94" fmla="*/ 625928 h 687679"/>
                <a:gd name="csX95" fmla="*/ 28079 w 842483"/>
                <a:gd name="csY95" fmla="*/ 528156 h 687679"/>
                <a:gd name="csX96" fmla="*/ 74645 w 842483"/>
                <a:gd name="csY96" fmla="*/ 467545 h 687679"/>
                <a:gd name="csX97" fmla="*/ 99661 w 842483"/>
                <a:gd name="csY97" fmla="*/ 439233 h 687679"/>
                <a:gd name="csX98" fmla="*/ 151350 w 842483"/>
                <a:gd name="csY98" fmla="*/ 415149 h 687679"/>
                <a:gd name="csX99" fmla="*/ 183406 w 842483"/>
                <a:gd name="csY99" fmla="*/ 415391 h 687679"/>
                <a:gd name="csX100" fmla="*/ 200841 w 842483"/>
                <a:gd name="csY100" fmla="*/ 415409 h 687679"/>
                <a:gd name="csX101" fmla="*/ 233959 w 842483"/>
                <a:gd name="csY101" fmla="*/ 404867 h 687679"/>
                <a:gd name="csX102" fmla="*/ 281550 w 842483"/>
                <a:gd name="csY102" fmla="*/ 371506 h 687679"/>
                <a:gd name="csX103" fmla="*/ 298277 w 842483"/>
                <a:gd name="csY103" fmla="*/ 354873 h 687679"/>
                <a:gd name="csX104" fmla="*/ 302617 w 842483"/>
                <a:gd name="csY104" fmla="*/ 351297 h 687679"/>
                <a:gd name="csX105" fmla="*/ 327893 w 842483"/>
                <a:gd name="csY105" fmla="*/ 318123 h 687679"/>
                <a:gd name="csX106" fmla="*/ 327577 w 842483"/>
                <a:gd name="csY106" fmla="*/ 316427 h 687679"/>
                <a:gd name="csX107" fmla="*/ 328936 w 842483"/>
                <a:gd name="csY107" fmla="*/ 315329 h 687679"/>
                <a:gd name="csX108" fmla="*/ 332308 w 842483"/>
                <a:gd name="csY108" fmla="*/ 318514 h 687679"/>
                <a:gd name="csX109" fmla="*/ 316922 w 842483"/>
                <a:gd name="csY109" fmla="*/ 345373 h 687679"/>
                <a:gd name="csX110" fmla="*/ 309006 w 842483"/>
                <a:gd name="csY110" fmla="*/ 352507 h 687679"/>
                <a:gd name="csX111" fmla="*/ 286058 w 842483"/>
                <a:gd name="csY111" fmla="*/ 386482 h 687679"/>
                <a:gd name="csX112" fmla="*/ 285425 w 842483"/>
                <a:gd name="csY112" fmla="*/ 427498 h 687679"/>
                <a:gd name="csX113" fmla="*/ 318859 w 842483"/>
                <a:gd name="csY113" fmla="*/ 461883 h 687679"/>
                <a:gd name="csX114" fmla="*/ 339740 w 842483"/>
                <a:gd name="csY114" fmla="*/ 458400 h 687679"/>
                <a:gd name="csX115" fmla="*/ 383848 w 842483"/>
                <a:gd name="csY115" fmla="*/ 430534 h 687679"/>
                <a:gd name="csX116" fmla="*/ 404673 w 842483"/>
                <a:gd name="csY116" fmla="*/ 383074 h 687679"/>
                <a:gd name="csX117" fmla="*/ 407932 w 842483"/>
                <a:gd name="csY117" fmla="*/ 347143 h 687679"/>
                <a:gd name="csX118" fmla="*/ 406870 w 842483"/>
                <a:gd name="csY118" fmla="*/ 338202 h 687679"/>
                <a:gd name="csX119" fmla="*/ 385841 w 842483"/>
                <a:gd name="csY119" fmla="*/ 322127 h 687679"/>
                <a:gd name="csX120" fmla="*/ 371778 w 842483"/>
                <a:gd name="csY120" fmla="*/ 321066 h 687679"/>
                <a:gd name="csX121" fmla="*/ 369543 w 842483"/>
                <a:gd name="csY121" fmla="*/ 317415 h 687679"/>
                <a:gd name="csX122" fmla="*/ 361477 w 842483"/>
                <a:gd name="csY122" fmla="*/ 292772 h 687679"/>
                <a:gd name="csX123" fmla="*/ 334785 w 842483"/>
                <a:gd name="csY123" fmla="*/ 282769 h 687679"/>
                <a:gd name="csX124" fmla="*/ 330892 w 842483"/>
                <a:gd name="csY124" fmla="*/ 283421 h 687679"/>
                <a:gd name="csX125" fmla="*/ 307032 w 842483"/>
                <a:gd name="csY125" fmla="*/ 308232 h 687679"/>
                <a:gd name="csX126" fmla="*/ 308354 w 842483"/>
                <a:gd name="csY126" fmla="*/ 315794 h 687679"/>
                <a:gd name="csX127" fmla="*/ 314687 w 842483"/>
                <a:gd name="csY127" fmla="*/ 316875 h 687679"/>
                <a:gd name="csX128" fmla="*/ 320275 w 842483"/>
                <a:gd name="csY128" fmla="*/ 319221 h 68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842483" h="687679">
                  <a:moveTo>
                    <a:pt x="320275" y="319221"/>
                  </a:moveTo>
                  <a:cubicBezTo>
                    <a:pt x="316531" y="319408"/>
                    <a:pt x="312769" y="319557"/>
                    <a:pt x="309025" y="319799"/>
                  </a:cubicBezTo>
                  <a:cubicBezTo>
                    <a:pt x="304573" y="320097"/>
                    <a:pt x="302803" y="317526"/>
                    <a:pt x="302747" y="313633"/>
                  </a:cubicBezTo>
                  <a:cubicBezTo>
                    <a:pt x="302710" y="310635"/>
                    <a:pt x="302673" y="307431"/>
                    <a:pt x="303660" y="304693"/>
                  </a:cubicBezTo>
                  <a:cubicBezTo>
                    <a:pt x="305467" y="299775"/>
                    <a:pt x="303511" y="297819"/>
                    <a:pt x="299227" y="295789"/>
                  </a:cubicBezTo>
                  <a:cubicBezTo>
                    <a:pt x="289373" y="291114"/>
                    <a:pt x="279594" y="286290"/>
                    <a:pt x="269219" y="282844"/>
                  </a:cubicBezTo>
                  <a:cubicBezTo>
                    <a:pt x="266332" y="281894"/>
                    <a:pt x="263426" y="281223"/>
                    <a:pt x="260390" y="281167"/>
                  </a:cubicBezTo>
                  <a:cubicBezTo>
                    <a:pt x="259124" y="281838"/>
                    <a:pt x="258155" y="281707"/>
                    <a:pt x="257689" y="280199"/>
                  </a:cubicBezTo>
                  <a:cubicBezTo>
                    <a:pt x="260111" y="276119"/>
                    <a:pt x="263892" y="277237"/>
                    <a:pt x="267226" y="278094"/>
                  </a:cubicBezTo>
                  <a:cubicBezTo>
                    <a:pt x="276931" y="280590"/>
                    <a:pt x="286058" y="284576"/>
                    <a:pt x="294980" y="289084"/>
                  </a:cubicBezTo>
                  <a:cubicBezTo>
                    <a:pt x="295651" y="289419"/>
                    <a:pt x="296265" y="289866"/>
                    <a:pt x="296917" y="290238"/>
                  </a:cubicBezTo>
                  <a:cubicBezTo>
                    <a:pt x="304536" y="294504"/>
                    <a:pt x="304983" y="294411"/>
                    <a:pt x="309881" y="287314"/>
                  </a:cubicBezTo>
                  <a:cubicBezTo>
                    <a:pt x="311073" y="284948"/>
                    <a:pt x="313029" y="283291"/>
                    <a:pt x="315115" y="281745"/>
                  </a:cubicBezTo>
                  <a:cubicBezTo>
                    <a:pt x="319809" y="277032"/>
                    <a:pt x="326124" y="278522"/>
                    <a:pt x="331730" y="277684"/>
                  </a:cubicBezTo>
                  <a:cubicBezTo>
                    <a:pt x="347619" y="275337"/>
                    <a:pt x="360658" y="279957"/>
                    <a:pt x="369468" y="294280"/>
                  </a:cubicBezTo>
                  <a:cubicBezTo>
                    <a:pt x="372635" y="299440"/>
                    <a:pt x="374125" y="304991"/>
                    <a:pt x="374516" y="310821"/>
                  </a:cubicBezTo>
                  <a:cubicBezTo>
                    <a:pt x="374814" y="315217"/>
                    <a:pt x="376323" y="316707"/>
                    <a:pt x="380476" y="314826"/>
                  </a:cubicBezTo>
                  <a:cubicBezTo>
                    <a:pt x="392453" y="307729"/>
                    <a:pt x="404859" y="307449"/>
                    <a:pt x="417879" y="311864"/>
                  </a:cubicBezTo>
                  <a:cubicBezTo>
                    <a:pt x="425870" y="314565"/>
                    <a:pt x="434010" y="316055"/>
                    <a:pt x="442764" y="315012"/>
                  </a:cubicBezTo>
                  <a:cubicBezTo>
                    <a:pt x="453903" y="313671"/>
                    <a:pt x="462303" y="308008"/>
                    <a:pt x="470406" y="301042"/>
                  </a:cubicBezTo>
                  <a:cubicBezTo>
                    <a:pt x="481396" y="291580"/>
                    <a:pt x="489349" y="280292"/>
                    <a:pt x="492590" y="265968"/>
                  </a:cubicBezTo>
                  <a:cubicBezTo>
                    <a:pt x="492870" y="264683"/>
                    <a:pt x="493298" y="263379"/>
                    <a:pt x="494043" y="262317"/>
                  </a:cubicBezTo>
                  <a:cubicBezTo>
                    <a:pt x="502258" y="250694"/>
                    <a:pt x="491082" y="232626"/>
                    <a:pt x="478304" y="230652"/>
                  </a:cubicBezTo>
                  <a:cubicBezTo>
                    <a:pt x="470220" y="229404"/>
                    <a:pt x="462192" y="230149"/>
                    <a:pt x="454182" y="229124"/>
                  </a:cubicBezTo>
                  <a:cubicBezTo>
                    <a:pt x="453046" y="228640"/>
                    <a:pt x="451686" y="228286"/>
                    <a:pt x="452208" y="226535"/>
                  </a:cubicBezTo>
                  <a:cubicBezTo>
                    <a:pt x="457460" y="217222"/>
                    <a:pt x="464520" y="208989"/>
                    <a:pt x="468320" y="198819"/>
                  </a:cubicBezTo>
                  <a:cubicBezTo>
                    <a:pt x="471170" y="191238"/>
                    <a:pt x="470536" y="184141"/>
                    <a:pt x="466141" y="177286"/>
                  </a:cubicBezTo>
                  <a:cubicBezTo>
                    <a:pt x="462080" y="170953"/>
                    <a:pt x="458280" y="164453"/>
                    <a:pt x="454294" y="158064"/>
                  </a:cubicBezTo>
                  <a:cubicBezTo>
                    <a:pt x="450010" y="151191"/>
                    <a:pt x="448278" y="143665"/>
                    <a:pt x="450289" y="135879"/>
                  </a:cubicBezTo>
                  <a:cubicBezTo>
                    <a:pt x="454182" y="120792"/>
                    <a:pt x="457609" y="105462"/>
                    <a:pt x="463812" y="91138"/>
                  </a:cubicBezTo>
                  <a:cubicBezTo>
                    <a:pt x="470238" y="76274"/>
                    <a:pt x="481265" y="64297"/>
                    <a:pt x="492795" y="53270"/>
                  </a:cubicBezTo>
                  <a:cubicBezTo>
                    <a:pt x="504176" y="42374"/>
                    <a:pt x="516824" y="32762"/>
                    <a:pt x="529080" y="22797"/>
                  </a:cubicBezTo>
                  <a:cubicBezTo>
                    <a:pt x="542733" y="11696"/>
                    <a:pt x="559311" y="7300"/>
                    <a:pt x="575833" y="2624"/>
                  </a:cubicBezTo>
                  <a:cubicBezTo>
                    <a:pt x="601612" y="-4659"/>
                    <a:pt x="621953" y="3500"/>
                    <a:pt x="638456" y="23579"/>
                  </a:cubicBezTo>
                  <a:cubicBezTo>
                    <a:pt x="640598" y="26187"/>
                    <a:pt x="642610" y="28981"/>
                    <a:pt x="645050" y="31291"/>
                  </a:cubicBezTo>
                  <a:cubicBezTo>
                    <a:pt x="658386" y="43808"/>
                    <a:pt x="656784" y="59845"/>
                    <a:pt x="655425" y="75641"/>
                  </a:cubicBezTo>
                  <a:cubicBezTo>
                    <a:pt x="652128" y="113714"/>
                    <a:pt x="633818" y="144522"/>
                    <a:pt x="607238" y="170711"/>
                  </a:cubicBezTo>
                  <a:cubicBezTo>
                    <a:pt x="597365" y="180434"/>
                    <a:pt x="585500" y="188053"/>
                    <a:pt x="574045" y="195988"/>
                  </a:cubicBezTo>
                  <a:cubicBezTo>
                    <a:pt x="561956" y="204351"/>
                    <a:pt x="549476" y="201874"/>
                    <a:pt x="537630" y="196286"/>
                  </a:cubicBezTo>
                  <a:cubicBezTo>
                    <a:pt x="529937" y="192653"/>
                    <a:pt x="522952" y="191964"/>
                    <a:pt x="515538" y="195596"/>
                  </a:cubicBezTo>
                  <a:cubicBezTo>
                    <a:pt x="501904" y="202265"/>
                    <a:pt x="490933" y="212118"/>
                    <a:pt x="481955" y="224281"/>
                  </a:cubicBezTo>
                  <a:cubicBezTo>
                    <a:pt x="480409" y="226368"/>
                    <a:pt x="480483" y="227206"/>
                    <a:pt x="483221" y="228100"/>
                  </a:cubicBezTo>
                  <a:cubicBezTo>
                    <a:pt x="493931" y="231602"/>
                    <a:pt x="498495" y="240189"/>
                    <a:pt x="500693" y="250415"/>
                  </a:cubicBezTo>
                  <a:cubicBezTo>
                    <a:pt x="501121" y="252370"/>
                    <a:pt x="501326" y="254848"/>
                    <a:pt x="500507" y="256543"/>
                  </a:cubicBezTo>
                  <a:cubicBezTo>
                    <a:pt x="495571" y="266694"/>
                    <a:pt x="494546" y="278615"/>
                    <a:pt x="487803" y="287780"/>
                  </a:cubicBezTo>
                  <a:cubicBezTo>
                    <a:pt x="474113" y="306406"/>
                    <a:pt x="457945" y="321419"/>
                    <a:pt x="432333" y="319650"/>
                  </a:cubicBezTo>
                  <a:cubicBezTo>
                    <a:pt x="426261" y="319240"/>
                    <a:pt x="420449" y="317694"/>
                    <a:pt x="414787" y="315627"/>
                  </a:cubicBezTo>
                  <a:cubicBezTo>
                    <a:pt x="409758" y="313801"/>
                    <a:pt x="404542" y="313280"/>
                    <a:pt x="399289" y="312888"/>
                  </a:cubicBezTo>
                  <a:cubicBezTo>
                    <a:pt x="395192" y="312590"/>
                    <a:pt x="391485" y="313708"/>
                    <a:pt x="387536" y="317452"/>
                  </a:cubicBezTo>
                  <a:cubicBezTo>
                    <a:pt x="395322" y="318458"/>
                    <a:pt x="401059" y="323021"/>
                    <a:pt x="408770" y="322928"/>
                  </a:cubicBezTo>
                  <a:cubicBezTo>
                    <a:pt x="423988" y="322742"/>
                    <a:pt x="439374" y="320991"/>
                    <a:pt x="454424" y="323841"/>
                  </a:cubicBezTo>
                  <a:cubicBezTo>
                    <a:pt x="468636" y="326523"/>
                    <a:pt x="482830" y="329243"/>
                    <a:pt x="497228" y="330751"/>
                  </a:cubicBezTo>
                  <a:cubicBezTo>
                    <a:pt x="507510" y="331832"/>
                    <a:pt x="515892" y="327734"/>
                    <a:pt x="522840" y="320265"/>
                  </a:cubicBezTo>
                  <a:cubicBezTo>
                    <a:pt x="530626" y="311883"/>
                    <a:pt x="538002" y="303016"/>
                    <a:pt x="546477" y="295398"/>
                  </a:cubicBezTo>
                  <a:cubicBezTo>
                    <a:pt x="557989" y="285060"/>
                    <a:pt x="572462" y="280590"/>
                    <a:pt x="587605" y="280832"/>
                  </a:cubicBezTo>
                  <a:cubicBezTo>
                    <a:pt x="613757" y="281260"/>
                    <a:pt x="639965" y="283309"/>
                    <a:pt x="665669" y="287985"/>
                  </a:cubicBezTo>
                  <a:cubicBezTo>
                    <a:pt x="696348" y="293573"/>
                    <a:pt x="725237" y="304898"/>
                    <a:pt x="752712" y="319911"/>
                  </a:cubicBezTo>
                  <a:cubicBezTo>
                    <a:pt x="776852" y="333117"/>
                    <a:pt x="798962" y="348875"/>
                    <a:pt x="817197" y="369532"/>
                  </a:cubicBezTo>
                  <a:cubicBezTo>
                    <a:pt x="827833" y="381583"/>
                    <a:pt x="836606" y="395013"/>
                    <a:pt x="840704" y="410883"/>
                  </a:cubicBezTo>
                  <a:cubicBezTo>
                    <a:pt x="845044" y="427722"/>
                    <a:pt x="840797" y="443219"/>
                    <a:pt x="834930" y="459201"/>
                  </a:cubicBezTo>
                  <a:cubicBezTo>
                    <a:pt x="829193" y="474847"/>
                    <a:pt x="817849" y="480435"/>
                    <a:pt x="803414" y="483471"/>
                  </a:cubicBezTo>
                  <a:cubicBezTo>
                    <a:pt x="761802" y="492244"/>
                    <a:pt x="720245" y="490531"/>
                    <a:pt x="679006" y="481609"/>
                  </a:cubicBezTo>
                  <a:cubicBezTo>
                    <a:pt x="644807" y="474214"/>
                    <a:pt x="611131" y="464751"/>
                    <a:pt x="578050" y="453184"/>
                  </a:cubicBezTo>
                  <a:cubicBezTo>
                    <a:pt x="570301" y="450483"/>
                    <a:pt x="562124" y="448881"/>
                    <a:pt x="553611" y="445957"/>
                  </a:cubicBezTo>
                  <a:cubicBezTo>
                    <a:pt x="556517" y="454395"/>
                    <a:pt x="559479" y="462181"/>
                    <a:pt x="561863" y="470135"/>
                  </a:cubicBezTo>
                  <a:cubicBezTo>
                    <a:pt x="566128" y="484347"/>
                    <a:pt x="570841" y="498466"/>
                    <a:pt x="572871" y="513255"/>
                  </a:cubicBezTo>
                  <a:cubicBezTo>
                    <a:pt x="573672" y="519048"/>
                    <a:pt x="572909" y="524413"/>
                    <a:pt x="570170" y="529628"/>
                  </a:cubicBezTo>
                  <a:cubicBezTo>
                    <a:pt x="564564" y="540264"/>
                    <a:pt x="560019" y="551757"/>
                    <a:pt x="550277" y="559449"/>
                  </a:cubicBezTo>
                  <a:cubicBezTo>
                    <a:pt x="524014" y="580144"/>
                    <a:pt x="496018" y="586626"/>
                    <a:pt x="464855" y="569843"/>
                  </a:cubicBezTo>
                  <a:cubicBezTo>
                    <a:pt x="441460" y="557233"/>
                    <a:pt x="422070" y="540543"/>
                    <a:pt x="411732" y="515863"/>
                  </a:cubicBezTo>
                  <a:cubicBezTo>
                    <a:pt x="402959" y="494889"/>
                    <a:pt x="403611" y="473227"/>
                    <a:pt x="414470" y="452551"/>
                  </a:cubicBezTo>
                  <a:cubicBezTo>
                    <a:pt x="416575" y="448546"/>
                    <a:pt x="418661" y="444542"/>
                    <a:pt x="420915" y="440630"/>
                  </a:cubicBezTo>
                  <a:cubicBezTo>
                    <a:pt x="422591" y="437724"/>
                    <a:pt x="423132" y="434632"/>
                    <a:pt x="422740" y="431391"/>
                  </a:cubicBezTo>
                  <a:cubicBezTo>
                    <a:pt x="421232" y="419414"/>
                    <a:pt x="418847" y="407605"/>
                    <a:pt x="414899" y="396187"/>
                  </a:cubicBezTo>
                  <a:cubicBezTo>
                    <a:pt x="413762" y="392927"/>
                    <a:pt x="411304" y="390133"/>
                    <a:pt x="408714" y="385979"/>
                  </a:cubicBezTo>
                  <a:cubicBezTo>
                    <a:pt x="407988" y="390338"/>
                    <a:pt x="407597" y="393523"/>
                    <a:pt x="406926" y="396652"/>
                  </a:cubicBezTo>
                  <a:cubicBezTo>
                    <a:pt x="401804" y="420774"/>
                    <a:pt x="386567" y="437184"/>
                    <a:pt x="366227" y="449552"/>
                  </a:cubicBezTo>
                  <a:cubicBezTo>
                    <a:pt x="360118" y="453259"/>
                    <a:pt x="353747" y="456518"/>
                    <a:pt x="347489" y="459964"/>
                  </a:cubicBezTo>
                  <a:cubicBezTo>
                    <a:pt x="340261" y="463932"/>
                    <a:pt x="332196" y="465329"/>
                    <a:pt x="324280" y="466465"/>
                  </a:cubicBezTo>
                  <a:cubicBezTo>
                    <a:pt x="314482" y="467881"/>
                    <a:pt x="306771" y="462311"/>
                    <a:pt x="299152" y="456872"/>
                  </a:cubicBezTo>
                  <a:cubicBezTo>
                    <a:pt x="284698" y="446553"/>
                    <a:pt x="280097" y="431875"/>
                    <a:pt x="279781" y="415111"/>
                  </a:cubicBezTo>
                  <a:cubicBezTo>
                    <a:pt x="279743" y="413603"/>
                    <a:pt x="279706" y="412094"/>
                    <a:pt x="279669" y="410585"/>
                  </a:cubicBezTo>
                  <a:cubicBezTo>
                    <a:pt x="279632" y="408257"/>
                    <a:pt x="279259" y="406878"/>
                    <a:pt x="276447" y="408592"/>
                  </a:cubicBezTo>
                  <a:cubicBezTo>
                    <a:pt x="264358" y="415912"/>
                    <a:pt x="254672" y="425915"/>
                    <a:pt x="245713" y="436607"/>
                  </a:cubicBezTo>
                  <a:cubicBezTo>
                    <a:pt x="242043" y="440965"/>
                    <a:pt x="243533" y="446441"/>
                    <a:pt x="245061" y="451266"/>
                  </a:cubicBezTo>
                  <a:cubicBezTo>
                    <a:pt x="249475" y="465050"/>
                    <a:pt x="254448" y="478610"/>
                    <a:pt x="260223" y="491928"/>
                  </a:cubicBezTo>
                  <a:cubicBezTo>
                    <a:pt x="266630" y="506736"/>
                    <a:pt x="269834" y="522382"/>
                    <a:pt x="267189" y="538718"/>
                  </a:cubicBezTo>
                  <a:cubicBezTo>
                    <a:pt x="266556" y="542685"/>
                    <a:pt x="264805" y="546094"/>
                    <a:pt x="262588" y="549484"/>
                  </a:cubicBezTo>
                  <a:cubicBezTo>
                    <a:pt x="245862" y="575152"/>
                    <a:pt x="222876" y="595008"/>
                    <a:pt x="201158" y="616074"/>
                  </a:cubicBezTo>
                  <a:cubicBezTo>
                    <a:pt x="190913" y="626002"/>
                    <a:pt x="179383" y="634589"/>
                    <a:pt x="170312" y="645746"/>
                  </a:cubicBezTo>
                  <a:cubicBezTo>
                    <a:pt x="160961" y="657239"/>
                    <a:pt x="148072" y="663759"/>
                    <a:pt x="134865" y="669123"/>
                  </a:cubicBezTo>
                  <a:cubicBezTo>
                    <a:pt x="115344" y="677058"/>
                    <a:pt x="95470" y="684378"/>
                    <a:pt x="74217" y="686148"/>
                  </a:cubicBezTo>
                  <a:cubicBezTo>
                    <a:pt x="59315" y="687377"/>
                    <a:pt x="44265" y="689817"/>
                    <a:pt x="29662" y="683708"/>
                  </a:cubicBezTo>
                  <a:cubicBezTo>
                    <a:pt x="23571" y="681156"/>
                    <a:pt x="18635" y="677430"/>
                    <a:pt x="14872" y="671973"/>
                  </a:cubicBezTo>
                  <a:cubicBezTo>
                    <a:pt x="5298" y="658096"/>
                    <a:pt x="1349" y="642822"/>
                    <a:pt x="269" y="625928"/>
                  </a:cubicBezTo>
                  <a:cubicBezTo>
                    <a:pt x="-2022" y="589829"/>
                    <a:pt x="10588" y="558276"/>
                    <a:pt x="28079" y="528156"/>
                  </a:cubicBezTo>
                  <a:cubicBezTo>
                    <a:pt x="40931" y="506009"/>
                    <a:pt x="55758" y="485203"/>
                    <a:pt x="74645" y="467545"/>
                  </a:cubicBezTo>
                  <a:cubicBezTo>
                    <a:pt x="83865" y="458921"/>
                    <a:pt x="91782" y="449105"/>
                    <a:pt x="99661" y="439233"/>
                  </a:cubicBezTo>
                  <a:cubicBezTo>
                    <a:pt x="112811" y="422748"/>
                    <a:pt x="130097" y="414553"/>
                    <a:pt x="151350" y="415149"/>
                  </a:cubicBezTo>
                  <a:cubicBezTo>
                    <a:pt x="162042" y="415447"/>
                    <a:pt x="172677" y="416881"/>
                    <a:pt x="183406" y="415391"/>
                  </a:cubicBezTo>
                  <a:cubicBezTo>
                    <a:pt x="189143" y="414609"/>
                    <a:pt x="194992" y="414571"/>
                    <a:pt x="200841" y="415409"/>
                  </a:cubicBezTo>
                  <a:cubicBezTo>
                    <a:pt x="213507" y="417235"/>
                    <a:pt x="224068" y="411572"/>
                    <a:pt x="233959" y="404867"/>
                  </a:cubicBezTo>
                  <a:cubicBezTo>
                    <a:pt x="249978" y="393989"/>
                    <a:pt x="265531" y="382403"/>
                    <a:pt x="281550" y="371506"/>
                  </a:cubicBezTo>
                  <a:cubicBezTo>
                    <a:pt x="288256" y="366943"/>
                    <a:pt x="292410" y="360107"/>
                    <a:pt x="298277" y="354873"/>
                  </a:cubicBezTo>
                  <a:cubicBezTo>
                    <a:pt x="299674" y="353625"/>
                    <a:pt x="300978" y="352079"/>
                    <a:pt x="302617" y="351297"/>
                  </a:cubicBezTo>
                  <a:cubicBezTo>
                    <a:pt x="316755" y="344554"/>
                    <a:pt x="320759" y="330155"/>
                    <a:pt x="327893" y="318123"/>
                  </a:cubicBezTo>
                  <a:cubicBezTo>
                    <a:pt x="327521" y="317601"/>
                    <a:pt x="327428" y="317042"/>
                    <a:pt x="327577" y="316427"/>
                  </a:cubicBezTo>
                  <a:cubicBezTo>
                    <a:pt x="327856" y="315869"/>
                    <a:pt x="328322" y="315496"/>
                    <a:pt x="328936" y="315329"/>
                  </a:cubicBezTo>
                  <a:cubicBezTo>
                    <a:pt x="331302" y="315086"/>
                    <a:pt x="332308" y="316260"/>
                    <a:pt x="332308" y="318514"/>
                  </a:cubicBezTo>
                  <a:cubicBezTo>
                    <a:pt x="328136" y="328013"/>
                    <a:pt x="322473" y="336675"/>
                    <a:pt x="316922" y="345373"/>
                  </a:cubicBezTo>
                  <a:cubicBezTo>
                    <a:pt x="315022" y="348335"/>
                    <a:pt x="312210" y="350812"/>
                    <a:pt x="309006" y="352507"/>
                  </a:cubicBezTo>
                  <a:cubicBezTo>
                    <a:pt x="295297" y="359753"/>
                    <a:pt x="288926" y="372363"/>
                    <a:pt x="286058" y="386482"/>
                  </a:cubicBezTo>
                  <a:cubicBezTo>
                    <a:pt x="283338" y="399931"/>
                    <a:pt x="283152" y="413808"/>
                    <a:pt x="285425" y="427498"/>
                  </a:cubicBezTo>
                  <a:cubicBezTo>
                    <a:pt x="288070" y="443517"/>
                    <a:pt x="302841" y="458791"/>
                    <a:pt x="318859" y="461883"/>
                  </a:cubicBezTo>
                  <a:cubicBezTo>
                    <a:pt x="326142" y="463299"/>
                    <a:pt x="333332" y="461026"/>
                    <a:pt x="339740" y="458400"/>
                  </a:cubicBezTo>
                  <a:cubicBezTo>
                    <a:pt x="355964" y="451713"/>
                    <a:pt x="371312" y="443275"/>
                    <a:pt x="383848" y="430534"/>
                  </a:cubicBezTo>
                  <a:cubicBezTo>
                    <a:pt x="396831" y="417328"/>
                    <a:pt x="403574" y="401607"/>
                    <a:pt x="404673" y="383074"/>
                  </a:cubicBezTo>
                  <a:cubicBezTo>
                    <a:pt x="405380" y="371078"/>
                    <a:pt x="408230" y="359250"/>
                    <a:pt x="407932" y="347143"/>
                  </a:cubicBezTo>
                  <a:cubicBezTo>
                    <a:pt x="407858" y="344125"/>
                    <a:pt x="407709" y="341126"/>
                    <a:pt x="406870" y="338202"/>
                  </a:cubicBezTo>
                  <a:cubicBezTo>
                    <a:pt x="403685" y="327287"/>
                    <a:pt x="397203" y="322202"/>
                    <a:pt x="385841" y="322127"/>
                  </a:cubicBezTo>
                  <a:cubicBezTo>
                    <a:pt x="381110" y="322090"/>
                    <a:pt x="376528" y="320786"/>
                    <a:pt x="371778" y="321066"/>
                  </a:cubicBezTo>
                  <a:cubicBezTo>
                    <a:pt x="370083" y="320432"/>
                    <a:pt x="369785" y="318942"/>
                    <a:pt x="369543" y="317415"/>
                  </a:cubicBezTo>
                  <a:cubicBezTo>
                    <a:pt x="368667" y="308623"/>
                    <a:pt x="367717" y="300148"/>
                    <a:pt x="361477" y="292772"/>
                  </a:cubicBezTo>
                  <a:cubicBezTo>
                    <a:pt x="354176" y="284148"/>
                    <a:pt x="345272" y="281856"/>
                    <a:pt x="334785" y="282769"/>
                  </a:cubicBezTo>
                  <a:cubicBezTo>
                    <a:pt x="333481" y="282881"/>
                    <a:pt x="332196" y="283253"/>
                    <a:pt x="330892" y="283421"/>
                  </a:cubicBezTo>
                  <a:cubicBezTo>
                    <a:pt x="316512" y="285228"/>
                    <a:pt x="308168" y="293852"/>
                    <a:pt x="307032" y="308232"/>
                  </a:cubicBezTo>
                  <a:cubicBezTo>
                    <a:pt x="306827" y="310821"/>
                    <a:pt x="306491" y="313522"/>
                    <a:pt x="308354" y="315794"/>
                  </a:cubicBezTo>
                  <a:cubicBezTo>
                    <a:pt x="310273" y="317396"/>
                    <a:pt x="312564" y="316577"/>
                    <a:pt x="314687" y="316875"/>
                  </a:cubicBezTo>
                  <a:cubicBezTo>
                    <a:pt x="316792" y="317173"/>
                    <a:pt x="319306" y="316390"/>
                    <a:pt x="320275" y="319221"/>
                  </a:cubicBezTo>
                  <a:close/>
                </a:path>
              </a:pathLst>
            </a:custGeom>
            <a:solidFill>
              <a:srgbClr val="32382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82CFBB59-0F98-1CD9-EF15-6245068CB541}"/>
                </a:ext>
              </a:extLst>
            </p:cNvPr>
            <p:cNvSpPr/>
            <p:nvPr/>
          </p:nvSpPr>
          <p:spPr>
            <a:xfrm>
              <a:off x="1687301" y="4813444"/>
              <a:ext cx="272564" cy="294707"/>
            </a:xfrm>
            <a:custGeom>
              <a:avLst/>
              <a:gdLst>
                <a:gd name="csX0" fmla="*/ 133367 w 272564"/>
                <a:gd name="csY0" fmla="*/ 279125 h 294707"/>
                <a:gd name="csX1" fmla="*/ 129008 w 272564"/>
                <a:gd name="csY1" fmla="*/ 283744 h 294707"/>
                <a:gd name="csX2" fmla="*/ 97715 w 272564"/>
                <a:gd name="csY2" fmla="*/ 262733 h 294707"/>
                <a:gd name="csX3" fmla="*/ 86037 w 272564"/>
                <a:gd name="csY3" fmla="*/ 232335 h 294707"/>
                <a:gd name="csX4" fmla="*/ 88253 w 272564"/>
                <a:gd name="csY4" fmla="*/ 217284 h 294707"/>
                <a:gd name="csX5" fmla="*/ 82777 w 272564"/>
                <a:gd name="csY5" fmla="*/ 196143 h 294707"/>
                <a:gd name="csX6" fmla="*/ 44965 w 272564"/>
                <a:gd name="csY6" fmla="*/ 165372 h 294707"/>
                <a:gd name="csX7" fmla="*/ 5327 w 272564"/>
                <a:gd name="csY7" fmla="*/ 160920 h 294707"/>
                <a:gd name="csX8" fmla="*/ 0 w 272564"/>
                <a:gd name="csY8" fmla="*/ 158405 h 294707"/>
                <a:gd name="csX9" fmla="*/ 21737 w 272564"/>
                <a:gd name="csY9" fmla="*/ 155220 h 294707"/>
                <a:gd name="csX10" fmla="*/ 53533 w 272564"/>
                <a:gd name="csY10" fmla="*/ 166005 h 294707"/>
                <a:gd name="csX11" fmla="*/ 75755 w 272564"/>
                <a:gd name="csY11" fmla="*/ 183179 h 294707"/>
                <a:gd name="csX12" fmla="*/ 89427 w 272564"/>
                <a:gd name="csY12" fmla="*/ 196646 h 294707"/>
                <a:gd name="csX13" fmla="*/ 93748 w 272564"/>
                <a:gd name="csY13" fmla="*/ 218849 h 294707"/>
                <a:gd name="csX14" fmla="*/ 90730 w 272564"/>
                <a:gd name="csY14" fmla="*/ 242356 h 294707"/>
                <a:gd name="csX15" fmla="*/ 95033 w 272564"/>
                <a:gd name="csY15" fmla="*/ 252973 h 294707"/>
                <a:gd name="csX16" fmla="*/ 118037 w 272564"/>
                <a:gd name="csY16" fmla="*/ 270240 h 294707"/>
                <a:gd name="csX17" fmla="*/ 121856 w 272564"/>
                <a:gd name="csY17" fmla="*/ 268694 h 294707"/>
                <a:gd name="csX18" fmla="*/ 136794 w 272564"/>
                <a:gd name="csY18" fmla="*/ 251892 h 294707"/>
                <a:gd name="csX19" fmla="*/ 158587 w 272564"/>
                <a:gd name="csY19" fmla="*/ 244051 h 294707"/>
                <a:gd name="csX20" fmla="*/ 160879 w 272564"/>
                <a:gd name="csY20" fmla="*/ 237494 h 294707"/>
                <a:gd name="csX21" fmla="*/ 151267 w 272564"/>
                <a:gd name="csY21" fmla="*/ 218979 h 294707"/>
                <a:gd name="csX22" fmla="*/ 136571 w 272564"/>
                <a:gd name="csY22" fmla="*/ 212534 h 294707"/>
                <a:gd name="csX23" fmla="*/ 113492 w 272564"/>
                <a:gd name="csY23" fmla="*/ 208958 h 294707"/>
                <a:gd name="csX24" fmla="*/ 89296 w 272564"/>
                <a:gd name="csY24" fmla="*/ 195677 h 294707"/>
                <a:gd name="csX25" fmla="*/ 77878 w 272564"/>
                <a:gd name="csY25" fmla="*/ 182341 h 294707"/>
                <a:gd name="csX26" fmla="*/ 55340 w 272564"/>
                <a:gd name="csY26" fmla="*/ 132421 h 294707"/>
                <a:gd name="csX27" fmla="*/ 46604 w 272564"/>
                <a:gd name="csY27" fmla="*/ 92206 h 294707"/>
                <a:gd name="csX28" fmla="*/ 50404 w 272564"/>
                <a:gd name="csY28" fmla="*/ 48694 h 294707"/>
                <a:gd name="csX29" fmla="*/ 58767 w 272564"/>
                <a:gd name="csY29" fmla="*/ 24759 h 294707"/>
                <a:gd name="csX30" fmla="*/ 94512 w 272564"/>
                <a:gd name="csY30" fmla="*/ 1346 h 294707"/>
                <a:gd name="csX31" fmla="*/ 162387 w 272564"/>
                <a:gd name="csY31" fmla="*/ 25467 h 294707"/>
                <a:gd name="csX32" fmla="*/ 194407 w 272564"/>
                <a:gd name="csY32" fmla="*/ 80900 h 294707"/>
                <a:gd name="csX33" fmla="*/ 202826 w 272564"/>
                <a:gd name="csY33" fmla="*/ 172673 h 294707"/>
                <a:gd name="csX34" fmla="*/ 191780 w 272564"/>
                <a:gd name="csY34" fmla="*/ 197708 h 294707"/>
                <a:gd name="csX35" fmla="*/ 183789 w 272564"/>
                <a:gd name="csY35" fmla="*/ 210653 h 294707"/>
                <a:gd name="csX36" fmla="*/ 182783 w 272564"/>
                <a:gd name="csY36" fmla="*/ 224828 h 294707"/>
                <a:gd name="csX37" fmla="*/ 202919 w 272564"/>
                <a:gd name="csY37" fmla="*/ 286762 h 294707"/>
                <a:gd name="csX38" fmla="*/ 204148 w 272564"/>
                <a:gd name="csY38" fmla="*/ 289444 h 294707"/>
                <a:gd name="csX39" fmla="*/ 207687 w 272564"/>
                <a:gd name="csY39" fmla="*/ 280261 h 294707"/>
                <a:gd name="csX40" fmla="*/ 221210 w 272564"/>
                <a:gd name="csY40" fmla="*/ 248149 h 294707"/>
                <a:gd name="csX41" fmla="*/ 270031 w 272564"/>
                <a:gd name="csY41" fmla="*/ 222444 h 294707"/>
                <a:gd name="csX42" fmla="*/ 272564 w 272564"/>
                <a:gd name="csY42" fmla="*/ 223953 h 294707"/>
                <a:gd name="csX43" fmla="*/ 267665 w 272564"/>
                <a:gd name="csY43" fmla="*/ 226784 h 294707"/>
                <a:gd name="csX44" fmla="*/ 219571 w 272564"/>
                <a:gd name="csY44" fmla="*/ 254891 h 294707"/>
                <a:gd name="csX45" fmla="*/ 211487 w 272564"/>
                <a:gd name="csY45" fmla="*/ 276796 h 294707"/>
                <a:gd name="csX46" fmla="*/ 206179 w 272564"/>
                <a:gd name="csY46" fmla="*/ 292610 h 294707"/>
                <a:gd name="csX47" fmla="*/ 202192 w 272564"/>
                <a:gd name="csY47" fmla="*/ 294622 h 294707"/>
                <a:gd name="csX48" fmla="*/ 198449 w 272564"/>
                <a:gd name="csY48" fmla="*/ 291828 h 294707"/>
                <a:gd name="csX49" fmla="*/ 181368 w 272564"/>
                <a:gd name="csY49" fmla="*/ 232111 h 294707"/>
                <a:gd name="csX50" fmla="*/ 183063 w 272564"/>
                <a:gd name="csY50" fmla="*/ 203053 h 294707"/>
                <a:gd name="csX51" fmla="*/ 199659 w 272564"/>
                <a:gd name="csY51" fmla="*/ 166582 h 294707"/>
                <a:gd name="csX52" fmla="*/ 198393 w 272564"/>
                <a:gd name="csY52" fmla="*/ 114297 h 294707"/>
                <a:gd name="csX53" fmla="*/ 161866 w 272564"/>
                <a:gd name="csY53" fmla="*/ 30906 h 294707"/>
                <a:gd name="csX54" fmla="*/ 85049 w 272564"/>
                <a:gd name="csY54" fmla="*/ 7306 h 294707"/>
                <a:gd name="csX55" fmla="*/ 59438 w 272564"/>
                <a:gd name="csY55" fmla="*/ 33123 h 294707"/>
                <a:gd name="csX56" fmla="*/ 50366 w 272564"/>
                <a:gd name="csY56" fmla="*/ 88853 h 294707"/>
                <a:gd name="csX57" fmla="*/ 60816 w 272564"/>
                <a:gd name="csY57" fmla="*/ 138475 h 294707"/>
                <a:gd name="csX58" fmla="*/ 76667 w 272564"/>
                <a:gd name="csY58" fmla="*/ 173232 h 294707"/>
                <a:gd name="csX59" fmla="*/ 108482 w 272564"/>
                <a:gd name="csY59" fmla="*/ 200110 h 294707"/>
                <a:gd name="csX60" fmla="*/ 111015 w 272564"/>
                <a:gd name="csY60" fmla="*/ 201340 h 294707"/>
                <a:gd name="csX61" fmla="*/ 138638 w 272564"/>
                <a:gd name="csY61" fmla="*/ 206779 h 294707"/>
                <a:gd name="csX62" fmla="*/ 153763 w 272564"/>
                <a:gd name="csY62" fmla="*/ 213056 h 294707"/>
                <a:gd name="csX63" fmla="*/ 161381 w 272564"/>
                <a:gd name="csY63" fmla="*/ 225554 h 294707"/>
                <a:gd name="csX64" fmla="*/ 177494 w 272564"/>
                <a:gd name="csY64" fmla="*/ 262193 h 294707"/>
                <a:gd name="csX65" fmla="*/ 175948 w 272564"/>
                <a:gd name="csY65" fmla="*/ 266999 h 294707"/>
                <a:gd name="csX66" fmla="*/ 172334 w 272564"/>
                <a:gd name="csY66" fmla="*/ 263199 h 294707"/>
                <a:gd name="csX67" fmla="*/ 167864 w 272564"/>
                <a:gd name="csY67" fmla="*/ 252265 h 294707"/>
                <a:gd name="csX68" fmla="*/ 160748 w 272564"/>
                <a:gd name="csY68" fmla="*/ 248838 h 294707"/>
                <a:gd name="csX69" fmla="*/ 136981 w 272564"/>
                <a:gd name="csY69" fmla="*/ 257536 h 294707"/>
                <a:gd name="csX70" fmla="*/ 127090 w 272564"/>
                <a:gd name="csY70" fmla="*/ 269066 h 294707"/>
                <a:gd name="csX71" fmla="*/ 131504 w 272564"/>
                <a:gd name="csY71" fmla="*/ 277877 h 294707"/>
                <a:gd name="csX72" fmla="*/ 133367 w 272564"/>
                <a:gd name="csY72" fmla="*/ 279125 h 294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</a:cxnLst>
              <a:rect l="l" t="t" r="r" b="b"/>
              <a:pathLst>
                <a:path w="272564" h="294707">
                  <a:moveTo>
                    <a:pt x="133367" y="279125"/>
                  </a:moveTo>
                  <a:cubicBezTo>
                    <a:pt x="131597" y="280354"/>
                    <a:pt x="129846" y="281621"/>
                    <a:pt x="129008" y="283744"/>
                  </a:cubicBezTo>
                  <a:cubicBezTo>
                    <a:pt x="118205" y="277299"/>
                    <a:pt x="108072" y="269867"/>
                    <a:pt x="97715" y="262733"/>
                  </a:cubicBezTo>
                  <a:cubicBezTo>
                    <a:pt x="86502" y="255003"/>
                    <a:pt x="83913" y="244777"/>
                    <a:pt x="86037" y="232335"/>
                  </a:cubicBezTo>
                  <a:cubicBezTo>
                    <a:pt x="86893" y="227343"/>
                    <a:pt x="87452" y="222295"/>
                    <a:pt x="88253" y="217284"/>
                  </a:cubicBezTo>
                  <a:cubicBezTo>
                    <a:pt x="89520" y="209331"/>
                    <a:pt x="87601" y="202364"/>
                    <a:pt x="82777" y="196143"/>
                  </a:cubicBezTo>
                  <a:cubicBezTo>
                    <a:pt x="72569" y="182955"/>
                    <a:pt x="58525" y="174499"/>
                    <a:pt x="44965" y="165372"/>
                  </a:cubicBezTo>
                  <a:cubicBezTo>
                    <a:pt x="32373" y="156897"/>
                    <a:pt x="18962" y="158722"/>
                    <a:pt x="5327" y="160920"/>
                  </a:cubicBezTo>
                  <a:cubicBezTo>
                    <a:pt x="3297" y="160622"/>
                    <a:pt x="726" y="161460"/>
                    <a:pt x="0" y="158405"/>
                  </a:cubicBezTo>
                  <a:cubicBezTo>
                    <a:pt x="7246" y="157325"/>
                    <a:pt x="14454" y="156021"/>
                    <a:pt x="21737" y="155220"/>
                  </a:cubicBezTo>
                  <a:cubicBezTo>
                    <a:pt x="33938" y="153898"/>
                    <a:pt x="43866" y="159616"/>
                    <a:pt x="53533" y="166005"/>
                  </a:cubicBezTo>
                  <a:cubicBezTo>
                    <a:pt x="61375" y="171183"/>
                    <a:pt x="68434" y="177349"/>
                    <a:pt x="75755" y="183179"/>
                  </a:cubicBezTo>
                  <a:cubicBezTo>
                    <a:pt x="82460" y="185489"/>
                    <a:pt x="85105" y="191915"/>
                    <a:pt x="89427" y="196646"/>
                  </a:cubicBezTo>
                  <a:cubicBezTo>
                    <a:pt x="93990" y="203426"/>
                    <a:pt x="94735" y="210933"/>
                    <a:pt x="93748" y="218849"/>
                  </a:cubicBezTo>
                  <a:cubicBezTo>
                    <a:pt x="92761" y="226691"/>
                    <a:pt x="90768" y="234383"/>
                    <a:pt x="90730" y="242356"/>
                  </a:cubicBezTo>
                  <a:cubicBezTo>
                    <a:pt x="90712" y="246584"/>
                    <a:pt x="91997" y="250011"/>
                    <a:pt x="95033" y="252973"/>
                  </a:cubicBezTo>
                  <a:cubicBezTo>
                    <a:pt x="101944" y="259753"/>
                    <a:pt x="110009" y="264968"/>
                    <a:pt x="118037" y="270240"/>
                  </a:cubicBezTo>
                  <a:cubicBezTo>
                    <a:pt x="120105" y="271600"/>
                    <a:pt x="121483" y="271581"/>
                    <a:pt x="121856" y="268694"/>
                  </a:cubicBezTo>
                  <a:cubicBezTo>
                    <a:pt x="122973" y="259678"/>
                    <a:pt x="129139" y="255134"/>
                    <a:pt x="136794" y="251892"/>
                  </a:cubicBezTo>
                  <a:cubicBezTo>
                    <a:pt x="143910" y="248875"/>
                    <a:pt x="151323" y="246677"/>
                    <a:pt x="158587" y="244051"/>
                  </a:cubicBezTo>
                  <a:cubicBezTo>
                    <a:pt x="162611" y="242598"/>
                    <a:pt x="162965" y="240921"/>
                    <a:pt x="160879" y="237494"/>
                  </a:cubicBezTo>
                  <a:cubicBezTo>
                    <a:pt x="157265" y="231552"/>
                    <a:pt x="155309" y="224735"/>
                    <a:pt x="151267" y="218979"/>
                  </a:cubicBezTo>
                  <a:cubicBezTo>
                    <a:pt x="147616" y="213782"/>
                    <a:pt x="143463" y="210597"/>
                    <a:pt x="136571" y="212534"/>
                  </a:cubicBezTo>
                  <a:cubicBezTo>
                    <a:pt x="128449" y="214825"/>
                    <a:pt x="120924" y="213727"/>
                    <a:pt x="113492" y="208958"/>
                  </a:cubicBezTo>
                  <a:cubicBezTo>
                    <a:pt x="105781" y="204003"/>
                    <a:pt x="96635" y="201452"/>
                    <a:pt x="89296" y="195677"/>
                  </a:cubicBezTo>
                  <a:cubicBezTo>
                    <a:pt x="85236" y="191449"/>
                    <a:pt x="81566" y="186886"/>
                    <a:pt x="77878" y="182341"/>
                  </a:cubicBezTo>
                  <a:cubicBezTo>
                    <a:pt x="65976" y="167700"/>
                    <a:pt x="60239" y="150154"/>
                    <a:pt x="55340" y="132421"/>
                  </a:cubicBezTo>
                  <a:cubicBezTo>
                    <a:pt x="51689" y="119215"/>
                    <a:pt x="48765" y="105748"/>
                    <a:pt x="46604" y="92206"/>
                  </a:cubicBezTo>
                  <a:cubicBezTo>
                    <a:pt x="44276" y="77547"/>
                    <a:pt x="46175" y="62944"/>
                    <a:pt x="50404" y="48694"/>
                  </a:cubicBezTo>
                  <a:cubicBezTo>
                    <a:pt x="52807" y="40592"/>
                    <a:pt x="55023" y="32415"/>
                    <a:pt x="58767" y="24759"/>
                  </a:cubicBezTo>
                  <a:cubicBezTo>
                    <a:pt x="66069" y="9895"/>
                    <a:pt x="79256" y="4084"/>
                    <a:pt x="94512" y="1346"/>
                  </a:cubicBezTo>
                  <a:cubicBezTo>
                    <a:pt x="121744" y="-3535"/>
                    <a:pt x="144915" y="4940"/>
                    <a:pt x="162387" y="25467"/>
                  </a:cubicBezTo>
                  <a:cubicBezTo>
                    <a:pt x="176246" y="41747"/>
                    <a:pt x="187161" y="60448"/>
                    <a:pt x="194407" y="80900"/>
                  </a:cubicBezTo>
                  <a:cubicBezTo>
                    <a:pt x="204986" y="110777"/>
                    <a:pt x="207687" y="141362"/>
                    <a:pt x="202826" y="172673"/>
                  </a:cubicBezTo>
                  <a:cubicBezTo>
                    <a:pt x="201373" y="182043"/>
                    <a:pt x="197070" y="190052"/>
                    <a:pt x="191780" y="197708"/>
                  </a:cubicBezTo>
                  <a:cubicBezTo>
                    <a:pt x="188893" y="201880"/>
                    <a:pt x="186155" y="206183"/>
                    <a:pt x="183789" y="210653"/>
                  </a:cubicBezTo>
                  <a:cubicBezTo>
                    <a:pt x="181405" y="215124"/>
                    <a:pt x="180343" y="220525"/>
                    <a:pt x="182783" y="224828"/>
                  </a:cubicBezTo>
                  <a:cubicBezTo>
                    <a:pt x="193736" y="244144"/>
                    <a:pt x="197312" y="265751"/>
                    <a:pt x="202919" y="286762"/>
                  </a:cubicBezTo>
                  <a:cubicBezTo>
                    <a:pt x="203142" y="287600"/>
                    <a:pt x="203645" y="288363"/>
                    <a:pt x="204148" y="289444"/>
                  </a:cubicBezTo>
                  <a:cubicBezTo>
                    <a:pt x="207780" y="287041"/>
                    <a:pt x="208209" y="283409"/>
                    <a:pt x="207687" y="280261"/>
                  </a:cubicBezTo>
                  <a:cubicBezTo>
                    <a:pt x="205415" y="266589"/>
                    <a:pt x="211059" y="256177"/>
                    <a:pt x="221210" y="248149"/>
                  </a:cubicBezTo>
                  <a:cubicBezTo>
                    <a:pt x="235814" y="236581"/>
                    <a:pt x="250734" y="225238"/>
                    <a:pt x="270031" y="222444"/>
                  </a:cubicBezTo>
                  <a:cubicBezTo>
                    <a:pt x="270515" y="223543"/>
                    <a:pt x="271521" y="223804"/>
                    <a:pt x="272564" y="223953"/>
                  </a:cubicBezTo>
                  <a:cubicBezTo>
                    <a:pt x="272042" y="226784"/>
                    <a:pt x="269491" y="226374"/>
                    <a:pt x="267665" y="226784"/>
                  </a:cubicBezTo>
                  <a:cubicBezTo>
                    <a:pt x="248685" y="231124"/>
                    <a:pt x="233597" y="242356"/>
                    <a:pt x="219571" y="254891"/>
                  </a:cubicBezTo>
                  <a:cubicBezTo>
                    <a:pt x="213536" y="260293"/>
                    <a:pt x="210295" y="267986"/>
                    <a:pt x="211487" y="276796"/>
                  </a:cubicBezTo>
                  <a:cubicBezTo>
                    <a:pt x="212307" y="282831"/>
                    <a:pt x="211208" y="288438"/>
                    <a:pt x="206179" y="292610"/>
                  </a:cubicBezTo>
                  <a:cubicBezTo>
                    <a:pt x="205005" y="293579"/>
                    <a:pt x="203701" y="294399"/>
                    <a:pt x="202192" y="294622"/>
                  </a:cubicBezTo>
                  <a:cubicBezTo>
                    <a:pt x="200069" y="294939"/>
                    <a:pt x="198933" y="294454"/>
                    <a:pt x="198449" y="291828"/>
                  </a:cubicBezTo>
                  <a:cubicBezTo>
                    <a:pt x="194798" y="271357"/>
                    <a:pt x="192060" y="250626"/>
                    <a:pt x="181368" y="232111"/>
                  </a:cubicBezTo>
                  <a:cubicBezTo>
                    <a:pt x="175649" y="222202"/>
                    <a:pt x="175985" y="212292"/>
                    <a:pt x="183063" y="203053"/>
                  </a:cubicBezTo>
                  <a:cubicBezTo>
                    <a:pt x="191408" y="192157"/>
                    <a:pt x="198225" y="180701"/>
                    <a:pt x="199659" y="166582"/>
                  </a:cubicBezTo>
                  <a:cubicBezTo>
                    <a:pt x="201429" y="149073"/>
                    <a:pt x="200833" y="131751"/>
                    <a:pt x="198393" y="114297"/>
                  </a:cubicBezTo>
                  <a:cubicBezTo>
                    <a:pt x="193997" y="82986"/>
                    <a:pt x="180772" y="55437"/>
                    <a:pt x="161866" y="30906"/>
                  </a:cubicBezTo>
                  <a:cubicBezTo>
                    <a:pt x="144096" y="7828"/>
                    <a:pt x="114163" y="-2752"/>
                    <a:pt x="85049" y="7306"/>
                  </a:cubicBezTo>
                  <a:cubicBezTo>
                    <a:pt x="72048" y="11795"/>
                    <a:pt x="64057" y="20587"/>
                    <a:pt x="59438" y="33123"/>
                  </a:cubicBezTo>
                  <a:cubicBezTo>
                    <a:pt x="52807" y="51135"/>
                    <a:pt x="47964" y="69575"/>
                    <a:pt x="50366" y="88853"/>
                  </a:cubicBezTo>
                  <a:cubicBezTo>
                    <a:pt x="52471" y="105617"/>
                    <a:pt x="55396" y="122381"/>
                    <a:pt x="60816" y="138475"/>
                  </a:cubicBezTo>
                  <a:cubicBezTo>
                    <a:pt x="64895" y="150564"/>
                    <a:pt x="68695" y="162876"/>
                    <a:pt x="76667" y="173232"/>
                  </a:cubicBezTo>
                  <a:cubicBezTo>
                    <a:pt x="85329" y="184501"/>
                    <a:pt x="94419" y="195249"/>
                    <a:pt x="108482" y="200110"/>
                  </a:cubicBezTo>
                  <a:cubicBezTo>
                    <a:pt x="109376" y="200408"/>
                    <a:pt x="110233" y="200837"/>
                    <a:pt x="111015" y="201340"/>
                  </a:cubicBezTo>
                  <a:cubicBezTo>
                    <a:pt x="119509" y="206816"/>
                    <a:pt x="128245" y="209778"/>
                    <a:pt x="138638" y="206779"/>
                  </a:cubicBezTo>
                  <a:cubicBezTo>
                    <a:pt x="144692" y="205028"/>
                    <a:pt x="149907" y="207636"/>
                    <a:pt x="153763" y="213056"/>
                  </a:cubicBezTo>
                  <a:cubicBezTo>
                    <a:pt x="156632" y="217061"/>
                    <a:pt x="159221" y="221159"/>
                    <a:pt x="161381" y="225554"/>
                  </a:cubicBezTo>
                  <a:cubicBezTo>
                    <a:pt x="167286" y="237531"/>
                    <a:pt x="173750" y="249266"/>
                    <a:pt x="177494" y="262193"/>
                  </a:cubicBezTo>
                  <a:cubicBezTo>
                    <a:pt x="177680" y="264018"/>
                    <a:pt x="177810" y="265844"/>
                    <a:pt x="175948" y="266999"/>
                  </a:cubicBezTo>
                  <a:cubicBezTo>
                    <a:pt x="173563" y="266868"/>
                    <a:pt x="173135" y="264819"/>
                    <a:pt x="172334" y="263199"/>
                  </a:cubicBezTo>
                  <a:cubicBezTo>
                    <a:pt x="170583" y="259660"/>
                    <a:pt x="169242" y="255953"/>
                    <a:pt x="167864" y="252265"/>
                  </a:cubicBezTo>
                  <a:cubicBezTo>
                    <a:pt x="166616" y="248912"/>
                    <a:pt x="164231" y="247571"/>
                    <a:pt x="160748" y="248838"/>
                  </a:cubicBezTo>
                  <a:cubicBezTo>
                    <a:pt x="152813" y="251706"/>
                    <a:pt x="144617" y="253867"/>
                    <a:pt x="136981" y="257536"/>
                  </a:cubicBezTo>
                  <a:cubicBezTo>
                    <a:pt x="131989" y="259939"/>
                    <a:pt x="128431" y="263534"/>
                    <a:pt x="127090" y="269066"/>
                  </a:cubicBezTo>
                  <a:cubicBezTo>
                    <a:pt x="125655" y="274971"/>
                    <a:pt x="125898" y="275548"/>
                    <a:pt x="131504" y="277877"/>
                  </a:cubicBezTo>
                  <a:cubicBezTo>
                    <a:pt x="132193" y="278231"/>
                    <a:pt x="132864" y="278529"/>
                    <a:pt x="133367" y="279125"/>
                  </a:cubicBezTo>
                  <a:close/>
                </a:path>
              </a:pathLst>
            </a:custGeom>
            <a:solidFill>
              <a:srgbClr val="3C44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381E34F5-4B4E-B8D8-8A3C-D00F1288FE88}"/>
                </a:ext>
              </a:extLst>
            </p:cNvPr>
            <p:cNvSpPr/>
            <p:nvPr/>
          </p:nvSpPr>
          <p:spPr>
            <a:xfrm>
              <a:off x="1629077" y="5011338"/>
              <a:ext cx="136419" cy="111786"/>
            </a:xfrm>
            <a:custGeom>
              <a:avLst/>
              <a:gdLst>
                <a:gd name="csX0" fmla="*/ 133979 w 136419"/>
                <a:gd name="csY0" fmla="*/ 77953 h 111786"/>
                <a:gd name="csX1" fmla="*/ 136419 w 136419"/>
                <a:gd name="csY1" fmla="*/ 79163 h 111786"/>
                <a:gd name="csX2" fmla="*/ 126212 w 136419"/>
                <a:gd name="csY2" fmla="*/ 89240 h 111786"/>
                <a:gd name="csX3" fmla="*/ 100824 w 136419"/>
                <a:gd name="csY3" fmla="*/ 109655 h 111786"/>
                <a:gd name="csX4" fmla="*/ 75212 w 136419"/>
                <a:gd name="csY4" fmla="*/ 110884 h 111786"/>
                <a:gd name="csX5" fmla="*/ 45018 w 136419"/>
                <a:gd name="csY5" fmla="*/ 104570 h 111786"/>
                <a:gd name="csX6" fmla="*/ 11565 w 136419"/>
                <a:gd name="csY6" fmla="*/ 74730 h 111786"/>
                <a:gd name="csX7" fmla="*/ 6517 w 136419"/>
                <a:gd name="csY7" fmla="*/ 65305 h 111786"/>
                <a:gd name="csX8" fmla="*/ 2084 w 136419"/>
                <a:gd name="csY8" fmla="*/ 23935 h 111786"/>
                <a:gd name="csX9" fmla="*/ 7765 w 136419"/>
                <a:gd name="csY9" fmla="*/ 0 h 111786"/>
                <a:gd name="csX10" fmla="*/ 9646 w 136419"/>
                <a:gd name="csY10" fmla="*/ 2645 h 111786"/>
                <a:gd name="csX11" fmla="*/ 5083 w 136419"/>
                <a:gd name="csY11" fmla="*/ 32150 h 111786"/>
                <a:gd name="csX12" fmla="*/ 11043 w 136419"/>
                <a:gd name="csY12" fmla="*/ 65771 h 111786"/>
                <a:gd name="csX13" fmla="*/ 41144 w 136419"/>
                <a:gd name="csY13" fmla="*/ 98498 h 111786"/>
                <a:gd name="csX14" fmla="*/ 55505 w 136419"/>
                <a:gd name="csY14" fmla="*/ 103247 h 111786"/>
                <a:gd name="csX15" fmla="*/ 84544 w 136419"/>
                <a:gd name="csY15" fmla="*/ 107196 h 111786"/>
                <a:gd name="csX16" fmla="*/ 119823 w 136419"/>
                <a:gd name="csY16" fmla="*/ 90954 h 111786"/>
                <a:gd name="csX17" fmla="*/ 124982 w 136419"/>
                <a:gd name="csY17" fmla="*/ 83559 h 111786"/>
                <a:gd name="csX18" fmla="*/ 133979 w 136419"/>
                <a:gd name="csY18" fmla="*/ 77953 h 111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6419" h="111786">
                  <a:moveTo>
                    <a:pt x="133979" y="77953"/>
                  </a:moveTo>
                  <a:cubicBezTo>
                    <a:pt x="134482" y="78958"/>
                    <a:pt x="135507" y="78958"/>
                    <a:pt x="136419" y="79163"/>
                  </a:cubicBezTo>
                  <a:cubicBezTo>
                    <a:pt x="131763" y="81249"/>
                    <a:pt x="128875" y="85012"/>
                    <a:pt x="126212" y="89240"/>
                  </a:cubicBezTo>
                  <a:cubicBezTo>
                    <a:pt x="120121" y="98926"/>
                    <a:pt x="111627" y="106153"/>
                    <a:pt x="100824" y="109655"/>
                  </a:cubicBezTo>
                  <a:cubicBezTo>
                    <a:pt x="92628" y="112319"/>
                    <a:pt x="83929" y="112188"/>
                    <a:pt x="75212" y="110884"/>
                  </a:cubicBezTo>
                  <a:cubicBezTo>
                    <a:pt x="64986" y="109338"/>
                    <a:pt x="54257" y="109022"/>
                    <a:pt x="45018" y="104570"/>
                  </a:cubicBezTo>
                  <a:cubicBezTo>
                    <a:pt x="31253" y="97939"/>
                    <a:pt x="18848" y="89017"/>
                    <a:pt x="11565" y="74730"/>
                  </a:cubicBezTo>
                  <a:cubicBezTo>
                    <a:pt x="9944" y="71545"/>
                    <a:pt x="8435" y="68285"/>
                    <a:pt x="6517" y="65305"/>
                  </a:cubicBezTo>
                  <a:cubicBezTo>
                    <a:pt x="-1865" y="52229"/>
                    <a:pt x="-748" y="38185"/>
                    <a:pt x="2084" y="23935"/>
                  </a:cubicBezTo>
                  <a:cubicBezTo>
                    <a:pt x="3686" y="15889"/>
                    <a:pt x="3332" y="7376"/>
                    <a:pt x="7765" y="0"/>
                  </a:cubicBezTo>
                  <a:cubicBezTo>
                    <a:pt x="9385" y="168"/>
                    <a:pt x="9460" y="1453"/>
                    <a:pt x="9646" y="2645"/>
                  </a:cubicBezTo>
                  <a:cubicBezTo>
                    <a:pt x="7821" y="12443"/>
                    <a:pt x="6964" y="22408"/>
                    <a:pt x="5083" y="32150"/>
                  </a:cubicBezTo>
                  <a:cubicBezTo>
                    <a:pt x="2736" y="44387"/>
                    <a:pt x="5939" y="54855"/>
                    <a:pt x="11043" y="65771"/>
                  </a:cubicBezTo>
                  <a:cubicBezTo>
                    <a:pt x="17730" y="80095"/>
                    <a:pt x="28403" y="90078"/>
                    <a:pt x="41144" y="98498"/>
                  </a:cubicBezTo>
                  <a:cubicBezTo>
                    <a:pt x="45521" y="101385"/>
                    <a:pt x="50550" y="102372"/>
                    <a:pt x="55505" y="103247"/>
                  </a:cubicBezTo>
                  <a:cubicBezTo>
                    <a:pt x="65116" y="104961"/>
                    <a:pt x="74746" y="106451"/>
                    <a:pt x="84544" y="107196"/>
                  </a:cubicBezTo>
                  <a:cubicBezTo>
                    <a:pt x="99576" y="108351"/>
                    <a:pt x="110659" y="101981"/>
                    <a:pt x="119823" y="90954"/>
                  </a:cubicBezTo>
                  <a:cubicBezTo>
                    <a:pt x="121760" y="88626"/>
                    <a:pt x="123008" y="85794"/>
                    <a:pt x="124982" y="83559"/>
                  </a:cubicBezTo>
                  <a:cubicBezTo>
                    <a:pt x="127404" y="80877"/>
                    <a:pt x="129378" y="77226"/>
                    <a:pt x="133979" y="77953"/>
                  </a:cubicBezTo>
                  <a:close/>
                </a:path>
              </a:pathLst>
            </a:custGeom>
            <a:solidFill>
              <a:srgbClr val="434D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C59A9434-01D3-BD66-ECC6-7B9EDF39C28A}"/>
                </a:ext>
              </a:extLst>
            </p:cNvPr>
            <p:cNvSpPr/>
            <p:nvPr/>
          </p:nvSpPr>
          <p:spPr>
            <a:xfrm>
              <a:off x="1636860" y="4971850"/>
              <a:ext cx="56162" cy="41760"/>
            </a:xfrm>
            <a:custGeom>
              <a:avLst/>
              <a:gdLst>
                <a:gd name="csX0" fmla="*/ 857 w 56162"/>
                <a:gd name="csY0" fmla="*/ 41761 h 41760"/>
                <a:gd name="csX1" fmla="*/ 0 w 56162"/>
                <a:gd name="csY1" fmla="*/ 39507 h 41760"/>
                <a:gd name="csX2" fmla="*/ 50478 w 56162"/>
                <a:gd name="csY2" fmla="*/ 0 h 41760"/>
                <a:gd name="csX3" fmla="*/ 56159 w 56162"/>
                <a:gd name="csY3" fmla="*/ 1099 h 41760"/>
                <a:gd name="csX4" fmla="*/ 53030 w 56162"/>
                <a:gd name="csY4" fmla="*/ 3483 h 41760"/>
                <a:gd name="csX5" fmla="*/ 5346 w 56162"/>
                <a:gd name="csY5" fmla="*/ 37272 h 41760"/>
                <a:gd name="csX6" fmla="*/ 857 w 56162"/>
                <a:gd name="csY6" fmla="*/ 41761 h 41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162" h="41760">
                  <a:moveTo>
                    <a:pt x="857" y="41761"/>
                  </a:moveTo>
                  <a:cubicBezTo>
                    <a:pt x="577" y="41016"/>
                    <a:pt x="279" y="40271"/>
                    <a:pt x="0" y="39507"/>
                  </a:cubicBezTo>
                  <a:cubicBezTo>
                    <a:pt x="11213" y="19167"/>
                    <a:pt x="28573" y="6668"/>
                    <a:pt x="50478" y="0"/>
                  </a:cubicBezTo>
                  <a:cubicBezTo>
                    <a:pt x="52099" y="1751"/>
                    <a:pt x="54297" y="615"/>
                    <a:pt x="56159" y="1099"/>
                  </a:cubicBezTo>
                  <a:cubicBezTo>
                    <a:pt x="56253" y="3371"/>
                    <a:pt x="54371" y="3148"/>
                    <a:pt x="53030" y="3483"/>
                  </a:cubicBezTo>
                  <a:cubicBezTo>
                    <a:pt x="32783" y="8624"/>
                    <a:pt x="17099" y="20154"/>
                    <a:pt x="5346" y="37272"/>
                  </a:cubicBezTo>
                  <a:cubicBezTo>
                    <a:pt x="4172" y="39004"/>
                    <a:pt x="3763" y="41705"/>
                    <a:pt x="857" y="41761"/>
                  </a:cubicBezTo>
                  <a:close/>
                </a:path>
              </a:pathLst>
            </a:custGeom>
            <a:solidFill>
              <a:srgbClr val="56654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36D5053C-F4DC-1642-53F4-C49D0F8E9188}"/>
                </a:ext>
              </a:extLst>
            </p:cNvPr>
            <p:cNvSpPr/>
            <p:nvPr/>
          </p:nvSpPr>
          <p:spPr>
            <a:xfrm>
              <a:off x="1763074" y="4995748"/>
              <a:ext cx="13783" cy="14323"/>
            </a:xfrm>
            <a:custGeom>
              <a:avLst/>
              <a:gdLst>
                <a:gd name="csX0" fmla="*/ 12499 w 13783"/>
                <a:gd name="csY0" fmla="*/ 14324 h 14323"/>
                <a:gd name="csX1" fmla="*/ 0 w 13783"/>
                <a:gd name="csY1" fmla="*/ 857 h 14323"/>
                <a:gd name="csX2" fmla="*/ 2086 w 13783"/>
                <a:gd name="csY2" fmla="*/ 0 h 14323"/>
                <a:gd name="csX3" fmla="*/ 13784 w 13783"/>
                <a:gd name="csY3" fmla="*/ 11977 h 14323"/>
                <a:gd name="csX4" fmla="*/ 12499 w 13783"/>
                <a:gd name="csY4" fmla="*/ 14324 h 1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83" h="14323">
                  <a:moveTo>
                    <a:pt x="12499" y="14324"/>
                  </a:moveTo>
                  <a:cubicBezTo>
                    <a:pt x="8568" y="9611"/>
                    <a:pt x="4675" y="4880"/>
                    <a:pt x="0" y="857"/>
                  </a:cubicBezTo>
                  <a:cubicBezTo>
                    <a:pt x="689" y="577"/>
                    <a:pt x="1397" y="279"/>
                    <a:pt x="2086" y="0"/>
                  </a:cubicBezTo>
                  <a:cubicBezTo>
                    <a:pt x="7022" y="2980"/>
                    <a:pt x="9723" y="8140"/>
                    <a:pt x="13784" y="11977"/>
                  </a:cubicBezTo>
                  <a:cubicBezTo>
                    <a:pt x="13635" y="12908"/>
                    <a:pt x="13393" y="13802"/>
                    <a:pt x="12499" y="14324"/>
                  </a:cubicBezTo>
                  <a:close/>
                </a:path>
              </a:pathLst>
            </a:custGeom>
            <a:solidFill>
              <a:srgbClr val="BABAB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BEB9E931-398A-EFEC-7499-9C76BB04EC49}"/>
                </a:ext>
              </a:extLst>
            </p:cNvPr>
            <p:cNvSpPr/>
            <p:nvPr/>
          </p:nvSpPr>
          <p:spPr>
            <a:xfrm>
              <a:off x="1811690" y="5124260"/>
              <a:ext cx="21327" cy="4277"/>
            </a:xfrm>
            <a:custGeom>
              <a:avLst/>
              <a:gdLst>
                <a:gd name="csX0" fmla="*/ 13672 w 21327"/>
                <a:gd name="csY0" fmla="*/ 4277 h 4277"/>
                <a:gd name="csX1" fmla="*/ 0 w 21327"/>
                <a:gd name="csY1" fmla="*/ 2284 h 4277"/>
                <a:gd name="csX2" fmla="*/ 21328 w 21327"/>
                <a:gd name="csY2" fmla="*/ 1036 h 4277"/>
                <a:gd name="csX3" fmla="*/ 21328 w 21327"/>
                <a:gd name="csY3" fmla="*/ 3234 h 4277"/>
                <a:gd name="csX4" fmla="*/ 13672 w 21327"/>
                <a:gd name="csY4" fmla="*/ 4277 h 4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27" h="4277">
                  <a:moveTo>
                    <a:pt x="13672" y="4277"/>
                  </a:moveTo>
                  <a:cubicBezTo>
                    <a:pt x="9388" y="1763"/>
                    <a:pt x="4228" y="5227"/>
                    <a:pt x="0" y="2284"/>
                  </a:cubicBezTo>
                  <a:cubicBezTo>
                    <a:pt x="7004" y="86"/>
                    <a:pt x="14082" y="-901"/>
                    <a:pt x="21328" y="1036"/>
                  </a:cubicBezTo>
                  <a:cubicBezTo>
                    <a:pt x="21328" y="1763"/>
                    <a:pt x="21328" y="2508"/>
                    <a:pt x="21328" y="3234"/>
                  </a:cubicBezTo>
                  <a:cubicBezTo>
                    <a:pt x="18776" y="3588"/>
                    <a:pt x="16224" y="3942"/>
                    <a:pt x="13672" y="4277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35162F9D-BCFF-30B7-B136-DBC869367328}"/>
                </a:ext>
              </a:extLst>
            </p:cNvPr>
            <p:cNvSpPr/>
            <p:nvPr/>
          </p:nvSpPr>
          <p:spPr>
            <a:xfrm>
              <a:off x="1735543" y="4815322"/>
              <a:ext cx="158087" cy="311143"/>
            </a:xfrm>
            <a:custGeom>
              <a:avLst/>
              <a:gdLst>
                <a:gd name="csX0" fmla="*/ 85125 w 158087"/>
                <a:gd name="csY0" fmla="*/ 277247 h 311143"/>
                <a:gd name="csX1" fmla="*/ 77208 w 158087"/>
                <a:gd name="csY1" fmla="*/ 267990 h 311143"/>
                <a:gd name="csX2" fmla="*/ 86820 w 158087"/>
                <a:gd name="csY2" fmla="*/ 255044 h 311143"/>
                <a:gd name="csX3" fmla="*/ 113605 w 158087"/>
                <a:gd name="csY3" fmla="*/ 245023 h 311143"/>
                <a:gd name="csX4" fmla="*/ 120534 w 158087"/>
                <a:gd name="csY4" fmla="*/ 248749 h 311143"/>
                <a:gd name="csX5" fmla="*/ 126923 w 158087"/>
                <a:gd name="csY5" fmla="*/ 264935 h 311143"/>
                <a:gd name="csX6" fmla="*/ 128935 w 158087"/>
                <a:gd name="csY6" fmla="*/ 268530 h 311143"/>
                <a:gd name="csX7" fmla="*/ 128115 w 158087"/>
                <a:gd name="csY7" fmla="*/ 260334 h 311143"/>
                <a:gd name="csX8" fmla="*/ 110550 w 158087"/>
                <a:gd name="csY8" fmla="*/ 221926 h 311143"/>
                <a:gd name="csX9" fmla="*/ 103919 w 158087"/>
                <a:gd name="csY9" fmla="*/ 211495 h 311143"/>
                <a:gd name="csX10" fmla="*/ 91868 w 158087"/>
                <a:gd name="csY10" fmla="*/ 206298 h 311143"/>
                <a:gd name="csX11" fmla="*/ 59643 w 158087"/>
                <a:gd name="csY11" fmla="*/ 199891 h 311143"/>
                <a:gd name="csX12" fmla="*/ 19466 w 158087"/>
                <a:gd name="csY12" fmla="*/ 158987 h 311143"/>
                <a:gd name="csX13" fmla="*/ 4006 w 158087"/>
                <a:gd name="csY13" fmla="*/ 106869 h 311143"/>
                <a:gd name="csX14" fmla="*/ 1 w 158087"/>
                <a:gd name="csY14" fmla="*/ 77365 h 311143"/>
                <a:gd name="csX15" fmla="*/ 12574 w 158087"/>
                <a:gd name="csY15" fmla="*/ 24540 h 311143"/>
                <a:gd name="csX16" fmla="*/ 40924 w 158087"/>
                <a:gd name="csY16" fmla="*/ 2579 h 311143"/>
                <a:gd name="csX17" fmla="*/ 100510 w 158087"/>
                <a:gd name="csY17" fmla="*/ 14519 h 311143"/>
                <a:gd name="csX18" fmla="*/ 141806 w 158087"/>
                <a:gd name="csY18" fmla="*/ 76061 h 311143"/>
                <a:gd name="csX19" fmla="*/ 152144 w 158087"/>
                <a:gd name="csY19" fmla="*/ 169176 h 311143"/>
                <a:gd name="csX20" fmla="*/ 136516 w 158087"/>
                <a:gd name="csY20" fmla="*/ 201232 h 311143"/>
                <a:gd name="csX21" fmla="*/ 135305 w 158087"/>
                <a:gd name="csY21" fmla="*/ 231016 h 311143"/>
                <a:gd name="csX22" fmla="*/ 148120 w 158087"/>
                <a:gd name="csY22" fmla="*/ 270393 h 311143"/>
                <a:gd name="csX23" fmla="*/ 152460 w 158087"/>
                <a:gd name="csY23" fmla="*/ 286095 h 311143"/>
                <a:gd name="csX24" fmla="*/ 151231 w 158087"/>
                <a:gd name="csY24" fmla="*/ 291068 h 311143"/>
                <a:gd name="csX25" fmla="*/ 157527 w 158087"/>
                <a:gd name="csY25" fmla="*/ 289802 h 311143"/>
                <a:gd name="csX26" fmla="*/ 155161 w 158087"/>
                <a:gd name="csY26" fmla="*/ 296451 h 311143"/>
                <a:gd name="csX27" fmla="*/ 150188 w 158087"/>
                <a:gd name="csY27" fmla="*/ 300847 h 311143"/>
                <a:gd name="csX28" fmla="*/ 151045 w 158087"/>
                <a:gd name="csY28" fmla="*/ 310198 h 311143"/>
                <a:gd name="csX29" fmla="*/ 142663 w 158087"/>
                <a:gd name="csY29" fmla="*/ 305057 h 311143"/>
                <a:gd name="csX30" fmla="*/ 116473 w 158087"/>
                <a:gd name="csY30" fmla="*/ 273373 h 311143"/>
                <a:gd name="csX31" fmla="*/ 85125 w 158087"/>
                <a:gd name="csY31" fmla="*/ 277247 h 311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8087" h="311143">
                  <a:moveTo>
                    <a:pt x="85125" y="277247"/>
                  </a:moveTo>
                  <a:cubicBezTo>
                    <a:pt x="77171" y="276931"/>
                    <a:pt x="76035" y="275422"/>
                    <a:pt x="77208" y="267990"/>
                  </a:cubicBezTo>
                  <a:cubicBezTo>
                    <a:pt x="78177" y="261880"/>
                    <a:pt x="81344" y="257354"/>
                    <a:pt x="86820" y="255044"/>
                  </a:cubicBezTo>
                  <a:cubicBezTo>
                    <a:pt x="95612" y="251356"/>
                    <a:pt x="104627" y="248227"/>
                    <a:pt x="113605" y="245023"/>
                  </a:cubicBezTo>
                  <a:cubicBezTo>
                    <a:pt x="117069" y="243794"/>
                    <a:pt x="119267" y="245359"/>
                    <a:pt x="120534" y="248749"/>
                  </a:cubicBezTo>
                  <a:cubicBezTo>
                    <a:pt x="122564" y="254188"/>
                    <a:pt x="124781" y="259552"/>
                    <a:pt x="126923" y="264935"/>
                  </a:cubicBezTo>
                  <a:cubicBezTo>
                    <a:pt x="128525" y="266071"/>
                    <a:pt x="128674" y="268046"/>
                    <a:pt x="128935" y="268530"/>
                  </a:cubicBezTo>
                  <a:cubicBezTo>
                    <a:pt x="127631" y="266742"/>
                    <a:pt x="129531" y="263277"/>
                    <a:pt x="128115" y="260334"/>
                  </a:cubicBezTo>
                  <a:cubicBezTo>
                    <a:pt x="123216" y="247091"/>
                    <a:pt x="116976" y="234462"/>
                    <a:pt x="110550" y="221926"/>
                  </a:cubicBezTo>
                  <a:cubicBezTo>
                    <a:pt x="108669" y="218238"/>
                    <a:pt x="106322" y="214885"/>
                    <a:pt x="103919" y="211495"/>
                  </a:cubicBezTo>
                  <a:cubicBezTo>
                    <a:pt x="100790" y="207081"/>
                    <a:pt x="96636" y="204771"/>
                    <a:pt x="91868" y="206298"/>
                  </a:cubicBezTo>
                  <a:cubicBezTo>
                    <a:pt x="79704" y="210191"/>
                    <a:pt x="70149" y="204510"/>
                    <a:pt x="59643" y="199891"/>
                  </a:cubicBezTo>
                  <a:cubicBezTo>
                    <a:pt x="40533" y="191509"/>
                    <a:pt x="28109" y="176906"/>
                    <a:pt x="19466" y="158987"/>
                  </a:cubicBezTo>
                  <a:cubicBezTo>
                    <a:pt x="11531" y="142595"/>
                    <a:pt x="6632" y="124993"/>
                    <a:pt x="4006" y="106869"/>
                  </a:cubicBezTo>
                  <a:cubicBezTo>
                    <a:pt x="2590" y="97053"/>
                    <a:pt x="-55" y="87498"/>
                    <a:pt x="1" y="77365"/>
                  </a:cubicBezTo>
                  <a:cubicBezTo>
                    <a:pt x="113" y="58682"/>
                    <a:pt x="5589" y="41490"/>
                    <a:pt x="12574" y="24540"/>
                  </a:cubicBezTo>
                  <a:cubicBezTo>
                    <a:pt x="17845" y="11780"/>
                    <a:pt x="28649" y="5932"/>
                    <a:pt x="40924" y="2579"/>
                  </a:cubicBezTo>
                  <a:cubicBezTo>
                    <a:pt x="62624" y="-3326"/>
                    <a:pt x="82592" y="1014"/>
                    <a:pt x="100510" y="14519"/>
                  </a:cubicBezTo>
                  <a:cubicBezTo>
                    <a:pt x="121354" y="30239"/>
                    <a:pt x="132418" y="52871"/>
                    <a:pt x="141806" y="76061"/>
                  </a:cubicBezTo>
                  <a:cubicBezTo>
                    <a:pt x="153894" y="105920"/>
                    <a:pt x="156726" y="137212"/>
                    <a:pt x="152144" y="169176"/>
                  </a:cubicBezTo>
                  <a:cubicBezTo>
                    <a:pt x="150355" y="181655"/>
                    <a:pt x="143575" y="191453"/>
                    <a:pt x="136516" y="201232"/>
                  </a:cubicBezTo>
                  <a:cubicBezTo>
                    <a:pt x="129009" y="211663"/>
                    <a:pt x="128618" y="220250"/>
                    <a:pt x="135305" y="231016"/>
                  </a:cubicBezTo>
                  <a:cubicBezTo>
                    <a:pt x="142793" y="243105"/>
                    <a:pt x="145047" y="256870"/>
                    <a:pt x="148120" y="270393"/>
                  </a:cubicBezTo>
                  <a:cubicBezTo>
                    <a:pt x="149331" y="275683"/>
                    <a:pt x="150076" y="281159"/>
                    <a:pt x="152460" y="286095"/>
                  </a:cubicBezTo>
                  <a:cubicBezTo>
                    <a:pt x="153503" y="288274"/>
                    <a:pt x="152162" y="289504"/>
                    <a:pt x="151231" y="291068"/>
                  </a:cubicBezTo>
                  <a:cubicBezTo>
                    <a:pt x="153876" y="292745"/>
                    <a:pt x="155478" y="290156"/>
                    <a:pt x="157527" y="289802"/>
                  </a:cubicBezTo>
                  <a:cubicBezTo>
                    <a:pt x="159147" y="292856"/>
                    <a:pt x="156912" y="294645"/>
                    <a:pt x="155161" y="296451"/>
                  </a:cubicBezTo>
                  <a:cubicBezTo>
                    <a:pt x="153634" y="298035"/>
                    <a:pt x="151641" y="299152"/>
                    <a:pt x="150188" y="300847"/>
                  </a:cubicBezTo>
                  <a:cubicBezTo>
                    <a:pt x="146649" y="304982"/>
                    <a:pt x="146816" y="306826"/>
                    <a:pt x="151045" y="310198"/>
                  </a:cubicBezTo>
                  <a:cubicBezTo>
                    <a:pt x="143948" y="312023"/>
                    <a:pt x="143333" y="311651"/>
                    <a:pt x="142663" y="305057"/>
                  </a:cubicBezTo>
                  <a:cubicBezTo>
                    <a:pt x="140949" y="288405"/>
                    <a:pt x="132008" y="276484"/>
                    <a:pt x="116473" y="273373"/>
                  </a:cubicBezTo>
                  <a:cubicBezTo>
                    <a:pt x="106024" y="271324"/>
                    <a:pt x="95034" y="271641"/>
                    <a:pt x="85125" y="277247"/>
                  </a:cubicBezTo>
                  <a:close/>
                </a:path>
              </a:pathLst>
            </a:custGeom>
            <a:solidFill>
              <a:srgbClr val="7D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B60FFBD0-85B8-49B1-B1CE-9A70E0191F77}"/>
                </a:ext>
              </a:extLst>
            </p:cNvPr>
            <p:cNvSpPr/>
            <p:nvPr/>
          </p:nvSpPr>
          <p:spPr>
            <a:xfrm>
              <a:off x="1631378" y="4971048"/>
              <a:ext cx="184967" cy="149354"/>
            </a:xfrm>
            <a:custGeom>
              <a:avLst/>
              <a:gdLst>
                <a:gd name="csX0" fmla="*/ 6339 w 184967"/>
                <a:gd name="csY0" fmla="*/ 42563 h 149354"/>
                <a:gd name="csX1" fmla="*/ 61642 w 184967"/>
                <a:gd name="csY1" fmla="*/ 1901 h 149354"/>
                <a:gd name="csX2" fmla="*/ 74997 w 184967"/>
                <a:gd name="csY2" fmla="*/ 57 h 149354"/>
                <a:gd name="csX3" fmla="*/ 97740 w 184967"/>
                <a:gd name="csY3" fmla="*/ 4378 h 149354"/>
                <a:gd name="csX4" fmla="*/ 132423 w 184967"/>
                <a:gd name="csY4" fmla="*/ 29319 h 149354"/>
                <a:gd name="csX5" fmla="*/ 144623 w 184967"/>
                <a:gd name="csY5" fmla="*/ 67709 h 149354"/>
                <a:gd name="csX6" fmla="*/ 142742 w 184967"/>
                <a:gd name="csY6" fmla="*/ 82759 h 149354"/>
                <a:gd name="csX7" fmla="*/ 151161 w 184967"/>
                <a:gd name="csY7" fmla="*/ 101125 h 149354"/>
                <a:gd name="csX8" fmla="*/ 182678 w 184967"/>
                <a:gd name="csY8" fmla="*/ 122732 h 149354"/>
                <a:gd name="csX9" fmla="*/ 184932 w 184967"/>
                <a:gd name="csY9" fmla="*/ 126141 h 149354"/>
                <a:gd name="csX10" fmla="*/ 184578 w 184967"/>
                <a:gd name="csY10" fmla="*/ 126588 h 149354"/>
                <a:gd name="csX11" fmla="*/ 169304 w 184967"/>
                <a:gd name="csY11" fmla="*/ 129437 h 149354"/>
                <a:gd name="csX12" fmla="*/ 139781 w 184967"/>
                <a:gd name="csY12" fmla="*/ 117479 h 149354"/>
                <a:gd name="csX13" fmla="*/ 131678 w 184967"/>
                <a:gd name="csY13" fmla="*/ 118243 h 149354"/>
                <a:gd name="csX14" fmla="*/ 122048 w 184967"/>
                <a:gd name="csY14" fmla="*/ 127295 h 149354"/>
                <a:gd name="csX15" fmla="*/ 86825 w 184967"/>
                <a:gd name="csY15" fmla="*/ 149331 h 149354"/>
                <a:gd name="csX16" fmla="*/ 51714 w 184967"/>
                <a:gd name="csY16" fmla="*/ 144711 h 149354"/>
                <a:gd name="csX17" fmla="*/ 9822 w 184967"/>
                <a:gd name="csY17" fmla="*/ 110960 h 149354"/>
                <a:gd name="csX18" fmla="*/ 3825 w 184967"/>
                <a:gd name="csY18" fmla="*/ 98853 h 149354"/>
                <a:gd name="csX19" fmla="*/ 379 w 184967"/>
                <a:gd name="csY19" fmla="*/ 79760 h 149354"/>
                <a:gd name="csX20" fmla="*/ 6339 w 184967"/>
                <a:gd name="csY20" fmla="*/ 42563 h 14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4967" h="149354">
                  <a:moveTo>
                    <a:pt x="6339" y="42563"/>
                  </a:moveTo>
                  <a:cubicBezTo>
                    <a:pt x="18875" y="20975"/>
                    <a:pt x="37427" y="7582"/>
                    <a:pt x="61642" y="1901"/>
                  </a:cubicBezTo>
                  <a:cubicBezTo>
                    <a:pt x="66093" y="1249"/>
                    <a:pt x="70527" y="187"/>
                    <a:pt x="74997" y="57"/>
                  </a:cubicBezTo>
                  <a:cubicBezTo>
                    <a:pt x="82839" y="-185"/>
                    <a:pt x="90401" y="187"/>
                    <a:pt x="97740" y="4378"/>
                  </a:cubicBezTo>
                  <a:cubicBezTo>
                    <a:pt x="110220" y="11512"/>
                    <a:pt x="121526" y="20043"/>
                    <a:pt x="132423" y="29319"/>
                  </a:cubicBezTo>
                  <a:cubicBezTo>
                    <a:pt x="144549" y="39657"/>
                    <a:pt x="148312" y="52416"/>
                    <a:pt x="144623" y="67709"/>
                  </a:cubicBezTo>
                  <a:cubicBezTo>
                    <a:pt x="143431" y="72626"/>
                    <a:pt x="143320" y="77730"/>
                    <a:pt x="142742" y="82759"/>
                  </a:cubicBezTo>
                  <a:cubicBezTo>
                    <a:pt x="141811" y="90824"/>
                    <a:pt x="145071" y="96301"/>
                    <a:pt x="151161" y="101125"/>
                  </a:cubicBezTo>
                  <a:cubicBezTo>
                    <a:pt x="161183" y="109060"/>
                    <a:pt x="171446" y="116622"/>
                    <a:pt x="182678" y="122732"/>
                  </a:cubicBezTo>
                  <a:cubicBezTo>
                    <a:pt x="184149" y="123533"/>
                    <a:pt x="185174" y="124334"/>
                    <a:pt x="184932" y="126141"/>
                  </a:cubicBezTo>
                  <a:cubicBezTo>
                    <a:pt x="184820" y="126290"/>
                    <a:pt x="184689" y="126420"/>
                    <a:pt x="184578" y="126588"/>
                  </a:cubicBezTo>
                  <a:cubicBezTo>
                    <a:pt x="178748" y="134970"/>
                    <a:pt x="178822" y="134821"/>
                    <a:pt x="169304" y="129437"/>
                  </a:cubicBezTo>
                  <a:cubicBezTo>
                    <a:pt x="160009" y="124185"/>
                    <a:pt x="150062" y="120348"/>
                    <a:pt x="139781" y="117479"/>
                  </a:cubicBezTo>
                  <a:cubicBezTo>
                    <a:pt x="137042" y="116715"/>
                    <a:pt x="134230" y="116492"/>
                    <a:pt x="131678" y="118243"/>
                  </a:cubicBezTo>
                  <a:cubicBezTo>
                    <a:pt x="127263" y="119994"/>
                    <a:pt x="124525" y="123365"/>
                    <a:pt x="122048" y="127295"/>
                  </a:cubicBezTo>
                  <a:cubicBezTo>
                    <a:pt x="113889" y="140278"/>
                    <a:pt x="102509" y="148958"/>
                    <a:pt x="86825" y="149331"/>
                  </a:cubicBezTo>
                  <a:cubicBezTo>
                    <a:pt x="75016" y="149610"/>
                    <a:pt x="63244" y="147375"/>
                    <a:pt x="51714" y="144711"/>
                  </a:cubicBezTo>
                  <a:cubicBezTo>
                    <a:pt x="32435" y="140241"/>
                    <a:pt x="18893" y="128264"/>
                    <a:pt x="9822" y="110960"/>
                  </a:cubicBezTo>
                  <a:cubicBezTo>
                    <a:pt x="7736" y="106974"/>
                    <a:pt x="5836" y="102876"/>
                    <a:pt x="3825" y="98853"/>
                  </a:cubicBezTo>
                  <a:cubicBezTo>
                    <a:pt x="807" y="92817"/>
                    <a:pt x="-776" y="86447"/>
                    <a:pt x="379" y="79760"/>
                  </a:cubicBezTo>
                  <a:cubicBezTo>
                    <a:pt x="2521" y="67373"/>
                    <a:pt x="2856" y="54707"/>
                    <a:pt x="6339" y="42563"/>
                  </a:cubicBezTo>
                  <a:close/>
                </a:path>
              </a:pathLst>
            </a:custGeom>
            <a:solidFill>
              <a:srgbClr val="82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0F55496-DFBD-AA88-F3E5-5BD3A0EADC9F}"/>
                </a:ext>
              </a:extLst>
            </p:cNvPr>
            <p:cNvSpPr/>
            <p:nvPr/>
          </p:nvSpPr>
          <p:spPr>
            <a:xfrm>
              <a:off x="2001601" y="5127937"/>
              <a:ext cx="343690" cy="155147"/>
            </a:xfrm>
            <a:custGeom>
              <a:avLst/>
              <a:gdLst>
                <a:gd name="csX0" fmla="*/ 333182 w 343690"/>
                <a:gd name="csY0" fmla="*/ 73244 h 155147"/>
                <a:gd name="csX1" fmla="*/ 335343 w 343690"/>
                <a:gd name="csY1" fmla="*/ 140728 h 155147"/>
                <a:gd name="csX2" fmla="*/ 326160 w 343690"/>
                <a:gd name="csY2" fmla="*/ 154530 h 155147"/>
                <a:gd name="csX3" fmla="*/ 320721 w 343690"/>
                <a:gd name="csY3" fmla="*/ 151736 h 155147"/>
                <a:gd name="csX4" fmla="*/ 306676 w 343690"/>
                <a:gd name="csY4" fmla="*/ 141194 h 155147"/>
                <a:gd name="csX5" fmla="*/ 298890 w 343690"/>
                <a:gd name="csY5" fmla="*/ 139853 h 155147"/>
                <a:gd name="csX6" fmla="*/ 291011 w 343690"/>
                <a:gd name="csY6" fmla="*/ 132365 h 155147"/>
                <a:gd name="csX7" fmla="*/ 281996 w 343690"/>
                <a:gd name="csY7" fmla="*/ 139070 h 155147"/>
                <a:gd name="csX8" fmla="*/ 240179 w 343690"/>
                <a:gd name="csY8" fmla="*/ 133836 h 155147"/>
                <a:gd name="csX9" fmla="*/ 201976 w 343690"/>
                <a:gd name="csY9" fmla="*/ 126963 h 155147"/>
                <a:gd name="csX10" fmla="*/ 173309 w 343690"/>
                <a:gd name="csY10" fmla="*/ 121282 h 155147"/>
                <a:gd name="csX11" fmla="*/ 168355 w 343690"/>
                <a:gd name="csY11" fmla="*/ 117147 h 155147"/>
                <a:gd name="csX12" fmla="*/ 168056 w 343690"/>
                <a:gd name="csY12" fmla="*/ 106529 h 155147"/>
                <a:gd name="csX13" fmla="*/ 167814 w 343690"/>
                <a:gd name="csY13" fmla="*/ 105598 h 155147"/>
                <a:gd name="csX14" fmla="*/ 167684 w 343690"/>
                <a:gd name="csY14" fmla="*/ 106045 h 155147"/>
                <a:gd name="csX15" fmla="*/ 167293 w 343690"/>
                <a:gd name="csY15" fmla="*/ 111167 h 155147"/>
                <a:gd name="csX16" fmla="*/ 157775 w 343690"/>
                <a:gd name="csY16" fmla="*/ 116811 h 155147"/>
                <a:gd name="csX17" fmla="*/ 106607 w 343690"/>
                <a:gd name="csY17" fmla="*/ 101780 h 155147"/>
                <a:gd name="csX18" fmla="*/ 96716 w 343690"/>
                <a:gd name="csY18" fmla="*/ 89579 h 155147"/>
                <a:gd name="csX19" fmla="*/ 96418 w 343690"/>
                <a:gd name="csY19" fmla="*/ 86785 h 155147"/>
                <a:gd name="csX20" fmla="*/ 95226 w 343690"/>
                <a:gd name="csY20" fmla="*/ 83414 h 155147"/>
                <a:gd name="csX21" fmla="*/ 96325 w 343690"/>
                <a:gd name="csY21" fmla="*/ 90101 h 155147"/>
                <a:gd name="csX22" fmla="*/ 86192 w 343690"/>
                <a:gd name="csY22" fmla="*/ 97421 h 155147"/>
                <a:gd name="csX23" fmla="*/ 30852 w 343690"/>
                <a:gd name="csY23" fmla="*/ 83358 h 155147"/>
                <a:gd name="csX24" fmla="*/ 25544 w 343690"/>
                <a:gd name="csY24" fmla="*/ 78999 h 155147"/>
                <a:gd name="csX25" fmla="*/ 2093 w 343690"/>
                <a:gd name="csY25" fmla="*/ 47558 h 155147"/>
                <a:gd name="csX26" fmla="*/ 2689 w 343690"/>
                <a:gd name="csY26" fmla="*/ 39008 h 155147"/>
                <a:gd name="csX27" fmla="*/ 19006 w 343690"/>
                <a:gd name="csY27" fmla="*/ 14048 h 155147"/>
                <a:gd name="csX28" fmla="*/ 22415 w 343690"/>
                <a:gd name="csY28" fmla="*/ 9745 h 155147"/>
                <a:gd name="csX29" fmla="*/ 22359 w 343690"/>
                <a:gd name="csY29" fmla="*/ 9783 h 155147"/>
                <a:gd name="csX30" fmla="*/ 31355 w 343690"/>
                <a:gd name="csY30" fmla="*/ 3338 h 155147"/>
                <a:gd name="csX31" fmla="*/ 41414 w 343690"/>
                <a:gd name="csY31" fmla="*/ 823 h 155147"/>
                <a:gd name="csX32" fmla="*/ 55738 w 343690"/>
                <a:gd name="csY32" fmla="*/ 2146 h 155147"/>
                <a:gd name="csX33" fmla="*/ 86472 w 343690"/>
                <a:gd name="csY33" fmla="*/ 1755 h 155147"/>
                <a:gd name="csX34" fmla="*/ 94891 w 343690"/>
                <a:gd name="csY34" fmla="*/ 7212 h 155147"/>
                <a:gd name="csX35" fmla="*/ 96120 w 343690"/>
                <a:gd name="csY35" fmla="*/ 8255 h 155147"/>
                <a:gd name="csX36" fmla="*/ 97219 w 343690"/>
                <a:gd name="csY36" fmla="*/ 6411 h 155147"/>
                <a:gd name="csX37" fmla="*/ 106384 w 343690"/>
                <a:gd name="csY37" fmla="*/ 3450 h 155147"/>
                <a:gd name="csX38" fmla="*/ 150864 w 343690"/>
                <a:gd name="csY38" fmla="*/ 8646 h 155147"/>
                <a:gd name="csX39" fmla="*/ 167628 w 343690"/>
                <a:gd name="csY39" fmla="*/ 15501 h 155147"/>
                <a:gd name="csX40" fmla="*/ 169081 w 343690"/>
                <a:gd name="csY40" fmla="*/ 16339 h 155147"/>
                <a:gd name="csX41" fmla="*/ 192551 w 343690"/>
                <a:gd name="csY41" fmla="*/ 19860 h 155147"/>
                <a:gd name="csX42" fmla="*/ 227792 w 343690"/>
                <a:gd name="csY42" fmla="*/ 31650 h 155147"/>
                <a:gd name="csX43" fmla="*/ 242768 w 343690"/>
                <a:gd name="csY43" fmla="*/ 39026 h 155147"/>
                <a:gd name="csX44" fmla="*/ 244389 w 343690"/>
                <a:gd name="csY44" fmla="*/ 39138 h 155147"/>
                <a:gd name="csX45" fmla="*/ 254764 w 343690"/>
                <a:gd name="csY45" fmla="*/ 41280 h 155147"/>
                <a:gd name="csX46" fmla="*/ 283411 w 343690"/>
                <a:gd name="csY46" fmla="*/ 58026 h 155147"/>
                <a:gd name="csX47" fmla="*/ 303510 w 343690"/>
                <a:gd name="csY47" fmla="*/ 71604 h 155147"/>
                <a:gd name="csX48" fmla="*/ 325806 w 343690"/>
                <a:gd name="csY48" fmla="*/ 73355 h 155147"/>
                <a:gd name="csX49" fmla="*/ 333182 w 343690"/>
                <a:gd name="csY49" fmla="*/ 73244 h 155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43690" h="155147">
                  <a:moveTo>
                    <a:pt x="333182" y="73244"/>
                  </a:moveTo>
                  <a:cubicBezTo>
                    <a:pt x="346966" y="95316"/>
                    <a:pt x="346668" y="117799"/>
                    <a:pt x="335343" y="140728"/>
                  </a:cubicBezTo>
                  <a:cubicBezTo>
                    <a:pt x="332865" y="145757"/>
                    <a:pt x="330723" y="150917"/>
                    <a:pt x="326160" y="154530"/>
                  </a:cubicBezTo>
                  <a:cubicBezTo>
                    <a:pt x="323012" y="156207"/>
                    <a:pt x="321615" y="154195"/>
                    <a:pt x="320721" y="151736"/>
                  </a:cubicBezTo>
                  <a:cubicBezTo>
                    <a:pt x="318336" y="145105"/>
                    <a:pt x="313382" y="142088"/>
                    <a:pt x="306676" y="141194"/>
                  </a:cubicBezTo>
                  <a:cubicBezTo>
                    <a:pt x="304068" y="140858"/>
                    <a:pt x="301461" y="140430"/>
                    <a:pt x="298890" y="139853"/>
                  </a:cubicBezTo>
                  <a:cubicBezTo>
                    <a:pt x="295221" y="139033"/>
                    <a:pt x="292240" y="137301"/>
                    <a:pt x="291011" y="132365"/>
                  </a:cubicBezTo>
                  <a:cubicBezTo>
                    <a:pt x="289819" y="138269"/>
                    <a:pt x="286094" y="139573"/>
                    <a:pt x="281996" y="139070"/>
                  </a:cubicBezTo>
                  <a:cubicBezTo>
                    <a:pt x="268082" y="137338"/>
                    <a:pt x="254056" y="137710"/>
                    <a:pt x="240179" y="133836"/>
                  </a:cubicBezTo>
                  <a:cubicBezTo>
                    <a:pt x="227848" y="130390"/>
                    <a:pt x="214828" y="128732"/>
                    <a:pt x="201976" y="126963"/>
                  </a:cubicBezTo>
                  <a:cubicBezTo>
                    <a:pt x="192327" y="125640"/>
                    <a:pt x="182678" y="124057"/>
                    <a:pt x="173309" y="121282"/>
                  </a:cubicBezTo>
                  <a:cubicBezTo>
                    <a:pt x="171055" y="120611"/>
                    <a:pt x="169100" y="119605"/>
                    <a:pt x="168355" y="117147"/>
                  </a:cubicBezTo>
                  <a:cubicBezTo>
                    <a:pt x="167703" y="113626"/>
                    <a:pt x="168112" y="110069"/>
                    <a:pt x="168056" y="106529"/>
                  </a:cubicBezTo>
                  <a:cubicBezTo>
                    <a:pt x="168056" y="106101"/>
                    <a:pt x="168056" y="105784"/>
                    <a:pt x="167814" y="105598"/>
                  </a:cubicBezTo>
                  <a:cubicBezTo>
                    <a:pt x="167777" y="105728"/>
                    <a:pt x="167721" y="105840"/>
                    <a:pt x="167684" y="106045"/>
                  </a:cubicBezTo>
                  <a:cubicBezTo>
                    <a:pt x="167572" y="107815"/>
                    <a:pt x="167647" y="109510"/>
                    <a:pt x="167293" y="111167"/>
                  </a:cubicBezTo>
                  <a:cubicBezTo>
                    <a:pt x="166194" y="116402"/>
                    <a:pt x="162692" y="118748"/>
                    <a:pt x="157775" y="116811"/>
                  </a:cubicBezTo>
                  <a:cubicBezTo>
                    <a:pt x="141141" y="110311"/>
                    <a:pt x="123874" y="106101"/>
                    <a:pt x="106607" y="101780"/>
                  </a:cubicBezTo>
                  <a:cubicBezTo>
                    <a:pt x="97517" y="99507"/>
                    <a:pt x="97108" y="98874"/>
                    <a:pt x="96716" y="89579"/>
                  </a:cubicBezTo>
                  <a:cubicBezTo>
                    <a:pt x="96679" y="88648"/>
                    <a:pt x="96623" y="87698"/>
                    <a:pt x="96418" y="86785"/>
                  </a:cubicBezTo>
                  <a:cubicBezTo>
                    <a:pt x="96083" y="85742"/>
                    <a:pt x="95934" y="84643"/>
                    <a:pt x="95226" y="83414"/>
                  </a:cubicBezTo>
                  <a:cubicBezTo>
                    <a:pt x="96008" y="85742"/>
                    <a:pt x="96362" y="87884"/>
                    <a:pt x="96325" y="90101"/>
                  </a:cubicBezTo>
                  <a:cubicBezTo>
                    <a:pt x="95357" y="97049"/>
                    <a:pt x="92730" y="98837"/>
                    <a:pt x="86192" y="97421"/>
                  </a:cubicBezTo>
                  <a:cubicBezTo>
                    <a:pt x="67584" y="93379"/>
                    <a:pt x="49423" y="87568"/>
                    <a:pt x="30852" y="83358"/>
                  </a:cubicBezTo>
                  <a:cubicBezTo>
                    <a:pt x="28207" y="82762"/>
                    <a:pt x="26885" y="80974"/>
                    <a:pt x="25544" y="78999"/>
                  </a:cubicBezTo>
                  <a:cubicBezTo>
                    <a:pt x="22564" y="64918"/>
                    <a:pt x="14666" y="54505"/>
                    <a:pt x="2093" y="47558"/>
                  </a:cubicBezTo>
                  <a:cubicBezTo>
                    <a:pt x="-1092" y="44465"/>
                    <a:pt x="-440" y="41523"/>
                    <a:pt x="2689" y="39008"/>
                  </a:cubicBezTo>
                  <a:cubicBezTo>
                    <a:pt x="10866" y="32451"/>
                    <a:pt x="15988" y="23920"/>
                    <a:pt x="19006" y="14048"/>
                  </a:cubicBezTo>
                  <a:cubicBezTo>
                    <a:pt x="19621" y="12036"/>
                    <a:pt x="21278" y="11161"/>
                    <a:pt x="22415" y="9745"/>
                  </a:cubicBezTo>
                  <a:lnTo>
                    <a:pt x="22359" y="9783"/>
                  </a:lnTo>
                  <a:cubicBezTo>
                    <a:pt x="26028" y="8572"/>
                    <a:pt x="28859" y="6225"/>
                    <a:pt x="31355" y="3338"/>
                  </a:cubicBezTo>
                  <a:cubicBezTo>
                    <a:pt x="34056" y="209"/>
                    <a:pt x="37353" y="-928"/>
                    <a:pt x="41414" y="823"/>
                  </a:cubicBezTo>
                  <a:cubicBezTo>
                    <a:pt x="46015" y="2798"/>
                    <a:pt x="50783" y="2593"/>
                    <a:pt x="55738" y="2146"/>
                  </a:cubicBezTo>
                  <a:cubicBezTo>
                    <a:pt x="65945" y="1214"/>
                    <a:pt x="76208" y="283"/>
                    <a:pt x="86472" y="1755"/>
                  </a:cubicBezTo>
                  <a:cubicBezTo>
                    <a:pt x="90067" y="2276"/>
                    <a:pt x="93513" y="3189"/>
                    <a:pt x="94891" y="7212"/>
                  </a:cubicBezTo>
                  <a:cubicBezTo>
                    <a:pt x="95394" y="9615"/>
                    <a:pt x="95412" y="9615"/>
                    <a:pt x="96120" y="8255"/>
                  </a:cubicBezTo>
                  <a:cubicBezTo>
                    <a:pt x="96456" y="7622"/>
                    <a:pt x="96772" y="6989"/>
                    <a:pt x="97219" y="6411"/>
                  </a:cubicBezTo>
                  <a:cubicBezTo>
                    <a:pt x="99715" y="3673"/>
                    <a:pt x="102770" y="3226"/>
                    <a:pt x="106384" y="3450"/>
                  </a:cubicBezTo>
                  <a:cubicBezTo>
                    <a:pt x="121304" y="4400"/>
                    <a:pt x="136093" y="6486"/>
                    <a:pt x="150864" y="8646"/>
                  </a:cubicBezTo>
                  <a:cubicBezTo>
                    <a:pt x="156992" y="9540"/>
                    <a:pt x="163102" y="10639"/>
                    <a:pt x="167628" y="15501"/>
                  </a:cubicBezTo>
                  <a:cubicBezTo>
                    <a:pt x="168075" y="15836"/>
                    <a:pt x="168559" y="16116"/>
                    <a:pt x="169081" y="16339"/>
                  </a:cubicBezTo>
                  <a:cubicBezTo>
                    <a:pt x="177370" y="14477"/>
                    <a:pt x="184914" y="17066"/>
                    <a:pt x="192551" y="19860"/>
                  </a:cubicBezTo>
                  <a:cubicBezTo>
                    <a:pt x="204174" y="24125"/>
                    <a:pt x="215927" y="28130"/>
                    <a:pt x="227792" y="31650"/>
                  </a:cubicBezTo>
                  <a:cubicBezTo>
                    <a:pt x="233287" y="33289"/>
                    <a:pt x="238391" y="35338"/>
                    <a:pt x="242768" y="39026"/>
                  </a:cubicBezTo>
                  <a:cubicBezTo>
                    <a:pt x="243308" y="39082"/>
                    <a:pt x="243848" y="39138"/>
                    <a:pt x="244389" y="39138"/>
                  </a:cubicBezTo>
                  <a:cubicBezTo>
                    <a:pt x="248058" y="38803"/>
                    <a:pt x="251374" y="39902"/>
                    <a:pt x="254764" y="41280"/>
                  </a:cubicBezTo>
                  <a:cubicBezTo>
                    <a:pt x="265157" y="45471"/>
                    <a:pt x="274676" y="51097"/>
                    <a:pt x="283411" y="58026"/>
                  </a:cubicBezTo>
                  <a:cubicBezTo>
                    <a:pt x="289763" y="63074"/>
                    <a:pt x="296618" y="67451"/>
                    <a:pt x="303510" y="71604"/>
                  </a:cubicBezTo>
                  <a:cubicBezTo>
                    <a:pt x="310290" y="75665"/>
                    <a:pt x="317871" y="78534"/>
                    <a:pt x="325806" y="73355"/>
                  </a:cubicBezTo>
                  <a:cubicBezTo>
                    <a:pt x="328078" y="71847"/>
                    <a:pt x="330704" y="71306"/>
                    <a:pt x="333182" y="73244"/>
                  </a:cubicBezTo>
                  <a:close/>
                </a:path>
              </a:pathLst>
            </a:custGeom>
            <a:solidFill>
              <a:srgbClr val="88BE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592F442A-20FD-5F99-6C78-B0D7CDA9AA5A}"/>
                </a:ext>
              </a:extLst>
            </p:cNvPr>
            <p:cNvSpPr/>
            <p:nvPr/>
          </p:nvSpPr>
          <p:spPr>
            <a:xfrm>
              <a:off x="2023960" y="5092760"/>
              <a:ext cx="310823" cy="112743"/>
            </a:xfrm>
            <a:custGeom>
              <a:avLst/>
              <a:gdLst>
                <a:gd name="csX0" fmla="*/ 310823 w 310823"/>
                <a:gd name="csY0" fmla="*/ 108421 h 112743"/>
                <a:gd name="csX1" fmla="*/ 304807 w 310823"/>
                <a:gd name="csY1" fmla="*/ 109259 h 112743"/>
                <a:gd name="csX2" fmla="*/ 277500 w 310823"/>
                <a:gd name="csY2" fmla="*/ 106130 h 112743"/>
                <a:gd name="csX3" fmla="*/ 230989 w 310823"/>
                <a:gd name="csY3" fmla="*/ 77296 h 112743"/>
                <a:gd name="csX4" fmla="*/ 220633 w 310823"/>
                <a:gd name="csY4" fmla="*/ 75676 h 112743"/>
                <a:gd name="csX5" fmla="*/ 222570 w 310823"/>
                <a:gd name="csY5" fmla="*/ 65114 h 112743"/>
                <a:gd name="csX6" fmla="*/ 220596 w 310823"/>
                <a:gd name="csY6" fmla="*/ 75732 h 112743"/>
                <a:gd name="csX7" fmla="*/ 220204 w 310823"/>
                <a:gd name="csY7" fmla="*/ 76141 h 112743"/>
                <a:gd name="csX8" fmla="*/ 190718 w 310823"/>
                <a:gd name="csY8" fmla="*/ 63773 h 112743"/>
                <a:gd name="csX9" fmla="*/ 156855 w 310823"/>
                <a:gd name="csY9" fmla="*/ 52430 h 112743"/>
                <a:gd name="csX10" fmla="*/ 145996 w 310823"/>
                <a:gd name="csY10" fmla="*/ 52933 h 112743"/>
                <a:gd name="csX11" fmla="*/ 147672 w 310823"/>
                <a:gd name="csY11" fmla="*/ 44420 h 112743"/>
                <a:gd name="csX12" fmla="*/ 146014 w 310823"/>
                <a:gd name="csY12" fmla="*/ 52970 h 112743"/>
                <a:gd name="csX13" fmla="*/ 120123 w 310823"/>
                <a:gd name="csY13" fmla="*/ 44290 h 112743"/>
                <a:gd name="csX14" fmla="*/ 81305 w 310823"/>
                <a:gd name="csY14" fmla="*/ 39670 h 112743"/>
                <a:gd name="csX15" fmla="*/ 74935 w 310823"/>
                <a:gd name="csY15" fmla="*/ 42893 h 112743"/>
                <a:gd name="csX16" fmla="*/ 74805 w 310823"/>
                <a:gd name="csY16" fmla="*/ 33933 h 112743"/>
                <a:gd name="csX17" fmla="*/ 71415 w 310823"/>
                <a:gd name="csY17" fmla="*/ 44066 h 112743"/>
                <a:gd name="csX18" fmla="*/ 65435 w 310823"/>
                <a:gd name="csY18" fmla="*/ 38609 h 112743"/>
                <a:gd name="csX19" fmla="*/ 52676 w 310823"/>
                <a:gd name="csY19" fmla="*/ 37547 h 112743"/>
                <a:gd name="csX20" fmla="*/ 31423 w 310823"/>
                <a:gd name="csY20" fmla="*/ 39205 h 112743"/>
                <a:gd name="csX21" fmla="*/ 18813 w 310823"/>
                <a:gd name="csY21" fmla="*/ 37677 h 112743"/>
                <a:gd name="csX22" fmla="*/ 9444 w 310823"/>
                <a:gd name="csY22" fmla="*/ 40285 h 112743"/>
                <a:gd name="csX23" fmla="*/ 0 w 310823"/>
                <a:gd name="csY23" fmla="*/ 44923 h 112743"/>
                <a:gd name="csX24" fmla="*/ 24271 w 310823"/>
                <a:gd name="csY24" fmla="*/ 18324 h 112743"/>
                <a:gd name="csX25" fmla="*/ 64765 w 310823"/>
                <a:gd name="csY25" fmla="*/ 89 h 112743"/>
                <a:gd name="csX26" fmla="*/ 149907 w 310823"/>
                <a:gd name="csY26" fmla="*/ 7744 h 112743"/>
                <a:gd name="csX27" fmla="*/ 230039 w 310823"/>
                <a:gd name="csY27" fmla="*/ 37174 h 112743"/>
                <a:gd name="csX28" fmla="*/ 296518 w 310823"/>
                <a:gd name="csY28" fmla="*/ 87559 h 112743"/>
                <a:gd name="csX29" fmla="*/ 310823 w 310823"/>
                <a:gd name="csY29" fmla="*/ 108421 h 11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10823" h="112743">
                  <a:moveTo>
                    <a:pt x="310823" y="108421"/>
                  </a:moveTo>
                  <a:cubicBezTo>
                    <a:pt x="308774" y="108459"/>
                    <a:pt x="306632" y="107993"/>
                    <a:pt x="304807" y="109259"/>
                  </a:cubicBezTo>
                  <a:cubicBezTo>
                    <a:pt x="294767" y="116207"/>
                    <a:pt x="286217" y="111495"/>
                    <a:pt x="277500" y="106130"/>
                  </a:cubicBezTo>
                  <a:cubicBezTo>
                    <a:pt x="261965" y="96593"/>
                    <a:pt x="248536" y="83685"/>
                    <a:pt x="230989" y="77296"/>
                  </a:cubicBezTo>
                  <a:cubicBezTo>
                    <a:pt x="227487" y="76030"/>
                    <a:pt x="224191" y="75564"/>
                    <a:pt x="220633" y="75676"/>
                  </a:cubicBezTo>
                  <a:cubicBezTo>
                    <a:pt x="219720" y="71876"/>
                    <a:pt x="223334" y="68896"/>
                    <a:pt x="222570" y="65114"/>
                  </a:cubicBezTo>
                  <a:cubicBezTo>
                    <a:pt x="223203" y="68896"/>
                    <a:pt x="219627" y="71894"/>
                    <a:pt x="220596" y="75732"/>
                  </a:cubicBezTo>
                  <a:cubicBezTo>
                    <a:pt x="220465" y="75862"/>
                    <a:pt x="220335" y="76011"/>
                    <a:pt x="220204" y="76141"/>
                  </a:cubicBezTo>
                  <a:cubicBezTo>
                    <a:pt x="212139" y="67871"/>
                    <a:pt x="200740" y="67312"/>
                    <a:pt x="190718" y="63773"/>
                  </a:cubicBezTo>
                  <a:cubicBezTo>
                    <a:pt x="179524" y="59824"/>
                    <a:pt x="168441" y="55447"/>
                    <a:pt x="156855" y="52430"/>
                  </a:cubicBezTo>
                  <a:cubicBezTo>
                    <a:pt x="152739" y="51349"/>
                    <a:pt x="149609" y="54143"/>
                    <a:pt x="145996" y="52933"/>
                  </a:cubicBezTo>
                  <a:cubicBezTo>
                    <a:pt x="147616" y="50306"/>
                    <a:pt x="146610" y="47158"/>
                    <a:pt x="147672" y="44420"/>
                  </a:cubicBezTo>
                  <a:cubicBezTo>
                    <a:pt x="146648" y="47177"/>
                    <a:pt x="147449" y="50288"/>
                    <a:pt x="146014" y="52970"/>
                  </a:cubicBezTo>
                  <a:cubicBezTo>
                    <a:pt x="138992" y="45333"/>
                    <a:pt x="129213" y="45575"/>
                    <a:pt x="120123" y="44290"/>
                  </a:cubicBezTo>
                  <a:cubicBezTo>
                    <a:pt x="107215" y="42446"/>
                    <a:pt x="94251" y="41086"/>
                    <a:pt x="81305" y="39670"/>
                  </a:cubicBezTo>
                  <a:cubicBezTo>
                    <a:pt x="78679" y="39391"/>
                    <a:pt x="76909" y="41496"/>
                    <a:pt x="74935" y="42893"/>
                  </a:cubicBezTo>
                  <a:cubicBezTo>
                    <a:pt x="72048" y="39763"/>
                    <a:pt x="76015" y="36541"/>
                    <a:pt x="74805" y="33933"/>
                  </a:cubicBezTo>
                  <a:cubicBezTo>
                    <a:pt x="73836" y="37007"/>
                    <a:pt x="75270" y="41365"/>
                    <a:pt x="71415" y="44066"/>
                  </a:cubicBezTo>
                  <a:cubicBezTo>
                    <a:pt x="71620" y="39875"/>
                    <a:pt x="68136" y="39018"/>
                    <a:pt x="65435" y="38609"/>
                  </a:cubicBezTo>
                  <a:cubicBezTo>
                    <a:pt x="61207" y="37957"/>
                    <a:pt x="56569" y="36876"/>
                    <a:pt x="52676" y="37547"/>
                  </a:cubicBezTo>
                  <a:cubicBezTo>
                    <a:pt x="45579" y="38795"/>
                    <a:pt x="38427" y="37286"/>
                    <a:pt x="31423" y="39205"/>
                  </a:cubicBezTo>
                  <a:cubicBezTo>
                    <a:pt x="27195" y="40360"/>
                    <a:pt x="22445" y="39819"/>
                    <a:pt x="18813" y="37677"/>
                  </a:cubicBezTo>
                  <a:cubicBezTo>
                    <a:pt x="14194" y="34976"/>
                    <a:pt x="11642" y="36969"/>
                    <a:pt x="9444" y="40285"/>
                  </a:cubicBezTo>
                  <a:cubicBezTo>
                    <a:pt x="7097" y="43805"/>
                    <a:pt x="4210" y="45519"/>
                    <a:pt x="0" y="44923"/>
                  </a:cubicBezTo>
                  <a:cubicBezTo>
                    <a:pt x="8103" y="36075"/>
                    <a:pt x="16317" y="27321"/>
                    <a:pt x="24271" y="18324"/>
                  </a:cubicBezTo>
                  <a:cubicBezTo>
                    <a:pt x="35055" y="6105"/>
                    <a:pt x="49435" y="443"/>
                    <a:pt x="64765" y="89"/>
                  </a:cubicBezTo>
                  <a:cubicBezTo>
                    <a:pt x="93320" y="-563"/>
                    <a:pt x="121874" y="2417"/>
                    <a:pt x="149907" y="7744"/>
                  </a:cubicBezTo>
                  <a:cubicBezTo>
                    <a:pt x="178071" y="13090"/>
                    <a:pt x="204577" y="23782"/>
                    <a:pt x="230039" y="37174"/>
                  </a:cubicBezTo>
                  <a:cubicBezTo>
                    <a:pt x="255055" y="50343"/>
                    <a:pt x="277630" y="66474"/>
                    <a:pt x="296518" y="87559"/>
                  </a:cubicBezTo>
                  <a:cubicBezTo>
                    <a:pt x="302180" y="93893"/>
                    <a:pt x="306967" y="100859"/>
                    <a:pt x="310823" y="108421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40609438-47DF-2737-326F-19457D0E1499}"/>
                </a:ext>
              </a:extLst>
            </p:cNvPr>
            <p:cNvSpPr/>
            <p:nvPr/>
          </p:nvSpPr>
          <p:spPr>
            <a:xfrm>
              <a:off x="1976487" y="4813109"/>
              <a:ext cx="170493" cy="190557"/>
            </a:xfrm>
            <a:custGeom>
              <a:avLst/>
              <a:gdLst>
                <a:gd name="csX0" fmla="*/ 132615 w 170493"/>
                <a:gd name="csY0" fmla="*/ 339 h 190557"/>
                <a:gd name="csX1" fmla="*/ 168602 w 170493"/>
                <a:gd name="csY1" fmla="*/ 26342 h 190557"/>
                <a:gd name="csX2" fmla="*/ 166422 w 170493"/>
                <a:gd name="csY2" fmla="*/ 37797 h 190557"/>
                <a:gd name="csX3" fmla="*/ 160816 w 170493"/>
                <a:gd name="csY3" fmla="*/ 46776 h 190557"/>
                <a:gd name="csX4" fmla="*/ 156066 w 170493"/>
                <a:gd name="csY4" fmla="*/ 57002 h 190557"/>
                <a:gd name="csX5" fmla="*/ 147423 w 170493"/>
                <a:gd name="csY5" fmla="*/ 60783 h 190557"/>
                <a:gd name="csX6" fmla="*/ 149770 w 170493"/>
                <a:gd name="csY6" fmla="*/ 73579 h 190557"/>
                <a:gd name="csX7" fmla="*/ 138576 w 170493"/>
                <a:gd name="csY7" fmla="*/ 97514 h 190557"/>
                <a:gd name="csX8" fmla="*/ 110934 w 170493"/>
                <a:gd name="csY8" fmla="*/ 141324 h 190557"/>
                <a:gd name="csX9" fmla="*/ 83124 w 170493"/>
                <a:gd name="csY9" fmla="*/ 165669 h 190557"/>
                <a:gd name="csX10" fmla="*/ 52316 w 170493"/>
                <a:gd name="csY10" fmla="*/ 184315 h 190557"/>
                <a:gd name="csX11" fmla="*/ 45405 w 170493"/>
                <a:gd name="csY11" fmla="*/ 187947 h 190557"/>
                <a:gd name="csX12" fmla="*/ 42276 w 170493"/>
                <a:gd name="csY12" fmla="*/ 189269 h 190557"/>
                <a:gd name="csX13" fmla="*/ 26704 w 170493"/>
                <a:gd name="csY13" fmla="*/ 187947 h 190557"/>
                <a:gd name="csX14" fmla="*/ 8655 w 170493"/>
                <a:gd name="csY14" fmla="*/ 178671 h 190557"/>
                <a:gd name="csX15" fmla="*/ 1111 w 170493"/>
                <a:gd name="csY15" fmla="*/ 168035 h 190557"/>
                <a:gd name="csX16" fmla="*/ 1502 w 170493"/>
                <a:gd name="csY16" fmla="*/ 148570 h 190557"/>
                <a:gd name="csX17" fmla="*/ 3551 w 170493"/>
                <a:gd name="csY17" fmla="*/ 134675 h 190557"/>
                <a:gd name="csX18" fmla="*/ 12305 w 170493"/>
                <a:gd name="csY18" fmla="*/ 119941 h 190557"/>
                <a:gd name="csX19" fmla="*/ 13982 w 170493"/>
                <a:gd name="csY19" fmla="*/ 115601 h 190557"/>
                <a:gd name="csX20" fmla="*/ 16087 w 170493"/>
                <a:gd name="csY20" fmla="*/ 107070 h 190557"/>
                <a:gd name="csX21" fmla="*/ 30932 w 170493"/>
                <a:gd name="csY21" fmla="*/ 88034 h 190557"/>
                <a:gd name="csX22" fmla="*/ 82621 w 170493"/>
                <a:gd name="csY22" fmla="*/ 40964 h 190557"/>
                <a:gd name="csX23" fmla="*/ 112256 w 170493"/>
                <a:gd name="csY23" fmla="*/ 13322 h 190557"/>
                <a:gd name="csX24" fmla="*/ 115553 w 170493"/>
                <a:gd name="csY24" fmla="*/ 8777 h 190557"/>
                <a:gd name="csX25" fmla="*/ 132615 w 170493"/>
                <a:gd name="csY25" fmla="*/ 339 h 190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0493" h="190557">
                  <a:moveTo>
                    <a:pt x="132615" y="339"/>
                  </a:moveTo>
                  <a:cubicBezTo>
                    <a:pt x="148727" y="3320"/>
                    <a:pt x="159437" y="13769"/>
                    <a:pt x="168602" y="26342"/>
                  </a:cubicBezTo>
                  <a:cubicBezTo>
                    <a:pt x="171321" y="30812"/>
                    <a:pt x="171526" y="34463"/>
                    <a:pt x="166422" y="37797"/>
                  </a:cubicBezTo>
                  <a:cubicBezTo>
                    <a:pt x="163480" y="39716"/>
                    <a:pt x="162176" y="43460"/>
                    <a:pt x="160816" y="46776"/>
                  </a:cubicBezTo>
                  <a:cubicBezTo>
                    <a:pt x="159382" y="50259"/>
                    <a:pt x="157966" y="53723"/>
                    <a:pt x="156066" y="57002"/>
                  </a:cubicBezTo>
                  <a:cubicBezTo>
                    <a:pt x="154148" y="60280"/>
                    <a:pt x="151819" y="62310"/>
                    <a:pt x="147423" y="60783"/>
                  </a:cubicBezTo>
                  <a:cubicBezTo>
                    <a:pt x="152266" y="66203"/>
                    <a:pt x="152266" y="68047"/>
                    <a:pt x="149770" y="73579"/>
                  </a:cubicBezTo>
                  <a:cubicBezTo>
                    <a:pt x="146138" y="81607"/>
                    <a:pt x="143083" y="89859"/>
                    <a:pt x="138576" y="97514"/>
                  </a:cubicBezTo>
                  <a:cubicBezTo>
                    <a:pt x="129802" y="112416"/>
                    <a:pt x="121961" y="127969"/>
                    <a:pt x="110934" y="141324"/>
                  </a:cubicBezTo>
                  <a:cubicBezTo>
                    <a:pt x="103092" y="150824"/>
                    <a:pt x="94561" y="159839"/>
                    <a:pt x="83124" y="165669"/>
                  </a:cubicBezTo>
                  <a:cubicBezTo>
                    <a:pt x="72451" y="171108"/>
                    <a:pt x="62448" y="177888"/>
                    <a:pt x="52316" y="184315"/>
                  </a:cubicBezTo>
                  <a:cubicBezTo>
                    <a:pt x="50080" y="185730"/>
                    <a:pt x="47827" y="186960"/>
                    <a:pt x="45405" y="187947"/>
                  </a:cubicBezTo>
                  <a:cubicBezTo>
                    <a:pt x="44418" y="188524"/>
                    <a:pt x="43598" y="189474"/>
                    <a:pt x="42276" y="189269"/>
                  </a:cubicBezTo>
                  <a:cubicBezTo>
                    <a:pt x="36874" y="191300"/>
                    <a:pt x="31957" y="190983"/>
                    <a:pt x="26704" y="187947"/>
                  </a:cubicBezTo>
                  <a:cubicBezTo>
                    <a:pt x="20874" y="184575"/>
                    <a:pt x="14522" y="182117"/>
                    <a:pt x="8655" y="178671"/>
                  </a:cubicBezTo>
                  <a:cubicBezTo>
                    <a:pt x="4445" y="176193"/>
                    <a:pt x="2061" y="172785"/>
                    <a:pt x="1111" y="168035"/>
                  </a:cubicBezTo>
                  <a:cubicBezTo>
                    <a:pt x="-193" y="161497"/>
                    <a:pt x="-677" y="155127"/>
                    <a:pt x="1502" y="148570"/>
                  </a:cubicBezTo>
                  <a:cubicBezTo>
                    <a:pt x="2973" y="144156"/>
                    <a:pt x="1968" y="139201"/>
                    <a:pt x="3551" y="134675"/>
                  </a:cubicBezTo>
                  <a:cubicBezTo>
                    <a:pt x="5469" y="129143"/>
                    <a:pt x="7109" y="123480"/>
                    <a:pt x="12305" y="119941"/>
                  </a:cubicBezTo>
                  <a:cubicBezTo>
                    <a:pt x="13907" y="118842"/>
                    <a:pt x="14429" y="117501"/>
                    <a:pt x="13982" y="115601"/>
                  </a:cubicBezTo>
                  <a:cubicBezTo>
                    <a:pt x="13218" y="112434"/>
                    <a:pt x="14448" y="109659"/>
                    <a:pt x="16087" y="107070"/>
                  </a:cubicBezTo>
                  <a:cubicBezTo>
                    <a:pt x="20408" y="100234"/>
                    <a:pt x="24618" y="93342"/>
                    <a:pt x="30932" y="88034"/>
                  </a:cubicBezTo>
                  <a:cubicBezTo>
                    <a:pt x="48795" y="73039"/>
                    <a:pt x="64348" y="55456"/>
                    <a:pt x="82621" y="40964"/>
                  </a:cubicBezTo>
                  <a:cubicBezTo>
                    <a:pt x="93294" y="32508"/>
                    <a:pt x="101564" y="21648"/>
                    <a:pt x="112256" y="13322"/>
                  </a:cubicBezTo>
                  <a:cubicBezTo>
                    <a:pt x="113728" y="12167"/>
                    <a:pt x="114659" y="10435"/>
                    <a:pt x="115553" y="8777"/>
                  </a:cubicBezTo>
                  <a:cubicBezTo>
                    <a:pt x="119781" y="898"/>
                    <a:pt x="123302" y="-853"/>
                    <a:pt x="132615" y="339"/>
                  </a:cubicBezTo>
                  <a:close/>
                </a:path>
              </a:pathLst>
            </a:custGeom>
            <a:solidFill>
              <a:srgbClr val="8B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FBAB1FA3-CE0C-5675-723E-D007B71910DA}"/>
                </a:ext>
              </a:extLst>
            </p:cNvPr>
            <p:cNvSpPr/>
            <p:nvPr/>
          </p:nvSpPr>
          <p:spPr>
            <a:xfrm>
              <a:off x="1602084" y="5282579"/>
              <a:ext cx="168712" cy="195519"/>
            </a:xfrm>
            <a:custGeom>
              <a:avLst/>
              <a:gdLst>
                <a:gd name="csX0" fmla="*/ 151956 w 168712"/>
                <a:gd name="csY0" fmla="*/ 0 h 195519"/>
                <a:gd name="csX1" fmla="*/ 168701 w 168712"/>
                <a:gd name="csY1" fmla="*/ 55526 h 195519"/>
                <a:gd name="csX2" fmla="*/ 162257 w 168712"/>
                <a:gd name="csY2" fmla="*/ 76537 h 195519"/>
                <a:gd name="csX3" fmla="*/ 102204 w 168712"/>
                <a:gd name="csY3" fmla="*/ 141469 h 195519"/>
                <a:gd name="csX4" fmla="*/ 75121 w 168712"/>
                <a:gd name="csY4" fmla="*/ 165926 h 195519"/>
                <a:gd name="csX5" fmla="*/ 69794 w 168712"/>
                <a:gd name="csY5" fmla="*/ 166727 h 195519"/>
                <a:gd name="csX6" fmla="*/ 37756 w 168712"/>
                <a:gd name="csY6" fmla="*/ 187682 h 195519"/>
                <a:gd name="csX7" fmla="*/ 12368 w 168712"/>
                <a:gd name="csY7" fmla="*/ 195319 h 195519"/>
                <a:gd name="csX8" fmla="*/ 931 w 168712"/>
                <a:gd name="csY8" fmla="*/ 189340 h 195519"/>
                <a:gd name="csX9" fmla="*/ 3762 w 168712"/>
                <a:gd name="csY9" fmla="*/ 176301 h 195519"/>
                <a:gd name="csX10" fmla="*/ 21290 w 168712"/>
                <a:gd name="csY10" fmla="*/ 158904 h 195519"/>
                <a:gd name="csX11" fmla="*/ 25481 w 168712"/>
                <a:gd name="csY11" fmla="*/ 151099 h 195519"/>
                <a:gd name="csX12" fmla="*/ 37980 w 168712"/>
                <a:gd name="csY12" fmla="*/ 154452 h 195519"/>
                <a:gd name="csX13" fmla="*/ 24922 w 168712"/>
                <a:gd name="csY13" fmla="*/ 148454 h 195519"/>
                <a:gd name="csX14" fmla="*/ 27809 w 168712"/>
                <a:gd name="csY14" fmla="*/ 144673 h 195519"/>
                <a:gd name="csX15" fmla="*/ 70409 w 168712"/>
                <a:gd name="csY15" fmla="*/ 110661 h 195519"/>
                <a:gd name="csX16" fmla="*/ 82628 w 168712"/>
                <a:gd name="csY16" fmla="*/ 93711 h 195519"/>
                <a:gd name="csX17" fmla="*/ 83540 w 168712"/>
                <a:gd name="csY17" fmla="*/ 93152 h 195519"/>
                <a:gd name="csX18" fmla="*/ 85198 w 168712"/>
                <a:gd name="csY18" fmla="*/ 90973 h 195519"/>
                <a:gd name="csX19" fmla="*/ 108705 w 168712"/>
                <a:gd name="csY19" fmla="*/ 51186 h 195519"/>
                <a:gd name="csX20" fmla="*/ 109618 w 168712"/>
                <a:gd name="csY20" fmla="*/ 47945 h 195519"/>
                <a:gd name="csX21" fmla="*/ 115429 w 168712"/>
                <a:gd name="csY21" fmla="*/ 29430 h 195519"/>
                <a:gd name="csX22" fmla="*/ 116416 w 168712"/>
                <a:gd name="csY22" fmla="*/ 29020 h 195519"/>
                <a:gd name="csX23" fmla="*/ 136962 w 168712"/>
                <a:gd name="csY23" fmla="*/ 36303 h 195519"/>
                <a:gd name="csX24" fmla="*/ 131895 w 168712"/>
                <a:gd name="csY24" fmla="*/ 35130 h 195519"/>
                <a:gd name="csX25" fmla="*/ 116547 w 168712"/>
                <a:gd name="csY25" fmla="*/ 26245 h 195519"/>
                <a:gd name="csX26" fmla="*/ 131392 w 168712"/>
                <a:gd name="csY26" fmla="*/ 8941 h 195519"/>
                <a:gd name="csX27" fmla="*/ 146852 w 168712"/>
                <a:gd name="csY27" fmla="*/ 3967 h 195519"/>
                <a:gd name="csX28" fmla="*/ 151956 w 168712"/>
                <a:gd name="csY28" fmla="*/ 0 h 195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8712" h="195519">
                  <a:moveTo>
                    <a:pt x="151956" y="0"/>
                  </a:moveTo>
                  <a:cubicBezTo>
                    <a:pt x="160599" y="17584"/>
                    <a:pt x="168199" y="35540"/>
                    <a:pt x="168701" y="55526"/>
                  </a:cubicBezTo>
                  <a:cubicBezTo>
                    <a:pt x="168888" y="63107"/>
                    <a:pt x="166708" y="69775"/>
                    <a:pt x="162257" y="76537"/>
                  </a:cubicBezTo>
                  <a:cubicBezTo>
                    <a:pt x="145753" y="101534"/>
                    <a:pt x="123010" y="120589"/>
                    <a:pt x="102204" y="141469"/>
                  </a:cubicBezTo>
                  <a:cubicBezTo>
                    <a:pt x="93655" y="150056"/>
                    <a:pt x="83466" y="157004"/>
                    <a:pt x="75121" y="165926"/>
                  </a:cubicBezTo>
                  <a:cubicBezTo>
                    <a:pt x="72979" y="163710"/>
                    <a:pt x="71433" y="165516"/>
                    <a:pt x="69794" y="166727"/>
                  </a:cubicBezTo>
                  <a:cubicBezTo>
                    <a:pt x="59493" y="174290"/>
                    <a:pt x="49472" y="182467"/>
                    <a:pt x="37756" y="187682"/>
                  </a:cubicBezTo>
                  <a:cubicBezTo>
                    <a:pt x="29728" y="191277"/>
                    <a:pt x="21942" y="196623"/>
                    <a:pt x="12368" y="195319"/>
                  </a:cubicBezTo>
                  <a:cubicBezTo>
                    <a:pt x="7879" y="194704"/>
                    <a:pt x="3148" y="194108"/>
                    <a:pt x="931" y="189340"/>
                  </a:cubicBezTo>
                  <a:cubicBezTo>
                    <a:pt x="-1379" y="184385"/>
                    <a:pt x="1006" y="180380"/>
                    <a:pt x="3762" y="176301"/>
                  </a:cubicBezTo>
                  <a:cubicBezTo>
                    <a:pt x="8475" y="169316"/>
                    <a:pt x="14547" y="163728"/>
                    <a:pt x="21290" y="158904"/>
                  </a:cubicBezTo>
                  <a:cubicBezTo>
                    <a:pt x="24214" y="156818"/>
                    <a:pt x="25462" y="154433"/>
                    <a:pt x="25481" y="151099"/>
                  </a:cubicBezTo>
                  <a:cubicBezTo>
                    <a:pt x="30324" y="150708"/>
                    <a:pt x="34087" y="153949"/>
                    <a:pt x="37980" y="154452"/>
                  </a:cubicBezTo>
                  <a:cubicBezTo>
                    <a:pt x="34198" y="152366"/>
                    <a:pt x="28461" y="152701"/>
                    <a:pt x="24922" y="148454"/>
                  </a:cubicBezTo>
                  <a:cubicBezTo>
                    <a:pt x="24755" y="146350"/>
                    <a:pt x="26431" y="145586"/>
                    <a:pt x="27809" y="144673"/>
                  </a:cubicBezTo>
                  <a:cubicBezTo>
                    <a:pt x="43065" y="134652"/>
                    <a:pt x="56848" y="122731"/>
                    <a:pt x="70409" y="110661"/>
                  </a:cubicBezTo>
                  <a:cubicBezTo>
                    <a:pt x="75475" y="106153"/>
                    <a:pt x="81026" y="101105"/>
                    <a:pt x="82628" y="93711"/>
                  </a:cubicBezTo>
                  <a:cubicBezTo>
                    <a:pt x="82907" y="93450"/>
                    <a:pt x="83205" y="93189"/>
                    <a:pt x="83540" y="93152"/>
                  </a:cubicBezTo>
                  <a:cubicBezTo>
                    <a:pt x="85012" y="92966"/>
                    <a:pt x="85515" y="92351"/>
                    <a:pt x="85198" y="90973"/>
                  </a:cubicBezTo>
                  <a:cubicBezTo>
                    <a:pt x="97753" y="80504"/>
                    <a:pt x="104682" y="66702"/>
                    <a:pt x="108705" y="51186"/>
                  </a:cubicBezTo>
                  <a:cubicBezTo>
                    <a:pt x="108984" y="50106"/>
                    <a:pt x="109040" y="48895"/>
                    <a:pt x="109618" y="47945"/>
                  </a:cubicBezTo>
                  <a:cubicBezTo>
                    <a:pt x="113138" y="42264"/>
                    <a:pt x="114181" y="35819"/>
                    <a:pt x="115429" y="29430"/>
                  </a:cubicBezTo>
                  <a:cubicBezTo>
                    <a:pt x="115746" y="29207"/>
                    <a:pt x="116156" y="28890"/>
                    <a:pt x="116416" y="29020"/>
                  </a:cubicBezTo>
                  <a:cubicBezTo>
                    <a:pt x="123159" y="32168"/>
                    <a:pt x="129809" y="35558"/>
                    <a:pt x="136962" y="36303"/>
                  </a:cubicBezTo>
                  <a:cubicBezTo>
                    <a:pt x="135993" y="34925"/>
                    <a:pt x="133683" y="35651"/>
                    <a:pt x="131895" y="35130"/>
                  </a:cubicBezTo>
                  <a:cubicBezTo>
                    <a:pt x="126009" y="33453"/>
                    <a:pt x="119974" y="32131"/>
                    <a:pt x="116547" y="26245"/>
                  </a:cubicBezTo>
                  <a:cubicBezTo>
                    <a:pt x="121166" y="20210"/>
                    <a:pt x="125134" y="13635"/>
                    <a:pt x="131392" y="8941"/>
                  </a:cubicBezTo>
                  <a:cubicBezTo>
                    <a:pt x="136030" y="5458"/>
                    <a:pt x="140910" y="2738"/>
                    <a:pt x="146852" y="3967"/>
                  </a:cubicBezTo>
                  <a:cubicBezTo>
                    <a:pt x="150615" y="4768"/>
                    <a:pt x="150354" y="1416"/>
                    <a:pt x="151956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D6F10E83-A8C6-9A5F-EEDE-07BCCD2514D5}"/>
                </a:ext>
              </a:extLst>
            </p:cNvPr>
            <p:cNvSpPr/>
            <p:nvPr/>
          </p:nvSpPr>
          <p:spPr>
            <a:xfrm>
              <a:off x="2027145" y="5206918"/>
              <a:ext cx="300690" cy="88824"/>
            </a:xfrm>
            <a:custGeom>
              <a:avLst/>
              <a:gdLst>
                <a:gd name="csX0" fmla="*/ 0 w 300690"/>
                <a:gd name="csY0" fmla="*/ 0 h 88824"/>
                <a:gd name="csX1" fmla="*/ 10897 w 300690"/>
                <a:gd name="csY1" fmla="*/ 3632 h 88824"/>
                <a:gd name="csX2" fmla="*/ 36657 w 300690"/>
                <a:gd name="csY2" fmla="*/ 11120 h 88824"/>
                <a:gd name="csX3" fmla="*/ 60015 w 300690"/>
                <a:gd name="csY3" fmla="*/ 16671 h 88824"/>
                <a:gd name="csX4" fmla="*/ 69403 w 300690"/>
                <a:gd name="csY4" fmla="*/ 9928 h 88824"/>
                <a:gd name="csX5" fmla="*/ 70837 w 300690"/>
                <a:gd name="csY5" fmla="*/ 12480 h 88824"/>
                <a:gd name="csX6" fmla="*/ 71769 w 300690"/>
                <a:gd name="csY6" fmla="*/ 6631 h 88824"/>
                <a:gd name="csX7" fmla="*/ 72700 w 300690"/>
                <a:gd name="csY7" fmla="*/ 11437 h 88824"/>
                <a:gd name="csX8" fmla="*/ 80002 w 300690"/>
                <a:gd name="csY8" fmla="*/ 21141 h 88824"/>
                <a:gd name="csX9" fmla="*/ 115169 w 300690"/>
                <a:gd name="csY9" fmla="*/ 30678 h 88824"/>
                <a:gd name="csX10" fmla="*/ 133032 w 300690"/>
                <a:gd name="csY10" fmla="*/ 36657 h 88824"/>
                <a:gd name="csX11" fmla="*/ 140501 w 300690"/>
                <a:gd name="csY11" fmla="*/ 31758 h 88824"/>
                <a:gd name="csX12" fmla="*/ 141563 w 300690"/>
                <a:gd name="csY12" fmla="*/ 24699 h 88824"/>
                <a:gd name="csX13" fmla="*/ 142792 w 300690"/>
                <a:gd name="csY13" fmla="*/ 31069 h 88824"/>
                <a:gd name="csX14" fmla="*/ 143854 w 300690"/>
                <a:gd name="csY14" fmla="*/ 37011 h 88824"/>
                <a:gd name="csX15" fmla="*/ 147989 w 300690"/>
                <a:gd name="csY15" fmla="*/ 40718 h 88824"/>
                <a:gd name="csX16" fmla="*/ 197256 w 300690"/>
                <a:gd name="csY16" fmla="*/ 49882 h 88824"/>
                <a:gd name="csX17" fmla="*/ 219608 w 300690"/>
                <a:gd name="csY17" fmla="*/ 54520 h 88824"/>
                <a:gd name="csX18" fmla="*/ 236689 w 300690"/>
                <a:gd name="csY18" fmla="*/ 57258 h 88824"/>
                <a:gd name="csX19" fmla="*/ 256303 w 300690"/>
                <a:gd name="csY19" fmla="*/ 58562 h 88824"/>
                <a:gd name="csX20" fmla="*/ 263754 w 300690"/>
                <a:gd name="csY20" fmla="*/ 52415 h 88824"/>
                <a:gd name="csX21" fmla="*/ 265337 w 300690"/>
                <a:gd name="csY21" fmla="*/ 49882 h 88824"/>
                <a:gd name="csX22" fmla="*/ 267106 w 300690"/>
                <a:gd name="csY22" fmla="*/ 52229 h 88824"/>
                <a:gd name="csX23" fmla="*/ 275600 w 300690"/>
                <a:gd name="csY23" fmla="*/ 59754 h 88824"/>
                <a:gd name="csX24" fmla="*/ 293556 w 300690"/>
                <a:gd name="csY24" fmla="*/ 66367 h 88824"/>
                <a:gd name="csX25" fmla="*/ 296592 w 300690"/>
                <a:gd name="csY25" fmla="*/ 72122 h 88824"/>
                <a:gd name="csX26" fmla="*/ 300690 w 300690"/>
                <a:gd name="csY26" fmla="*/ 75550 h 88824"/>
                <a:gd name="csX27" fmla="*/ 265989 w 300690"/>
                <a:gd name="csY27" fmla="*/ 85794 h 88824"/>
                <a:gd name="csX28" fmla="*/ 120570 w 300690"/>
                <a:gd name="csY28" fmla="*/ 72309 h 88824"/>
                <a:gd name="csX29" fmla="*/ 36862 w 300690"/>
                <a:gd name="csY29" fmla="*/ 47274 h 88824"/>
                <a:gd name="csX30" fmla="*/ 23470 w 300690"/>
                <a:gd name="csY30" fmla="*/ 37663 h 88824"/>
                <a:gd name="csX31" fmla="*/ 7227 w 300690"/>
                <a:gd name="csY31" fmla="*/ 21290 h 88824"/>
                <a:gd name="csX32" fmla="*/ 782 w 300690"/>
                <a:gd name="csY32" fmla="*/ 8978 h 88824"/>
                <a:gd name="csX33" fmla="*/ 0 w 300690"/>
                <a:gd name="csY33" fmla="*/ 0 h 88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300690" h="88824">
                  <a:moveTo>
                    <a:pt x="0" y="0"/>
                  </a:moveTo>
                  <a:cubicBezTo>
                    <a:pt x="3129" y="2738"/>
                    <a:pt x="7004" y="2980"/>
                    <a:pt x="10897" y="3632"/>
                  </a:cubicBezTo>
                  <a:cubicBezTo>
                    <a:pt x="19744" y="5104"/>
                    <a:pt x="27754" y="9537"/>
                    <a:pt x="36657" y="11120"/>
                  </a:cubicBezTo>
                  <a:cubicBezTo>
                    <a:pt x="44518" y="12517"/>
                    <a:pt x="52304" y="14566"/>
                    <a:pt x="60015" y="16671"/>
                  </a:cubicBezTo>
                  <a:cubicBezTo>
                    <a:pt x="67354" y="18682"/>
                    <a:pt x="69068" y="17602"/>
                    <a:pt x="69403" y="9928"/>
                  </a:cubicBezTo>
                  <a:cubicBezTo>
                    <a:pt x="71415" y="9965"/>
                    <a:pt x="71023" y="11232"/>
                    <a:pt x="70837" y="12480"/>
                  </a:cubicBezTo>
                  <a:cubicBezTo>
                    <a:pt x="71638" y="10636"/>
                    <a:pt x="69422" y="8214"/>
                    <a:pt x="71769" y="6631"/>
                  </a:cubicBezTo>
                  <a:cubicBezTo>
                    <a:pt x="73147" y="8028"/>
                    <a:pt x="72923" y="9835"/>
                    <a:pt x="72700" y="11437"/>
                  </a:cubicBezTo>
                  <a:cubicBezTo>
                    <a:pt x="71918" y="17192"/>
                    <a:pt x="74283" y="19763"/>
                    <a:pt x="80002" y="21141"/>
                  </a:cubicBezTo>
                  <a:cubicBezTo>
                    <a:pt x="91792" y="23972"/>
                    <a:pt x="103639" y="26468"/>
                    <a:pt x="115169" y="30678"/>
                  </a:cubicBezTo>
                  <a:cubicBezTo>
                    <a:pt x="120962" y="32783"/>
                    <a:pt x="127220" y="34068"/>
                    <a:pt x="133032" y="36657"/>
                  </a:cubicBezTo>
                  <a:cubicBezTo>
                    <a:pt x="137055" y="38445"/>
                    <a:pt x="139756" y="36378"/>
                    <a:pt x="140501" y="31758"/>
                  </a:cubicBezTo>
                  <a:cubicBezTo>
                    <a:pt x="140873" y="29411"/>
                    <a:pt x="139681" y="26822"/>
                    <a:pt x="141563" y="24699"/>
                  </a:cubicBezTo>
                  <a:cubicBezTo>
                    <a:pt x="143556" y="26524"/>
                    <a:pt x="142550" y="28927"/>
                    <a:pt x="142792" y="31069"/>
                  </a:cubicBezTo>
                  <a:cubicBezTo>
                    <a:pt x="143016" y="33081"/>
                    <a:pt x="142308" y="35242"/>
                    <a:pt x="143854" y="37011"/>
                  </a:cubicBezTo>
                  <a:cubicBezTo>
                    <a:pt x="144059" y="39582"/>
                    <a:pt x="145772" y="40103"/>
                    <a:pt x="147989" y="40718"/>
                  </a:cubicBezTo>
                  <a:cubicBezTo>
                    <a:pt x="164175" y="45151"/>
                    <a:pt x="180958" y="46287"/>
                    <a:pt x="197256" y="49882"/>
                  </a:cubicBezTo>
                  <a:cubicBezTo>
                    <a:pt x="204670" y="51521"/>
                    <a:pt x="212549" y="50776"/>
                    <a:pt x="219608" y="54520"/>
                  </a:cubicBezTo>
                  <a:cubicBezTo>
                    <a:pt x="224842" y="57314"/>
                    <a:pt x="230989" y="56495"/>
                    <a:pt x="236689" y="57258"/>
                  </a:cubicBezTo>
                  <a:cubicBezTo>
                    <a:pt x="243134" y="58115"/>
                    <a:pt x="249765" y="57612"/>
                    <a:pt x="256303" y="58562"/>
                  </a:cubicBezTo>
                  <a:cubicBezTo>
                    <a:pt x="260624" y="59195"/>
                    <a:pt x="264406" y="58301"/>
                    <a:pt x="263754" y="52415"/>
                  </a:cubicBezTo>
                  <a:cubicBezTo>
                    <a:pt x="263623" y="51279"/>
                    <a:pt x="263884" y="49957"/>
                    <a:pt x="265337" y="49882"/>
                  </a:cubicBezTo>
                  <a:cubicBezTo>
                    <a:pt x="266808" y="49808"/>
                    <a:pt x="267181" y="51037"/>
                    <a:pt x="267106" y="52229"/>
                  </a:cubicBezTo>
                  <a:cubicBezTo>
                    <a:pt x="266715" y="58394"/>
                    <a:pt x="271242" y="59009"/>
                    <a:pt x="275600" y="59754"/>
                  </a:cubicBezTo>
                  <a:cubicBezTo>
                    <a:pt x="282008" y="60835"/>
                    <a:pt x="288788" y="60723"/>
                    <a:pt x="293556" y="66367"/>
                  </a:cubicBezTo>
                  <a:cubicBezTo>
                    <a:pt x="295028" y="68099"/>
                    <a:pt x="296686" y="69515"/>
                    <a:pt x="296592" y="72122"/>
                  </a:cubicBezTo>
                  <a:cubicBezTo>
                    <a:pt x="296481" y="74805"/>
                    <a:pt x="298269" y="75661"/>
                    <a:pt x="300690" y="75550"/>
                  </a:cubicBezTo>
                  <a:cubicBezTo>
                    <a:pt x="290278" y="82870"/>
                    <a:pt x="277984" y="83932"/>
                    <a:pt x="265989" y="85794"/>
                  </a:cubicBezTo>
                  <a:cubicBezTo>
                    <a:pt x="216405" y="93450"/>
                    <a:pt x="168311" y="85738"/>
                    <a:pt x="120570" y="72309"/>
                  </a:cubicBezTo>
                  <a:cubicBezTo>
                    <a:pt x="92519" y="64429"/>
                    <a:pt x="64802" y="55489"/>
                    <a:pt x="36862" y="47274"/>
                  </a:cubicBezTo>
                  <a:cubicBezTo>
                    <a:pt x="31125" y="45598"/>
                    <a:pt x="26934" y="42376"/>
                    <a:pt x="23470" y="37663"/>
                  </a:cubicBezTo>
                  <a:cubicBezTo>
                    <a:pt x="18869" y="31423"/>
                    <a:pt x="13504" y="25761"/>
                    <a:pt x="7227" y="21290"/>
                  </a:cubicBezTo>
                  <a:cubicBezTo>
                    <a:pt x="2682" y="18049"/>
                    <a:pt x="1006" y="14119"/>
                    <a:pt x="782" y="8978"/>
                  </a:cubicBezTo>
                  <a:cubicBezTo>
                    <a:pt x="577" y="5998"/>
                    <a:pt x="242" y="2999"/>
                    <a:pt x="0" y="0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C5A1DA19-88BD-40BA-CF60-F8E43C331CBF}"/>
                </a:ext>
              </a:extLst>
            </p:cNvPr>
            <p:cNvSpPr/>
            <p:nvPr/>
          </p:nvSpPr>
          <p:spPr>
            <a:xfrm>
              <a:off x="1787742" y="5125126"/>
              <a:ext cx="127011" cy="147945"/>
            </a:xfrm>
            <a:custGeom>
              <a:avLst/>
              <a:gdLst>
                <a:gd name="csX0" fmla="*/ 89458 w 127011"/>
                <a:gd name="csY0" fmla="*/ 4808 h 147945"/>
                <a:gd name="csX1" fmla="*/ 117416 w 127011"/>
                <a:gd name="csY1" fmla="*/ 9092 h 147945"/>
                <a:gd name="csX2" fmla="*/ 126972 w 127011"/>
                <a:gd name="csY2" fmla="*/ 31649 h 147945"/>
                <a:gd name="csX3" fmla="*/ 119689 w 127011"/>
                <a:gd name="csY3" fmla="*/ 87957 h 147945"/>
                <a:gd name="csX4" fmla="*/ 87502 w 127011"/>
                <a:gd name="csY4" fmla="*/ 128060 h 147945"/>
                <a:gd name="csX5" fmla="*/ 43562 w 127011"/>
                <a:gd name="csY5" fmla="*/ 147674 h 147945"/>
                <a:gd name="csX6" fmla="*/ 18770 w 127011"/>
                <a:gd name="csY6" fmla="*/ 139199 h 147945"/>
                <a:gd name="csX7" fmla="*/ 31 w 127011"/>
                <a:gd name="csY7" fmla="*/ 99692 h 147945"/>
                <a:gd name="csX8" fmla="*/ 9959 w 127011"/>
                <a:gd name="csY8" fmla="*/ 50108 h 147945"/>
                <a:gd name="csX9" fmla="*/ 23985 w 127011"/>
                <a:gd name="csY9" fmla="*/ 36604 h 147945"/>
                <a:gd name="csX10" fmla="*/ 33708 w 127011"/>
                <a:gd name="csY10" fmla="*/ 28240 h 147945"/>
                <a:gd name="csX11" fmla="*/ 48684 w 127011"/>
                <a:gd name="csY11" fmla="*/ 2424 h 147945"/>
                <a:gd name="csX12" fmla="*/ 55762 w 127011"/>
                <a:gd name="csY12" fmla="*/ 170 h 147945"/>
                <a:gd name="csX13" fmla="*/ 81299 w 127011"/>
                <a:gd name="csY13" fmla="*/ 6503 h 147945"/>
                <a:gd name="csX14" fmla="*/ 89458 w 127011"/>
                <a:gd name="csY14" fmla="*/ 4808 h 147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011" h="147945">
                  <a:moveTo>
                    <a:pt x="89458" y="4808"/>
                  </a:moveTo>
                  <a:cubicBezTo>
                    <a:pt x="99088" y="4305"/>
                    <a:pt x="109239" y="2610"/>
                    <a:pt x="117416" y="9092"/>
                  </a:cubicBezTo>
                  <a:cubicBezTo>
                    <a:pt x="124364" y="14587"/>
                    <a:pt x="127400" y="22708"/>
                    <a:pt x="126972" y="31649"/>
                  </a:cubicBezTo>
                  <a:cubicBezTo>
                    <a:pt x="126096" y="50611"/>
                    <a:pt x="124811" y="69722"/>
                    <a:pt x="119689" y="87957"/>
                  </a:cubicBezTo>
                  <a:cubicBezTo>
                    <a:pt x="114790" y="105392"/>
                    <a:pt x="102515" y="118319"/>
                    <a:pt x="87502" y="128060"/>
                  </a:cubicBezTo>
                  <a:cubicBezTo>
                    <a:pt x="73960" y="136871"/>
                    <a:pt x="60102" y="145234"/>
                    <a:pt x="43562" y="147674"/>
                  </a:cubicBezTo>
                  <a:cubicBezTo>
                    <a:pt x="33634" y="149146"/>
                    <a:pt x="26313" y="144396"/>
                    <a:pt x="18770" y="139199"/>
                  </a:cubicBezTo>
                  <a:cubicBezTo>
                    <a:pt x="4837" y="129569"/>
                    <a:pt x="217" y="115767"/>
                    <a:pt x="31" y="99692"/>
                  </a:cubicBezTo>
                  <a:cubicBezTo>
                    <a:pt x="-174" y="82444"/>
                    <a:pt x="366" y="65401"/>
                    <a:pt x="9959" y="50108"/>
                  </a:cubicBezTo>
                  <a:cubicBezTo>
                    <a:pt x="13517" y="44427"/>
                    <a:pt x="17969" y="39658"/>
                    <a:pt x="23985" y="36604"/>
                  </a:cubicBezTo>
                  <a:cubicBezTo>
                    <a:pt x="27953" y="34592"/>
                    <a:pt x="31436" y="31910"/>
                    <a:pt x="33708" y="28240"/>
                  </a:cubicBezTo>
                  <a:cubicBezTo>
                    <a:pt x="38942" y="19784"/>
                    <a:pt x="43729" y="11048"/>
                    <a:pt x="48684" y="2424"/>
                  </a:cubicBezTo>
                  <a:cubicBezTo>
                    <a:pt x="50454" y="-165"/>
                    <a:pt x="53117" y="-203"/>
                    <a:pt x="55762" y="170"/>
                  </a:cubicBezTo>
                  <a:cubicBezTo>
                    <a:pt x="64479" y="1418"/>
                    <a:pt x="73308" y="2461"/>
                    <a:pt x="81299" y="6503"/>
                  </a:cubicBezTo>
                  <a:cubicBezTo>
                    <a:pt x="84764" y="8254"/>
                    <a:pt x="86980" y="6447"/>
                    <a:pt x="89458" y="4808"/>
                  </a:cubicBezTo>
                  <a:close/>
                </a:path>
              </a:pathLst>
            </a:custGeom>
            <a:solidFill>
              <a:srgbClr val="81B7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415AE570-2152-F888-8EEE-65F3DA5AE8AC}"/>
                </a:ext>
              </a:extLst>
            </p:cNvPr>
            <p:cNvSpPr/>
            <p:nvPr/>
          </p:nvSpPr>
          <p:spPr>
            <a:xfrm>
              <a:off x="1881231" y="5037126"/>
              <a:ext cx="121922" cy="89318"/>
            </a:xfrm>
            <a:custGeom>
              <a:avLst/>
              <a:gdLst>
                <a:gd name="csX0" fmla="*/ 5357 w 121922"/>
                <a:gd name="csY0" fmla="*/ 88431 h 89318"/>
                <a:gd name="csX1" fmla="*/ 1222 w 121922"/>
                <a:gd name="csY1" fmla="*/ 81296 h 89318"/>
                <a:gd name="csX2" fmla="*/ 6828 w 121922"/>
                <a:gd name="csY2" fmla="*/ 75094 h 89318"/>
                <a:gd name="csX3" fmla="*/ 11857 w 121922"/>
                <a:gd name="csY3" fmla="*/ 68016 h 89318"/>
                <a:gd name="csX4" fmla="*/ 16197 w 121922"/>
                <a:gd name="csY4" fmla="*/ 54027 h 89318"/>
                <a:gd name="csX5" fmla="*/ 27206 w 121922"/>
                <a:gd name="csY5" fmla="*/ 27764 h 89318"/>
                <a:gd name="csX6" fmla="*/ 78653 w 121922"/>
                <a:gd name="csY6" fmla="*/ 252 h 89318"/>
                <a:gd name="csX7" fmla="*/ 104953 w 121922"/>
                <a:gd name="csY7" fmla="*/ 2264 h 89318"/>
                <a:gd name="csX8" fmla="*/ 120004 w 121922"/>
                <a:gd name="csY8" fmla="*/ 33277 h 89318"/>
                <a:gd name="csX9" fmla="*/ 116334 w 121922"/>
                <a:gd name="csY9" fmla="*/ 43950 h 89318"/>
                <a:gd name="csX10" fmla="*/ 82397 w 121922"/>
                <a:gd name="csY10" fmla="*/ 83830 h 89318"/>
                <a:gd name="csX11" fmla="*/ 44082 w 121922"/>
                <a:gd name="csY11" fmla="*/ 86437 h 89318"/>
                <a:gd name="csX12" fmla="*/ 29944 w 121922"/>
                <a:gd name="csY12" fmla="*/ 82619 h 89318"/>
                <a:gd name="csX13" fmla="*/ 5357 w 121922"/>
                <a:gd name="csY13" fmla="*/ 88431 h 89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1922" h="89318">
                  <a:moveTo>
                    <a:pt x="5357" y="88431"/>
                  </a:moveTo>
                  <a:cubicBezTo>
                    <a:pt x="-306" y="87760"/>
                    <a:pt x="-1107" y="86382"/>
                    <a:pt x="1222" y="81296"/>
                  </a:cubicBezTo>
                  <a:cubicBezTo>
                    <a:pt x="2432" y="78633"/>
                    <a:pt x="4425" y="76565"/>
                    <a:pt x="6828" y="75094"/>
                  </a:cubicBezTo>
                  <a:cubicBezTo>
                    <a:pt x="9604" y="73399"/>
                    <a:pt x="11317" y="71201"/>
                    <a:pt x="11857" y="68016"/>
                  </a:cubicBezTo>
                  <a:cubicBezTo>
                    <a:pt x="15601" y="64067"/>
                    <a:pt x="16980" y="59336"/>
                    <a:pt x="16197" y="54027"/>
                  </a:cubicBezTo>
                  <a:cubicBezTo>
                    <a:pt x="14577" y="43037"/>
                    <a:pt x="19327" y="34506"/>
                    <a:pt x="27206" y="27764"/>
                  </a:cubicBezTo>
                  <a:cubicBezTo>
                    <a:pt x="42275" y="14837"/>
                    <a:pt x="58685" y="4126"/>
                    <a:pt x="78653" y="252"/>
                  </a:cubicBezTo>
                  <a:cubicBezTo>
                    <a:pt x="87500" y="-251"/>
                    <a:pt x="96255" y="-195"/>
                    <a:pt x="104953" y="2264"/>
                  </a:cubicBezTo>
                  <a:cubicBezTo>
                    <a:pt x="118551" y="6119"/>
                    <a:pt x="125573" y="20331"/>
                    <a:pt x="120004" y="33277"/>
                  </a:cubicBezTo>
                  <a:cubicBezTo>
                    <a:pt x="118514" y="36723"/>
                    <a:pt x="117396" y="40337"/>
                    <a:pt x="116334" y="43950"/>
                  </a:cubicBezTo>
                  <a:cubicBezTo>
                    <a:pt x="110989" y="62335"/>
                    <a:pt x="97950" y="74479"/>
                    <a:pt x="82397" y="83830"/>
                  </a:cubicBezTo>
                  <a:cubicBezTo>
                    <a:pt x="70513" y="90945"/>
                    <a:pt x="57195" y="90386"/>
                    <a:pt x="44082" y="86437"/>
                  </a:cubicBezTo>
                  <a:cubicBezTo>
                    <a:pt x="39406" y="85040"/>
                    <a:pt x="34787" y="83532"/>
                    <a:pt x="29944" y="82619"/>
                  </a:cubicBezTo>
                  <a:cubicBezTo>
                    <a:pt x="20780" y="80943"/>
                    <a:pt x="12994" y="84221"/>
                    <a:pt x="5357" y="88431"/>
                  </a:cubicBezTo>
                  <a:close/>
                </a:path>
              </a:pathLst>
            </a:custGeom>
            <a:solidFill>
              <a:srgbClr val="84BB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6C8026A7-F9E4-7969-7B5A-5017A677E80B}"/>
                </a:ext>
              </a:extLst>
            </p:cNvPr>
            <p:cNvSpPr/>
            <p:nvPr/>
          </p:nvSpPr>
          <p:spPr>
            <a:xfrm>
              <a:off x="1957297" y="4812061"/>
              <a:ext cx="151804" cy="223362"/>
            </a:xfrm>
            <a:custGeom>
              <a:avLst/>
              <a:gdLst>
                <a:gd name="csX0" fmla="*/ 151805 w 151804"/>
                <a:gd name="csY0" fmla="*/ 1388 h 223362"/>
                <a:gd name="csX1" fmla="*/ 139828 w 151804"/>
                <a:gd name="csY1" fmla="*/ 3865 h 223362"/>
                <a:gd name="csX2" fmla="*/ 138021 w 151804"/>
                <a:gd name="csY2" fmla="*/ 5728 h 223362"/>
                <a:gd name="csX3" fmla="*/ 122617 w 151804"/>
                <a:gd name="csY3" fmla="*/ 24410 h 223362"/>
                <a:gd name="csX4" fmla="*/ 70387 w 151804"/>
                <a:gd name="csY4" fmla="*/ 72877 h 223362"/>
                <a:gd name="csX5" fmla="*/ 50289 w 151804"/>
                <a:gd name="csY5" fmla="*/ 90814 h 223362"/>
                <a:gd name="csX6" fmla="*/ 36338 w 151804"/>
                <a:gd name="csY6" fmla="*/ 108994 h 223362"/>
                <a:gd name="csX7" fmla="*/ 34848 w 151804"/>
                <a:gd name="csY7" fmla="*/ 117413 h 223362"/>
                <a:gd name="csX8" fmla="*/ 33786 w 151804"/>
                <a:gd name="csY8" fmla="*/ 121343 h 223362"/>
                <a:gd name="csX9" fmla="*/ 22834 w 151804"/>
                <a:gd name="csY9" fmla="*/ 145222 h 223362"/>
                <a:gd name="csX10" fmla="*/ 21474 w 151804"/>
                <a:gd name="csY10" fmla="*/ 152319 h 223362"/>
                <a:gd name="csX11" fmla="*/ 30620 w 151804"/>
                <a:gd name="csY11" fmla="*/ 179440 h 223362"/>
                <a:gd name="csX12" fmla="*/ 50997 w 151804"/>
                <a:gd name="csY12" fmla="*/ 189908 h 223362"/>
                <a:gd name="csX13" fmla="*/ 61465 w 151804"/>
                <a:gd name="csY13" fmla="*/ 190299 h 223362"/>
                <a:gd name="csX14" fmla="*/ 26652 w 151804"/>
                <a:gd name="csY14" fmla="*/ 221759 h 223362"/>
                <a:gd name="csX15" fmla="*/ 22834 w 151804"/>
                <a:gd name="csY15" fmla="*/ 223324 h 223362"/>
                <a:gd name="csX16" fmla="*/ 4412 w 151804"/>
                <a:gd name="csY16" fmla="*/ 222653 h 223362"/>
                <a:gd name="csX17" fmla="*/ 12757 w 151804"/>
                <a:gd name="csY17" fmla="*/ 208590 h 223362"/>
                <a:gd name="csX18" fmla="*/ 14135 w 151804"/>
                <a:gd name="csY18" fmla="*/ 169512 h 223362"/>
                <a:gd name="csX19" fmla="*/ 4859 w 151804"/>
                <a:gd name="csY19" fmla="*/ 154685 h 223362"/>
                <a:gd name="csX20" fmla="*/ 1860 w 151804"/>
                <a:gd name="csY20" fmla="*/ 127602 h 223362"/>
                <a:gd name="csX21" fmla="*/ 11360 w 151804"/>
                <a:gd name="csY21" fmla="*/ 95769 h 223362"/>
                <a:gd name="csX22" fmla="*/ 33283 w 151804"/>
                <a:gd name="csY22" fmla="*/ 62017 h 223362"/>
                <a:gd name="csX23" fmla="*/ 96297 w 151804"/>
                <a:gd name="csY23" fmla="*/ 11576 h 223362"/>
                <a:gd name="csX24" fmla="*/ 145229 w 151804"/>
                <a:gd name="csY24" fmla="*/ 84 h 223362"/>
                <a:gd name="csX25" fmla="*/ 151805 w 151804"/>
                <a:gd name="csY25" fmla="*/ 1388 h 223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1804" h="223362">
                  <a:moveTo>
                    <a:pt x="151805" y="1388"/>
                  </a:moveTo>
                  <a:cubicBezTo>
                    <a:pt x="147483" y="624"/>
                    <a:pt x="143963" y="3735"/>
                    <a:pt x="139828" y="3865"/>
                  </a:cubicBezTo>
                  <a:cubicBezTo>
                    <a:pt x="138747" y="3902"/>
                    <a:pt x="138226" y="4759"/>
                    <a:pt x="138021" y="5728"/>
                  </a:cubicBezTo>
                  <a:cubicBezTo>
                    <a:pt x="136158" y="14650"/>
                    <a:pt x="128130" y="18524"/>
                    <a:pt x="122617" y="24410"/>
                  </a:cubicBezTo>
                  <a:cubicBezTo>
                    <a:pt x="106356" y="41789"/>
                    <a:pt x="86630" y="55423"/>
                    <a:pt x="70387" y="72877"/>
                  </a:cubicBezTo>
                  <a:cubicBezTo>
                    <a:pt x="64297" y="79415"/>
                    <a:pt x="57200" y="85077"/>
                    <a:pt x="50289" y="90814"/>
                  </a:cubicBezTo>
                  <a:cubicBezTo>
                    <a:pt x="44217" y="95862"/>
                    <a:pt x="40603" y="102661"/>
                    <a:pt x="36338" y="108994"/>
                  </a:cubicBezTo>
                  <a:cubicBezTo>
                    <a:pt x="34680" y="111452"/>
                    <a:pt x="33209" y="114153"/>
                    <a:pt x="34848" y="117413"/>
                  </a:cubicBezTo>
                  <a:cubicBezTo>
                    <a:pt x="35537" y="118773"/>
                    <a:pt x="35425" y="120337"/>
                    <a:pt x="33786" y="121343"/>
                  </a:cubicBezTo>
                  <a:cubicBezTo>
                    <a:pt x="24734" y="126801"/>
                    <a:pt x="23709" y="136021"/>
                    <a:pt x="22834" y="145222"/>
                  </a:cubicBezTo>
                  <a:cubicBezTo>
                    <a:pt x="22591" y="147663"/>
                    <a:pt x="22405" y="149972"/>
                    <a:pt x="21474" y="152319"/>
                  </a:cubicBezTo>
                  <a:cubicBezTo>
                    <a:pt x="17879" y="161521"/>
                    <a:pt x="22144" y="174485"/>
                    <a:pt x="30620" y="179440"/>
                  </a:cubicBezTo>
                  <a:cubicBezTo>
                    <a:pt x="37213" y="183295"/>
                    <a:pt x="43956" y="187002"/>
                    <a:pt x="50997" y="189908"/>
                  </a:cubicBezTo>
                  <a:cubicBezTo>
                    <a:pt x="54015" y="191156"/>
                    <a:pt x="57945" y="190243"/>
                    <a:pt x="61465" y="190299"/>
                  </a:cubicBezTo>
                  <a:cubicBezTo>
                    <a:pt x="47495" y="198159"/>
                    <a:pt x="35593" y="208330"/>
                    <a:pt x="26652" y="221759"/>
                  </a:cubicBezTo>
                  <a:cubicBezTo>
                    <a:pt x="25665" y="223231"/>
                    <a:pt x="24547" y="223473"/>
                    <a:pt x="22834" y="223324"/>
                  </a:cubicBezTo>
                  <a:cubicBezTo>
                    <a:pt x="16892" y="222821"/>
                    <a:pt x="11024" y="221499"/>
                    <a:pt x="4412" y="222653"/>
                  </a:cubicBezTo>
                  <a:cubicBezTo>
                    <a:pt x="6666" y="217047"/>
                    <a:pt x="9758" y="212837"/>
                    <a:pt x="12757" y="208590"/>
                  </a:cubicBezTo>
                  <a:cubicBezTo>
                    <a:pt x="21753" y="195831"/>
                    <a:pt x="24007" y="182997"/>
                    <a:pt x="14135" y="169512"/>
                  </a:cubicBezTo>
                  <a:cubicBezTo>
                    <a:pt x="10708" y="164818"/>
                    <a:pt x="8063" y="159565"/>
                    <a:pt x="4859" y="154685"/>
                  </a:cubicBezTo>
                  <a:cubicBezTo>
                    <a:pt x="-766" y="146135"/>
                    <a:pt x="-1139" y="136803"/>
                    <a:pt x="1860" y="127602"/>
                  </a:cubicBezTo>
                  <a:cubicBezTo>
                    <a:pt x="5306" y="117059"/>
                    <a:pt x="8286" y="106405"/>
                    <a:pt x="11360" y="95769"/>
                  </a:cubicBezTo>
                  <a:cubicBezTo>
                    <a:pt x="15253" y="82283"/>
                    <a:pt x="23970" y="71629"/>
                    <a:pt x="33283" y="62017"/>
                  </a:cubicBezTo>
                  <a:cubicBezTo>
                    <a:pt x="52096" y="42590"/>
                    <a:pt x="71635" y="23423"/>
                    <a:pt x="96297" y="11576"/>
                  </a:cubicBezTo>
                  <a:cubicBezTo>
                    <a:pt x="111422" y="4312"/>
                    <a:pt x="127851" y="-717"/>
                    <a:pt x="145229" y="84"/>
                  </a:cubicBezTo>
                  <a:cubicBezTo>
                    <a:pt x="147465" y="214"/>
                    <a:pt x="149812" y="-28"/>
                    <a:pt x="151805" y="138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8B374779-2CC2-8FF2-E4F8-61845B74D948}"/>
                </a:ext>
              </a:extLst>
            </p:cNvPr>
            <p:cNvSpPr/>
            <p:nvPr/>
          </p:nvSpPr>
          <p:spPr>
            <a:xfrm>
              <a:off x="1546979" y="5227735"/>
              <a:ext cx="188472" cy="234314"/>
            </a:xfrm>
            <a:custGeom>
              <a:avLst/>
              <a:gdLst>
                <a:gd name="csX0" fmla="*/ 157683 w 188472"/>
                <a:gd name="csY0" fmla="*/ 436 h 234314"/>
                <a:gd name="csX1" fmla="*/ 166381 w 188472"/>
                <a:gd name="csY1" fmla="*/ 511 h 234314"/>
                <a:gd name="csX2" fmla="*/ 177520 w 188472"/>
                <a:gd name="csY2" fmla="*/ 7012 h 234314"/>
                <a:gd name="csX3" fmla="*/ 179476 w 188472"/>
                <a:gd name="csY3" fmla="*/ 49760 h 234314"/>
                <a:gd name="csX4" fmla="*/ 157720 w 188472"/>
                <a:gd name="csY4" fmla="*/ 72670 h 234314"/>
                <a:gd name="csX5" fmla="*/ 126241 w 188472"/>
                <a:gd name="csY5" fmla="*/ 110985 h 234314"/>
                <a:gd name="csX6" fmla="*/ 102641 w 188472"/>
                <a:gd name="csY6" fmla="*/ 141198 h 234314"/>
                <a:gd name="csX7" fmla="*/ 93178 w 188472"/>
                <a:gd name="csY7" fmla="*/ 155205 h 234314"/>
                <a:gd name="csX8" fmla="*/ 66412 w 188472"/>
                <a:gd name="csY8" fmla="*/ 191508 h 234314"/>
                <a:gd name="csX9" fmla="*/ 64829 w 188472"/>
                <a:gd name="csY9" fmla="*/ 195159 h 234314"/>
                <a:gd name="csX10" fmla="*/ 54230 w 188472"/>
                <a:gd name="csY10" fmla="*/ 211700 h 234314"/>
                <a:gd name="csX11" fmla="*/ 32102 w 188472"/>
                <a:gd name="csY11" fmla="*/ 232114 h 234314"/>
                <a:gd name="csX12" fmla="*/ 27 w 188472"/>
                <a:gd name="csY12" fmla="*/ 211774 h 234314"/>
                <a:gd name="csX13" fmla="*/ 14499 w 188472"/>
                <a:gd name="csY13" fmla="*/ 163215 h 234314"/>
                <a:gd name="csX14" fmla="*/ 15449 w 188472"/>
                <a:gd name="csY14" fmla="*/ 161799 h 234314"/>
                <a:gd name="csX15" fmla="*/ 33834 w 188472"/>
                <a:gd name="csY15" fmla="*/ 133393 h 234314"/>
                <a:gd name="csX16" fmla="*/ 61811 w 188472"/>
                <a:gd name="csY16" fmla="*/ 93085 h 234314"/>
                <a:gd name="csX17" fmla="*/ 120299 w 188472"/>
                <a:gd name="csY17" fmla="*/ 25266 h 234314"/>
                <a:gd name="csX18" fmla="*/ 143415 w 188472"/>
                <a:gd name="csY18" fmla="*/ 4050 h 234314"/>
                <a:gd name="csX19" fmla="*/ 157683 w 188472"/>
                <a:gd name="csY19" fmla="*/ 436 h 234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8472" h="234314">
                  <a:moveTo>
                    <a:pt x="157683" y="436"/>
                  </a:moveTo>
                  <a:cubicBezTo>
                    <a:pt x="160588" y="455"/>
                    <a:pt x="163475" y="492"/>
                    <a:pt x="166381" y="511"/>
                  </a:cubicBezTo>
                  <a:cubicBezTo>
                    <a:pt x="170293" y="2318"/>
                    <a:pt x="174204" y="4180"/>
                    <a:pt x="177520" y="7012"/>
                  </a:cubicBezTo>
                  <a:cubicBezTo>
                    <a:pt x="191322" y="18765"/>
                    <a:pt x="192198" y="36125"/>
                    <a:pt x="179476" y="49760"/>
                  </a:cubicBezTo>
                  <a:cubicBezTo>
                    <a:pt x="172286" y="57453"/>
                    <a:pt x="164556" y="64624"/>
                    <a:pt x="157720" y="72670"/>
                  </a:cubicBezTo>
                  <a:cubicBezTo>
                    <a:pt x="147028" y="85281"/>
                    <a:pt x="135927" y="97500"/>
                    <a:pt x="126241" y="110985"/>
                  </a:cubicBezTo>
                  <a:cubicBezTo>
                    <a:pt x="118790" y="121342"/>
                    <a:pt x="110166" y="130841"/>
                    <a:pt x="102641" y="141198"/>
                  </a:cubicBezTo>
                  <a:cubicBezTo>
                    <a:pt x="99307" y="145780"/>
                    <a:pt x="96326" y="150548"/>
                    <a:pt x="93178" y="155205"/>
                  </a:cubicBezTo>
                  <a:cubicBezTo>
                    <a:pt x="84741" y="167666"/>
                    <a:pt x="74626" y="178898"/>
                    <a:pt x="66412" y="191508"/>
                  </a:cubicBezTo>
                  <a:cubicBezTo>
                    <a:pt x="65611" y="192607"/>
                    <a:pt x="65034" y="193781"/>
                    <a:pt x="64829" y="195159"/>
                  </a:cubicBezTo>
                  <a:cubicBezTo>
                    <a:pt x="62742" y="201604"/>
                    <a:pt x="58235" y="206596"/>
                    <a:pt x="54230" y="211700"/>
                  </a:cubicBezTo>
                  <a:cubicBezTo>
                    <a:pt x="48027" y="219635"/>
                    <a:pt x="42086" y="227942"/>
                    <a:pt x="32102" y="232114"/>
                  </a:cubicBezTo>
                  <a:cubicBezTo>
                    <a:pt x="16828" y="238503"/>
                    <a:pt x="567" y="230755"/>
                    <a:pt x="27" y="211774"/>
                  </a:cubicBezTo>
                  <a:cubicBezTo>
                    <a:pt x="-458" y="194153"/>
                    <a:pt x="5745" y="178228"/>
                    <a:pt x="14499" y="163215"/>
                  </a:cubicBezTo>
                  <a:cubicBezTo>
                    <a:pt x="14760" y="162712"/>
                    <a:pt x="15095" y="162246"/>
                    <a:pt x="15449" y="161799"/>
                  </a:cubicBezTo>
                  <a:cubicBezTo>
                    <a:pt x="21894" y="152541"/>
                    <a:pt x="27594" y="142800"/>
                    <a:pt x="33834" y="133393"/>
                  </a:cubicBezTo>
                  <a:cubicBezTo>
                    <a:pt x="42886" y="119759"/>
                    <a:pt x="52461" y="106496"/>
                    <a:pt x="61811" y="93085"/>
                  </a:cubicBezTo>
                  <a:cubicBezTo>
                    <a:pt x="78985" y="68442"/>
                    <a:pt x="100052" y="47226"/>
                    <a:pt x="120299" y="25266"/>
                  </a:cubicBezTo>
                  <a:cubicBezTo>
                    <a:pt x="127396" y="17573"/>
                    <a:pt x="134083" y="9414"/>
                    <a:pt x="143415" y="4050"/>
                  </a:cubicBezTo>
                  <a:cubicBezTo>
                    <a:pt x="147959" y="1479"/>
                    <a:pt x="152244" y="-1035"/>
                    <a:pt x="157683" y="436"/>
                  </a:cubicBezTo>
                  <a:close/>
                </a:path>
              </a:pathLst>
            </a:custGeom>
            <a:solidFill>
              <a:srgbClr val="8C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1FC4A7A2-DB29-7F43-EEED-9E69696457AB}"/>
                </a:ext>
              </a:extLst>
            </p:cNvPr>
            <p:cNvSpPr/>
            <p:nvPr/>
          </p:nvSpPr>
          <p:spPr>
            <a:xfrm>
              <a:off x="2021892" y="4839489"/>
              <a:ext cx="136818" cy="168384"/>
            </a:xfrm>
            <a:custGeom>
              <a:avLst/>
              <a:gdLst>
                <a:gd name="csX0" fmla="*/ 0 w 136818"/>
                <a:gd name="csY0" fmla="*/ 161567 h 168384"/>
                <a:gd name="csX1" fmla="*/ 30585 w 136818"/>
                <a:gd name="csY1" fmla="*/ 142233 h 168384"/>
                <a:gd name="csX2" fmla="*/ 63349 w 136818"/>
                <a:gd name="csY2" fmla="*/ 115522 h 168384"/>
                <a:gd name="csX3" fmla="*/ 84099 w 136818"/>
                <a:gd name="csY3" fmla="*/ 83615 h 168384"/>
                <a:gd name="csX4" fmla="*/ 93022 w 136818"/>
                <a:gd name="csY4" fmla="*/ 68788 h 168384"/>
                <a:gd name="csX5" fmla="*/ 104272 w 136818"/>
                <a:gd name="csY5" fmla="*/ 44443 h 168384"/>
                <a:gd name="csX6" fmla="*/ 102149 w 136818"/>
                <a:gd name="csY6" fmla="*/ 36564 h 168384"/>
                <a:gd name="csX7" fmla="*/ 98591 w 136818"/>
                <a:gd name="csY7" fmla="*/ 32597 h 168384"/>
                <a:gd name="csX8" fmla="*/ 99746 w 136818"/>
                <a:gd name="csY8" fmla="*/ 32112 h 168384"/>
                <a:gd name="csX9" fmla="*/ 110568 w 136818"/>
                <a:gd name="csY9" fmla="*/ 28182 h 168384"/>
                <a:gd name="csX10" fmla="*/ 117776 w 136818"/>
                <a:gd name="csY10" fmla="*/ 13057 h 168384"/>
                <a:gd name="csX11" fmla="*/ 119173 w 136818"/>
                <a:gd name="csY11" fmla="*/ 10692 h 168384"/>
                <a:gd name="csX12" fmla="*/ 123215 w 136818"/>
                <a:gd name="csY12" fmla="*/ 0 h 168384"/>
                <a:gd name="csX13" fmla="*/ 136534 w 136818"/>
                <a:gd name="csY13" fmla="*/ 39693 h 168384"/>
                <a:gd name="csX14" fmla="*/ 83746 w 136818"/>
                <a:gd name="csY14" fmla="*/ 142699 h 168384"/>
                <a:gd name="csX15" fmla="*/ 55545 w 136818"/>
                <a:gd name="csY15" fmla="*/ 163263 h 168384"/>
                <a:gd name="csX16" fmla="*/ 24364 w 136818"/>
                <a:gd name="csY16" fmla="*/ 164734 h 168384"/>
                <a:gd name="csX17" fmla="*/ 0 w 136818"/>
                <a:gd name="csY17" fmla="*/ 161567 h 168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6818" h="168384">
                  <a:moveTo>
                    <a:pt x="0" y="161567"/>
                  </a:moveTo>
                  <a:cubicBezTo>
                    <a:pt x="9779" y="154471"/>
                    <a:pt x="19800" y="147840"/>
                    <a:pt x="30585" y="142233"/>
                  </a:cubicBezTo>
                  <a:cubicBezTo>
                    <a:pt x="43251" y="135639"/>
                    <a:pt x="54632" y="126847"/>
                    <a:pt x="63349" y="115522"/>
                  </a:cubicBezTo>
                  <a:cubicBezTo>
                    <a:pt x="71079" y="105501"/>
                    <a:pt x="78996" y="95387"/>
                    <a:pt x="84099" y="83615"/>
                  </a:cubicBezTo>
                  <a:cubicBezTo>
                    <a:pt x="86428" y="78251"/>
                    <a:pt x="90004" y="73650"/>
                    <a:pt x="93022" y="68788"/>
                  </a:cubicBezTo>
                  <a:cubicBezTo>
                    <a:pt x="97827" y="61058"/>
                    <a:pt x="99727" y="52173"/>
                    <a:pt x="104272" y="44443"/>
                  </a:cubicBezTo>
                  <a:cubicBezTo>
                    <a:pt x="106098" y="41314"/>
                    <a:pt x="104719" y="38576"/>
                    <a:pt x="102149" y="36564"/>
                  </a:cubicBezTo>
                  <a:cubicBezTo>
                    <a:pt x="100677" y="35428"/>
                    <a:pt x="99001" y="34646"/>
                    <a:pt x="98591" y="32597"/>
                  </a:cubicBezTo>
                  <a:cubicBezTo>
                    <a:pt x="99113" y="32373"/>
                    <a:pt x="99578" y="32001"/>
                    <a:pt x="99746" y="32112"/>
                  </a:cubicBezTo>
                  <a:cubicBezTo>
                    <a:pt x="105054" y="35391"/>
                    <a:pt x="108072" y="33528"/>
                    <a:pt x="110568" y="28182"/>
                  </a:cubicBezTo>
                  <a:cubicBezTo>
                    <a:pt x="112915" y="23134"/>
                    <a:pt x="114275" y="17565"/>
                    <a:pt x="117776" y="13057"/>
                  </a:cubicBezTo>
                  <a:cubicBezTo>
                    <a:pt x="118335" y="12331"/>
                    <a:pt x="118540" y="10878"/>
                    <a:pt x="119173" y="10692"/>
                  </a:cubicBezTo>
                  <a:cubicBezTo>
                    <a:pt x="125395" y="8885"/>
                    <a:pt x="123495" y="4154"/>
                    <a:pt x="123215" y="0"/>
                  </a:cubicBezTo>
                  <a:cubicBezTo>
                    <a:pt x="135733" y="10524"/>
                    <a:pt x="137688" y="24289"/>
                    <a:pt x="136534" y="39693"/>
                  </a:cubicBezTo>
                  <a:cubicBezTo>
                    <a:pt x="133367" y="81547"/>
                    <a:pt x="114591" y="115280"/>
                    <a:pt x="83746" y="142699"/>
                  </a:cubicBezTo>
                  <a:cubicBezTo>
                    <a:pt x="75084" y="150391"/>
                    <a:pt x="65119" y="156650"/>
                    <a:pt x="55545" y="163263"/>
                  </a:cubicBezTo>
                  <a:cubicBezTo>
                    <a:pt x="45579" y="170136"/>
                    <a:pt x="34627" y="169540"/>
                    <a:pt x="24364" y="164734"/>
                  </a:cubicBezTo>
                  <a:cubicBezTo>
                    <a:pt x="16261" y="160897"/>
                    <a:pt x="8587" y="158904"/>
                    <a:pt x="0" y="161567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FBE2369B-6965-EB42-E5ED-2A6F2FC51E4E}"/>
                </a:ext>
              </a:extLst>
            </p:cNvPr>
            <p:cNvSpPr/>
            <p:nvPr/>
          </p:nvSpPr>
          <p:spPr>
            <a:xfrm>
              <a:off x="1921893" y="5215242"/>
              <a:ext cx="152227" cy="170707"/>
            </a:xfrm>
            <a:custGeom>
              <a:avLst/>
              <a:gdLst>
                <a:gd name="csX0" fmla="*/ 131832 w 152227"/>
                <a:gd name="csY0" fmla="*/ 151045 h 170707"/>
                <a:gd name="csX1" fmla="*/ 118737 w 152227"/>
                <a:gd name="csY1" fmla="*/ 160377 h 170707"/>
                <a:gd name="csX2" fmla="*/ 93461 w 152227"/>
                <a:gd name="csY2" fmla="*/ 170231 h 170707"/>
                <a:gd name="csX3" fmla="*/ 84501 w 152227"/>
                <a:gd name="csY3" fmla="*/ 170678 h 170707"/>
                <a:gd name="csX4" fmla="*/ 81223 w 152227"/>
                <a:gd name="csY4" fmla="*/ 166952 h 170707"/>
                <a:gd name="csX5" fmla="*/ 68650 w 152227"/>
                <a:gd name="csY5" fmla="*/ 140186 h 170707"/>
                <a:gd name="csX6" fmla="*/ 49018 w 152227"/>
                <a:gd name="csY6" fmla="*/ 127036 h 170707"/>
                <a:gd name="csX7" fmla="*/ 28715 w 152227"/>
                <a:gd name="csY7" fmla="*/ 103044 h 170707"/>
                <a:gd name="csX8" fmla="*/ 15322 w 152227"/>
                <a:gd name="csY8" fmla="*/ 75198 h 170707"/>
                <a:gd name="csX9" fmla="*/ 3848 w 152227"/>
                <a:gd name="csY9" fmla="*/ 57335 h 170707"/>
                <a:gd name="csX10" fmla="*/ 421 w 152227"/>
                <a:gd name="csY10" fmla="*/ 47891 h 170707"/>
                <a:gd name="csX11" fmla="*/ 8113 w 152227"/>
                <a:gd name="csY11" fmla="*/ 34443 h 170707"/>
                <a:gd name="csX12" fmla="*/ 8318 w 152227"/>
                <a:gd name="csY12" fmla="*/ 19858 h 170707"/>
                <a:gd name="csX13" fmla="*/ 8356 w 152227"/>
                <a:gd name="csY13" fmla="*/ 19914 h 170707"/>
                <a:gd name="csX14" fmla="*/ 10554 w 152227"/>
                <a:gd name="csY14" fmla="*/ 14400 h 170707"/>
                <a:gd name="csX15" fmla="*/ 23909 w 152227"/>
                <a:gd name="csY15" fmla="*/ 2759 h 170707"/>
                <a:gd name="csX16" fmla="*/ 30130 w 152227"/>
                <a:gd name="csY16" fmla="*/ 505 h 170707"/>
                <a:gd name="csX17" fmla="*/ 55649 w 152227"/>
                <a:gd name="csY17" fmla="*/ 5012 h 170707"/>
                <a:gd name="csX18" fmla="*/ 80757 w 152227"/>
                <a:gd name="csY18" fmla="*/ 4565 h 170707"/>
                <a:gd name="csX19" fmla="*/ 84334 w 152227"/>
                <a:gd name="csY19" fmla="*/ 7955 h 170707"/>
                <a:gd name="csX20" fmla="*/ 87612 w 152227"/>
                <a:gd name="csY20" fmla="*/ 27700 h 170707"/>
                <a:gd name="csX21" fmla="*/ 88320 w 152227"/>
                <a:gd name="csY21" fmla="*/ 31518 h 170707"/>
                <a:gd name="csX22" fmla="*/ 102327 w 152227"/>
                <a:gd name="csY22" fmla="*/ 45544 h 170707"/>
                <a:gd name="csX23" fmla="*/ 120879 w 152227"/>
                <a:gd name="csY23" fmla="*/ 85200 h 170707"/>
                <a:gd name="csX24" fmla="*/ 135296 w 152227"/>
                <a:gd name="csY24" fmla="*/ 107869 h 170707"/>
                <a:gd name="csX25" fmla="*/ 145392 w 152227"/>
                <a:gd name="csY25" fmla="*/ 112637 h 170707"/>
                <a:gd name="csX26" fmla="*/ 152228 w 152227"/>
                <a:gd name="csY26" fmla="*/ 119343 h 170707"/>
                <a:gd name="csX27" fmla="*/ 131757 w 152227"/>
                <a:gd name="csY27" fmla="*/ 151064 h 170707"/>
                <a:gd name="csX28" fmla="*/ 133303 w 152227"/>
                <a:gd name="csY28" fmla="*/ 145532 h 170707"/>
                <a:gd name="csX29" fmla="*/ 132279 w 152227"/>
                <a:gd name="csY29" fmla="*/ 127855 h 170707"/>
                <a:gd name="csX30" fmla="*/ 118197 w 152227"/>
                <a:gd name="csY30" fmla="*/ 102169 h 170707"/>
                <a:gd name="csX31" fmla="*/ 89195 w 152227"/>
                <a:gd name="csY31" fmla="*/ 53237 h 170707"/>
                <a:gd name="csX32" fmla="*/ 54773 w 152227"/>
                <a:gd name="csY32" fmla="*/ 18442 h 170707"/>
                <a:gd name="csX33" fmla="*/ 39332 w 152227"/>
                <a:gd name="csY33" fmla="*/ 16561 h 170707"/>
                <a:gd name="csX34" fmla="*/ 25418 w 152227"/>
                <a:gd name="csY34" fmla="*/ 24310 h 170707"/>
                <a:gd name="csX35" fmla="*/ 22102 w 152227"/>
                <a:gd name="csY35" fmla="*/ 49288 h 170707"/>
                <a:gd name="csX36" fmla="*/ 30130 w 152227"/>
                <a:gd name="csY36" fmla="*/ 62234 h 170707"/>
                <a:gd name="csX37" fmla="*/ 49074 w 152227"/>
                <a:gd name="csY37" fmla="*/ 88702 h 170707"/>
                <a:gd name="csX38" fmla="*/ 66806 w 152227"/>
                <a:gd name="csY38" fmla="*/ 108949 h 170707"/>
                <a:gd name="csX39" fmla="*/ 86942 w 152227"/>
                <a:gd name="csY39" fmla="*/ 124353 h 170707"/>
                <a:gd name="csX40" fmla="*/ 87836 w 152227"/>
                <a:gd name="csY40" fmla="*/ 125695 h 170707"/>
                <a:gd name="csX41" fmla="*/ 76641 w 152227"/>
                <a:gd name="csY41" fmla="*/ 133555 h 170707"/>
                <a:gd name="csX42" fmla="*/ 83607 w 152227"/>
                <a:gd name="csY42" fmla="*/ 129029 h 170707"/>
                <a:gd name="csX43" fmla="*/ 88022 w 152227"/>
                <a:gd name="csY43" fmla="*/ 128339 h 170707"/>
                <a:gd name="csX44" fmla="*/ 107599 w 152227"/>
                <a:gd name="csY44" fmla="*/ 152219 h 170707"/>
                <a:gd name="csX45" fmla="*/ 124344 w 152227"/>
                <a:gd name="csY45" fmla="*/ 152312 h 170707"/>
                <a:gd name="csX46" fmla="*/ 131832 w 152227"/>
                <a:gd name="csY46" fmla="*/ 151045 h 17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2227" h="170707">
                  <a:moveTo>
                    <a:pt x="131832" y="151045"/>
                  </a:moveTo>
                  <a:cubicBezTo>
                    <a:pt x="128591" y="155721"/>
                    <a:pt x="123524" y="157993"/>
                    <a:pt x="118737" y="160377"/>
                  </a:cubicBezTo>
                  <a:cubicBezTo>
                    <a:pt x="110635" y="164419"/>
                    <a:pt x="102607" y="168778"/>
                    <a:pt x="93461" y="170231"/>
                  </a:cubicBezTo>
                  <a:cubicBezTo>
                    <a:pt x="90518" y="171143"/>
                    <a:pt x="87482" y="170417"/>
                    <a:pt x="84501" y="170678"/>
                  </a:cubicBezTo>
                  <a:cubicBezTo>
                    <a:pt x="81707" y="170901"/>
                    <a:pt x="80459" y="169504"/>
                    <a:pt x="81223" y="166952"/>
                  </a:cubicBezTo>
                  <a:cubicBezTo>
                    <a:pt x="85042" y="154212"/>
                    <a:pt x="77814" y="146817"/>
                    <a:pt x="68650" y="140186"/>
                  </a:cubicBezTo>
                  <a:cubicBezTo>
                    <a:pt x="62261" y="135548"/>
                    <a:pt x="55183" y="131879"/>
                    <a:pt x="49018" y="127036"/>
                  </a:cubicBezTo>
                  <a:cubicBezTo>
                    <a:pt x="40710" y="120516"/>
                    <a:pt x="34303" y="112097"/>
                    <a:pt x="28715" y="103044"/>
                  </a:cubicBezTo>
                  <a:cubicBezTo>
                    <a:pt x="23257" y="94215"/>
                    <a:pt x="18861" y="84902"/>
                    <a:pt x="15322" y="75198"/>
                  </a:cubicBezTo>
                  <a:cubicBezTo>
                    <a:pt x="12807" y="68324"/>
                    <a:pt x="8970" y="62457"/>
                    <a:pt x="3848" y="57335"/>
                  </a:cubicBezTo>
                  <a:cubicBezTo>
                    <a:pt x="1277" y="54746"/>
                    <a:pt x="-958" y="51952"/>
                    <a:pt x="421" y="47891"/>
                  </a:cubicBezTo>
                  <a:cubicBezTo>
                    <a:pt x="2935" y="43383"/>
                    <a:pt x="4742" y="38466"/>
                    <a:pt x="8113" y="34443"/>
                  </a:cubicBezTo>
                  <a:cubicBezTo>
                    <a:pt x="9697" y="29600"/>
                    <a:pt x="9343" y="24738"/>
                    <a:pt x="8318" y="19858"/>
                  </a:cubicBezTo>
                  <a:lnTo>
                    <a:pt x="8356" y="19914"/>
                  </a:lnTo>
                  <a:cubicBezTo>
                    <a:pt x="7108" y="17287"/>
                    <a:pt x="8374" y="15574"/>
                    <a:pt x="10554" y="14400"/>
                  </a:cubicBezTo>
                  <a:cubicBezTo>
                    <a:pt x="15881" y="11513"/>
                    <a:pt x="20444" y="7825"/>
                    <a:pt x="23909" y="2759"/>
                  </a:cubicBezTo>
                  <a:cubicBezTo>
                    <a:pt x="25287" y="747"/>
                    <a:pt x="27280" y="-855"/>
                    <a:pt x="30130" y="505"/>
                  </a:cubicBezTo>
                  <a:cubicBezTo>
                    <a:pt x="37860" y="6428"/>
                    <a:pt x="46838" y="5217"/>
                    <a:pt x="55649" y="5012"/>
                  </a:cubicBezTo>
                  <a:cubicBezTo>
                    <a:pt x="64012" y="4062"/>
                    <a:pt x="72394" y="4845"/>
                    <a:pt x="80757" y="4565"/>
                  </a:cubicBezTo>
                  <a:cubicBezTo>
                    <a:pt x="83160" y="4491"/>
                    <a:pt x="84371" y="5944"/>
                    <a:pt x="84334" y="7955"/>
                  </a:cubicBezTo>
                  <a:cubicBezTo>
                    <a:pt x="84222" y="14773"/>
                    <a:pt x="86345" y="21162"/>
                    <a:pt x="87612" y="27700"/>
                  </a:cubicBezTo>
                  <a:cubicBezTo>
                    <a:pt x="89251" y="28724"/>
                    <a:pt x="83943" y="30978"/>
                    <a:pt x="88320" y="31518"/>
                  </a:cubicBezTo>
                  <a:cubicBezTo>
                    <a:pt x="95491" y="33698"/>
                    <a:pt x="98714" y="39975"/>
                    <a:pt x="102327" y="45544"/>
                  </a:cubicBezTo>
                  <a:cubicBezTo>
                    <a:pt x="110299" y="57894"/>
                    <a:pt x="115533" y="71528"/>
                    <a:pt x="120879" y="85200"/>
                  </a:cubicBezTo>
                  <a:cubicBezTo>
                    <a:pt x="124120" y="93489"/>
                    <a:pt x="129038" y="101238"/>
                    <a:pt x="135296" y="107869"/>
                  </a:cubicBezTo>
                  <a:cubicBezTo>
                    <a:pt x="138053" y="110793"/>
                    <a:pt x="141965" y="111166"/>
                    <a:pt x="145392" y="112637"/>
                  </a:cubicBezTo>
                  <a:cubicBezTo>
                    <a:pt x="148577" y="113997"/>
                    <a:pt x="151688" y="115319"/>
                    <a:pt x="152228" y="119343"/>
                  </a:cubicBezTo>
                  <a:cubicBezTo>
                    <a:pt x="147143" y="131040"/>
                    <a:pt x="142337" y="142924"/>
                    <a:pt x="131757" y="151064"/>
                  </a:cubicBezTo>
                  <a:cubicBezTo>
                    <a:pt x="130398" y="148698"/>
                    <a:pt x="132316" y="147208"/>
                    <a:pt x="133303" y="145532"/>
                  </a:cubicBezTo>
                  <a:cubicBezTo>
                    <a:pt x="137159" y="138975"/>
                    <a:pt x="136600" y="134021"/>
                    <a:pt x="132279" y="127855"/>
                  </a:cubicBezTo>
                  <a:cubicBezTo>
                    <a:pt x="126635" y="119846"/>
                    <a:pt x="122686" y="110849"/>
                    <a:pt x="118197" y="102169"/>
                  </a:cubicBezTo>
                  <a:cubicBezTo>
                    <a:pt x="109480" y="85275"/>
                    <a:pt x="101638" y="67766"/>
                    <a:pt x="89195" y="53237"/>
                  </a:cubicBezTo>
                  <a:cubicBezTo>
                    <a:pt x="78597" y="40850"/>
                    <a:pt x="68352" y="27942"/>
                    <a:pt x="54773" y="18442"/>
                  </a:cubicBezTo>
                  <a:cubicBezTo>
                    <a:pt x="49949" y="15071"/>
                    <a:pt x="45683" y="13264"/>
                    <a:pt x="39332" y="16561"/>
                  </a:cubicBezTo>
                  <a:cubicBezTo>
                    <a:pt x="34601" y="19020"/>
                    <a:pt x="29720" y="20603"/>
                    <a:pt x="25418" y="24310"/>
                  </a:cubicBezTo>
                  <a:cubicBezTo>
                    <a:pt x="16104" y="32338"/>
                    <a:pt x="18265" y="41353"/>
                    <a:pt x="22102" y="49288"/>
                  </a:cubicBezTo>
                  <a:cubicBezTo>
                    <a:pt x="24300" y="53852"/>
                    <a:pt x="26982" y="58266"/>
                    <a:pt x="30130" y="62234"/>
                  </a:cubicBezTo>
                  <a:cubicBezTo>
                    <a:pt x="36892" y="70746"/>
                    <a:pt x="42517" y="80041"/>
                    <a:pt x="49074" y="88702"/>
                  </a:cubicBezTo>
                  <a:cubicBezTo>
                    <a:pt x="54550" y="95948"/>
                    <a:pt x="60976" y="102150"/>
                    <a:pt x="66806" y="108949"/>
                  </a:cubicBezTo>
                  <a:cubicBezTo>
                    <a:pt x="72357" y="115413"/>
                    <a:pt x="77833" y="122360"/>
                    <a:pt x="86942" y="124353"/>
                  </a:cubicBezTo>
                  <a:cubicBezTo>
                    <a:pt x="87463" y="124465"/>
                    <a:pt x="87724" y="125117"/>
                    <a:pt x="87836" y="125695"/>
                  </a:cubicBezTo>
                  <a:cubicBezTo>
                    <a:pt x="84408" y="128731"/>
                    <a:pt x="80646" y="131301"/>
                    <a:pt x="76641" y="133555"/>
                  </a:cubicBezTo>
                  <a:cubicBezTo>
                    <a:pt x="79156" y="132344"/>
                    <a:pt x="81577" y="131022"/>
                    <a:pt x="83607" y="129029"/>
                  </a:cubicBezTo>
                  <a:cubicBezTo>
                    <a:pt x="84799" y="127874"/>
                    <a:pt x="86308" y="126905"/>
                    <a:pt x="88022" y="128339"/>
                  </a:cubicBezTo>
                  <a:cubicBezTo>
                    <a:pt x="91989" y="138398"/>
                    <a:pt x="99626" y="145513"/>
                    <a:pt x="107599" y="152219"/>
                  </a:cubicBezTo>
                  <a:cubicBezTo>
                    <a:pt x="111845" y="155795"/>
                    <a:pt x="119389" y="155423"/>
                    <a:pt x="124344" y="152312"/>
                  </a:cubicBezTo>
                  <a:cubicBezTo>
                    <a:pt x="126635" y="150934"/>
                    <a:pt x="128833" y="148587"/>
                    <a:pt x="131832" y="151045"/>
                  </a:cubicBezTo>
                  <a:close/>
                </a:path>
              </a:pathLst>
            </a:custGeom>
            <a:solidFill>
              <a:srgbClr val="88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EB0D8A3A-BC40-45F1-B73F-95104523129E}"/>
                </a:ext>
              </a:extLst>
            </p:cNvPr>
            <p:cNvSpPr/>
            <p:nvPr/>
          </p:nvSpPr>
          <p:spPr>
            <a:xfrm>
              <a:off x="1536984" y="5229512"/>
              <a:ext cx="114919" cy="158584"/>
            </a:xfrm>
            <a:custGeom>
              <a:avLst/>
              <a:gdLst>
                <a:gd name="csX0" fmla="*/ 0 w 114919"/>
                <a:gd name="csY0" fmla="*/ 107122 h 158584"/>
                <a:gd name="csX1" fmla="*/ 21756 w 114919"/>
                <a:gd name="csY1" fmla="*/ 74805 h 158584"/>
                <a:gd name="csX2" fmla="*/ 40494 w 114919"/>
                <a:gd name="csY2" fmla="*/ 53198 h 158584"/>
                <a:gd name="csX3" fmla="*/ 69142 w 114919"/>
                <a:gd name="csY3" fmla="*/ 21383 h 158584"/>
                <a:gd name="csX4" fmla="*/ 100677 w 114919"/>
                <a:gd name="csY4" fmla="*/ 0 h 158584"/>
                <a:gd name="csX5" fmla="*/ 109748 w 114919"/>
                <a:gd name="csY5" fmla="*/ 8214 h 158584"/>
                <a:gd name="csX6" fmla="*/ 114517 w 114919"/>
                <a:gd name="csY6" fmla="*/ 20303 h 158584"/>
                <a:gd name="csX7" fmla="*/ 111332 w 114919"/>
                <a:gd name="csY7" fmla="*/ 33323 h 158584"/>
                <a:gd name="csX8" fmla="*/ 103676 w 114919"/>
                <a:gd name="csY8" fmla="*/ 31516 h 158584"/>
                <a:gd name="csX9" fmla="*/ 96542 w 114919"/>
                <a:gd name="csY9" fmla="*/ 27884 h 158584"/>
                <a:gd name="csX10" fmla="*/ 111145 w 114919"/>
                <a:gd name="csY10" fmla="*/ 33584 h 158584"/>
                <a:gd name="csX11" fmla="*/ 110531 w 114919"/>
                <a:gd name="csY11" fmla="*/ 36937 h 158584"/>
                <a:gd name="csX12" fmla="*/ 97231 w 114919"/>
                <a:gd name="csY12" fmla="*/ 46678 h 158584"/>
                <a:gd name="csX13" fmla="*/ 76965 w 114919"/>
                <a:gd name="csY13" fmla="*/ 70558 h 158584"/>
                <a:gd name="csX14" fmla="*/ 72700 w 114919"/>
                <a:gd name="csY14" fmla="*/ 81249 h 158584"/>
                <a:gd name="csX15" fmla="*/ 67894 w 114919"/>
                <a:gd name="csY15" fmla="*/ 80765 h 158584"/>
                <a:gd name="csX16" fmla="*/ 45915 w 114919"/>
                <a:gd name="csY16" fmla="*/ 67354 h 158584"/>
                <a:gd name="csX17" fmla="*/ 70353 w 114919"/>
                <a:gd name="csY17" fmla="*/ 82311 h 158584"/>
                <a:gd name="csX18" fmla="*/ 69813 w 114919"/>
                <a:gd name="csY18" fmla="*/ 84379 h 158584"/>
                <a:gd name="csX19" fmla="*/ 52322 w 114919"/>
                <a:gd name="csY19" fmla="*/ 108798 h 158584"/>
                <a:gd name="csX20" fmla="*/ 35167 w 114919"/>
                <a:gd name="csY20" fmla="*/ 135900 h 158584"/>
                <a:gd name="csX21" fmla="*/ 22818 w 114919"/>
                <a:gd name="csY21" fmla="*/ 158420 h 158584"/>
                <a:gd name="csX22" fmla="*/ 11511 w 114919"/>
                <a:gd name="csY22" fmla="*/ 153074 h 158584"/>
                <a:gd name="csX23" fmla="*/ 13355 w 114919"/>
                <a:gd name="csY23" fmla="*/ 141823 h 158584"/>
                <a:gd name="csX24" fmla="*/ 31330 w 114919"/>
                <a:gd name="csY24" fmla="*/ 102428 h 158584"/>
                <a:gd name="csX25" fmla="*/ 25835 w 114919"/>
                <a:gd name="csY25" fmla="*/ 98982 h 158584"/>
                <a:gd name="csX26" fmla="*/ 6203 w 114919"/>
                <a:gd name="csY26" fmla="*/ 108388 h 158584"/>
                <a:gd name="csX27" fmla="*/ 0 w 114919"/>
                <a:gd name="csY27" fmla="*/ 107122 h 15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4919" h="158584">
                  <a:moveTo>
                    <a:pt x="0" y="107122"/>
                  </a:moveTo>
                  <a:cubicBezTo>
                    <a:pt x="5625" y="95257"/>
                    <a:pt x="14473" y="85552"/>
                    <a:pt x="21756" y="74805"/>
                  </a:cubicBezTo>
                  <a:cubicBezTo>
                    <a:pt x="27158" y="66832"/>
                    <a:pt x="33416" y="59605"/>
                    <a:pt x="40494" y="53198"/>
                  </a:cubicBezTo>
                  <a:cubicBezTo>
                    <a:pt x="51149" y="43530"/>
                    <a:pt x="60295" y="32652"/>
                    <a:pt x="69142" y="21383"/>
                  </a:cubicBezTo>
                  <a:cubicBezTo>
                    <a:pt x="77338" y="10971"/>
                    <a:pt x="87322" y="2924"/>
                    <a:pt x="100677" y="0"/>
                  </a:cubicBezTo>
                  <a:cubicBezTo>
                    <a:pt x="102726" y="3800"/>
                    <a:pt x="106470" y="5793"/>
                    <a:pt x="109748" y="8214"/>
                  </a:cubicBezTo>
                  <a:cubicBezTo>
                    <a:pt x="113958" y="11344"/>
                    <a:pt x="115802" y="14864"/>
                    <a:pt x="114517" y="20303"/>
                  </a:cubicBezTo>
                  <a:cubicBezTo>
                    <a:pt x="113492" y="24662"/>
                    <a:pt x="112691" y="29058"/>
                    <a:pt x="111332" y="33323"/>
                  </a:cubicBezTo>
                  <a:cubicBezTo>
                    <a:pt x="108277" y="34962"/>
                    <a:pt x="106097" y="32578"/>
                    <a:pt x="103676" y="31516"/>
                  </a:cubicBezTo>
                  <a:cubicBezTo>
                    <a:pt x="101236" y="30436"/>
                    <a:pt x="99057" y="28797"/>
                    <a:pt x="96542" y="27884"/>
                  </a:cubicBezTo>
                  <a:cubicBezTo>
                    <a:pt x="101571" y="29374"/>
                    <a:pt x="105148" y="34534"/>
                    <a:pt x="111145" y="33584"/>
                  </a:cubicBezTo>
                  <a:cubicBezTo>
                    <a:pt x="113846" y="35242"/>
                    <a:pt x="112244" y="36639"/>
                    <a:pt x="110531" y="36937"/>
                  </a:cubicBezTo>
                  <a:cubicBezTo>
                    <a:pt x="104421" y="38017"/>
                    <a:pt x="100845" y="42525"/>
                    <a:pt x="97231" y="46678"/>
                  </a:cubicBezTo>
                  <a:cubicBezTo>
                    <a:pt x="90395" y="54557"/>
                    <a:pt x="82479" y="61505"/>
                    <a:pt x="76965" y="70558"/>
                  </a:cubicBezTo>
                  <a:cubicBezTo>
                    <a:pt x="74898" y="73948"/>
                    <a:pt x="72923" y="77207"/>
                    <a:pt x="72700" y="81249"/>
                  </a:cubicBezTo>
                  <a:cubicBezTo>
                    <a:pt x="71005" y="82181"/>
                    <a:pt x="69217" y="81529"/>
                    <a:pt x="67894" y="80765"/>
                  </a:cubicBezTo>
                  <a:cubicBezTo>
                    <a:pt x="60444" y="76518"/>
                    <a:pt x="52378" y="73240"/>
                    <a:pt x="45915" y="67354"/>
                  </a:cubicBezTo>
                  <a:cubicBezTo>
                    <a:pt x="52956" y="74134"/>
                    <a:pt x="62194" y="77338"/>
                    <a:pt x="70353" y="82311"/>
                  </a:cubicBezTo>
                  <a:cubicBezTo>
                    <a:pt x="70539" y="83093"/>
                    <a:pt x="70446" y="83932"/>
                    <a:pt x="69813" y="84379"/>
                  </a:cubicBezTo>
                  <a:cubicBezTo>
                    <a:pt x="61207" y="90525"/>
                    <a:pt x="57184" y="99988"/>
                    <a:pt x="52322" y="108798"/>
                  </a:cubicBezTo>
                  <a:cubicBezTo>
                    <a:pt x="47144" y="118186"/>
                    <a:pt x="39973" y="126326"/>
                    <a:pt x="35167" y="135900"/>
                  </a:cubicBezTo>
                  <a:cubicBezTo>
                    <a:pt x="31311" y="143574"/>
                    <a:pt x="25221" y="149982"/>
                    <a:pt x="22818" y="158420"/>
                  </a:cubicBezTo>
                  <a:cubicBezTo>
                    <a:pt x="17751" y="159370"/>
                    <a:pt x="14715" y="156035"/>
                    <a:pt x="11511" y="153074"/>
                  </a:cubicBezTo>
                  <a:cubicBezTo>
                    <a:pt x="8978" y="148808"/>
                    <a:pt x="10580" y="145400"/>
                    <a:pt x="13355" y="141823"/>
                  </a:cubicBezTo>
                  <a:cubicBezTo>
                    <a:pt x="22445" y="130144"/>
                    <a:pt x="29076" y="117255"/>
                    <a:pt x="31330" y="102428"/>
                  </a:cubicBezTo>
                  <a:cubicBezTo>
                    <a:pt x="32112" y="97306"/>
                    <a:pt x="28238" y="98367"/>
                    <a:pt x="25835" y="98982"/>
                  </a:cubicBezTo>
                  <a:cubicBezTo>
                    <a:pt x="18738" y="100863"/>
                    <a:pt x="11940" y="103620"/>
                    <a:pt x="6203" y="108388"/>
                  </a:cubicBezTo>
                  <a:cubicBezTo>
                    <a:pt x="3502" y="110605"/>
                    <a:pt x="1155" y="112039"/>
                    <a:pt x="0" y="107122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CFEF2158-EDBE-F0F3-ACCA-A922FE84B5C2}"/>
                </a:ext>
              </a:extLst>
            </p:cNvPr>
            <p:cNvSpPr/>
            <p:nvPr/>
          </p:nvSpPr>
          <p:spPr>
            <a:xfrm>
              <a:off x="1613297" y="5220548"/>
              <a:ext cx="140818" cy="210001"/>
            </a:xfrm>
            <a:custGeom>
              <a:avLst/>
              <a:gdLst>
                <a:gd name="csX0" fmla="*/ 104551 w 140818"/>
                <a:gd name="csY0" fmla="*/ 91480 h 210001"/>
                <a:gd name="csX1" fmla="*/ 100994 w 140818"/>
                <a:gd name="csY1" fmla="*/ 107611 h 210001"/>
                <a:gd name="csX2" fmla="*/ 98554 w 140818"/>
                <a:gd name="csY2" fmla="*/ 115602 h 210001"/>
                <a:gd name="csX3" fmla="*/ 81864 w 140818"/>
                <a:gd name="csY3" fmla="*/ 148440 h 210001"/>
                <a:gd name="csX4" fmla="*/ 73929 w 140818"/>
                <a:gd name="csY4" fmla="*/ 153619 h 210001"/>
                <a:gd name="csX5" fmla="*/ 65603 w 140818"/>
                <a:gd name="csY5" fmla="*/ 152147 h 210001"/>
                <a:gd name="csX6" fmla="*/ 53757 w 140818"/>
                <a:gd name="csY6" fmla="*/ 143858 h 210001"/>
                <a:gd name="csX7" fmla="*/ 66665 w 140818"/>
                <a:gd name="csY7" fmla="*/ 152818 h 210001"/>
                <a:gd name="csX8" fmla="*/ 71787 w 140818"/>
                <a:gd name="csY8" fmla="*/ 155910 h 210001"/>
                <a:gd name="csX9" fmla="*/ 67931 w 140818"/>
                <a:gd name="csY9" fmla="*/ 165130 h 210001"/>
                <a:gd name="csX10" fmla="*/ 31442 w 140818"/>
                <a:gd name="csY10" fmla="*/ 197708 h 210001"/>
                <a:gd name="csX11" fmla="*/ 14175 w 140818"/>
                <a:gd name="csY11" fmla="*/ 210001 h 210001"/>
                <a:gd name="csX12" fmla="*/ 0 w 140818"/>
                <a:gd name="csY12" fmla="*/ 199980 h 210001"/>
                <a:gd name="csX13" fmla="*/ 23749 w 140818"/>
                <a:gd name="csY13" fmla="*/ 171109 h 210001"/>
                <a:gd name="csX14" fmla="*/ 46455 w 140818"/>
                <a:gd name="csY14" fmla="*/ 139760 h 210001"/>
                <a:gd name="csX15" fmla="*/ 49938 w 140818"/>
                <a:gd name="csY15" fmla="*/ 134713 h 210001"/>
                <a:gd name="csX16" fmla="*/ 63889 w 140818"/>
                <a:gd name="csY16" fmla="*/ 117166 h 210001"/>
                <a:gd name="csX17" fmla="*/ 73277 w 140818"/>
                <a:gd name="csY17" fmla="*/ 105301 h 210001"/>
                <a:gd name="csX18" fmla="*/ 90079 w 140818"/>
                <a:gd name="csY18" fmla="*/ 83545 h 210001"/>
                <a:gd name="csX19" fmla="*/ 107904 w 140818"/>
                <a:gd name="csY19" fmla="*/ 64825 h 210001"/>
                <a:gd name="csX20" fmla="*/ 120496 w 140818"/>
                <a:gd name="csY20" fmla="*/ 50427 h 210001"/>
                <a:gd name="csX21" fmla="*/ 117478 w 140818"/>
                <a:gd name="csY21" fmla="*/ 17216 h 210001"/>
                <a:gd name="csX22" fmla="*/ 107643 w 140818"/>
                <a:gd name="csY22" fmla="*/ 6449 h 210001"/>
                <a:gd name="csX23" fmla="*/ 120161 w 140818"/>
                <a:gd name="csY23" fmla="*/ 843 h 210001"/>
                <a:gd name="csX24" fmla="*/ 127667 w 140818"/>
                <a:gd name="csY24" fmla="*/ 2519 h 210001"/>
                <a:gd name="csX25" fmla="*/ 138191 w 140818"/>
                <a:gd name="csY25" fmla="*/ 13416 h 210001"/>
                <a:gd name="csX26" fmla="*/ 139644 w 140818"/>
                <a:gd name="csY26" fmla="*/ 17942 h 210001"/>
                <a:gd name="csX27" fmla="*/ 133646 w 140818"/>
                <a:gd name="csY27" fmla="*/ 38040 h 210001"/>
                <a:gd name="csX28" fmla="*/ 140743 w 140818"/>
                <a:gd name="csY28" fmla="*/ 62050 h 210001"/>
                <a:gd name="csX29" fmla="*/ 134429 w 140818"/>
                <a:gd name="csY29" fmla="*/ 67135 h 210001"/>
                <a:gd name="csX30" fmla="*/ 123066 w 140818"/>
                <a:gd name="csY30" fmla="*/ 70488 h 210001"/>
                <a:gd name="csX31" fmla="*/ 110680 w 140818"/>
                <a:gd name="csY31" fmla="*/ 83843 h 210001"/>
                <a:gd name="csX32" fmla="*/ 105669 w 140818"/>
                <a:gd name="csY32" fmla="*/ 88034 h 210001"/>
                <a:gd name="csX33" fmla="*/ 100938 w 140818"/>
                <a:gd name="csY33" fmla="*/ 85110 h 210001"/>
                <a:gd name="csX34" fmla="*/ 104551 w 140818"/>
                <a:gd name="csY34" fmla="*/ 91480 h 210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40818" h="210001">
                  <a:moveTo>
                    <a:pt x="104551" y="91480"/>
                  </a:moveTo>
                  <a:cubicBezTo>
                    <a:pt x="105185" y="97254"/>
                    <a:pt x="104272" y="102712"/>
                    <a:pt x="100994" y="107611"/>
                  </a:cubicBezTo>
                  <a:cubicBezTo>
                    <a:pt x="99373" y="110032"/>
                    <a:pt x="99168" y="112845"/>
                    <a:pt x="98554" y="115602"/>
                  </a:cubicBezTo>
                  <a:cubicBezTo>
                    <a:pt x="95834" y="127970"/>
                    <a:pt x="88365" y="137972"/>
                    <a:pt x="81864" y="148440"/>
                  </a:cubicBezTo>
                  <a:cubicBezTo>
                    <a:pt x="80113" y="151272"/>
                    <a:pt x="76723" y="152091"/>
                    <a:pt x="73929" y="153619"/>
                  </a:cubicBezTo>
                  <a:cubicBezTo>
                    <a:pt x="70725" y="155649"/>
                    <a:pt x="68211" y="153078"/>
                    <a:pt x="65603" y="152147"/>
                  </a:cubicBezTo>
                  <a:cubicBezTo>
                    <a:pt x="60444" y="150284"/>
                    <a:pt x="56346" y="146745"/>
                    <a:pt x="53757" y="143858"/>
                  </a:cubicBezTo>
                  <a:cubicBezTo>
                    <a:pt x="56569" y="147192"/>
                    <a:pt x="61133" y="150620"/>
                    <a:pt x="66665" y="152818"/>
                  </a:cubicBezTo>
                  <a:cubicBezTo>
                    <a:pt x="68527" y="153563"/>
                    <a:pt x="70688" y="153861"/>
                    <a:pt x="71787" y="155910"/>
                  </a:cubicBezTo>
                  <a:cubicBezTo>
                    <a:pt x="72197" y="159710"/>
                    <a:pt x="70409" y="162150"/>
                    <a:pt x="67931" y="165130"/>
                  </a:cubicBezTo>
                  <a:cubicBezTo>
                    <a:pt x="57370" y="177852"/>
                    <a:pt x="43959" y="187258"/>
                    <a:pt x="31442" y="197708"/>
                  </a:cubicBezTo>
                  <a:cubicBezTo>
                    <a:pt x="26040" y="202234"/>
                    <a:pt x="19949" y="205941"/>
                    <a:pt x="14175" y="210001"/>
                  </a:cubicBezTo>
                  <a:cubicBezTo>
                    <a:pt x="7171" y="209871"/>
                    <a:pt x="2924" y="205866"/>
                    <a:pt x="0" y="199980"/>
                  </a:cubicBezTo>
                  <a:cubicBezTo>
                    <a:pt x="9332" y="191561"/>
                    <a:pt x="15497" y="180515"/>
                    <a:pt x="23749" y="171109"/>
                  </a:cubicBezTo>
                  <a:cubicBezTo>
                    <a:pt x="32150" y="161535"/>
                    <a:pt x="40383" y="151290"/>
                    <a:pt x="46455" y="139760"/>
                  </a:cubicBezTo>
                  <a:cubicBezTo>
                    <a:pt x="47423" y="137916"/>
                    <a:pt x="48224" y="135942"/>
                    <a:pt x="49938" y="134713"/>
                  </a:cubicBezTo>
                  <a:cubicBezTo>
                    <a:pt x="56271" y="130205"/>
                    <a:pt x="59661" y="123294"/>
                    <a:pt x="63889" y="117166"/>
                  </a:cubicBezTo>
                  <a:cubicBezTo>
                    <a:pt x="66795" y="112957"/>
                    <a:pt x="70111" y="109231"/>
                    <a:pt x="73277" y="105301"/>
                  </a:cubicBezTo>
                  <a:cubicBezTo>
                    <a:pt x="79014" y="98167"/>
                    <a:pt x="84584" y="90865"/>
                    <a:pt x="90079" y="83545"/>
                  </a:cubicBezTo>
                  <a:cubicBezTo>
                    <a:pt x="95331" y="76542"/>
                    <a:pt x="102074" y="71159"/>
                    <a:pt x="107904" y="64825"/>
                  </a:cubicBezTo>
                  <a:cubicBezTo>
                    <a:pt x="112226" y="60131"/>
                    <a:pt x="116659" y="55512"/>
                    <a:pt x="120496" y="50427"/>
                  </a:cubicBezTo>
                  <a:cubicBezTo>
                    <a:pt x="129176" y="38916"/>
                    <a:pt x="128040" y="27237"/>
                    <a:pt x="117478" y="17216"/>
                  </a:cubicBezTo>
                  <a:cubicBezTo>
                    <a:pt x="113939" y="13863"/>
                    <a:pt x="110605" y="10324"/>
                    <a:pt x="107643" y="6449"/>
                  </a:cubicBezTo>
                  <a:cubicBezTo>
                    <a:pt x="111816" y="4587"/>
                    <a:pt x="115988" y="2706"/>
                    <a:pt x="120161" y="843"/>
                  </a:cubicBezTo>
                  <a:cubicBezTo>
                    <a:pt x="123160" y="-778"/>
                    <a:pt x="125767" y="23"/>
                    <a:pt x="127667" y="2519"/>
                  </a:cubicBezTo>
                  <a:cubicBezTo>
                    <a:pt x="130759" y="6580"/>
                    <a:pt x="133963" y="10436"/>
                    <a:pt x="138191" y="13416"/>
                  </a:cubicBezTo>
                  <a:cubicBezTo>
                    <a:pt x="139607" y="14403"/>
                    <a:pt x="140296" y="16061"/>
                    <a:pt x="139644" y="17942"/>
                  </a:cubicBezTo>
                  <a:cubicBezTo>
                    <a:pt x="133367" y="23362"/>
                    <a:pt x="131281" y="30031"/>
                    <a:pt x="133646" y="38040"/>
                  </a:cubicBezTo>
                  <a:cubicBezTo>
                    <a:pt x="136031" y="46031"/>
                    <a:pt x="138378" y="54041"/>
                    <a:pt x="140743" y="62050"/>
                  </a:cubicBezTo>
                  <a:cubicBezTo>
                    <a:pt x="141004" y="66651"/>
                    <a:pt x="140948" y="69855"/>
                    <a:pt x="134429" y="67135"/>
                  </a:cubicBezTo>
                  <a:cubicBezTo>
                    <a:pt x="130796" y="65626"/>
                    <a:pt x="126252" y="67936"/>
                    <a:pt x="123066" y="70488"/>
                  </a:cubicBezTo>
                  <a:cubicBezTo>
                    <a:pt x="118317" y="74288"/>
                    <a:pt x="113269" y="78032"/>
                    <a:pt x="110680" y="83843"/>
                  </a:cubicBezTo>
                  <a:cubicBezTo>
                    <a:pt x="109655" y="86153"/>
                    <a:pt x="107699" y="87066"/>
                    <a:pt x="105669" y="88034"/>
                  </a:cubicBezTo>
                  <a:cubicBezTo>
                    <a:pt x="102894" y="88630"/>
                    <a:pt x="102205" y="86172"/>
                    <a:pt x="100938" y="85110"/>
                  </a:cubicBezTo>
                  <a:cubicBezTo>
                    <a:pt x="101795" y="87103"/>
                    <a:pt x="104924" y="88332"/>
                    <a:pt x="104551" y="91480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55926C88-13E6-B1C3-6D95-33043154B7A0}"/>
                </a:ext>
              </a:extLst>
            </p:cNvPr>
            <p:cNvSpPr/>
            <p:nvPr/>
          </p:nvSpPr>
          <p:spPr>
            <a:xfrm>
              <a:off x="1916972" y="5151058"/>
              <a:ext cx="108374" cy="70742"/>
            </a:xfrm>
            <a:custGeom>
              <a:avLst/>
              <a:gdLst>
                <a:gd name="csX0" fmla="*/ 108310 w 108374"/>
                <a:gd name="csY0" fmla="*/ 70743 h 70742"/>
                <a:gd name="csX1" fmla="*/ 59489 w 108374"/>
                <a:gd name="csY1" fmla="*/ 66887 h 70742"/>
                <a:gd name="csX2" fmla="*/ 22236 w 108374"/>
                <a:gd name="csY2" fmla="*/ 50291 h 70742"/>
                <a:gd name="csX3" fmla="*/ 2957 w 108374"/>
                <a:gd name="csY3" fmla="*/ 24716 h 70742"/>
                <a:gd name="csX4" fmla="*/ 256 w 108374"/>
                <a:gd name="csY4" fmla="*/ 13131 h 70742"/>
                <a:gd name="csX5" fmla="*/ 554 w 108374"/>
                <a:gd name="csY5" fmla="*/ 10337 h 70742"/>
                <a:gd name="csX6" fmla="*/ 11768 w 108374"/>
                <a:gd name="csY6" fmla="*/ 371 h 70742"/>
                <a:gd name="csX7" fmla="*/ 64369 w 108374"/>
                <a:gd name="csY7" fmla="*/ 16353 h 70742"/>
                <a:gd name="csX8" fmla="*/ 84039 w 108374"/>
                <a:gd name="csY8" fmla="*/ 26132 h 70742"/>
                <a:gd name="csX9" fmla="*/ 108310 w 108374"/>
                <a:gd name="csY9" fmla="*/ 70743 h 70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8374" h="70742">
                  <a:moveTo>
                    <a:pt x="108310" y="70743"/>
                  </a:moveTo>
                  <a:cubicBezTo>
                    <a:pt x="92384" y="63590"/>
                    <a:pt x="75806" y="64391"/>
                    <a:pt x="59489" y="66887"/>
                  </a:cubicBezTo>
                  <a:cubicBezTo>
                    <a:pt x="43042" y="69402"/>
                    <a:pt x="32089" y="60796"/>
                    <a:pt x="22236" y="50291"/>
                  </a:cubicBezTo>
                  <a:cubicBezTo>
                    <a:pt x="14971" y="42561"/>
                    <a:pt x="8564" y="33881"/>
                    <a:pt x="2957" y="24716"/>
                  </a:cubicBezTo>
                  <a:cubicBezTo>
                    <a:pt x="648" y="20935"/>
                    <a:pt x="-563" y="17396"/>
                    <a:pt x="256" y="13131"/>
                  </a:cubicBezTo>
                  <a:cubicBezTo>
                    <a:pt x="424" y="12218"/>
                    <a:pt x="499" y="11268"/>
                    <a:pt x="554" y="10337"/>
                  </a:cubicBezTo>
                  <a:cubicBezTo>
                    <a:pt x="1150" y="-411"/>
                    <a:pt x="1169" y="-597"/>
                    <a:pt x="11768" y="371"/>
                  </a:cubicBezTo>
                  <a:cubicBezTo>
                    <a:pt x="30376" y="2066"/>
                    <a:pt x="47512" y="8865"/>
                    <a:pt x="64369" y="16353"/>
                  </a:cubicBezTo>
                  <a:cubicBezTo>
                    <a:pt x="71056" y="19315"/>
                    <a:pt x="77464" y="22910"/>
                    <a:pt x="84039" y="26132"/>
                  </a:cubicBezTo>
                  <a:cubicBezTo>
                    <a:pt x="102535" y="35222"/>
                    <a:pt x="109111" y="50812"/>
                    <a:pt x="108310" y="70743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A381E278-3774-C473-57E2-7B03CBE2FAA4}"/>
                </a:ext>
              </a:extLst>
            </p:cNvPr>
            <p:cNvSpPr/>
            <p:nvPr/>
          </p:nvSpPr>
          <p:spPr>
            <a:xfrm>
              <a:off x="1517519" y="5383404"/>
              <a:ext cx="159649" cy="110090"/>
            </a:xfrm>
            <a:custGeom>
              <a:avLst/>
              <a:gdLst>
                <a:gd name="csX0" fmla="*/ 109953 w 159649"/>
                <a:gd name="csY0" fmla="*/ 50628 h 110090"/>
                <a:gd name="csX1" fmla="*/ 108985 w 159649"/>
                <a:gd name="csY1" fmla="*/ 57501 h 110090"/>
                <a:gd name="csX2" fmla="*/ 89259 w 159649"/>
                <a:gd name="csY2" fmla="*/ 76370 h 110090"/>
                <a:gd name="csX3" fmla="*/ 86633 w 159649"/>
                <a:gd name="csY3" fmla="*/ 88273 h 110090"/>
                <a:gd name="csX4" fmla="*/ 97343 w 159649"/>
                <a:gd name="csY4" fmla="*/ 93339 h 110090"/>
                <a:gd name="csX5" fmla="*/ 113064 w 159649"/>
                <a:gd name="csY5" fmla="*/ 89129 h 110090"/>
                <a:gd name="csX6" fmla="*/ 138955 w 159649"/>
                <a:gd name="csY6" fmla="*/ 75178 h 110090"/>
                <a:gd name="csX7" fmla="*/ 157023 w 159649"/>
                <a:gd name="csY7" fmla="*/ 61972 h 110090"/>
                <a:gd name="csX8" fmla="*/ 159649 w 159649"/>
                <a:gd name="csY8" fmla="*/ 65120 h 110090"/>
                <a:gd name="csX9" fmla="*/ 111350 w 159649"/>
                <a:gd name="csY9" fmla="*/ 95891 h 110090"/>
                <a:gd name="csX10" fmla="*/ 99802 w 159649"/>
                <a:gd name="csY10" fmla="*/ 100063 h 110090"/>
                <a:gd name="csX11" fmla="*/ 59289 w 159649"/>
                <a:gd name="csY11" fmla="*/ 109433 h 110090"/>
                <a:gd name="csX12" fmla="*/ 21700 w 159649"/>
                <a:gd name="csY12" fmla="*/ 108259 h 110090"/>
                <a:gd name="csX13" fmla="*/ 3558 w 159649"/>
                <a:gd name="csY13" fmla="*/ 93935 h 110090"/>
                <a:gd name="csX14" fmla="*/ 279 w 159649"/>
                <a:gd name="csY14" fmla="*/ 84957 h 110090"/>
                <a:gd name="csX15" fmla="*/ 559 w 159649"/>
                <a:gd name="csY15" fmla="*/ 82312 h 110090"/>
                <a:gd name="csX16" fmla="*/ 3595 w 159649"/>
                <a:gd name="csY16" fmla="*/ 82685 h 110090"/>
                <a:gd name="csX17" fmla="*/ 11679 w 159649"/>
                <a:gd name="csY17" fmla="*/ 86466 h 110090"/>
                <a:gd name="csX18" fmla="*/ 12368 w 159649"/>
                <a:gd name="csY18" fmla="*/ 51951 h 110090"/>
                <a:gd name="csX19" fmla="*/ 14622 w 159649"/>
                <a:gd name="csY19" fmla="*/ 19391 h 110090"/>
                <a:gd name="csX20" fmla="*/ 21644 w 159649"/>
                <a:gd name="csY20" fmla="*/ 3521 h 110090"/>
                <a:gd name="csX21" fmla="*/ 28927 w 159649"/>
                <a:gd name="csY21" fmla="*/ 1 h 110090"/>
                <a:gd name="csX22" fmla="*/ 39302 w 159649"/>
                <a:gd name="csY22" fmla="*/ 6390 h 110090"/>
                <a:gd name="csX23" fmla="*/ 26189 w 159649"/>
                <a:gd name="csY23" fmla="*/ 49473 h 110090"/>
                <a:gd name="csX24" fmla="*/ 27214 w 159649"/>
                <a:gd name="csY24" fmla="*/ 70168 h 110090"/>
                <a:gd name="csX25" fmla="*/ 47628 w 159649"/>
                <a:gd name="csY25" fmla="*/ 85628 h 110090"/>
                <a:gd name="csX26" fmla="*/ 75177 w 159649"/>
                <a:gd name="csY26" fmla="*/ 72347 h 110090"/>
                <a:gd name="csX27" fmla="*/ 86875 w 159649"/>
                <a:gd name="csY27" fmla="*/ 59420 h 110090"/>
                <a:gd name="csX28" fmla="*/ 95071 w 159649"/>
                <a:gd name="csY28" fmla="*/ 51783 h 110090"/>
                <a:gd name="csX29" fmla="*/ 100472 w 159649"/>
                <a:gd name="csY29" fmla="*/ 46158 h 110090"/>
                <a:gd name="csX30" fmla="*/ 109953 w 159649"/>
                <a:gd name="csY30" fmla="*/ 50628 h 1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9649" h="110090">
                  <a:moveTo>
                    <a:pt x="109953" y="50628"/>
                  </a:moveTo>
                  <a:cubicBezTo>
                    <a:pt x="112207" y="53273"/>
                    <a:pt x="112952" y="54931"/>
                    <a:pt x="108985" y="57501"/>
                  </a:cubicBezTo>
                  <a:cubicBezTo>
                    <a:pt x="101310" y="62475"/>
                    <a:pt x="94530" y="68677"/>
                    <a:pt x="89259" y="76370"/>
                  </a:cubicBezTo>
                  <a:cubicBezTo>
                    <a:pt x="86726" y="80077"/>
                    <a:pt x="84453" y="83802"/>
                    <a:pt x="86633" y="88273"/>
                  </a:cubicBezTo>
                  <a:cubicBezTo>
                    <a:pt x="88756" y="92594"/>
                    <a:pt x="93431" y="92370"/>
                    <a:pt x="97343" y="93339"/>
                  </a:cubicBezTo>
                  <a:cubicBezTo>
                    <a:pt x="103359" y="94829"/>
                    <a:pt x="107848" y="90638"/>
                    <a:pt x="113064" y="89129"/>
                  </a:cubicBezTo>
                  <a:cubicBezTo>
                    <a:pt x="122750" y="86298"/>
                    <a:pt x="130871" y="80766"/>
                    <a:pt x="138955" y="75178"/>
                  </a:cubicBezTo>
                  <a:cubicBezTo>
                    <a:pt x="145083" y="70931"/>
                    <a:pt x="150727" y="65939"/>
                    <a:pt x="157023" y="61972"/>
                  </a:cubicBezTo>
                  <a:cubicBezTo>
                    <a:pt x="161102" y="59401"/>
                    <a:pt x="158923" y="63890"/>
                    <a:pt x="159649" y="65120"/>
                  </a:cubicBezTo>
                  <a:cubicBezTo>
                    <a:pt x="146555" y="80096"/>
                    <a:pt x="130349" y="90173"/>
                    <a:pt x="111350" y="95891"/>
                  </a:cubicBezTo>
                  <a:cubicBezTo>
                    <a:pt x="107215" y="96487"/>
                    <a:pt x="103285" y="97623"/>
                    <a:pt x="99802" y="100063"/>
                  </a:cubicBezTo>
                  <a:cubicBezTo>
                    <a:pt x="86707" y="104906"/>
                    <a:pt x="73296" y="108483"/>
                    <a:pt x="59289" y="109433"/>
                  </a:cubicBezTo>
                  <a:cubicBezTo>
                    <a:pt x="46734" y="110010"/>
                    <a:pt x="34143" y="110997"/>
                    <a:pt x="21700" y="108259"/>
                  </a:cubicBezTo>
                  <a:cubicBezTo>
                    <a:pt x="13616" y="106061"/>
                    <a:pt x="7060" y="101926"/>
                    <a:pt x="3558" y="93935"/>
                  </a:cubicBezTo>
                  <a:cubicBezTo>
                    <a:pt x="2086" y="91085"/>
                    <a:pt x="1248" y="87993"/>
                    <a:pt x="279" y="84957"/>
                  </a:cubicBezTo>
                  <a:cubicBezTo>
                    <a:pt x="0" y="84100"/>
                    <a:pt x="-279" y="83057"/>
                    <a:pt x="559" y="82312"/>
                  </a:cubicBezTo>
                  <a:cubicBezTo>
                    <a:pt x="1639" y="81381"/>
                    <a:pt x="2682" y="82033"/>
                    <a:pt x="3595" y="82685"/>
                  </a:cubicBezTo>
                  <a:cubicBezTo>
                    <a:pt x="5867" y="84305"/>
                    <a:pt x="8158" y="85870"/>
                    <a:pt x="11679" y="86466"/>
                  </a:cubicBezTo>
                  <a:cubicBezTo>
                    <a:pt x="10897" y="74675"/>
                    <a:pt x="11567" y="63294"/>
                    <a:pt x="12368" y="51951"/>
                  </a:cubicBezTo>
                  <a:cubicBezTo>
                    <a:pt x="13150" y="41110"/>
                    <a:pt x="12964" y="30195"/>
                    <a:pt x="14622" y="19391"/>
                  </a:cubicBezTo>
                  <a:cubicBezTo>
                    <a:pt x="15535" y="13431"/>
                    <a:pt x="18683" y="8513"/>
                    <a:pt x="21644" y="3521"/>
                  </a:cubicBezTo>
                  <a:cubicBezTo>
                    <a:pt x="23172" y="951"/>
                    <a:pt x="25910" y="-36"/>
                    <a:pt x="28927" y="1"/>
                  </a:cubicBezTo>
                  <a:cubicBezTo>
                    <a:pt x="32802" y="1435"/>
                    <a:pt x="36918" y="2534"/>
                    <a:pt x="39302" y="6390"/>
                  </a:cubicBezTo>
                  <a:cubicBezTo>
                    <a:pt x="30380" y="19354"/>
                    <a:pt x="28070" y="34404"/>
                    <a:pt x="26189" y="49473"/>
                  </a:cubicBezTo>
                  <a:cubicBezTo>
                    <a:pt x="25332" y="56347"/>
                    <a:pt x="25649" y="63406"/>
                    <a:pt x="27214" y="70168"/>
                  </a:cubicBezTo>
                  <a:cubicBezTo>
                    <a:pt x="29281" y="79183"/>
                    <a:pt x="38632" y="85032"/>
                    <a:pt x="47628" y="85628"/>
                  </a:cubicBezTo>
                  <a:cubicBezTo>
                    <a:pt x="59661" y="86410"/>
                    <a:pt x="67224" y="79202"/>
                    <a:pt x="75177" y="72347"/>
                  </a:cubicBezTo>
                  <a:cubicBezTo>
                    <a:pt x="79592" y="68547"/>
                    <a:pt x="83783" y="64449"/>
                    <a:pt x="86875" y="59420"/>
                  </a:cubicBezTo>
                  <a:cubicBezTo>
                    <a:pt x="88905" y="56123"/>
                    <a:pt x="91941" y="53869"/>
                    <a:pt x="95071" y="51783"/>
                  </a:cubicBezTo>
                  <a:cubicBezTo>
                    <a:pt x="97324" y="50293"/>
                    <a:pt x="99168" y="48505"/>
                    <a:pt x="100472" y="46158"/>
                  </a:cubicBezTo>
                  <a:cubicBezTo>
                    <a:pt x="104738" y="45375"/>
                    <a:pt x="107662" y="47331"/>
                    <a:pt x="109953" y="50628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BD2AA0EA-CC38-A458-0AC6-B4A9316E9B6B}"/>
                </a:ext>
              </a:extLst>
            </p:cNvPr>
            <p:cNvSpPr/>
            <p:nvPr/>
          </p:nvSpPr>
          <p:spPr>
            <a:xfrm>
              <a:off x="1914186" y="5263114"/>
              <a:ext cx="101149" cy="123515"/>
            </a:xfrm>
            <a:custGeom>
              <a:avLst/>
              <a:gdLst>
                <a:gd name="csX0" fmla="*/ 8146 w 101149"/>
                <a:gd name="csY0" fmla="*/ 0 h 123515"/>
                <a:gd name="csX1" fmla="*/ 16677 w 101149"/>
                <a:gd name="csY1" fmla="*/ 12778 h 123515"/>
                <a:gd name="csX2" fmla="*/ 30219 w 101149"/>
                <a:gd name="csY2" fmla="*/ 40904 h 123515"/>
                <a:gd name="csX3" fmla="*/ 58904 w 101149"/>
                <a:gd name="csY3" fmla="*/ 79107 h 123515"/>
                <a:gd name="csX4" fmla="*/ 85857 w 101149"/>
                <a:gd name="csY4" fmla="*/ 98777 h 123515"/>
                <a:gd name="csX5" fmla="*/ 90420 w 101149"/>
                <a:gd name="csY5" fmla="*/ 118186 h 123515"/>
                <a:gd name="csX6" fmla="*/ 93270 w 101149"/>
                <a:gd name="csY6" fmla="*/ 122228 h 123515"/>
                <a:gd name="csX7" fmla="*/ 101149 w 101149"/>
                <a:gd name="csY7" fmla="*/ 122358 h 123515"/>
                <a:gd name="csX8" fmla="*/ 84479 w 101149"/>
                <a:gd name="csY8" fmla="*/ 122657 h 123515"/>
                <a:gd name="csX9" fmla="*/ 19173 w 101149"/>
                <a:gd name="csY9" fmla="*/ 83596 h 123515"/>
                <a:gd name="csX10" fmla="*/ 416 w 101149"/>
                <a:gd name="csY10" fmla="*/ 23824 h 123515"/>
                <a:gd name="csX11" fmla="*/ 8146 w 101149"/>
                <a:gd name="csY11" fmla="*/ 0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1149" h="123515">
                  <a:moveTo>
                    <a:pt x="8146" y="0"/>
                  </a:moveTo>
                  <a:cubicBezTo>
                    <a:pt x="8594" y="5867"/>
                    <a:pt x="13362" y="8810"/>
                    <a:pt x="16677" y="12778"/>
                  </a:cubicBezTo>
                  <a:cubicBezTo>
                    <a:pt x="23551" y="20992"/>
                    <a:pt x="25711" y="31535"/>
                    <a:pt x="30219" y="40904"/>
                  </a:cubicBezTo>
                  <a:cubicBezTo>
                    <a:pt x="37279" y="55582"/>
                    <a:pt x="45884" y="69422"/>
                    <a:pt x="58904" y="79107"/>
                  </a:cubicBezTo>
                  <a:cubicBezTo>
                    <a:pt x="67808" y="85720"/>
                    <a:pt x="77978" y="90693"/>
                    <a:pt x="85857" y="98777"/>
                  </a:cubicBezTo>
                  <a:cubicBezTo>
                    <a:pt x="91221" y="104291"/>
                    <a:pt x="93028" y="110866"/>
                    <a:pt x="90420" y="118186"/>
                  </a:cubicBezTo>
                  <a:cubicBezTo>
                    <a:pt x="89266" y="121446"/>
                    <a:pt x="90253" y="122265"/>
                    <a:pt x="93270" y="122228"/>
                  </a:cubicBezTo>
                  <a:cubicBezTo>
                    <a:pt x="95897" y="122191"/>
                    <a:pt x="98523" y="122303"/>
                    <a:pt x="101149" y="122358"/>
                  </a:cubicBezTo>
                  <a:cubicBezTo>
                    <a:pt x="95636" y="124109"/>
                    <a:pt x="89992" y="123588"/>
                    <a:pt x="84479" y="122657"/>
                  </a:cubicBezTo>
                  <a:cubicBezTo>
                    <a:pt x="57656" y="118130"/>
                    <a:pt x="37092" y="103434"/>
                    <a:pt x="19173" y="83596"/>
                  </a:cubicBezTo>
                  <a:cubicBezTo>
                    <a:pt x="3527" y="66274"/>
                    <a:pt x="-1595" y="46306"/>
                    <a:pt x="416" y="23824"/>
                  </a:cubicBezTo>
                  <a:cubicBezTo>
                    <a:pt x="1199" y="15348"/>
                    <a:pt x="3229" y="7190"/>
                    <a:pt x="8146" y="0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D3E44221-DEAD-F215-F661-6E854B35C043}"/>
                </a:ext>
              </a:extLst>
            </p:cNvPr>
            <p:cNvSpPr/>
            <p:nvPr/>
          </p:nvSpPr>
          <p:spPr>
            <a:xfrm>
              <a:off x="1507969" y="5326535"/>
              <a:ext cx="62752" cy="150767"/>
            </a:xfrm>
            <a:custGeom>
              <a:avLst/>
              <a:gdLst>
                <a:gd name="csX0" fmla="*/ 39073 w 62752"/>
                <a:gd name="csY0" fmla="*/ 57708 h 150767"/>
                <a:gd name="csX1" fmla="*/ 27078 w 62752"/>
                <a:gd name="csY1" fmla="*/ 71641 h 150767"/>
                <a:gd name="csX2" fmla="*/ 24731 w 62752"/>
                <a:gd name="csY2" fmla="*/ 83078 h 150767"/>
                <a:gd name="csX3" fmla="*/ 23352 w 62752"/>
                <a:gd name="csY3" fmla="*/ 111185 h 150767"/>
                <a:gd name="csX4" fmla="*/ 22254 w 62752"/>
                <a:gd name="csY4" fmla="*/ 137878 h 150767"/>
                <a:gd name="csX5" fmla="*/ 22011 w 62752"/>
                <a:gd name="csY5" fmla="*/ 145719 h 150767"/>
                <a:gd name="csX6" fmla="*/ 10929 w 62752"/>
                <a:gd name="csY6" fmla="*/ 139722 h 150767"/>
                <a:gd name="csX7" fmla="*/ 13108 w 62752"/>
                <a:gd name="csY7" fmla="*/ 150767 h 150767"/>
                <a:gd name="csX8" fmla="*/ 870 w 62752"/>
                <a:gd name="csY8" fmla="*/ 118040 h 150767"/>
                <a:gd name="csX9" fmla="*/ 28978 w 62752"/>
                <a:gd name="csY9" fmla="*/ 10117 h 150767"/>
                <a:gd name="csX10" fmla="*/ 33281 w 62752"/>
                <a:gd name="csY10" fmla="*/ 11533 h 150767"/>
                <a:gd name="csX11" fmla="*/ 53528 w 62752"/>
                <a:gd name="csY11" fmla="*/ 525 h 150767"/>
                <a:gd name="csX12" fmla="*/ 60196 w 62752"/>
                <a:gd name="csY12" fmla="*/ 245 h 150767"/>
                <a:gd name="csX13" fmla="*/ 62673 w 62752"/>
                <a:gd name="csY13" fmla="*/ 3859 h 150767"/>
                <a:gd name="csX14" fmla="*/ 46356 w 62752"/>
                <a:gd name="csY14" fmla="*/ 42807 h 150767"/>
                <a:gd name="csX15" fmla="*/ 41458 w 62752"/>
                <a:gd name="csY15" fmla="*/ 55548 h 150767"/>
                <a:gd name="csX16" fmla="*/ 30729 w 62752"/>
                <a:gd name="csY16" fmla="*/ 49289 h 150767"/>
                <a:gd name="csX17" fmla="*/ 37583 w 62752"/>
                <a:gd name="csY17" fmla="*/ 54691 h 150767"/>
                <a:gd name="csX18" fmla="*/ 39073 w 62752"/>
                <a:gd name="csY18" fmla="*/ 57708 h 150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752" h="150767">
                  <a:moveTo>
                    <a:pt x="39073" y="57708"/>
                  </a:moveTo>
                  <a:cubicBezTo>
                    <a:pt x="30598" y="58435"/>
                    <a:pt x="29965" y="66239"/>
                    <a:pt x="27078" y="71641"/>
                  </a:cubicBezTo>
                  <a:cubicBezTo>
                    <a:pt x="25308" y="74957"/>
                    <a:pt x="24619" y="79260"/>
                    <a:pt x="24731" y="83078"/>
                  </a:cubicBezTo>
                  <a:cubicBezTo>
                    <a:pt x="25029" y="92503"/>
                    <a:pt x="23371" y="101779"/>
                    <a:pt x="23352" y="111185"/>
                  </a:cubicBezTo>
                  <a:cubicBezTo>
                    <a:pt x="23334" y="120089"/>
                    <a:pt x="22850" y="128993"/>
                    <a:pt x="22254" y="137878"/>
                  </a:cubicBezTo>
                  <a:cubicBezTo>
                    <a:pt x="22067" y="140690"/>
                    <a:pt x="25290" y="145663"/>
                    <a:pt x="22011" y="145719"/>
                  </a:cubicBezTo>
                  <a:cubicBezTo>
                    <a:pt x="18621" y="145775"/>
                    <a:pt x="13536" y="143931"/>
                    <a:pt x="10929" y="139722"/>
                  </a:cubicBezTo>
                  <a:cubicBezTo>
                    <a:pt x="11655" y="143410"/>
                    <a:pt x="12381" y="147079"/>
                    <a:pt x="13108" y="150767"/>
                  </a:cubicBezTo>
                  <a:cubicBezTo>
                    <a:pt x="6235" y="140914"/>
                    <a:pt x="2211" y="130185"/>
                    <a:pt x="870" y="118040"/>
                  </a:cubicBezTo>
                  <a:cubicBezTo>
                    <a:pt x="-3526" y="78365"/>
                    <a:pt x="9178" y="43366"/>
                    <a:pt x="28978" y="10117"/>
                  </a:cubicBezTo>
                  <a:cubicBezTo>
                    <a:pt x="30021" y="11868"/>
                    <a:pt x="31548" y="13694"/>
                    <a:pt x="33281" y="11533"/>
                  </a:cubicBezTo>
                  <a:cubicBezTo>
                    <a:pt x="38533" y="4976"/>
                    <a:pt x="46524" y="3673"/>
                    <a:pt x="53528" y="525"/>
                  </a:cubicBezTo>
                  <a:cubicBezTo>
                    <a:pt x="55428" y="-314"/>
                    <a:pt x="57979" y="59"/>
                    <a:pt x="60196" y="245"/>
                  </a:cubicBezTo>
                  <a:cubicBezTo>
                    <a:pt x="62189" y="413"/>
                    <a:pt x="63027" y="1810"/>
                    <a:pt x="62673" y="3859"/>
                  </a:cubicBezTo>
                  <a:cubicBezTo>
                    <a:pt x="60233" y="18090"/>
                    <a:pt x="53714" y="30700"/>
                    <a:pt x="46356" y="42807"/>
                  </a:cubicBezTo>
                  <a:cubicBezTo>
                    <a:pt x="43860" y="46924"/>
                    <a:pt x="38105" y="49308"/>
                    <a:pt x="41458" y="55548"/>
                  </a:cubicBezTo>
                  <a:cubicBezTo>
                    <a:pt x="36168" y="55827"/>
                    <a:pt x="34249" y="50574"/>
                    <a:pt x="30729" y="49289"/>
                  </a:cubicBezTo>
                  <a:cubicBezTo>
                    <a:pt x="32349" y="51133"/>
                    <a:pt x="35329" y="52474"/>
                    <a:pt x="37583" y="54691"/>
                  </a:cubicBezTo>
                  <a:cubicBezTo>
                    <a:pt x="38477" y="55473"/>
                    <a:pt x="40023" y="56013"/>
                    <a:pt x="39073" y="5770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A047D856-F1B5-2DAC-EEF4-6C7D8146DE31}"/>
                </a:ext>
              </a:extLst>
            </p:cNvPr>
            <p:cNvSpPr/>
            <p:nvPr/>
          </p:nvSpPr>
          <p:spPr>
            <a:xfrm>
              <a:off x="1977542" y="5217879"/>
              <a:ext cx="97882" cy="116743"/>
            </a:xfrm>
            <a:custGeom>
              <a:avLst/>
              <a:gdLst>
                <a:gd name="csX0" fmla="*/ 30715 w 97882"/>
                <a:gd name="csY0" fmla="*/ 27056 h 116743"/>
                <a:gd name="csX1" fmla="*/ 27176 w 97882"/>
                <a:gd name="csY1" fmla="*/ 4723 h 116743"/>
                <a:gd name="csX2" fmla="*/ 22929 w 97882"/>
                <a:gd name="csY2" fmla="*/ 2543 h 116743"/>
                <a:gd name="csX3" fmla="*/ 0 w 97882"/>
                <a:gd name="csY3" fmla="*/ 2394 h 116743"/>
                <a:gd name="csX4" fmla="*/ 68285 w 97882"/>
                <a:gd name="csY4" fmla="*/ 24951 h 116743"/>
                <a:gd name="csX5" fmla="*/ 91569 w 97882"/>
                <a:gd name="csY5" fmla="*/ 79397 h 116743"/>
                <a:gd name="csX6" fmla="*/ 97678 w 97882"/>
                <a:gd name="csY6" fmla="*/ 108007 h 116743"/>
                <a:gd name="csX7" fmla="*/ 96561 w 97882"/>
                <a:gd name="csY7" fmla="*/ 116743 h 116743"/>
                <a:gd name="csX8" fmla="*/ 88551 w 97882"/>
                <a:gd name="csY8" fmla="*/ 111099 h 116743"/>
                <a:gd name="csX9" fmla="*/ 69478 w 97882"/>
                <a:gd name="csY9" fmla="*/ 93609 h 116743"/>
                <a:gd name="csX10" fmla="*/ 57109 w 97882"/>
                <a:gd name="csY10" fmla="*/ 65129 h 116743"/>
                <a:gd name="csX11" fmla="*/ 37216 w 97882"/>
                <a:gd name="csY11" fmla="*/ 32793 h 116743"/>
                <a:gd name="csX12" fmla="*/ 31945 w 97882"/>
                <a:gd name="csY12" fmla="*/ 29664 h 116743"/>
                <a:gd name="csX13" fmla="*/ 30715 w 97882"/>
                <a:gd name="csY13" fmla="*/ 27056 h 116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882" h="116743">
                  <a:moveTo>
                    <a:pt x="30715" y="27056"/>
                  </a:moveTo>
                  <a:cubicBezTo>
                    <a:pt x="29784" y="19587"/>
                    <a:pt x="26096" y="12602"/>
                    <a:pt x="27176" y="4723"/>
                  </a:cubicBezTo>
                  <a:cubicBezTo>
                    <a:pt x="27530" y="2078"/>
                    <a:pt x="24680" y="2562"/>
                    <a:pt x="22929" y="2543"/>
                  </a:cubicBezTo>
                  <a:cubicBezTo>
                    <a:pt x="15292" y="2450"/>
                    <a:pt x="7656" y="2432"/>
                    <a:pt x="0" y="2394"/>
                  </a:cubicBezTo>
                  <a:cubicBezTo>
                    <a:pt x="25370" y="-4740"/>
                    <a:pt x="51000" y="4443"/>
                    <a:pt x="68285" y="24951"/>
                  </a:cubicBezTo>
                  <a:cubicBezTo>
                    <a:pt x="81771" y="40951"/>
                    <a:pt x="86092" y="60342"/>
                    <a:pt x="91569" y="79397"/>
                  </a:cubicBezTo>
                  <a:cubicBezTo>
                    <a:pt x="94270" y="88747"/>
                    <a:pt x="97753" y="98024"/>
                    <a:pt x="97678" y="108007"/>
                  </a:cubicBezTo>
                  <a:cubicBezTo>
                    <a:pt x="97660" y="110950"/>
                    <a:pt x="98610" y="114042"/>
                    <a:pt x="96561" y="116743"/>
                  </a:cubicBezTo>
                  <a:cubicBezTo>
                    <a:pt x="94400" y="114154"/>
                    <a:pt x="92072" y="111695"/>
                    <a:pt x="88551" y="111099"/>
                  </a:cubicBezTo>
                  <a:cubicBezTo>
                    <a:pt x="78381" y="109404"/>
                    <a:pt x="74190" y="101283"/>
                    <a:pt x="69478" y="93609"/>
                  </a:cubicBezTo>
                  <a:cubicBezTo>
                    <a:pt x="63983" y="84687"/>
                    <a:pt x="61189" y="74628"/>
                    <a:pt x="57109" y="65129"/>
                  </a:cubicBezTo>
                  <a:cubicBezTo>
                    <a:pt x="52136" y="53543"/>
                    <a:pt x="46008" y="42218"/>
                    <a:pt x="37216" y="32793"/>
                  </a:cubicBezTo>
                  <a:cubicBezTo>
                    <a:pt x="35875" y="31359"/>
                    <a:pt x="33733" y="30688"/>
                    <a:pt x="31945" y="29664"/>
                  </a:cubicBezTo>
                  <a:cubicBezTo>
                    <a:pt x="31051" y="29030"/>
                    <a:pt x="33547" y="26739"/>
                    <a:pt x="30715" y="27056"/>
                  </a:cubicBezTo>
                  <a:close/>
                </a:path>
              </a:pathLst>
            </a:custGeom>
            <a:solidFill>
              <a:srgbClr val="7AB0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37320E3-C69D-16F1-BE81-E93639C6A2A4}"/>
                </a:ext>
              </a:extLst>
            </p:cNvPr>
            <p:cNvSpPr/>
            <p:nvPr/>
          </p:nvSpPr>
          <p:spPr>
            <a:xfrm>
              <a:off x="1559577" y="5227079"/>
              <a:ext cx="145065" cy="162808"/>
            </a:xfrm>
            <a:custGeom>
              <a:avLst/>
              <a:gdLst>
                <a:gd name="csX0" fmla="*/ 57 w 145065"/>
                <a:gd name="csY0" fmla="*/ 160648 h 162808"/>
                <a:gd name="csX1" fmla="*/ 3540 w 145065"/>
                <a:gd name="csY1" fmla="*/ 150496 h 162808"/>
                <a:gd name="csX2" fmla="*/ 11996 w 145065"/>
                <a:gd name="csY2" fmla="*/ 136601 h 162808"/>
                <a:gd name="csX3" fmla="*/ 39526 w 145065"/>
                <a:gd name="csY3" fmla="*/ 91580 h 162808"/>
                <a:gd name="csX4" fmla="*/ 47573 w 145065"/>
                <a:gd name="csY4" fmla="*/ 84968 h 162808"/>
                <a:gd name="csX5" fmla="*/ 49827 w 145065"/>
                <a:gd name="csY5" fmla="*/ 83590 h 162808"/>
                <a:gd name="csX6" fmla="*/ 51075 w 145065"/>
                <a:gd name="csY6" fmla="*/ 75357 h 162808"/>
                <a:gd name="csX7" fmla="*/ 79965 w 145065"/>
                <a:gd name="csY7" fmla="*/ 41680 h 162808"/>
                <a:gd name="csX8" fmla="*/ 86931 w 145065"/>
                <a:gd name="csY8" fmla="*/ 38476 h 162808"/>
                <a:gd name="csX9" fmla="*/ 88347 w 145065"/>
                <a:gd name="csY9" fmla="*/ 36203 h 162808"/>
                <a:gd name="csX10" fmla="*/ 88272 w 145065"/>
                <a:gd name="csY10" fmla="*/ 36147 h 162808"/>
                <a:gd name="csX11" fmla="*/ 90247 w 145065"/>
                <a:gd name="csY11" fmla="*/ 24245 h 162808"/>
                <a:gd name="csX12" fmla="*/ 81641 w 145065"/>
                <a:gd name="csY12" fmla="*/ 8468 h 162808"/>
                <a:gd name="csX13" fmla="*/ 78065 w 145065"/>
                <a:gd name="csY13" fmla="*/ 2433 h 162808"/>
                <a:gd name="csX14" fmla="*/ 85646 w 145065"/>
                <a:gd name="csY14" fmla="*/ 1092 h 162808"/>
                <a:gd name="csX15" fmla="*/ 113344 w 145065"/>
                <a:gd name="csY15" fmla="*/ 1111 h 162808"/>
                <a:gd name="csX16" fmla="*/ 135696 w 145065"/>
                <a:gd name="csY16" fmla="*/ 105 h 162808"/>
                <a:gd name="csX17" fmla="*/ 145065 w 145065"/>
                <a:gd name="csY17" fmla="*/ 1111 h 162808"/>
                <a:gd name="csX18" fmla="*/ 123775 w 145065"/>
                <a:gd name="csY18" fmla="*/ 11393 h 162808"/>
                <a:gd name="csX19" fmla="*/ 108333 w 145065"/>
                <a:gd name="csY19" fmla="*/ 27374 h 162808"/>
                <a:gd name="csX20" fmla="*/ 89465 w 145065"/>
                <a:gd name="csY20" fmla="*/ 47901 h 162808"/>
                <a:gd name="csX21" fmla="*/ 50945 w 145065"/>
                <a:gd name="csY21" fmla="*/ 93816 h 162808"/>
                <a:gd name="csX22" fmla="*/ 6110 w 145065"/>
                <a:gd name="csY22" fmla="*/ 160909 h 162808"/>
                <a:gd name="csX23" fmla="*/ 3558 w 145065"/>
                <a:gd name="csY23" fmla="*/ 162809 h 162808"/>
                <a:gd name="csX24" fmla="*/ 57 w 145065"/>
                <a:gd name="csY24" fmla="*/ 160648 h 1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065" h="162808">
                  <a:moveTo>
                    <a:pt x="57" y="160648"/>
                  </a:moveTo>
                  <a:cubicBezTo>
                    <a:pt x="-279" y="156736"/>
                    <a:pt x="876" y="153700"/>
                    <a:pt x="3540" y="150496"/>
                  </a:cubicBezTo>
                  <a:cubicBezTo>
                    <a:pt x="6986" y="146380"/>
                    <a:pt x="9165" y="141239"/>
                    <a:pt x="11996" y="136601"/>
                  </a:cubicBezTo>
                  <a:cubicBezTo>
                    <a:pt x="21179" y="121606"/>
                    <a:pt x="30567" y="106724"/>
                    <a:pt x="39526" y="91580"/>
                  </a:cubicBezTo>
                  <a:cubicBezTo>
                    <a:pt x="41557" y="88153"/>
                    <a:pt x="45450" y="87818"/>
                    <a:pt x="47573" y="84968"/>
                  </a:cubicBezTo>
                  <a:cubicBezTo>
                    <a:pt x="47946" y="83888"/>
                    <a:pt x="49473" y="84688"/>
                    <a:pt x="49827" y="83590"/>
                  </a:cubicBezTo>
                  <a:cubicBezTo>
                    <a:pt x="48281" y="80535"/>
                    <a:pt x="49361" y="78076"/>
                    <a:pt x="51075" y="75357"/>
                  </a:cubicBezTo>
                  <a:cubicBezTo>
                    <a:pt x="59084" y="62709"/>
                    <a:pt x="69590" y="52260"/>
                    <a:pt x="79965" y="41680"/>
                  </a:cubicBezTo>
                  <a:cubicBezTo>
                    <a:pt x="81884" y="39724"/>
                    <a:pt x="84100" y="38494"/>
                    <a:pt x="86931" y="38476"/>
                  </a:cubicBezTo>
                  <a:cubicBezTo>
                    <a:pt x="88384" y="38457"/>
                    <a:pt x="89818" y="38159"/>
                    <a:pt x="88347" y="36203"/>
                  </a:cubicBezTo>
                  <a:lnTo>
                    <a:pt x="88272" y="36147"/>
                  </a:lnTo>
                  <a:cubicBezTo>
                    <a:pt x="87062" y="31901"/>
                    <a:pt x="88980" y="27765"/>
                    <a:pt x="90247" y="24245"/>
                  </a:cubicBezTo>
                  <a:cubicBezTo>
                    <a:pt x="93525" y="15118"/>
                    <a:pt x="87062" y="11896"/>
                    <a:pt x="81641" y="8468"/>
                  </a:cubicBezTo>
                  <a:cubicBezTo>
                    <a:pt x="78922" y="6755"/>
                    <a:pt x="77804" y="5339"/>
                    <a:pt x="78065" y="2433"/>
                  </a:cubicBezTo>
                  <a:cubicBezTo>
                    <a:pt x="80505" y="1446"/>
                    <a:pt x="82964" y="608"/>
                    <a:pt x="85646" y="1092"/>
                  </a:cubicBezTo>
                  <a:cubicBezTo>
                    <a:pt x="94885" y="384"/>
                    <a:pt x="104105" y="366"/>
                    <a:pt x="113344" y="1111"/>
                  </a:cubicBezTo>
                  <a:cubicBezTo>
                    <a:pt x="120850" y="2117"/>
                    <a:pt x="128227" y="142"/>
                    <a:pt x="135696" y="105"/>
                  </a:cubicBezTo>
                  <a:cubicBezTo>
                    <a:pt x="138862" y="86"/>
                    <a:pt x="142066" y="-454"/>
                    <a:pt x="145065" y="1111"/>
                  </a:cubicBezTo>
                  <a:cubicBezTo>
                    <a:pt x="136068" y="626"/>
                    <a:pt x="130685" y="7556"/>
                    <a:pt x="123775" y="11393"/>
                  </a:cubicBezTo>
                  <a:cubicBezTo>
                    <a:pt x="116995" y="15174"/>
                    <a:pt x="113996" y="22438"/>
                    <a:pt x="108333" y="27374"/>
                  </a:cubicBezTo>
                  <a:cubicBezTo>
                    <a:pt x="101367" y="33447"/>
                    <a:pt x="95965" y="41270"/>
                    <a:pt x="89465" y="47901"/>
                  </a:cubicBezTo>
                  <a:cubicBezTo>
                    <a:pt x="75401" y="62206"/>
                    <a:pt x="62642" y="77555"/>
                    <a:pt x="50945" y="93816"/>
                  </a:cubicBezTo>
                  <a:cubicBezTo>
                    <a:pt x="35224" y="115665"/>
                    <a:pt x="19689" y="137625"/>
                    <a:pt x="6110" y="160909"/>
                  </a:cubicBezTo>
                  <a:cubicBezTo>
                    <a:pt x="5496" y="161970"/>
                    <a:pt x="4825" y="162716"/>
                    <a:pt x="3558" y="162809"/>
                  </a:cubicBezTo>
                  <a:cubicBezTo>
                    <a:pt x="1994" y="162734"/>
                    <a:pt x="150" y="163125"/>
                    <a:pt x="57" y="160648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C29267B3-9063-C0AD-9E08-6729CC9D1C15}"/>
                </a:ext>
              </a:extLst>
            </p:cNvPr>
            <p:cNvSpPr/>
            <p:nvPr/>
          </p:nvSpPr>
          <p:spPr>
            <a:xfrm>
              <a:off x="1910207" y="5134176"/>
              <a:ext cx="113808" cy="41318"/>
            </a:xfrm>
            <a:custGeom>
              <a:avLst/>
              <a:gdLst>
                <a:gd name="csX0" fmla="*/ 113809 w 113808"/>
                <a:gd name="csY0" fmla="*/ 3488 h 41318"/>
                <a:gd name="csX1" fmla="*/ 102987 w 113808"/>
                <a:gd name="csY1" fmla="*/ 25784 h 41318"/>
                <a:gd name="csX2" fmla="*/ 96039 w 113808"/>
                <a:gd name="csY2" fmla="*/ 32899 h 41318"/>
                <a:gd name="csX3" fmla="*/ 93487 w 113808"/>
                <a:gd name="csY3" fmla="*/ 41319 h 41318"/>
                <a:gd name="csX4" fmla="*/ 33025 w 113808"/>
                <a:gd name="csY4" fmla="*/ 16787 h 41318"/>
                <a:gd name="csX5" fmla="*/ 11884 w 113808"/>
                <a:gd name="csY5" fmla="*/ 13956 h 41318"/>
                <a:gd name="csX6" fmla="*/ 4694 w 113808"/>
                <a:gd name="csY6" fmla="*/ 9542 h 41318"/>
                <a:gd name="csX7" fmla="*/ 0 w 113808"/>
                <a:gd name="csY7" fmla="*/ 154 h 41318"/>
                <a:gd name="csX8" fmla="*/ 53440 w 113808"/>
                <a:gd name="csY8" fmla="*/ 2352 h 41318"/>
                <a:gd name="csX9" fmla="*/ 93972 w 113808"/>
                <a:gd name="csY9" fmla="*/ 8871 h 41318"/>
                <a:gd name="csX10" fmla="*/ 113809 w 113808"/>
                <a:gd name="csY10" fmla="*/ 3488 h 41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808" h="41318">
                  <a:moveTo>
                    <a:pt x="113809" y="3488"/>
                  </a:moveTo>
                  <a:cubicBezTo>
                    <a:pt x="110978" y="11293"/>
                    <a:pt x="107960" y="18985"/>
                    <a:pt x="102987" y="25784"/>
                  </a:cubicBezTo>
                  <a:cubicBezTo>
                    <a:pt x="100975" y="28522"/>
                    <a:pt x="98926" y="31242"/>
                    <a:pt x="96039" y="32899"/>
                  </a:cubicBezTo>
                  <a:cubicBezTo>
                    <a:pt x="92314" y="35041"/>
                    <a:pt x="91848" y="37761"/>
                    <a:pt x="93487" y="41319"/>
                  </a:cubicBezTo>
                  <a:cubicBezTo>
                    <a:pt x="74134" y="31167"/>
                    <a:pt x="54408" y="21984"/>
                    <a:pt x="33025" y="16787"/>
                  </a:cubicBezTo>
                  <a:cubicBezTo>
                    <a:pt x="26040" y="15092"/>
                    <a:pt x="19055" y="13639"/>
                    <a:pt x="11884" y="13956"/>
                  </a:cubicBezTo>
                  <a:cubicBezTo>
                    <a:pt x="8233" y="14124"/>
                    <a:pt x="5905" y="13379"/>
                    <a:pt x="4694" y="9542"/>
                  </a:cubicBezTo>
                  <a:cubicBezTo>
                    <a:pt x="3763" y="6580"/>
                    <a:pt x="1937" y="3916"/>
                    <a:pt x="0" y="154"/>
                  </a:cubicBezTo>
                  <a:cubicBezTo>
                    <a:pt x="18403" y="1197"/>
                    <a:pt x="36154" y="-1970"/>
                    <a:pt x="53440" y="2352"/>
                  </a:cubicBezTo>
                  <a:cubicBezTo>
                    <a:pt x="66814" y="5686"/>
                    <a:pt x="80504" y="6431"/>
                    <a:pt x="93972" y="8871"/>
                  </a:cubicBezTo>
                  <a:cubicBezTo>
                    <a:pt x="101087" y="10156"/>
                    <a:pt x="107401" y="6096"/>
                    <a:pt x="113809" y="3488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8599D662-F185-17C4-BE6F-B74DA17BD23F}"/>
                </a:ext>
              </a:extLst>
            </p:cNvPr>
            <p:cNvSpPr/>
            <p:nvPr/>
          </p:nvSpPr>
          <p:spPr>
            <a:xfrm>
              <a:off x="1810321" y="5090529"/>
              <a:ext cx="65650" cy="41636"/>
            </a:xfrm>
            <a:custGeom>
              <a:avLst/>
              <a:gdLst>
                <a:gd name="csX0" fmla="*/ 22697 w 65650"/>
                <a:gd name="csY0" fmla="*/ 34766 h 41636"/>
                <a:gd name="csX1" fmla="*/ 1369 w 65650"/>
                <a:gd name="csY1" fmla="*/ 36015 h 41636"/>
                <a:gd name="csX2" fmla="*/ 289 w 65650"/>
                <a:gd name="csY2" fmla="*/ 27893 h 41636"/>
                <a:gd name="csX3" fmla="*/ 9267 w 65650"/>
                <a:gd name="csY3" fmla="*/ 6417 h 41636"/>
                <a:gd name="csX4" fmla="*/ 19959 w 65650"/>
                <a:gd name="csY4" fmla="*/ 1090 h 41636"/>
                <a:gd name="csX5" fmla="*/ 35661 w 65650"/>
                <a:gd name="csY5" fmla="*/ 9 h 41636"/>
                <a:gd name="csX6" fmla="*/ 64495 w 65650"/>
                <a:gd name="csY6" fmla="*/ 24727 h 41636"/>
                <a:gd name="csX7" fmla="*/ 65650 w 65650"/>
                <a:gd name="csY7" fmla="*/ 35847 h 41636"/>
                <a:gd name="csX8" fmla="*/ 57287 w 65650"/>
                <a:gd name="csY8" fmla="*/ 40615 h 41636"/>
                <a:gd name="csX9" fmla="*/ 22771 w 65650"/>
                <a:gd name="csY9" fmla="*/ 34804 h 41636"/>
                <a:gd name="csX10" fmla="*/ 22697 w 65650"/>
                <a:gd name="csY10" fmla="*/ 34766 h 4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650" h="41636">
                  <a:moveTo>
                    <a:pt x="22697" y="34766"/>
                  </a:moveTo>
                  <a:cubicBezTo>
                    <a:pt x="15582" y="35176"/>
                    <a:pt x="8466" y="35605"/>
                    <a:pt x="1369" y="36015"/>
                  </a:cubicBezTo>
                  <a:cubicBezTo>
                    <a:pt x="-642" y="33518"/>
                    <a:pt x="103" y="30669"/>
                    <a:pt x="289" y="27893"/>
                  </a:cubicBezTo>
                  <a:cubicBezTo>
                    <a:pt x="811" y="19698"/>
                    <a:pt x="4573" y="12768"/>
                    <a:pt x="9267" y="6417"/>
                  </a:cubicBezTo>
                  <a:cubicBezTo>
                    <a:pt x="11689" y="3120"/>
                    <a:pt x="15377" y="1145"/>
                    <a:pt x="19959" y="1090"/>
                  </a:cubicBezTo>
                  <a:cubicBezTo>
                    <a:pt x="25193" y="1034"/>
                    <a:pt x="30408" y="158"/>
                    <a:pt x="35661" y="9"/>
                  </a:cubicBezTo>
                  <a:cubicBezTo>
                    <a:pt x="48663" y="-382"/>
                    <a:pt x="62782" y="11800"/>
                    <a:pt x="64495" y="24727"/>
                  </a:cubicBezTo>
                  <a:cubicBezTo>
                    <a:pt x="64979" y="28415"/>
                    <a:pt x="65278" y="32140"/>
                    <a:pt x="65650" y="35847"/>
                  </a:cubicBezTo>
                  <a:cubicBezTo>
                    <a:pt x="64421" y="41938"/>
                    <a:pt x="63117" y="42646"/>
                    <a:pt x="57287" y="40615"/>
                  </a:cubicBezTo>
                  <a:cubicBezTo>
                    <a:pt x="46111" y="36722"/>
                    <a:pt x="34767" y="33798"/>
                    <a:pt x="22771" y="34804"/>
                  </a:cubicBezTo>
                  <a:lnTo>
                    <a:pt x="22697" y="34766"/>
                  </a:lnTo>
                  <a:close/>
                </a:path>
              </a:pathLst>
            </a:custGeom>
            <a:solidFill>
              <a:srgbClr val="81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E42E13D4-7889-9804-EF3C-EB6C9939B410}"/>
                </a:ext>
              </a:extLst>
            </p:cNvPr>
            <p:cNvSpPr/>
            <p:nvPr/>
          </p:nvSpPr>
          <p:spPr>
            <a:xfrm>
              <a:off x="1612430" y="5226979"/>
              <a:ext cx="129139" cy="193541"/>
            </a:xfrm>
            <a:custGeom>
              <a:avLst/>
              <a:gdLst>
                <a:gd name="csX0" fmla="*/ 108511 w 129139"/>
                <a:gd name="csY0" fmla="*/ 0 h 193541"/>
                <a:gd name="csX1" fmla="*/ 123226 w 129139"/>
                <a:gd name="csY1" fmla="*/ 15311 h 193541"/>
                <a:gd name="csX2" fmla="*/ 127957 w 129139"/>
                <a:gd name="csY2" fmla="*/ 23507 h 193541"/>
                <a:gd name="csX3" fmla="*/ 124120 w 129139"/>
                <a:gd name="csY3" fmla="*/ 42525 h 193541"/>
                <a:gd name="csX4" fmla="*/ 99961 w 129139"/>
                <a:gd name="csY4" fmla="*/ 68770 h 193541"/>
                <a:gd name="csX5" fmla="*/ 87630 w 129139"/>
                <a:gd name="csY5" fmla="*/ 83261 h 193541"/>
                <a:gd name="csX6" fmla="*/ 69991 w 129139"/>
                <a:gd name="csY6" fmla="*/ 105557 h 193541"/>
                <a:gd name="csX7" fmla="*/ 57790 w 129139"/>
                <a:gd name="csY7" fmla="*/ 122880 h 193541"/>
                <a:gd name="csX8" fmla="*/ 27727 w 129139"/>
                <a:gd name="csY8" fmla="*/ 163505 h 193541"/>
                <a:gd name="csX9" fmla="*/ 6027 w 129139"/>
                <a:gd name="csY9" fmla="*/ 190401 h 193541"/>
                <a:gd name="csX10" fmla="*/ 1482 w 129139"/>
                <a:gd name="csY10" fmla="*/ 193438 h 193541"/>
                <a:gd name="csX11" fmla="*/ 308 w 129139"/>
                <a:gd name="csY11" fmla="*/ 192469 h 193541"/>
                <a:gd name="csX12" fmla="*/ 550 w 129139"/>
                <a:gd name="csY12" fmla="*/ 189377 h 193541"/>
                <a:gd name="csX13" fmla="*/ 33445 w 129139"/>
                <a:gd name="csY13" fmla="*/ 144785 h 193541"/>
                <a:gd name="csX14" fmla="*/ 55685 w 129139"/>
                <a:gd name="csY14" fmla="*/ 115988 h 193541"/>
                <a:gd name="csX15" fmla="*/ 65725 w 129139"/>
                <a:gd name="csY15" fmla="*/ 103210 h 193541"/>
                <a:gd name="csX16" fmla="*/ 91914 w 129139"/>
                <a:gd name="csY16" fmla="*/ 71843 h 193541"/>
                <a:gd name="csX17" fmla="*/ 116315 w 129139"/>
                <a:gd name="csY17" fmla="*/ 45430 h 193541"/>
                <a:gd name="csX18" fmla="*/ 107095 w 129139"/>
                <a:gd name="csY18" fmla="*/ 5979 h 193541"/>
                <a:gd name="csX19" fmla="*/ 100948 w 129139"/>
                <a:gd name="csY19" fmla="*/ 1267 h 193541"/>
                <a:gd name="csX20" fmla="*/ 108511 w 129139"/>
                <a:gd name="csY20" fmla="*/ 0 h 193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9139" h="193541">
                  <a:moveTo>
                    <a:pt x="108511" y="0"/>
                  </a:moveTo>
                  <a:cubicBezTo>
                    <a:pt x="114527" y="4042"/>
                    <a:pt x="119538" y="9053"/>
                    <a:pt x="123226" y="15311"/>
                  </a:cubicBezTo>
                  <a:cubicBezTo>
                    <a:pt x="124828" y="18031"/>
                    <a:pt x="126765" y="20620"/>
                    <a:pt x="127957" y="23507"/>
                  </a:cubicBezTo>
                  <a:cubicBezTo>
                    <a:pt x="130881" y="30585"/>
                    <a:pt x="127920" y="37142"/>
                    <a:pt x="124120" y="42525"/>
                  </a:cubicBezTo>
                  <a:cubicBezTo>
                    <a:pt x="117247" y="52248"/>
                    <a:pt x="108976" y="60853"/>
                    <a:pt x="99961" y="68770"/>
                  </a:cubicBezTo>
                  <a:cubicBezTo>
                    <a:pt x="95248" y="72905"/>
                    <a:pt x="91858" y="78530"/>
                    <a:pt x="87630" y="83261"/>
                  </a:cubicBezTo>
                  <a:cubicBezTo>
                    <a:pt x="81316" y="90339"/>
                    <a:pt x="76920" y="98814"/>
                    <a:pt x="69991" y="105557"/>
                  </a:cubicBezTo>
                  <a:cubicBezTo>
                    <a:pt x="65017" y="110381"/>
                    <a:pt x="62317" y="117478"/>
                    <a:pt x="57790" y="122880"/>
                  </a:cubicBezTo>
                  <a:cubicBezTo>
                    <a:pt x="46931" y="135844"/>
                    <a:pt x="38605" y="150745"/>
                    <a:pt x="27727" y="163505"/>
                  </a:cubicBezTo>
                  <a:cubicBezTo>
                    <a:pt x="20220" y="172296"/>
                    <a:pt x="13384" y="181535"/>
                    <a:pt x="6027" y="190401"/>
                  </a:cubicBezTo>
                  <a:cubicBezTo>
                    <a:pt x="4909" y="191743"/>
                    <a:pt x="3009" y="192450"/>
                    <a:pt x="1482" y="193438"/>
                  </a:cubicBezTo>
                  <a:cubicBezTo>
                    <a:pt x="569" y="193754"/>
                    <a:pt x="252" y="193326"/>
                    <a:pt x="308" y="192469"/>
                  </a:cubicBezTo>
                  <a:cubicBezTo>
                    <a:pt x="85" y="191426"/>
                    <a:pt x="-362" y="190569"/>
                    <a:pt x="550" y="189377"/>
                  </a:cubicBezTo>
                  <a:cubicBezTo>
                    <a:pt x="11950" y="174830"/>
                    <a:pt x="23238" y="160245"/>
                    <a:pt x="33445" y="144785"/>
                  </a:cubicBezTo>
                  <a:cubicBezTo>
                    <a:pt x="40095" y="134708"/>
                    <a:pt x="47583" y="125078"/>
                    <a:pt x="55685" y="115988"/>
                  </a:cubicBezTo>
                  <a:cubicBezTo>
                    <a:pt x="59280" y="111946"/>
                    <a:pt x="62838" y="107774"/>
                    <a:pt x="65725" y="103210"/>
                  </a:cubicBezTo>
                  <a:cubicBezTo>
                    <a:pt x="73083" y="91569"/>
                    <a:pt x="83588" y="82628"/>
                    <a:pt x="91914" y="71843"/>
                  </a:cubicBezTo>
                  <a:cubicBezTo>
                    <a:pt x="99290" y="62306"/>
                    <a:pt x="109032" y="55023"/>
                    <a:pt x="116315" y="45430"/>
                  </a:cubicBezTo>
                  <a:cubicBezTo>
                    <a:pt x="126169" y="32448"/>
                    <a:pt x="121717" y="13840"/>
                    <a:pt x="107095" y="5979"/>
                  </a:cubicBezTo>
                  <a:cubicBezTo>
                    <a:pt x="104841" y="4768"/>
                    <a:pt x="102345" y="3707"/>
                    <a:pt x="100948" y="1267"/>
                  </a:cubicBezTo>
                  <a:cubicBezTo>
                    <a:pt x="103444" y="857"/>
                    <a:pt x="105977" y="428"/>
                    <a:pt x="108511" y="0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70B9DB3C-96C8-1E87-F0F4-24F71B0665E8}"/>
                </a:ext>
              </a:extLst>
            </p:cNvPr>
            <p:cNvSpPr/>
            <p:nvPr/>
          </p:nvSpPr>
          <p:spPr>
            <a:xfrm>
              <a:off x="1733439" y="5182014"/>
              <a:ext cx="55991" cy="56457"/>
            </a:xfrm>
            <a:custGeom>
              <a:avLst/>
              <a:gdLst>
                <a:gd name="csX0" fmla="*/ 19483 w 55991"/>
                <a:gd name="csY0" fmla="*/ 56457 h 56457"/>
                <a:gd name="csX1" fmla="*/ 4768 w 55991"/>
                <a:gd name="csY1" fmla="*/ 40308 h 56457"/>
                <a:gd name="csX2" fmla="*/ 0 w 55991"/>
                <a:gd name="csY2" fmla="*/ 39339 h 56457"/>
                <a:gd name="csX3" fmla="*/ 55992 w 55991"/>
                <a:gd name="csY3" fmla="*/ 0 h 56457"/>
                <a:gd name="csX4" fmla="*/ 51167 w 55991"/>
                <a:gd name="csY4" fmla="*/ 29188 h 56457"/>
                <a:gd name="csX5" fmla="*/ 48671 w 55991"/>
                <a:gd name="csY5" fmla="*/ 32094 h 56457"/>
                <a:gd name="csX6" fmla="*/ 20955 w 55991"/>
                <a:gd name="csY6" fmla="*/ 55731 h 56457"/>
                <a:gd name="csX7" fmla="*/ 19483 w 55991"/>
                <a:gd name="csY7" fmla="*/ 56457 h 56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991" h="56457">
                  <a:moveTo>
                    <a:pt x="19483" y="56457"/>
                  </a:moveTo>
                  <a:cubicBezTo>
                    <a:pt x="15237" y="50478"/>
                    <a:pt x="8922" y="46418"/>
                    <a:pt x="4768" y="40308"/>
                  </a:cubicBezTo>
                  <a:cubicBezTo>
                    <a:pt x="3781" y="38855"/>
                    <a:pt x="1621" y="39637"/>
                    <a:pt x="0" y="39339"/>
                  </a:cubicBezTo>
                  <a:cubicBezTo>
                    <a:pt x="18664" y="26226"/>
                    <a:pt x="37328" y="13113"/>
                    <a:pt x="55992" y="0"/>
                  </a:cubicBezTo>
                  <a:cubicBezTo>
                    <a:pt x="53086" y="9649"/>
                    <a:pt x="52360" y="19446"/>
                    <a:pt x="51167" y="29188"/>
                  </a:cubicBezTo>
                  <a:cubicBezTo>
                    <a:pt x="51000" y="30585"/>
                    <a:pt x="49789" y="31423"/>
                    <a:pt x="48671" y="32094"/>
                  </a:cubicBezTo>
                  <a:cubicBezTo>
                    <a:pt x="38147" y="38464"/>
                    <a:pt x="28946" y="46380"/>
                    <a:pt x="20955" y="55731"/>
                  </a:cubicBezTo>
                  <a:cubicBezTo>
                    <a:pt x="20620" y="56122"/>
                    <a:pt x="19986" y="56234"/>
                    <a:pt x="19483" y="56457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C20130C4-A6FD-9502-B3E9-2BF9EDBBD39D}"/>
                </a:ext>
              </a:extLst>
            </p:cNvPr>
            <p:cNvSpPr/>
            <p:nvPr/>
          </p:nvSpPr>
          <p:spPr>
            <a:xfrm>
              <a:off x="1914602" y="5175849"/>
              <a:ext cx="37439" cy="59288"/>
            </a:xfrm>
            <a:custGeom>
              <a:avLst/>
              <a:gdLst>
                <a:gd name="csX0" fmla="*/ 37440 w 37439"/>
                <a:gd name="csY0" fmla="*/ 39898 h 59288"/>
                <a:gd name="csX1" fmla="*/ 15665 w 37439"/>
                <a:gd name="csY1" fmla="*/ 59289 h 59288"/>
                <a:gd name="csX2" fmla="*/ 10916 w 37439"/>
                <a:gd name="csY2" fmla="*/ 37365 h 59288"/>
                <a:gd name="csX3" fmla="*/ 4545 w 37439"/>
                <a:gd name="csY3" fmla="*/ 23712 h 59288"/>
                <a:gd name="csX4" fmla="*/ 2124 w 37439"/>
                <a:gd name="csY4" fmla="*/ 0 h 59288"/>
                <a:gd name="csX5" fmla="*/ 37440 w 37439"/>
                <a:gd name="csY5" fmla="*/ 39898 h 59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7439" h="59288">
                  <a:moveTo>
                    <a:pt x="37440" y="39898"/>
                  </a:moveTo>
                  <a:cubicBezTo>
                    <a:pt x="29691" y="45803"/>
                    <a:pt x="22259" y="52080"/>
                    <a:pt x="15665" y="59289"/>
                  </a:cubicBezTo>
                  <a:cubicBezTo>
                    <a:pt x="14101" y="51968"/>
                    <a:pt x="12760" y="44611"/>
                    <a:pt x="10916" y="37365"/>
                  </a:cubicBezTo>
                  <a:cubicBezTo>
                    <a:pt x="9668" y="32466"/>
                    <a:pt x="7898" y="27679"/>
                    <a:pt x="4545" y="23712"/>
                  </a:cubicBezTo>
                  <a:cubicBezTo>
                    <a:pt x="-1341" y="16764"/>
                    <a:pt x="-782" y="9015"/>
                    <a:pt x="2124" y="0"/>
                  </a:cubicBezTo>
                  <a:cubicBezTo>
                    <a:pt x="12741" y="14845"/>
                    <a:pt x="22539" y="29710"/>
                    <a:pt x="37440" y="39898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FA83E2DE-E647-C7AD-B823-87DEC5DCED2A}"/>
                </a:ext>
              </a:extLst>
            </p:cNvPr>
            <p:cNvSpPr/>
            <p:nvPr/>
          </p:nvSpPr>
          <p:spPr>
            <a:xfrm>
              <a:off x="1833055" y="5123768"/>
              <a:ext cx="44145" cy="10483"/>
            </a:xfrm>
            <a:custGeom>
              <a:avLst/>
              <a:gdLst>
                <a:gd name="csX0" fmla="*/ 0 w 44145"/>
                <a:gd name="csY0" fmla="*/ 1546 h 10483"/>
                <a:gd name="csX1" fmla="*/ 28741 w 44145"/>
                <a:gd name="csY1" fmla="*/ 4191 h 10483"/>
                <a:gd name="csX2" fmla="*/ 34515 w 44145"/>
                <a:gd name="csY2" fmla="*/ 6296 h 10483"/>
                <a:gd name="csX3" fmla="*/ 42879 w 44145"/>
                <a:gd name="csY3" fmla="*/ 2608 h 10483"/>
                <a:gd name="csX4" fmla="*/ 44145 w 44145"/>
                <a:gd name="csY4" fmla="*/ 6166 h 10483"/>
                <a:gd name="csX5" fmla="*/ 35950 w 44145"/>
                <a:gd name="csY5" fmla="*/ 9463 h 10483"/>
                <a:gd name="csX6" fmla="*/ 8829 w 44145"/>
                <a:gd name="csY6" fmla="*/ 2813 h 10483"/>
                <a:gd name="csX7" fmla="*/ 3371 w 44145"/>
                <a:gd name="csY7" fmla="*/ 3781 h 10483"/>
                <a:gd name="csX8" fmla="*/ 0 w 44145"/>
                <a:gd name="csY8" fmla="*/ 1546 h 10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145" h="10483">
                  <a:moveTo>
                    <a:pt x="0" y="1546"/>
                  </a:moveTo>
                  <a:cubicBezTo>
                    <a:pt x="10021" y="-2347"/>
                    <a:pt x="19279" y="2086"/>
                    <a:pt x="28741" y="4191"/>
                  </a:cubicBezTo>
                  <a:cubicBezTo>
                    <a:pt x="30734" y="4638"/>
                    <a:pt x="32690" y="5383"/>
                    <a:pt x="34515" y="6296"/>
                  </a:cubicBezTo>
                  <a:cubicBezTo>
                    <a:pt x="38892" y="8494"/>
                    <a:pt x="41593" y="7246"/>
                    <a:pt x="42879" y="2608"/>
                  </a:cubicBezTo>
                  <a:cubicBezTo>
                    <a:pt x="43233" y="3819"/>
                    <a:pt x="42674" y="5346"/>
                    <a:pt x="44145" y="6166"/>
                  </a:cubicBezTo>
                  <a:cubicBezTo>
                    <a:pt x="42674" y="10394"/>
                    <a:pt x="40141" y="11567"/>
                    <a:pt x="35950" y="9463"/>
                  </a:cubicBezTo>
                  <a:cubicBezTo>
                    <a:pt x="27456" y="5160"/>
                    <a:pt x="18105" y="4079"/>
                    <a:pt x="8829" y="2813"/>
                  </a:cubicBezTo>
                  <a:cubicBezTo>
                    <a:pt x="6948" y="2552"/>
                    <a:pt x="5085" y="2869"/>
                    <a:pt x="3371" y="3781"/>
                  </a:cubicBezTo>
                  <a:cubicBezTo>
                    <a:pt x="3409" y="1304"/>
                    <a:pt x="1453" y="1826"/>
                    <a:pt x="0" y="1546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55168B85-0785-5BCB-8136-18430E92A0FA}"/>
                </a:ext>
              </a:extLst>
            </p:cNvPr>
            <p:cNvSpPr/>
            <p:nvPr/>
          </p:nvSpPr>
          <p:spPr>
            <a:xfrm>
              <a:off x="1539238" y="5491626"/>
              <a:ext cx="37588" cy="2832"/>
            </a:xfrm>
            <a:custGeom>
              <a:avLst/>
              <a:gdLst>
                <a:gd name="csX0" fmla="*/ 0 w 37588"/>
                <a:gd name="csY0" fmla="*/ 0 h 2832"/>
                <a:gd name="csX1" fmla="*/ 37589 w 37588"/>
                <a:gd name="csY1" fmla="*/ 1173 h 2832"/>
                <a:gd name="csX2" fmla="*/ 0 w 37588"/>
                <a:gd name="csY2" fmla="*/ 0 h 2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588" h="2832">
                  <a:moveTo>
                    <a:pt x="0" y="0"/>
                  </a:moveTo>
                  <a:cubicBezTo>
                    <a:pt x="12499" y="1192"/>
                    <a:pt x="25053" y="1024"/>
                    <a:pt x="37589" y="1173"/>
                  </a:cubicBezTo>
                  <a:cubicBezTo>
                    <a:pt x="25034" y="2142"/>
                    <a:pt x="12405" y="4917"/>
                    <a:pt x="0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8860A4A8-174A-6B57-5D6C-3E12478E5B6E}"/>
                </a:ext>
              </a:extLst>
            </p:cNvPr>
            <p:cNvSpPr/>
            <p:nvPr/>
          </p:nvSpPr>
          <p:spPr>
            <a:xfrm>
              <a:off x="1645242" y="5227032"/>
              <a:ext cx="27697" cy="1139"/>
            </a:xfrm>
            <a:custGeom>
              <a:avLst/>
              <a:gdLst>
                <a:gd name="csX0" fmla="*/ 27698 w 27697"/>
                <a:gd name="csY0" fmla="*/ 1139 h 1139"/>
                <a:gd name="csX1" fmla="*/ 0 w 27697"/>
                <a:gd name="csY1" fmla="*/ 1120 h 1139"/>
                <a:gd name="csX2" fmla="*/ 27698 w 27697"/>
                <a:gd name="csY2" fmla="*/ 1139 h 1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697" h="1139">
                  <a:moveTo>
                    <a:pt x="27698" y="1139"/>
                  </a:moveTo>
                  <a:cubicBezTo>
                    <a:pt x="18459" y="1139"/>
                    <a:pt x="9239" y="1139"/>
                    <a:pt x="0" y="1120"/>
                  </a:cubicBezTo>
                  <a:cubicBezTo>
                    <a:pt x="9239" y="-891"/>
                    <a:pt x="18478" y="245"/>
                    <a:pt x="27698" y="1139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982E6A4E-1974-433B-9113-1C316E927DD3}"/>
                </a:ext>
              </a:extLst>
            </p:cNvPr>
            <p:cNvSpPr/>
            <p:nvPr/>
          </p:nvSpPr>
          <p:spPr>
            <a:xfrm>
              <a:off x="1617339" y="5479125"/>
              <a:ext cx="11548" cy="4323"/>
            </a:xfrm>
            <a:custGeom>
              <a:avLst/>
              <a:gdLst>
                <a:gd name="csX0" fmla="*/ 0 w 11548"/>
                <a:gd name="csY0" fmla="*/ 4324 h 4323"/>
                <a:gd name="csX1" fmla="*/ 11549 w 11548"/>
                <a:gd name="csY1" fmla="*/ 151 h 4323"/>
                <a:gd name="csX2" fmla="*/ 0 w 11548"/>
                <a:gd name="csY2" fmla="*/ 4324 h 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548" h="4323">
                  <a:moveTo>
                    <a:pt x="0" y="4324"/>
                  </a:moveTo>
                  <a:cubicBezTo>
                    <a:pt x="2757" y="-54"/>
                    <a:pt x="7041" y="-277"/>
                    <a:pt x="11549" y="151"/>
                  </a:cubicBezTo>
                  <a:cubicBezTo>
                    <a:pt x="7916" y="2107"/>
                    <a:pt x="4042" y="3411"/>
                    <a:pt x="0" y="4324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9ACADE8C-56F9-7D7F-98C1-3DC0B697DCD8}"/>
                </a:ext>
              </a:extLst>
            </p:cNvPr>
            <p:cNvSpPr/>
            <p:nvPr/>
          </p:nvSpPr>
          <p:spPr>
            <a:xfrm>
              <a:off x="1930025" y="5235100"/>
              <a:ext cx="1773" cy="14584"/>
            </a:xfrm>
            <a:custGeom>
              <a:avLst/>
              <a:gdLst>
                <a:gd name="csX0" fmla="*/ 205 w 1773"/>
                <a:gd name="csY0" fmla="*/ 0 h 14584"/>
                <a:gd name="csX1" fmla="*/ 0 w 1773"/>
                <a:gd name="csY1" fmla="*/ 14585 h 14584"/>
                <a:gd name="csX2" fmla="*/ 205 w 1773"/>
                <a:gd name="csY2" fmla="*/ 0 h 1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3" h="14584">
                  <a:moveTo>
                    <a:pt x="205" y="0"/>
                  </a:moveTo>
                  <a:cubicBezTo>
                    <a:pt x="2086" y="4880"/>
                    <a:pt x="2570" y="9760"/>
                    <a:pt x="0" y="14585"/>
                  </a:cubicBezTo>
                  <a:cubicBezTo>
                    <a:pt x="689" y="9723"/>
                    <a:pt x="447" y="4862"/>
                    <a:pt x="205" y="0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E74D3828-0ED7-2F25-15F5-569FF72F4FB0}"/>
                </a:ext>
              </a:extLst>
            </p:cNvPr>
            <p:cNvSpPr/>
            <p:nvPr/>
          </p:nvSpPr>
          <p:spPr>
            <a:xfrm>
              <a:off x="1775573" y="5007725"/>
              <a:ext cx="76516" cy="79566"/>
            </a:xfrm>
            <a:custGeom>
              <a:avLst/>
              <a:gdLst>
                <a:gd name="csX0" fmla="*/ 0 w 76516"/>
                <a:gd name="csY0" fmla="*/ 2347 h 79566"/>
                <a:gd name="csX1" fmla="*/ 1285 w 76516"/>
                <a:gd name="csY1" fmla="*/ 0 h 79566"/>
                <a:gd name="csX2" fmla="*/ 24047 w 76516"/>
                <a:gd name="csY2" fmla="*/ 12238 h 79566"/>
                <a:gd name="csX3" fmla="*/ 30846 w 76516"/>
                <a:gd name="csY3" fmla="*/ 16168 h 79566"/>
                <a:gd name="csX4" fmla="*/ 40941 w 76516"/>
                <a:gd name="csY4" fmla="*/ 18049 h 79566"/>
                <a:gd name="csX5" fmla="*/ 42562 w 76516"/>
                <a:gd name="csY5" fmla="*/ 17565 h 79566"/>
                <a:gd name="csX6" fmla="*/ 67242 w 76516"/>
                <a:gd name="csY6" fmla="*/ 29188 h 79566"/>
                <a:gd name="csX7" fmla="*/ 75736 w 76516"/>
                <a:gd name="csY7" fmla="*/ 45728 h 79566"/>
                <a:gd name="csX8" fmla="*/ 73966 w 76516"/>
                <a:gd name="csY8" fmla="*/ 49919 h 79566"/>
                <a:gd name="csX9" fmla="*/ 47517 w 76516"/>
                <a:gd name="csY9" fmla="*/ 59587 h 79566"/>
                <a:gd name="csX10" fmla="*/ 34813 w 76516"/>
                <a:gd name="csY10" fmla="*/ 75829 h 79566"/>
                <a:gd name="csX11" fmla="*/ 29784 w 76516"/>
                <a:gd name="csY11" fmla="*/ 77878 h 79566"/>
                <a:gd name="csX12" fmla="*/ 10524 w 76516"/>
                <a:gd name="csY12" fmla="*/ 64150 h 79566"/>
                <a:gd name="csX13" fmla="*/ 1714 w 76516"/>
                <a:gd name="csY13" fmla="*/ 39582 h 79566"/>
                <a:gd name="csX14" fmla="*/ 4116 w 76516"/>
                <a:gd name="csY14" fmla="*/ 24010 h 79566"/>
                <a:gd name="csX15" fmla="*/ 0 w 76516"/>
                <a:gd name="csY15" fmla="*/ 2347 h 79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6516" h="79566">
                  <a:moveTo>
                    <a:pt x="0" y="2347"/>
                  </a:moveTo>
                  <a:cubicBezTo>
                    <a:pt x="149" y="1416"/>
                    <a:pt x="242" y="447"/>
                    <a:pt x="1285" y="0"/>
                  </a:cubicBezTo>
                  <a:cubicBezTo>
                    <a:pt x="8270" y="5197"/>
                    <a:pt x="16205" y="8643"/>
                    <a:pt x="24047" y="12238"/>
                  </a:cubicBezTo>
                  <a:cubicBezTo>
                    <a:pt x="26450" y="13337"/>
                    <a:pt x="28741" y="14529"/>
                    <a:pt x="30846" y="16168"/>
                  </a:cubicBezTo>
                  <a:cubicBezTo>
                    <a:pt x="33826" y="18496"/>
                    <a:pt x="37235" y="19204"/>
                    <a:pt x="40941" y="18049"/>
                  </a:cubicBezTo>
                  <a:cubicBezTo>
                    <a:pt x="41482" y="17882"/>
                    <a:pt x="42003" y="17677"/>
                    <a:pt x="42562" y="17565"/>
                  </a:cubicBezTo>
                  <a:cubicBezTo>
                    <a:pt x="56551" y="14641"/>
                    <a:pt x="60518" y="16503"/>
                    <a:pt x="67242" y="29188"/>
                  </a:cubicBezTo>
                  <a:cubicBezTo>
                    <a:pt x="70148" y="34664"/>
                    <a:pt x="72830" y="40252"/>
                    <a:pt x="75736" y="45728"/>
                  </a:cubicBezTo>
                  <a:cubicBezTo>
                    <a:pt x="76984" y="48075"/>
                    <a:pt x="76965" y="48951"/>
                    <a:pt x="73966" y="49919"/>
                  </a:cubicBezTo>
                  <a:cubicBezTo>
                    <a:pt x="65044" y="52807"/>
                    <a:pt x="56253" y="56159"/>
                    <a:pt x="47517" y="59587"/>
                  </a:cubicBezTo>
                  <a:cubicBezTo>
                    <a:pt x="40178" y="62455"/>
                    <a:pt x="35111" y="67428"/>
                    <a:pt x="34813" y="75829"/>
                  </a:cubicBezTo>
                  <a:cubicBezTo>
                    <a:pt x="34646" y="80691"/>
                    <a:pt x="32690" y="80169"/>
                    <a:pt x="29784" y="77878"/>
                  </a:cubicBezTo>
                  <a:cubicBezTo>
                    <a:pt x="23600" y="72979"/>
                    <a:pt x="17025" y="68565"/>
                    <a:pt x="10524" y="64150"/>
                  </a:cubicBezTo>
                  <a:cubicBezTo>
                    <a:pt x="1211" y="57798"/>
                    <a:pt x="-75" y="49491"/>
                    <a:pt x="1714" y="39582"/>
                  </a:cubicBezTo>
                  <a:cubicBezTo>
                    <a:pt x="2645" y="34422"/>
                    <a:pt x="3446" y="29225"/>
                    <a:pt x="4116" y="24010"/>
                  </a:cubicBezTo>
                  <a:cubicBezTo>
                    <a:pt x="5122" y="16373"/>
                    <a:pt x="4191" y="9034"/>
                    <a:pt x="0" y="2347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1BD5E49-2BC4-F9E4-52B0-9FC49EA2665C}"/>
                </a:ext>
              </a:extLst>
            </p:cNvPr>
            <p:cNvSpPr/>
            <p:nvPr/>
          </p:nvSpPr>
          <p:spPr>
            <a:xfrm>
              <a:off x="1862504" y="5075674"/>
              <a:ext cx="4638" cy="13969"/>
            </a:xfrm>
            <a:custGeom>
              <a:avLst/>
              <a:gdLst>
                <a:gd name="csX0" fmla="*/ 1173 w 4638"/>
                <a:gd name="csY0" fmla="*/ 0 h 13969"/>
                <a:gd name="csX1" fmla="*/ 4638 w 4638"/>
                <a:gd name="csY1" fmla="*/ 13970 h 13969"/>
                <a:gd name="csX2" fmla="*/ 0 w 4638"/>
                <a:gd name="csY2" fmla="*/ 4582 h 13969"/>
                <a:gd name="csX3" fmla="*/ 1173 w 4638"/>
                <a:gd name="csY3" fmla="*/ 0 h 13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8" h="13969">
                  <a:moveTo>
                    <a:pt x="1173" y="0"/>
                  </a:moveTo>
                  <a:cubicBezTo>
                    <a:pt x="2813" y="4135"/>
                    <a:pt x="4005" y="8382"/>
                    <a:pt x="4638" y="13970"/>
                  </a:cubicBezTo>
                  <a:cubicBezTo>
                    <a:pt x="559" y="11027"/>
                    <a:pt x="559" y="7674"/>
                    <a:pt x="0" y="4582"/>
                  </a:cubicBezTo>
                  <a:cubicBezTo>
                    <a:pt x="1937" y="3465"/>
                    <a:pt x="820" y="1546"/>
                    <a:pt x="1173" y="0"/>
                  </a:cubicBezTo>
                  <a:close/>
                </a:path>
              </a:pathLst>
            </a:custGeom>
            <a:solidFill>
              <a:srgbClr val="516F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AB1B1F1F-1671-5E2A-890E-D46A8A9AB519}"/>
                </a:ext>
              </a:extLst>
            </p:cNvPr>
            <p:cNvSpPr/>
            <p:nvPr/>
          </p:nvSpPr>
          <p:spPr>
            <a:xfrm>
              <a:off x="1759704" y="4831993"/>
              <a:ext cx="112433" cy="181201"/>
            </a:xfrm>
            <a:custGeom>
              <a:avLst/>
              <a:gdLst>
                <a:gd name="csX0" fmla="*/ 14510 w 112433"/>
                <a:gd name="csY0" fmla="*/ 106944 h 181201"/>
                <a:gd name="csX1" fmla="*/ 5979 w 112433"/>
                <a:gd name="csY1" fmla="*/ 98953 h 181201"/>
                <a:gd name="csX2" fmla="*/ 18 w 112433"/>
                <a:gd name="csY2" fmla="*/ 70007 h 181201"/>
                <a:gd name="csX3" fmla="*/ 8400 w 112433"/>
                <a:gd name="csY3" fmla="*/ 58011 h 181201"/>
                <a:gd name="csX4" fmla="*/ 12591 w 112433"/>
                <a:gd name="csY4" fmla="*/ 55385 h 181201"/>
                <a:gd name="csX5" fmla="*/ 7841 w 112433"/>
                <a:gd name="csY5" fmla="*/ 55199 h 181201"/>
                <a:gd name="csX6" fmla="*/ 1490 w 112433"/>
                <a:gd name="csY6" fmla="*/ 49126 h 181201"/>
                <a:gd name="csX7" fmla="*/ 9983 w 112433"/>
                <a:gd name="csY7" fmla="*/ 18411 h 181201"/>
                <a:gd name="csX8" fmla="*/ 20917 w 112433"/>
                <a:gd name="csY8" fmla="*/ 3659 h 181201"/>
                <a:gd name="csX9" fmla="*/ 41071 w 112433"/>
                <a:gd name="csY9" fmla="*/ 2169 h 181201"/>
                <a:gd name="csX10" fmla="*/ 66124 w 112433"/>
                <a:gd name="csY10" fmla="*/ 18877 h 181201"/>
                <a:gd name="csX11" fmla="*/ 74897 w 112433"/>
                <a:gd name="csY11" fmla="*/ 27445 h 181201"/>
                <a:gd name="csX12" fmla="*/ 73798 w 112433"/>
                <a:gd name="csY12" fmla="*/ 35156 h 181201"/>
                <a:gd name="csX13" fmla="*/ 72141 w 112433"/>
                <a:gd name="csY13" fmla="*/ 38155 h 181201"/>
                <a:gd name="csX14" fmla="*/ 75456 w 112433"/>
                <a:gd name="csY14" fmla="*/ 37801 h 181201"/>
                <a:gd name="csX15" fmla="*/ 82609 w 112433"/>
                <a:gd name="csY15" fmla="*/ 39180 h 181201"/>
                <a:gd name="csX16" fmla="*/ 98255 w 112433"/>
                <a:gd name="csY16" fmla="*/ 79730 h 181201"/>
                <a:gd name="csX17" fmla="*/ 97100 w 112433"/>
                <a:gd name="csY17" fmla="*/ 85486 h 181201"/>
                <a:gd name="csX18" fmla="*/ 102930 w 112433"/>
                <a:gd name="csY18" fmla="*/ 90310 h 181201"/>
                <a:gd name="csX19" fmla="*/ 111629 w 112433"/>
                <a:gd name="csY19" fmla="*/ 121137 h 181201"/>
                <a:gd name="csX20" fmla="*/ 107308 w 112433"/>
                <a:gd name="csY20" fmla="*/ 131661 h 181201"/>
                <a:gd name="csX21" fmla="*/ 100528 w 112433"/>
                <a:gd name="csY21" fmla="*/ 134548 h 181201"/>
                <a:gd name="csX22" fmla="*/ 96728 w 112433"/>
                <a:gd name="csY22" fmla="*/ 118175 h 181201"/>
                <a:gd name="csX23" fmla="*/ 66515 w 112433"/>
                <a:gd name="csY23" fmla="*/ 40055 h 181201"/>
                <a:gd name="csX24" fmla="*/ 39432 w 112433"/>
                <a:gd name="csY24" fmla="*/ 16921 h 181201"/>
                <a:gd name="csX25" fmla="*/ 31255 w 112433"/>
                <a:gd name="csY25" fmla="*/ 18877 h 181201"/>
                <a:gd name="csX26" fmla="*/ 29392 w 112433"/>
                <a:gd name="csY26" fmla="*/ 21801 h 181201"/>
                <a:gd name="csX27" fmla="*/ 26431 w 112433"/>
                <a:gd name="csY27" fmla="*/ 38435 h 181201"/>
                <a:gd name="csX28" fmla="*/ 35856 w 112433"/>
                <a:gd name="csY28" fmla="*/ 58924 h 181201"/>
                <a:gd name="csX29" fmla="*/ 60611 w 112433"/>
                <a:gd name="csY29" fmla="*/ 127079 h 181201"/>
                <a:gd name="csX30" fmla="*/ 72215 w 112433"/>
                <a:gd name="csY30" fmla="*/ 154348 h 181201"/>
                <a:gd name="csX31" fmla="*/ 84341 w 112433"/>
                <a:gd name="csY31" fmla="*/ 162879 h 181201"/>
                <a:gd name="csX32" fmla="*/ 87917 w 112433"/>
                <a:gd name="csY32" fmla="*/ 165394 h 181201"/>
                <a:gd name="csX33" fmla="*/ 87079 w 112433"/>
                <a:gd name="csY33" fmla="*/ 176942 h 181201"/>
                <a:gd name="csX34" fmla="*/ 82702 w 112433"/>
                <a:gd name="csY34" fmla="*/ 181152 h 181201"/>
                <a:gd name="csX35" fmla="*/ 68173 w 112433"/>
                <a:gd name="csY35" fmla="*/ 178246 h 181201"/>
                <a:gd name="csX36" fmla="*/ 48801 w 112433"/>
                <a:gd name="csY36" fmla="*/ 164146 h 181201"/>
                <a:gd name="csX37" fmla="*/ 46287 w 112433"/>
                <a:gd name="csY37" fmla="*/ 156583 h 181201"/>
                <a:gd name="csX38" fmla="*/ 49248 w 112433"/>
                <a:gd name="csY38" fmla="*/ 152728 h 181201"/>
                <a:gd name="csX39" fmla="*/ 43958 w 112433"/>
                <a:gd name="csY39" fmla="*/ 154404 h 181201"/>
                <a:gd name="csX40" fmla="*/ 39469 w 112433"/>
                <a:gd name="csY40" fmla="*/ 152616 h 181201"/>
                <a:gd name="csX41" fmla="*/ 21178 w 112433"/>
                <a:gd name="csY41" fmla="*/ 128085 h 181201"/>
                <a:gd name="csX42" fmla="*/ 14193 w 112433"/>
                <a:gd name="csY42" fmla="*/ 116071 h 181201"/>
                <a:gd name="csX43" fmla="*/ 15869 w 112433"/>
                <a:gd name="csY43" fmla="*/ 109365 h 181201"/>
                <a:gd name="csX44" fmla="*/ 21588 w 112433"/>
                <a:gd name="csY44" fmla="*/ 103814 h 181201"/>
                <a:gd name="csX45" fmla="*/ 14510 w 112433"/>
                <a:gd name="csY45" fmla="*/ 106944 h 18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12433" h="181201">
                  <a:moveTo>
                    <a:pt x="14510" y="106944"/>
                  </a:moveTo>
                  <a:cubicBezTo>
                    <a:pt x="8326" y="107931"/>
                    <a:pt x="7376" y="102380"/>
                    <a:pt x="5979" y="98953"/>
                  </a:cubicBezTo>
                  <a:cubicBezTo>
                    <a:pt x="2216" y="89770"/>
                    <a:pt x="298" y="79991"/>
                    <a:pt x="18" y="70007"/>
                  </a:cubicBezTo>
                  <a:cubicBezTo>
                    <a:pt x="-187" y="62426"/>
                    <a:pt x="1266" y="60712"/>
                    <a:pt x="8400" y="58011"/>
                  </a:cubicBezTo>
                  <a:cubicBezTo>
                    <a:pt x="9928" y="57434"/>
                    <a:pt x="13187" y="57788"/>
                    <a:pt x="12591" y="55385"/>
                  </a:cubicBezTo>
                  <a:cubicBezTo>
                    <a:pt x="11902" y="52610"/>
                    <a:pt x="9369" y="54826"/>
                    <a:pt x="7841" y="55199"/>
                  </a:cubicBezTo>
                  <a:cubicBezTo>
                    <a:pt x="2831" y="56372"/>
                    <a:pt x="-280" y="53876"/>
                    <a:pt x="1490" y="49126"/>
                  </a:cubicBezTo>
                  <a:cubicBezTo>
                    <a:pt x="5215" y="39124"/>
                    <a:pt x="5178" y="28171"/>
                    <a:pt x="9983" y="18411"/>
                  </a:cubicBezTo>
                  <a:cubicBezTo>
                    <a:pt x="12796" y="12730"/>
                    <a:pt x="16465" y="7682"/>
                    <a:pt x="20917" y="3659"/>
                  </a:cubicBezTo>
                  <a:cubicBezTo>
                    <a:pt x="26729" y="-1575"/>
                    <a:pt x="34217" y="-365"/>
                    <a:pt x="41071" y="2169"/>
                  </a:cubicBezTo>
                  <a:cubicBezTo>
                    <a:pt x="50720" y="5726"/>
                    <a:pt x="58301" y="12525"/>
                    <a:pt x="66124" y="18877"/>
                  </a:cubicBezTo>
                  <a:cubicBezTo>
                    <a:pt x="69309" y="21466"/>
                    <a:pt x="72439" y="23980"/>
                    <a:pt x="74897" y="27445"/>
                  </a:cubicBezTo>
                  <a:cubicBezTo>
                    <a:pt x="77282" y="30779"/>
                    <a:pt x="77691" y="32996"/>
                    <a:pt x="73798" y="35156"/>
                  </a:cubicBezTo>
                  <a:cubicBezTo>
                    <a:pt x="72793" y="35715"/>
                    <a:pt x="71135" y="36591"/>
                    <a:pt x="72141" y="38155"/>
                  </a:cubicBezTo>
                  <a:cubicBezTo>
                    <a:pt x="73165" y="39739"/>
                    <a:pt x="74450" y="38714"/>
                    <a:pt x="75456" y="37801"/>
                  </a:cubicBezTo>
                  <a:cubicBezTo>
                    <a:pt x="78474" y="35026"/>
                    <a:pt x="81454" y="37094"/>
                    <a:pt x="82609" y="39180"/>
                  </a:cubicBezTo>
                  <a:cubicBezTo>
                    <a:pt x="89650" y="51958"/>
                    <a:pt x="96430" y="64922"/>
                    <a:pt x="98255" y="79730"/>
                  </a:cubicBezTo>
                  <a:cubicBezTo>
                    <a:pt x="99149" y="81909"/>
                    <a:pt x="94679" y="83008"/>
                    <a:pt x="97100" y="85486"/>
                  </a:cubicBezTo>
                  <a:cubicBezTo>
                    <a:pt x="100434" y="85430"/>
                    <a:pt x="102055" y="86994"/>
                    <a:pt x="102930" y="90310"/>
                  </a:cubicBezTo>
                  <a:cubicBezTo>
                    <a:pt x="105631" y="100648"/>
                    <a:pt x="108407" y="110967"/>
                    <a:pt x="111629" y="121137"/>
                  </a:cubicBezTo>
                  <a:cubicBezTo>
                    <a:pt x="113268" y="126278"/>
                    <a:pt x="112672" y="129761"/>
                    <a:pt x="107308" y="131661"/>
                  </a:cubicBezTo>
                  <a:cubicBezTo>
                    <a:pt x="105762" y="134325"/>
                    <a:pt x="103638" y="135591"/>
                    <a:pt x="100528" y="134548"/>
                  </a:cubicBezTo>
                  <a:cubicBezTo>
                    <a:pt x="98069" y="129370"/>
                    <a:pt x="97976" y="123652"/>
                    <a:pt x="96728" y="118175"/>
                  </a:cubicBezTo>
                  <a:cubicBezTo>
                    <a:pt x="90395" y="90682"/>
                    <a:pt x="80783" y="64456"/>
                    <a:pt x="66515" y="40055"/>
                  </a:cubicBezTo>
                  <a:cubicBezTo>
                    <a:pt x="60182" y="29233"/>
                    <a:pt x="52434" y="20032"/>
                    <a:pt x="39432" y="16921"/>
                  </a:cubicBezTo>
                  <a:cubicBezTo>
                    <a:pt x="36247" y="16157"/>
                    <a:pt x="33490" y="16139"/>
                    <a:pt x="31255" y="18877"/>
                  </a:cubicBezTo>
                  <a:cubicBezTo>
                    <a:pt x="29243" y="18970"/>
                    <a:pt x="29597" y="20553"/>
                    <a:pt x="29392" y="21801"/>
                  </a:cubicBezTo>
                  <a:cubicBezTo>
                    <a:pt x="24121" y="26588"/>
                    <a:pt x="24419" y="32418"/>
                    <a:pt x="26431" y="38435"/>
                  </a:cubicBezTo>
                  <a:cubicBezTo>
                    <a:pt x="28815" y="45587"/>
                    <a:pt x="32317" y="52274"/>
                    <a:pt x="35856" y="58924"/>
                  </a:cubicBezTo>
                  <a:cubicBezTo>
                    <a:pt x="47293" y="80494"/>
                    <a:pt x="55302" y="103274"/>
                    <a:pt x="60611" y="127079"/>
                  </a:cubicBezTo>
                  <a:cubicBezTo>
                    <a:pt x="62790" y="136839"/>
                    <a:pt x="65752" y="146302"/>
                    <a:pt x="72215" y="154348"/>
                  </a:cubicBezTo>
                  <a:cubicBezTo>
                    <a:pt x="75512" y="158446"/>
                    <a:pt x="78958" y="161873"/>
                    <a:pt x="84341" y="162879"/>
                  </a:cubicBezTo>
                  <a:cubicBezTo>
                    <a:pt x="85813" y="163159"/>
                    <a:pt x="87210" y="163867"/>
                    <a:pt x="87917" y="165394"/>
                  </a:cubicBezTo>
                  <a:cubicBezTo>
                    <a:pt x="88811" y="169343"/>
                    <a:pt x="89501" y="173254"/>
                    <a:pt x="87079" y="176942"/>
                  </a:cubicBezTo>
                  <a:cubicBezTo>
                    <a:pt x="86967" y="179774"/>
                    <a:pt x="84583" y="181525"/>
                    <a:pt x="82702" y="181152"/>
                  </a:cubicBezTo>
                  <a:cubicBezTo>
                    <a:pt x="77896" y="180183"/>
                    <a:pt x="72867" y="181133"/>
                    <a:pt x="68173" y="178246"/>
                  </a:cubicBezTo>
                  <a:cubicBezTo>
                    <a:pt x="61281" y="174055"/>
                    <a:pt x="55134" y="169007"/>
                    <a:pt x="48801" y="164146"/>
                  </a:cubicBezTo>
                  <a:cubicBezTo>
                    <a:pt x="46063" y="162041"/>
                    <a:pt x="46380" y="159340"/>
                    <a:pt x="46287" y="156583"/>
                  </a:cubicBezTo>
                  <a:cubicBezTo>
                    <a:pt x="45914" y="154237"/>
                    <a:pt x="47963" y="153696"/>
                    <a:pt x="49248" y="152728"/>
                  </a:cubicBezTo>
                  <a:cubicBezTo>
                    <a:pt x="47404" y="152914"/>
                    <a:pt x="46343" y="155578"/>
                    <a:pt x="43958" y="154404"/>
                  </a:cubicBezTo>
                  <a:cubicBezTo>
                    <a:pt x="42133" y="154628"/>
                    <a:pt x="40587" y="154088"/>
                    <a:pt x="39469" y="152616"/>
                  </a:cubicBezTo>
                  <a:cubicBezTo>
                    <a:pt x="33304" y="144495"/>
                    <a:pt x="24996" y="138069"/>
                    <a:pt x="21178" y="128085"/>
                  </a:cubicBezTo>
                  <a:cubicBezTo>
                    <a:pt x="19539" y="123801"/>
                    <a:pt x="16819" y="119889"/>
                    <a:pt x="14193" y="116071"/>
                  </a:cubicBezTo>
                  <a:cubicBezTo>
                    <a:pt x="11995" y="112885"/>
                    <a:pt x="13038" y="111023"/>
                    <a:pt x="15869" y="109365"/>
                  </a:cubicBezTo>
                  <a:cubicBezTo>
                    <a:pt x="16559" y="106068"/>
                    <a:pt x="19818" y="105528"/>
                    <a:pt x="21588" y="103814"/>
                  </a:cubicBezTo>
                  <a:cubicBezTo>
                    <a:pt x="19315" y="104541"/>
                    <a:pt x="17527" y="107186"/>
                    <a:pt x="14510" y="106944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7A0CE7D1-45DB-5F51-72A0-339FA30D9D88}"/>
                </a:ext>
              </a:extLst>
            </p:cNvPr>
            <p:cNvSpPr/>
            <p:nvPr/>
          </p:nvSpPr>
          <p:spPr>
            <a:xfrm>
              <a:off x="1790214" y="4846599"/>
              <a:ext cx="76264" cy="156502"/>
            </a:xfrm>
            <a:custGeom>
              <a:avLst/>
              <a:gdLst>
                <a:gd name="csX0" fmla="*/ 0 w 76264"/>
                <a:gd name="csY0" fmla="*/ 4159 h 156502"/>
                <a:gd name="csX1" fmla="*/ 7078 w 76264"/>
                <a:gd name="csY1" fmla="*/ 284 h 156502"/>
                <a:gd name="csX2" fmla="*/ 37645 w 76264"/>
                <a:gd name="csY2" fmla="*/ 25356 h 156502"/>
                <a:gd name="csX3" fmla="*/ 69831 w 76264"/>
                <a:gd name="csY3" fmla="*/ 113981 h 156502"/>
                <a:gd name="csX4" fmla="*/ 70055 w 76264"/>
                <a:gd name="csY4" fmla="*/ 119607 h 156502"/>
                <a:gd name="csX5" fmla="*/ 68937 w 76264"/>
                <a:gd name="csY5" fmla="*/ 120668 h 156502"/>
                <a:gd name="csX6" fmla="*/ 70185 w 76264"/>
                <a:gd name="csY6" fmla="*/ 122866 h 156502"/>
                <a:gd name="csX7" fmla="*/ 76258 w 76264"/>
                <a:gd name="csY7" fmla="*/ 128920 h 156502"/>
                <a:gd name="csX8" fmla="*/ 68881 w 76264"/>
                <a:gd name="csY8" fmla="*/ 152837 h 156502"/>
                <a:gd name="csX9" fmla="*/ 59978 w 76264"/>
                <a:gd name="csY9" fmla="*/ 151123 h 156502"/>
                <a:gd name="csX10" fmla="*/ 57538 w 76264"/>
                <a:gd name="csY10" fmla="*/ 137563 h 156502"/>
                <a:gd name="csX11" fmla="*/ 19670 w 76264"/>
                <a:gd name="csY11" fmla="*/ 27759 h 156502"/>
                <a:gd name="csX12" fmla="*/ 2757 w 76264"/>
                <a:gd name="csY12" fmla="*/ 7530 h 156502"/>
                <a:gd name="csX13" fmla="*/ 0 w 76264"/>
                <a:gd name="csY13" fmla="*/ 4159 h 156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4" h="156502">
                  <a:moveTo>
                    <a:pt x="0" y="4159"/>
                  </a:moveTo>
                  <a:cubicBezTo>
                    <a:pt x="913" y="191"/>
                    <a:pt x="3129" y="-498"/>
                    <a:pt x="7078" y="284"/>
                  </a:cubicBezTo>
                  <a:cubicBezTo>
                    <a:pt x="21868" y="3171"/>
                    <a:pt x="30641" y="13118"/>
                    <a:pt x="37645" y="25356"/>
                  </a:cubicBezTo>
                  <a:cubicBezTo>
                    <a:pt x="53514" y="53035"/>
                    <a:pt x="63964" y="82670"/>
                    <a:pt x="69831" y="113981"/>
                  </a:cubicBezTo>
                  <a:cubicBezTo>
                    <a:pt x="70167" y="115807"/>
                    <a:pt x="69999" y="117725"/>
                    <a:pt x="70055" y="119607"/>
                  </a:cubicBezTo>
                  <a:cubicBezTo>
                    <a:pt x="70241" y="120557"/>
                    <a:pt x="70055" y="121115"/>
                    <a:pt x="68937" y="120668"/>
                  </a:cubicBezTo>
                  <a:cubicBezTo>
                    <a:pt x="67280" y="122587"/>
                    <a:pt x="68863" y="123071"/>
                    <a:pt x="70185" y="122866"/>
                  </a:cubicBezTo>
                  <a:cubicBezTo>
                    <a:pt x="75121" y="122084"/>
                    <a:pt x="76220" y="125530"/>
                    <a:pt x="76258" y="128920"/>
                  </a:cubicBezTo>
                  <a:cubicBezTo>
                    <a:pt x="76369" y="137600"/>
                    <a:pt x="75159" y="146056"/>
                    <a:pt x="68881" y="152837"/>
                  </a:cubicBezTo>
                  <a:cubicBezTo>
                    <a:pt x="64001" y="158108"/>
                    <a:pt x="62679" y="157828"/>
                    <a:pt x="59978" y="151123"/>
                  </a:cubicBezTo>
                  <a:cubicBezTo>
                    <a:pt x="56998" y="147006"/>
                    <a:pt x="58115" y="142052"/>
                    <a:pt x="57538" y="137563"/>
                  </a:cubicBezTo>
                  <a:cubicBezTo>
                    <a:pt x="52564" y="98298"/>
                    <a:pt x="40587" y="61492"/>
                    <a:pt x="19670" y="27759"/>
                  </a:cubicBezTo>
                  <a:cubicBezTo>
                    <a:pt x="14994" y="20233"/>
                    <a:pt x="9444" y="13398"/>
                    <a:pt x="2757" y="7530"/>
                  </a:cubicBezTo>
                  <a:cubicBezTo>
                    <a:pt x="1695" y="6562"/>
                    <a:pt x="298" y="5816"/>
                    <a:pt x="0" y="4159"/>
                  </a:cubicBezTo>
                  <a:close/>
                </a:path>
              </a:pathLst>
            </a:custGeom>
            <a:solidFill>
              <a:srgbClr val="9AC6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5852222E-55A0-A1CB-9FA6-33208A870614}"/>
                </a:ext>
              </a:extLst>
            </p:cNvPr>
            <p:cNvSpPr/>
            <p:nvPr/>
          </p:nvSpPr>
          <p:spPr>
            <a:xfrm>
              <a:off x="1788750" y="4850758"/>
              <a:ext cx="61478" cy="158335"/>
            </a:xfrm>
            <a:custGeom>
              <a:avLst/>
              <a:gdLst>
                <a:gd name="csX0" fmla="*/ 1464 w 61478"/>
                <a:gd name="csY0" fmla="*/ 0 h 158335"/>
                <a:gd name="csX1" fmla="*/ 25175 w 61478"/>
                <a:gd name="csY1" fmla="*/ 27381 h 158335"/>
                <a:gd name="csX2" fmla="*/ 61050 w 61478"/>
                <a:gd name="csY2" fmla="*/ 137371 h 158335"/>
                <a:gd name="csX3" fmla="*/ 61479 w 61478"/>
                <a:gd name="csY3" fmla="*/ 146946 h 158335"/>
                <a:gd name="csX4" fmla="*/ 61293 w 61478"/>
                <a:gd name="csY4" fmla="*/ 155234 h 158335"/>
                <a:gd name="csX5" fmla="*/ 58014 w 61478"/>
                <a:gd name="csY5" fmla="*/ 158140 h 158335"/>
                <a:gd name="csX6" fmla="*/ 57958 w 61478"/>
                <a:gd name="csY6" fmla="*/ 145828 h 158335"/>
                <a:gd name="csX7" fmla="*/ 55611 w 61478"/>
                <a:gd name="csY7" fmla="*/ 131579 h 158335"/>
                <a:gd name="csX8" fmla="*/ 41008 w 61478"/>
                <a:gd name="csY8" fmla="*/ 70353 h 158335"/>
                <a:gd name="csX9" fmla="*/ 12975 w 61478"/>
                <a:gd name="csY9" fmla="*/ 15926 h 158335"/>
                <a:gd name="csX10" fmla="*/ 551 w 61478"/>
                <a:gd name="csY10" fmla="*/ 2179 h 158335"/>
                <a:gd name="csX11" fmla="*/ 1464 w 61478"/>
                <a:gd name="csY11" fmla="*/ 0 h 158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1478" h="158335">
                  <a:moveTo>
                    <a:pt x="1464" y="0"/>
                  </a:moveTo>
                  <a:cubicBezTo>
                    <a:pt x="12379" y="6519"/>
                    <a:pt x="18898" y="16913"/>
                    <a:pt x="25175" y="27381"/>
                  </a:cubicBezTo>
                  <a:cubicBezTo>
                    <a:pt x="45478" y="61300"/>
                    <a:pt x="56599" y="98256"/>
                    <a:pt x="61050" y="137371"/>
                  </a:cubicBezTo>
                  <a:cubicBezTo>
                    <a:pt x="61404" y="140538"/>
                    <a:pt x="61348" y="143760"/>
                    <a:pt x="61479" y="146946"/>
                  </a:cubicBezTo>
                  <a:cubicBezTo>
                    <a:pt x="61404" y="149702"/>
                    <a:pt x="61311" y="152478"/>
                    <a:pt x="61293" y="155234"/>
                  </a:cubicBezTo>
                  <a:cubicBezTo>
                    <a:pt x="61293" y="157488"/>
                    <a:pt x="60622" y="158867"/>
                    <a:pt x="58014" y="158140"/>
                  </a:cubicBezTo>
                  <a:cubicBezTo>
                    <a:pt x="57996" y="154042"/>
                    <a:pt x="57977" y="149926"/>
                    <a:pt x="57958" y="145828"/>
                  </a:cubicBezTo>
                  <a:cubicBezTo>
                    <a:pt x="55332" y="141395"/>
                    <a:pt x="55928" y="136291"/>
                    <a:pt x="55611" y="131579"/>
                  </a:cubicBezTo>
                  <a:cubicBezTo>
                    <a:pt x="54233" y="110288"/>
                    <a:pt x="48142" y="90190"/>
                    <a:pt x="41008" y="70353"/>
                  </a:cubicBezTo>
                  <a:cubicBezTo>
                    <a:pt x="34042" y="51018"/>
                    <a:pt x="25809" y="32299"/>
                    <a:pt x="12975" y="15926"/>
                  </a:cubicBezTo>
                  <a:cubicBezTo>
                    <a:pt x="9138" y="11046"/>
                    <a:pt x="3922" y="7451"/>
                    <a:pt x="551" y="2179"/>
                  </a:cubicBezTo>
                  <a:cubicBezTo>
                    <a:pt x="-287" y="987"/>
                    <a:pt x="-306" y="112"/>
                    <a:pt x="1464" y="0"/>
                  </a:cubicBezTo>
                  <a:close/>
                </a:path>
              </a:pathLst>
            </a:custGeom>
            <a:solidFill>
              <a:srgbClr val="45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0F1CCB47-7695-F29A-58E2-C626C3C35EF3}"/>
                </a:ext>
              </a:extLst>
            </p:cNvPr>
            <p:cNvSpPr/>
            <p:nvPr/>
          </p:nvSpPr>
          <p:spPr>
            <a:xfrm>
              <a:off x="1853595" y="4908575"/>
              <a:ext cx="9839" cy="10673"/>
            </a:xfrm>
            <a:custGeom>
              <a:avLst/>
              <a:gdLst>
                <a:gd name="csX0" fmla="*/ 3227 w 9839"/>
                <a:gd name="csY0" fmla="*/ 8904 h 10673"/>
                <a:gd name="csX1" fmla="*/ 768 w 9839"/>
                <a:gd name="csY1" fmla="*/ 10543 h 10673"/>
                <a:gd name="csX2" fmla="*/ 731 w 9839"/>
                <a:gd name="csY2" fmla="*/ 7767 h 10673"/>
                <a:gd name="csX3" fmla="*/ 4382 w 9839"/>
                <a:gd name="csY3" fmla="*/ 3129 h 10673"/>
                <a:gd name="csX4" fmla="*/ 9839 w 9839"/>
                <a:gd name="csY4" fmla="*/ 0 h 10673"/>
                <a:gd name="csX5" fmla="*/ 3227 w 9839"/>
                <a:gd name="csY5" fmla="*/ 8904 h 10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839" h="10673">
                  <a:moveTo>
                    <a:pt x="3227" y="8904"/>
                  </a:moveTo>
                  <a:cubicBezTo>
                    <a:pt x="2221" y="9220"/>
                    <a:pt x="2072" y="11195"/>
                    <a:pt x="768" y="10543"/>
                  </a:cubicBezTo>
                  <a:cubicBezTo>
                    <a:pt x="-480" y="9928"/>
                    <a:pt x="5" y="8587"/>
                    <a:pt x="731" y="7767"/>
                  </a:cubicBezTo>
                  <a:cubicBezTo>
                    <a:pt x="2035" y="6277"/>
                    <a:pt x="2370" y="4042"/>
                    <a:pt x="4382" y="3129"/>
                  </a:cubicBezTo>
                  <a:cubicBezTo>
                    <a:pt x="5946" y="2235"/>
                    <a:pt x="7511" y="1322"/>
                    <a:pt x="9839" y="0"/>
                  </a:cubicBezTo>
                  <a:cubicBezTo>
                    <a:pt x="8685" y="4452"/>
                    <a:pt x="4736" y="5793"/>
                    <a:pt x="3227" y="8904"/>
                  </a:cubicBezTo>
                  <a:close/>
                </a:path>
              </a:pathLst>
            </a:custGeom>
            <a:solidFill>
              <a:srgbClr val="5E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4241C366-2699-21E3-EB65-6177A2BCC057}"/>
                </a:ext>
              </a:extLst>
            </p:cNvPr>
            <p:cNvSpPr/>
            <p:nvPr/>
          </p:nvSpPr>
          <p:spPr>
            <a:xfrm>
              <a:off x="1773964" y="4933386"/>
              <a:ext cx="11648" cy="7990"/>
            </a:xfrm>
            <a:custGeom>
              <a:avLst/>
              <a:gdLst>
                <a:gd name="csX0" fmla="*/ 249 w 11648"/>
                <a:gd name="csY0" fmla="*/ 5551 h 7990"/>
                <a:gd name="csX1" fmla="*/ 11648 w 11648"/>
                <a:gd name="csY1" fmla="*/ 0 h 7990"/>
                <a:gd name="csX2" fmla="*/ 1590 w 11648"/>
                <a:gd name="csY2" fmla="*/ 7991 h 7990"/>
                <a:gd name="csX3" fmla="*/ 249 w 11648"/>
                <a:gd name="csY3" fmla="*/ 5551 h 7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48" h="7990">
                  <a:moveTo>
                    <a:pt x="249" y="5551"/>
                  </a:moveTo>
                  <a:cubicBezTo>
                    <a:pt x="3415" y="3073"/>
                    <a:pt x="6619" y="671"/>
                    <a:pt x="11648" y="0"/>
                  </a:cubicBezTo>
                  <a:cubicBezTo>
                    <a:pt x="8575" y="3967"/>
                    <a:pt x="4701" y="5495"/>
                    <a:pt x="1590" y="7991"/>
                  </a:cubicBezTo>
                  <a:cubicBezTo>
                    <a:pt x="-273" y="7954"/>
                    <a:pt x="-161" y="6836"/>
                    <a:pt x="249" y="5551"/>
                  </a:cubicBezTo>
                  <a:close/>
                </a:path>
              </a:pathLst>
            </a:custGeom>
            <a:solidFill>
              <a:srgbClr val="5B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4C6224D4-8549-08F0-C939-896C90F9BC47}"/>
                </a:ext>
              </a:extLst>
            </p:cNvPr>
            <p:cNvSpPr/>
            <p:nvPr/>
          </p:nvSpPr>
          <p:spPr>
            <a:xfrm>
              <a:off x="1803625" y="4982299"/>
              <a:ext cx="8437" cy="6298"/>
            </a:xfrm>
            <a:custGeom>
              <a:avLst/>
              <a:gdLst>
                <a:gd name="csX0" fmla="*/ 0 w 8437"/>
                <a:gd name="csY0" fmla="*/ 4098 h 6298"/>
                <a:gd name="csX1" fmla="*/ 8438 w 8437"/>
                <a:gd name="csY1" fmla="*/ 0 h 6298"/>
                <a:gd name="csX2" fmla="*/ 2347 w 8437"/>
                <a:gd name="csY2" fmla="*/ 6277 h 6298"/>
                <a:gd name="csX3" fmla="*/ 0 w 8437"/>
                <a:gd name="csY3" fmla="*/ 4098 h 6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37" h="6298">
                  <a:moveTo>
                    <a:pt x="0" y="4098"/>
                  </a:moveTo>
                  <a:cubicBezTo>
                    <a:pt x="2608" y="2496"/>
                    <a:pt x="5048" y="559"/>
                    <a:pt x="8438" y="0"/>
                  </a:cubicBezTo>
                  <a:cubicBezTo>
                    <a:pt x="7358" y="3297"/>
                    <a:pt x="3967" y="3930"/>
                    <a:pt x="2347" y="6277"/>
                  </a:cubicBezTo>
                  <a:cubicBezTo>
                    <a:pt x="726" y="6445"/>
                    <a:pt x="37" y="5625"/>
                    <a:pt x="0" y="4098"/>
                  </a:cubicBezTo>
                  <a:close/>
                </a:path>
              </a:pathLst>
            </a:custGeom>
            <a:solidFill>
              <a:srgbClr val="59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5052D663-FDA0-289C-34FF-75D1786A8E64}"/>
                </a:ext>
              </a:extLst>
            </p:cNvPr>
            <p:cNvSpPr/>
            <p:nvPr/>
          </p:nvSpPr>
          <p:spPr>
            <a:xfrm>
              <a:off x="1859188" y="4963635"/>
              <a:ext cx="9592" cy="4611"/>
            </a:xfrm>
            <a:custGeom>
              <a:avLst/>
              <a:gdLst>
                <a:gd name="csX0" fmla="*/ 0 w 9592"/>
                <a:gd name="csY0" fmla="*/ 3614 h 4611"/>
                <a:gd name="csX1" fmla="*/ 1118 w 9592"/>
                <a:gd name="csY1" fmla="*/ 2552 h 4611"/>
                <a:gd name="csX2" fmla="*/ 7842 w 9592"/>
                <a:gd name="csY2" fmla="*/ 0 h 4611"/>
                <a:gd name="csX3" fmla="*/ 9593 w 9592"/>
                <a:gd name="csY3" fmla="*/ 1062 h 4611"/>
                <a:gd name="csX4" fmla="*/ 0 w 9592"/>
                <a:gd name="csY4" fmla="*/ 3614 h 4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92" h="4611">
                  <a:moveTo>
                    <a:pt x="0" y="3614"/>
                  </a:moveTo>
                  <a:cubicBezTo>
                    <a:pt x="373" y="3260"/>
                    <a:pt x="745" y="2906"/>
                    <a:pt x="1118" y="2552"/>
                  </a:cubicBezTo>
                  <a:cubicBezTo>
                    <a:pt x="3725" y="2664"/>
                    <a:pt x="5774" y="1341"/>
                    <a:pt x="7842" y="0"/>
                  </a:cubicBezTo>
                  <a:cubicBezTo>
                    <a:pt x="8419" y="354"/>
                    <a:pt x="9015" y="708"/>
                    <a:pt x="9593" y="1062"/>
                  </a:cubicBezTo>
                  <a:cubicBezTo>
                    <a:pt x="6706" y="3129"/>
                    <a:pt x="4117" y="6221"/>
                    <a:pt x="0" y="3614"/>
                  </a:cubicBezTo>
                  <a:close/>
                </a:path>
              </a:pathLst>
            </a:custGeom>
            <a:solidFill>
              <a:srgbClr val="5672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45A4657C-E02E-07DF-9B5E-51E18008C65B}"/>
                </a:ext>
              </a:extLst>
            </p:cNvPr>
            <p:cNvSpPr/>
            <p:nvPr/>
          </p:nvSpPr>
          <p:spPr>
            <a:xfrm>
              <a:off x="1661430" y="5017946"/>
              <a:ext cx="95479" cy="63612"/>
            </a:xfrm>
            <a:custGeom>
              <a:avLst/>
              <a:gdLst>
                <a:gd name="csX0" fmla="*/ 85811 w 95479"/>
                <a:gd name="csY0" fmla="*/ 54562 h 63612"/>
                <a:gd name="csX1" fmla="*/ 84880 w 95479"/>
                <a:gd name="csY1" fmla="*/ 61081 h 63612"/>
                <a:gd name="csX2" fmla="*/ 60479 w 95479"/>
                <a:gd name="csY2" fmla="*/ 62999 h 63612"/>
                <a:gd name="csX3" fmla="*/ 37755 w 95479"/>
                <a:gd name="csY3" fmla="*/ 57113 h 63612"/>
                <a:gd name="csX4" fmla="*/ 1861 w 95479"/>
                <a:gd name="csY4" fmla="*/ 27236 h 63612"/>
                <a:gd name="csX5" fmla="*/ 18532 w 95479"/>
                <a:gd name="csY5" fmla="*/ 41 h 63612"/>
                <a:gd name="csX6" fmla="*/ 56120 w 95479"/>
                <a:gd name="csY6" fmla="*/ 15036 h 63612"/>
                <a:gd name="csX7" fmla="*/ 58784 w 95479"/>
                <a:gd name="csY7" fmla="*/ 17066 h 63612"/>
                <a:gd name="csX8" fmla="*/ 59771 w 95479"/>
                <a:gd name="csY8" fmla="*/ 17048 h 63612"/>
                <a:gd name="csX9" fmla="*/ 86854 w 95479"/>
                <a:gd name="csY9" fmla="*/ 31055 h 63612"/>
                <a:gd name="csX10" fmla="*/ 95125 w 95479"/>
                <a:gd name="csY10" fmla="*/ 42920 h 63612"/>
                <a:gd name="csX11" fmla="*/ 88661 w 95479"/>
                <a:gd name="csY11" fmla="*/ 50967 h 63612"/>
                <a:gd name="csX12" fmla="*/ 85849 w 95479"/>
                <a:gd name="csY12" fmla="*/ 50985 h 63612"/>
                <a:gd name="csX13" fmla="*/ 69830 w 95479"/>
                <a:gd name="csY13" fmla="*/ 46198 h 63612"/>
                <a:gd name="csX14" fmla="*/ 68135 w 95479"/>
                <a:gd name="csY14" fmla="*/ 39437 h 63612"/>
                <a:gd name="csX15" fmla="*/ 30080 w 95479"/>
                <a:gd name="csY15" fmla="*/ 17457 h 63612"/>
                <a:gd name="csX16" fmla="*/ 26169 w 95479"/>
                <a:gd name="csY16" fmla="*/ 20456 h 63612"/>
                <a:gd name="csX17" fmla="*/ 20674 w 95479"/>
                <a:gd name="csY17" fmla="*/ 18649 h 63612"/>
                <a:gd name="csX18" fmla="*/ 21475 w 95479"/>
                <a:gd name="csY18" fmla="*/ 21965 h 63612"/>
                <a:gd name="csX19" fmla="*/ 21885 w 95479"/>
                <a:gd name="csY19" fmla="*/ 28391 h 63612"/>
                <a:gd name="csX20" fmla="*/ 51836 w 95479"/>
                <a:gd name="csY20" fmla="*/ 46012 h 63612"/>
                <a:gd name="csX21" fmla="*/ 58933 w 95479"/>
                <a:gd name="csY21" fmla="*/ 43702 h 63612"/>
                <a:gd name="csX22" fmla="*/ 63236 w 95479"/>
                <a:gd name="csY22" fmla="*/ 44280 h 63612"/>
                <a:gd name="csX23" fmla="*/ 85811 w 95479"/>
                <a:gd name="csY23" fmla="*/ 54562 h 6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5479" h="63612">
                  <a:moveTo>
                    <a:pt x="85811" y="54562"/>
                  </a:moveTo>
                  <a:cubicBezTo>
                    <a:pt x="89350" y="57281"/>
                    <a:pt x="88661" y="59442"/>
                    <a:pt x="84880" y="61081"/>
                  </a:cubicBezTo>
                  <a:cubicBezTo>
                    <a:pt x="76982" y="64508"/>
                    <a:pt x="68693" y="63689"/>
                    <a:pt x="60479" y="62999"/>
                  </a:cubicBezTo>
                  <a:cubicBezTo>
                    <a:pt x="52600" y="62329"/>
                    <a:pt x="44721" y="60392"/>
                    <a:pt x="37755" y="57113"/>
                  </a:cubicBezTo>
                  <a:cubicBezTo>
                    <a:pt x="23375" y="50333"/>
                    <a:pt x="9479" y="42324"/>
                    <a:pt x="1861" y="27236"/>
                  </a:cubicBezTo>
                  <a:cubicBezTo>
                    <a:pt x="-4155" y="15315"/>
                    <a:pt x="5214" y="600"/>
                    <a:pt x="18532" y="41"/>
                  </a:cubicBezTo>
                  <a:cubicBezTo>
                    <a:pt x="33433" y="-573"/>
                    <a:pt x="45317" y="5704"/>
                    <a:pt x="56120" y="15036"/>
                  </a:cubicBezTo>
                  <a:cubicBezTo>
                    <a:pt x="56959" y="15762"/>
                    <a:pt x="57890" y="16377"/>
                    <a:pt x="58784" y="17066"/>
                  </a:cubicBezTo>
                  <a:cubicBezTo>
                    <a:pt x="59101" y="16563"/>
                    <a:pt x="59436" y="16526"/>
                    <a:pt x="59771" y="17048"/>
                  </a:cubicBezTo>
                  <a:cubicBezTo>
                    <a:pt x="69550" y="20270"/>
                    <a:pt x="78491" y="25150"/>
                    <a:pt x="86854" y="31055"/>
                  </a:cubicBezTo>
                  <a:cubicBezTo>
                    <a:pt x="90971" y="33961"/>
                    <a:pt x="94324" y="37407"/>
                    <a:pt x="95125" y="42920"/>
                  </a:cubicBezTo>
                  <a:cubicBezTo>
                    <a:pt x="96112" y="49663"/>
                    <a:pt x="95367" y="50911"/>
                    <a:pt x="88661" y="50967"/>
                  </a:cubicBezTo>
                  <a:cubicBezTo>
                    <a:pt x="87730" y="50967"/>
                    <a:pt x="86799" y="50985"/>
                    <a:pt x="85849" y="50985"/>
                  </a:cubicBezTo>
                  <a:cubicBezTo>
                    <a:pt x="79441" y="52941"/>
                    <a:pt x="74728" y="49234"/>
                    <a:pt x="69830" y="46198"/>
                  </a:cubicBezTo>
                  <a:cubicBezTo>
                    <a:pt x="70724" y="43591"/>
                    <a:pt x="71096" y="41095"/>
                    <a:pt x="68135" y="39437"/>
                  </a:cubicBezTo>
                  <a:cubicBezTo>
                    <a:pt x="55357" y="32266"/>
                    <a:pt x="44032" y="22617"/>
                    <a:pt x="30080" y="17457"/>
                  </a:cubicBezTo>
                  <a:cubicBezTo>
                    <a:pt x="26951" y="16302"/>
                    <a:pt x="25033" y="16265"/>
                    <a:pt x="26169" y="20456"/>
                  </a:cubicBezTo>
                  <a:cubicBezTo>
                    <a:pt x="23580" y="22207"/>
                    <a:pt x="22350" y="19860"/>
                    <a:pt x="20674" y="18649"/>
                  </a:cubicBezTo>
                  <a:cubicBezTo>
                    <a:pt x="20879" y="19767"/>
                    <a:pt x="22332" y="20605"/>
                    <a:pt x="21475" y="21965"/>
                  </a:cubicBezTo>
                  <a:cubicBezTo>
                    <a:pt x="19240" y="24256"/>
                    <a:pt x="20134" y="26380"/>
                    <a:pt x="21885" y="28391"/>
                  </a:cubicBezTo>
                  <a:cubicBezTo>
                    <a:pt x="29913" y="37593"/>
                    <a:pt x="40101" y="43106"/>
                    <a:pt x="51836" y="46012"/>
                  </a:cubicBezTo>
                  <a:cubicBezTo>
                    <a:pt x="54668" y="46701"/>
                    <a:pt x="56959" y="45695"/>
                    <a:pt x="58933" y="43702"/>
                  </a:cubicBezTo>
                  <a:cubicBezTo>
                    <a:pt x="60460" y="43162"/>
                    <a:pt x="61895" y="43646"/>
                    <a:pt x="63236" y="44280"/>
                  </a:cubicBezTo>
                  <a:cubicBezTo>
                    <a:pt x="70705" y="47819"/>
                    <a:pt x="78677" y="50277"/>
                    <a:pt x="85811" y="54562"/>
                  </a:cubicBezTo>
                  <a:close/>
                </a:path>
              </a:pathLst>
            </a:custGeom>
            <a:solidFill>
              <a:srgbClr val="98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F7AAD26B-8812-A31B-7E70-7D4FEA8025D7}"/>
                </a:ext>
              </a:extLst>
            </p:cNvPr>
            <p:cNvSpPr/>
            <p:nvPr/>
          </p:nvSpPr>
          <p:spPr>
            <a:xfrm>
              <a:off x="1678528" y="5034257"/>
              <a:ext cx="81566" cy="39357"/>
            </a:xfrm>
            <a:custGeom>
              <a:avLst/>
              <a:gdLst>
                <a:gd name="csX0" fmla="*/ 68714 w 81566"/>
                <a:gd name="csY0" fmla="*/ 38251 h 39357"/>
                <a:gd name="csX1" fmla="*/ 45319 w 81566"/>
                <a:gd name="csY1" fmla="*/ 29142 h 39357"/>
                <a:gd name="csX2" fmla="*/ 41612 w 81566"/>
                <a:gd name="csY2" fmla="*/ 28043 h 39357"/>
                <a:gd name="csX3" fmla="*/ 40532 w 81566"/>
                <a:gd name="csY3" fmla="*/ 28267 h 39357"/>
                <a:gd name="csX4" fmla="*/ 5029 w 81566"/>
                <a:gd name="csY4" fmla="*/ 6809 h 39357"/>
                <a:gd name="csX5" fmla="*/ 4452 w 81566"/>
                <a:gd name="csY5" fmla="*/ 5244 h 39357"/>
                <a:gd name="csX6" fmla="*/ 0 w 81566"/>
                <a:gd name="csY6" fmla="*/ 141 h 39357"/>
                <a:gd name="csX7" fmla="*/ 8773 w 81566"/>
                <a:gd name="csY7" fmla="*/ 4555 h 39357"/>
                <a:gd name="csX8" fmla="*/ 26599 w 81566"/>
                <a:gd name="csY8" fmla="*/ 15079 h 39357"/>
                <a:gd name="csX9" fmla="*/ 49715 w 81566"/>
                <a:gd name="csY9" fmla="*/ 26758 h 39357"/>
                <a:gd name="csX10" fmla="*/ 52769 w 81566"/>
                <a:gd name="csY10" fmla="*/ 29086 h 39357"/>
                <a:gd name="csX11" fmla="*/ 68751 w 81566"/>
                <a:gd name="csY11" fmla="*/ 34674 h 39357"/>
                <a:gd name="csX12" fmla="*/ 81566 w 81566"/>
                <a:gd name="csY12" fmla="*/ 38102 h 39357"/>
                <a:gd name="csX13" fmla="*/ 68714 w 81566"/>
                <a:gd name="csY13" fmla="*/ 38251 h 39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1566" h="39357">
                  <a:moveTo>
                    <a:pt x="68714" y="38251"/>
                  </a:moveTo>
                  <a:cubicBezTo>
                    <a:pt x="60313" y="36761"/>
                    <a:pt x="53198" y="31955"/>
                    <a:pt x="45319" y="29142"/>
                  </a:cubicBezTo>
                  <a:cubicBezTo>
                    <a:pt x="44108" y="28714"/>
                    <a:pt x="43046" y="27745"/>
                    <a:pt x="41612" y="28043"/>
                  </a:cubicBezTo>
                  <a:cubicBezTo>
                    <a:pt x="41258" y="28211"/>
                    <a:pt x="40848" y="28397"/>
                    <a:pt x="40532" y="28267"/>
                  </a:cubicBezTo>
                  <a:cubicBezTo>
                    <a:pt x="27530" y="23051"/>
                    <a:pt x="15516" y="16197"/>
                    <a:pt x="5029" y="6809"/>
                  </a:cubicBezTo>
                  <a:cubicBezTo>
                    <a:pt x="4619" y="6436"/>
                    <a:pt x="4526" y="5822"/>
                    <a:pt x="4452" y="5244"/>
                  </a:cubicBezTo>
                  <a:cubicBezTo>
                    <a:pt x="3763" y="2972"/>
                    <a:pt x="466" y="3084"/>
                    <a:pt x="0" y="141"/>
                  </a:cubicBezTo>
                  <a:cubicBezTo>
                    <a:pt x="4266" y="-865"/>
                    <a:pt x="5588" y="3829"/>
                    <a:pt x="8773" y="4555"/>
                  </a:cubicBezTo>
                  <a:cubicBezTo>
                    <a:pt x="15460" y="6790"/>
                    <a:pt x="20489" y="11801"/>
                    <a:pt x="26599" y="15079"/>
                  </a:cubicBezTo>
                  <a:cubicBezTo>
                    <a:pt x="34217" y="19158"/>
                    <a:pt x="41817" y="23238"/>
                    <a:pt x="49715" y="26758"/>
                  </a:cubicBezTo>
                  <a:cubicBezTo>
                    <a:pt x="50925" y="27298"/>
                    <a:pt x="52155" y="27783"/>
                    <a:pt x="52769" y="29086"/>
                  </a:cubicBezTo>
                  <a:cubicBezTo>
                    <a:pt x="57780" y="31825"/>
                    <a:pt x="63089" y="33780"/>
                    <a:pt x="68751" y="34674"/>
                  </a:cubicBezTo>
                  <a:cubicBezTo>
                    <a:pt x="72439" y="36910"/>
                    <a:pt x="77152" y="35550"/>
                    <a:pt x="81566" y="38102"/>
                  </a:cubicBezTo>
                  <a:cubicBezTo>
                    <a:pt x="76798" y="40952"/>
                    <a:pt x="72719" y="38027"/>
                    <a:pt x="68714" y="38251"/>
                  </a:cubicBezTo>
                  <a:close/>
                </a:path>
              </a:pathLst>
            </a:custGeom>
            <a:solidFill>
              <a:srgbClr val="4A5F2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08036F19-7843-1ACF-DC1B-900A3A6EF0B3}"/>
                </a:ext>
              </a:extLst>
            </p:cNvPr>
            <p:cNvSpPr/>
            <p:nvPr/>
          </p:nvSpPr>
          <p:spPr>
            <a:xfrm>
              <a:off x="1720215" y="5015287"/>
              <a:ext cx="7785" cy="19725"/>
            </a:xfrm>
            <a:custGeom>
              <a:avLst/>
              <a:gdLst>
                <a:gd name="csX0" fmla="*/ 969 w 7785"/>
                <a:gd name="csY0" fmla="*/ 19707 h 19725"/>
                <a:gd name="csX1" fmla="*/ 484 w 7785"/>
                <a:gd name="csY1" fmla="*/ 19726 h 19725"/>
                <a:gd name="csX2" fmla="*/ 0 w 7785"/>
                <a:gd name="csY2" fmla="*/ 19726 h 19725"/>
                <a:gd name="csX3" fmla="*/ 7786 w 7785"/>
                <a:gd name="csY3" fmla="*/ 0 h 19725"/>
                <a:gd name="csX4" fmla="*/ 969 w 7785"/>
                <a:gd name="csY4" fmla="*/ 19707 h 1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85" h="19725">
                  <a:moveTo>
                    <a:pt x="969" y="19707"/>
                  </a:moveTo>
                  <a:lnTo>
                    <a:pt x="484" y="19726"/>
                  </a:lnTo>
                  <a:cubicBezTo>
                    <a:pt x="484" y="19726"/>
                    <a:pt x="0" y="19726"/>
                    <a:pt x="0" y="19726"/>
                  </a:cubicBezTo>
                  <a:cubicBezTo>
                    <a:pt x="540" y="12349"/>
                    <a:pt x="4955" y="6501"/>
                    <a:pt x="7786" y="0"/>
                  </a:cubicBezTo>
                  <a:cubicBezTo>
                    <a:pt x="7022" y="7097"/>
                    <a:pt x="4005" y="13411"/>
                    <a:pt x="969" y="19707"/>
                  </a:cubicBezTo>
                  <a:close/>
                </a:path>
              </a:pathLst>
            </a:custGeom>
            <a:solidFill>
              <a:srgbClr val="58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416C7508-8DFD-336B-0ED6-D3B4E1492429}"/>
                </a:ext>
              </a:extLst>
            </p:cNvPr>
            <p:cNvSpPr/>
            <p:nvPr/>
          </p:nvSpPr>
          <p:spPr>
            <a:xfrm>
              <a:off x="1685486" y="5082362"/>
              <a:ext cx="3845" cy="12312"/>
            </a:xfrm>
            <a:custGeom>
              <a:avLst/>
              <a:gdLst>
                <a:gd name="csX0" fmla="*/ 3846 w 3845"/>
                <a:gd name="csY0" fmla="*/ 0 h 12312"/>
                <a:gd name="csX1" fmla="*/ 381 w 3845"/>
                <a:gd name="csY1" fmla="*/ 12312 h 12312"/>
                <a:gd name="csX2" fmla="*/ 3846 w 3845"/>
                <a:gd name="csY2" fmla="*/ 0 h 1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45" h="12312">
                  <a:moveTo>
                    <a:pt x="3846" y="0"/>
                  </a:moveTo>
                  <a:cubicBezTo>
                    <a:pt x="3082" y="4340"/>
                    <a:pt x="3026" y="7805"/>
                    <a:pt x="381" y="12312"/>
                  </a:cubicBezTo>
                  <a:cubicBezTo>
                    <a:pt x="-680" y="6966"/>
                    <a:pt x="475" y="3744"/>
                    <a:pt x="3846" y="0"/>
                  </a:cubicBezTo>
                  <a:close/>
                </a:path>
              </a:pathLst>
            </a:custGeom>
            <a:solidFill>
              <a:srgbClr val="5274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16747780-D4AB-3584-FA52-A156664D9A26}"/>
                </a:ext>
              </a:extLst>
            </p:cNvPr>
            <p:cNvSpPr/>
            <p:nvPr/>
          </p:nvSpPr>
          <p:spPr>
            <a:xfrm>
              <a:off x="2024976" y="5143364"/>
              <a:ext cx="317636" cy="110940"/>
            </a:xfrm>
            <a:custGeom>
              <a:avLst/>
              <a:gdLst>
                <a:gd name="csX0" fmla="*/ 51063 w 317636"/>
                <a:gd name="csY0" fmla="*/ 37 h 110940"/>
                <a:gd name="csX1" fmla="*/ 123279 w 317636"/>
                <a:gd name="csY1" fmla="*/ 6575 h 110940"/>
                <a:gd name="csX2" fmla="*/ 162358 w 317636"/>
                <a:gd name="csY2" fmla="*/ 16316 h 110940"/>
                <a:gd name="csX3" fmla="*/ 209036 w 317636"/>
                <a:gd name="csY3" fmla="*/ 30212 h 110940"/>
                <a:gd name="csX4" fmla="*/ 249288 w 317636"/>
                <a:gd name="csY4" fmla="*/ 48634 h 110940"/>
                <a:gd name="csX5" fmla="*/ 273093 w 317636"/>
                <a:gd name="csY5" fmla="*/ 64559 h 110940"/>
                <a:gd name="csX6" fmla="*/ 301704 w 317636"/>
                <a:gd name="csY6" fmla="*/ 77263 h 110940"/>
                <a:gd name="csX7" fmla="*/ 313644 w 317636"/>
                <a:gd name="csY7" fmla="*/ 81901 h 110940"/>
                <a:gd name="csX8" fmla="*/ 315283 w 317636"/>
                <a:gd name="csY8" fmla="*/ 83354 h 110940"/>
                <a:gd name="csX9" fmla="*/ 314314 w 317636"/>
                <a:gd name="csY9" fmla="*/ 109040 h 110940"/>
                <a:gd name="csX10" fmla="*/ 308763 w 317636"/>
                <a:gd name="csY10" fmla="*/ 110940 h 110940"/>
                <a:gd name="csX11" fmla="*/ 271361 w 317636"/>
                <a:gd name="csY11" fmla="*/ 107587 h 110940"/>
                <a:gd name="csX12" fmla="*/ 223602 w 317636"/>
                <a:gd name="csY12" fmla="*/ 98367 h 110940"/>
                <a:gd name="csX13" fmla="*/ 196482 w 317636"/>
                <a:gd name="csY13" fmla="*/ 92406 h 110940"/>
                <a:gd name="csX14" fmla="*/ 178675 w 317636"/>
                <a:gd name="csY14" fmla="*/ 85906 h 110940"/>
                <a:gd name="csX15" fmla="*/ 157366 w 317636"/>
                <a:gd name="csY15" fmla="*/ 81621 h 110940"/>
                <a:gd name="csX16" fmla="*/ 149077 w 317636"/>
                <a:gd name="csY16" fmla="*/ 77859 h 110940"/>
                <a:gd name="csX17" fmla="*/ 136597 w 317636"/>
                <a:gd name="csY17" fmla="*/ 73854 h 110940"/>
                <a:gd name="csX18" fmla="*/ 114413 w 317636"/>
                <a:gd name="csY18" fmla="*/ 68210 h 110940"/>
                <a:gd name="csX19" fmla="*/ 104541 w 317636"/>
                <a:gd name="csY19" fmla="*/ 67186 h 110940"/>
                <a:gd name="csX20" fmla="*/ 81164 w 317636"/>
                <a:gd name="csY20" fmla="*/ 63330 h 110940"/>
                <a:gd name="csX21" fmla="*/ 23906 w 317636"/>
                <a:gd name="csY21" fmla="*/ 51912 h 110940"/>
                <a:gd name="csX22" fmla="*/ 7160 w 317636"/>
                <a:gd name="csY22" fmla="*/ 45355 h 110940"/>
                <a:gd name="csX23" fmla="*/ 809 w 317636"/>
                <a:gd name="csY23" fmla="*/ 28889 h 110940"/>
                <a:gd name="csX24" fmla="*/ 29531 w 317636"/>
                <a:gd name="csY24" fmla="*/ 3334 h 110940"/>
                <a:gd name="csX25" fmla="*/ 51063 w 317636"/>
                <a:gd name="csY25" fmla="*/ 37 h 11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17636" h="110940">
                  <a:moveTo>
                    <a:pt x="51063" y="37"/>
                  </a:moveTo>
                  <a:cubicBezTo>
                    <a:pt x="77513" y="558"/>
                    <a:pt x="100517" y="1769"/>
                    <a:pt x="123279" y="6575"/>
                  </a:cubicBezTo>
                  <a:cubicBezTo>
                    <a:pt x="136448" y="9369"/>
                    <a:pt x="149319" y="13262"/>
                    <a:pt x="162358" y="16316"/>
                  </a:cubicBezTo>
                  <a:cubicBezTo>
                    <a:pt x="178246" y="20042"/>
                    <a:pt x="193278" y="26207"/>
                    <a:pt x="209036" y="30212"/>
                  </a:cubicBezTo>
                  <a:cubicBezTo>
                    <a:pt x="223435" y="33863"/>
                    <a:pt x="236809" y="40457"/>
                    <a:pt x="249288" y="48634"/>
                  </a:cubicBezTo>
                  <a:cubicBezTo>
                    <a:pt x="257279" y="53868"/>
                    <a:pt x="265307" y="59027"/>
                    <a:pt x="273093" y="64559"/>
                  </a:cubicBezTo>
                  <a:cubicBezTo>
                    <a:pt x="281792" y="70762"/>
                    <a:pt x="291720" y="74152"/>
                    <a:pt x="301704" y="77263"/>
                  </a:cubicBezTo>
                  <a:cubicBezTo>
                    <a:pt x="305820" y="78548"/>
                    <a:pt x="309341" y="81174"/>
                    <a:pt x="313644" y="81901"/>
                  </a:cubicBezTo>
                  <a:cubicBezTo>
                    <a:pt x="314258" y="82013"/>
                    <a:pt x="314836" y="82776"/>
                    <a:pt x="315283" y="83354"/>
                  </a:cubicBezTo>
                  <a:cubicBezTo>
                    <a:pt x="318915" y="88085"/>
                    <a:pt x="318151" y="104197"/>
                    <a:pt x="314314" y="109040"/>
                  </a:cubicBezTo>
                  <a:cubicBezTo>
                    <a:pt x="312731" y="111052"/>
                    <a:pt x="310812" y="110940"/>
                    <a:pt x="308763" y="110940"/>
                  </a:cubicBezTo>
                  <a:cubicBezTo>
                    <a:pt x="296190" y="110940"/>
                    <a:pt x="283692" y="110269"/>
                    <a:pt x="271361" y="107587"/>
                  </a:cubicBezTo>
                  <a:cubicBezTo>
                    <a:pt x="255510" y="104122"/>
                    <a:pt x="239044" y="103470"/>
                    <a:pt x="223602" y="98367"/>
                  </a:cubicBezTo>
                  <a:cubicBezTo>
                    <a:pt x="214643" y="95386"/>
                    <a:pt x="205497" y="94437"/>
                    <a:pt x="196482" y="92406"/>
                  </a:cubicBezTo>
                  <a:cubicBezTo>
                    <a:pt x="190521" y="91065"/>
                    <a:pt x="184468" y="88476"/>
                    <a:pt x="178675" y="85906"/>
                  </a:cubicBezTo>
                  <a:cubicBezTo>
                    <a:pt x="171895" y="82888"/>
                    <a:pt x="164630" y="82106"/>
                    <a:pt x="157366" y="81621"/>
                  </a:cubicBezTo>
                  <a:cubicBezTo>
                    <a:pt x="154013" y="81398"/>
                    <a:pt x="151480" y="80634"/>
                    <a:pt x="149077" y="77859"/>
                  </a:cubicBezTo>
                  <a:cubicBezTo>
                    <a:pt x="145966" y="74264"/>
                    <a:pt x="140769" y="75233"/>
                    <a:pt x="136597" y="73854"/>
                  </a:cubicBezTo>
                  <a:cubicBezTo>
                    <a:pt x="129351" y="71470"/>
                    <a:pt x="121435" y="71712"/>
                    <a:pt x="114413" y="68210"/>
                  </a:cubicBezTo>
                  <a:cubicBezTo>
                    <a:pt x="111358" y="66683"/>
                    <a:pt x="107800" y="67484"/>
                    <a:pt x="104541" y="67186"/>
                  </a:cubicBezTo>
                  <a:cubicBezTo>
                    <a:pt x="96624" y="66441"/>
                    <a:pt x="88727" y="65360"/>
                    <a:pt x="81164" y="63330"/>
                  </a:cubicBezTo>
                  <a:cubicBezTo>
                    <a:pt x="62295" y="58264"/>
                    <a:pt x="42663" y="57239"/>
                    <a:pt x="23906" y="51912"/>
                  </a:cubicBezTo>
                  <a:cubicBezTo>
                    <a:pt x="18150" y="50273"/>
                    <a:pt x="12562" y="47926"/>
                    <a:pt x="7160" y="45355"/>
                  </a:cubicBezTo>
                  <a:cubicBezTo>
                    <a:pt x="1479" y="42636"/>
                    <a:pt x="-1557" y="34850"/>
                    <a:pt x="809" y="28889"/>
                  </a:cubicBezTo>
                  <a:cubicBezTo>
                    <a:pt x="6061" y="15646"/>
                    <a:pt x="14350" y="6128"/>
                    <a:pt x="29531" y="3334"/>
                  </a:cubicBezTo>
                  <a:cubicBezTo>
                    <a:pt x="37801" y="1732"/>
                    <a:pt x="45904" y="-299"/>
                    <a:pt x="51063" y="37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9315D47-8D71-F3B9-96F6-F695A6C66C73}"/>
                </a:ext>
              </a:extLst>
            </p:cNvPr>
            <p:cNvSpPr/>
            <p:nvPr/>
          </p:nvSpPr>
          <p:spPr>
            <a:xfrm>
              <a:off x="2095393" y="5121417"/>
              <a:ext cx="4417" cy="19375"/>
            </a:xfrm>
            <a:custGeom>
              <a:avLst/>
              <a:gdLst>
                <a:gd name="csX0" fmla="*/ 0 w 4417"/>
                <a:gd name="csY0" fmla="*/ 15408 h 19375"/>
                <a:gd name="csX1" fmla="*/ 1565 w 4417"/>
                <a:gd name="csY1" fmla="*/ 2929 h 19375"/>
                <a:gd name="csX2" fmla="*/ 2142 w 4417"/>
                <a:gd name="csY2" fmla="*/ 79 h 19375"/>
                <a:gd name="csX3" fmla="*/ 4415 w 4417"/>
                <a:gd name="csY3" fmla="*/ 2500 h 19375"/>
                <a:gd name="csX4" fmla="*/ 3520 w 4417"/>
                <a:gd name="csY4" fmla="*/ 14235 h 19375"/>
                <a:gd name="csX5" fmla="*/ 1099 w 4417"/>
                <a:gd name="csY5" fmla="*/ 19376 h 19375"/>
                <a:gd name="csX6" fmla="*/ 0 w 4417"/>
                <a:gd name="csY6" fmla="*/ 15408 h 19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17" h="19375">
                  <a:moveTo>
                    <a:pt x="0" y="15408"/>
                  </a:moveTo>
                  <a:cubicBezTo>
                    <a:pt x="1267" y="11348"/>
                    <a:pt x="2570" y="7269"/>
                    <a:pt x="1565" y="2929"/>
                  </a:cubicBezTo>
                  <a:cubicBezTo>
                    <a:pt x="1304" y="1830"/>
                    <a:pt x="764" y="451"/>
                    <a:pt x="2142" y="79"/>
                  </a:cubicBezTo>
                  <a:cubicBezTo>
                    <a:pt x="3837" y="-368"/>
                    <a:pt x="4470" y="1178"/>
                    <a:pt x="4415" y="2500"/>
                  </a:cubicBezTo>
                  <a:cubicBezTo>
                    <a:pt x="4228" y="6412"/>
                    <a:pt x="3837" y="10323"/>
                    <a:pt x="3520" y="14235"/>
                  </a:cubicBezTo>
                  <a:cubicBezTo>
                    <a:pt x="3204" y="16154"/>
                    <a:pt x="2999" y="18146"/>
                    <a:pt x="1099" y="19376"/>
                  </a:cubicBezTo>
                  <a:cubicBezTo>
                    <a:pt x="-559" y="18333"/>
                    <a:pt x="317" y="16712"/>
                    <a:pt x="0" y="15408"/>
                  </a:cubicBezTo>
                  <a:close/>
                </a:path>
              </a:pathLst>
            </a:custGeom>
            <a:solidFill>
              <a:srgbClr val="53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00EBFA75-A46D-841C-BD3D-65C9B5FEE4EA}"/>
                </a:ext>
              </a:extLst>
            </p:cNvPr>
            <p:cNvSpPr/>
            <p:nvPr/>
          </p:nvSpPr>
          <p:spPr>
            <a:xfrm>
              <a:off x="2236620" y="5241141"/>
              <a:ext cx="5259" cy="10692"/>
            </a:xfrm>
            <a:custGeom>
              <a:avLst/>
              <a:gdLst>
                <a:gd name="csX0" fmla="*/ 5234 w 5259"/>
                <a:gd name="csY0" fmla="*/ 9214 h 10692"/>
                <a:gd name="csX1" fmla="*/ 3949 w 5259"/>
                <a:gd name="csY1" fmla="*/ 10574 h 10692"/>
                <a:gd name="csX2" fmla="*/ 75 w 5259"/>
                <a:gd name="csY2" fmla="*/ 1856 h 10692"/>
                <a:gd name="csX3" fmla="*/ 1528 w 5259"/>
                <a:gd name="csY3" fmla="*/ 68 h 10692"/>
                <a:gd name="csX4" fmla="*/ 5234 w 5259"/>
                <a:gd name="csY4" fmla="*/ 9214 h 10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59" h="10692">
                  <a:moveTo>
                    <a:pt x="5234" y="9214"/>
                  </a:moveTo>
                  <a:cubicBezTo>
                    <a:pt x="5421" y="9866"/>
                    <a:pt x="4527" y="11077"/>
                    <a:pt x="3949" y="10574"/>
                  </a:cubicBezTo>
                  <a:cubicBezTo>
                    <a:pt x="1379" y="8357"/>
                    <a:pt x="1081" y="4893"/>
                    <a:pt x="75" y="1856"/>
                  </a:cubicBezTo>
                  <a:cubicBezTo>
                    <a:pt x="-242" y="925"/>
                    <a:pt x="485" y="-304"/>
                    <a:pt x="1528" y="68"/>
                  </a:cubicBezTo>
                  <a:cubicBezTo>
                    <a:pt x="5793" y="1596"/>
                    <a:pt x="3875" y="5843"/>
                    <a:pt x="5234" y="9214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5DEB2A80-0F33-71FF-4BCF-D6D5FE5025A8}"/>
                </a:ext>
              </a:extLst>
            </p:cNvPr>
            <p:cNvSpPr/>
            <p:nvPr/>
          </p:nvSpPr>
          <p:spPr>
            <a:xfrm>
              <a:off x="2168689" y="5229236"/>
              <a:ext cx="2526" cy="14711"/>
            </a:xfrm>
            <a:custGeom>
              <a:avLst/>
              <a:gdLst>
                <a:gd name="csX0" fmla="*/ 2272 w 2526"/>
                <a:gd name="csY0" fmla="*/ 14711 h 14711"/>
                <a:gd name="csX1" fmla="*/ 205 w 2526"/>
                <a:gd name="csY1" fmla="*/ 9160 h 14711"/>
                <a:gd name="csX2" fmla="*/ 0 w 2526"/>
                <a:gd name="csY2" fmla="*/ 2399 h 14711"/>
                <a:gd name="csX3" fmla="*/ 1211 w 2526"/>
                <a:gd name="csY3" fmla="*/ 71 h 14711"/>
                <a:gd name="csX4" fmla="*/ 2515 w 2526"/>
                <a:gd name="csY4" fmla="*/ 1822 h 14711"/>
                <a:gd name="csX5" fmla="*/ 2272 w 2526"/>
                <a:gd name="csY5" fmla="*/ 14711 h 14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26" h="14711">
                  <a:moveTo>
                    <a:pt x="2272" y="14711"/>
                  </a:moveTo>
                  <a:cubicBezTo>
                    <a:pt x="-1248" y="13947"/>
                    <a:pt x="484" y="11098"/>
                    <a:pt x="205" y="9160"/>
                  </a:cubicBezTo>
                  <a:cubicBezTo>
                    <a:pt x="-112" y="6944"/>
                    <a:pt x="56" y="4653"/>
                    <a:pt x="0" y="2399"/>
                  </a:cubicBezTo>
                  <a:cubicBezTo>
                    <a:pt x="168" y="1505"/>
                    <a:pt x="130" y="350"/>
                    <a:pt x="1211" y="71"/>
                  </a:cubicBezTo>
                  <a:cubicBezTo>
                    <a:pt x="2738" y="-320"/>
                    <a:pt x="2515" y="1002"/>
                    <a:pt x="2515" y="1822"/>
                  </a:cubicBezTo>
                  <a:cubicBezTo>
                    <a:pt x="2459" y="6124"/>
                    <a:pt x="2347" y="10408"/>
                    <a:pt x="2272" y="14711"/>
                  </a:cubicBezTo>
                  <a:close/>
                </a:path>
              </a:pathLst>
            </a:custGeom>
            <a:solidFill>
              <a:srgbClr val="5F873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00B79279-3AA1-AAA2-EF5C-7D7E5510B1B9}"/>
                </a:ext>
              </a:extLst>
            </p:cNvPr>
            <p:cNvSpPr/>
            <p:nvPr/>
          </p:nvSpPr>
          <p:spPr>
            <a:xfrm>
              <a:off x="2094630" y="5208031"/>
              <a:ext cx="4283" cy="13304"/>
            </a:xfrm>
            <a:custGeom>
              <a:avLst/>
              <a:gdLst>
                <a:gd name="csX0" fmla="*/ 4283 w 4283"/>
                <a:gd name="csY0" fmla="*/ 5518 h 13304"/>
                <a:gd name="csX1" fmla="*/ 4283 w 4283"/>
                <a:gd name="csY1" fmla="*/ 13304 h 13304"/>
                <a:gd name="csX2" fmla="*/ 1918 w 4283"/>
                <a:gd name="csY2" fmla="*/ 8815 h 13304"/>
                <a:gd name="csX3" fmla="*/ 688 w 4283"/>
                <a:gd name="csY3" fmla="*/ 2929 h 13304"/>
                <a:gd name="csX4" fmla="*/ 819 w 4283"/>
                <a:gd name="csY4" fmla="*/ 154 h 13304"/>
                <a:gd name="csX5" fmla="*/ 3091 w 4283"/>
                <a:gd name="csY5" fmla="*/ 1849 h 13304"/>
                <a:gd name="csX6" fmla="*/ 4283 w 4283"/>
                <a:gd name="csY6" fmla="*/ 5518 h 13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283" h="13304">
                  <a:moveTo>
                    <a:pt x="4283" y="5518"/>
                  </a:moveTo>
                  <a:cubicBezTo>
                    <a:pt x="4283" y="7735"/>
                    <a:pt x="4283" y="9970"/>
                    <a:pt x="4283" y="13304"/>
                  </a:cubicBezTo>
                  <a:cubicBezTo>
                    <a:pt x="3147" y="11144"/>
                    <a:pt x="2532" y="9970"/>
                    <a:pt x="1918" y="8815"/>
                  </a:cubicBezTo>
                  <a:cubicBezTo>
                    <a:pt x="1936" y="6766"/>
                    <a:pt x="1601" y="4810"/>
                    <a:pt x="688" y="2929"/>
                  </a:cubicBezTo>
                  <a:cubicBezTo>
                    <a:pt x="241" y="2016"/>
                    <a:pt x="-671" y="806"/>
                    <a:pt x="819" y="154"/>
                  </a:cubicBezTo>
                  <a:cubicBezTo>
                    <a:pt x="2160" y="-424"/>
                    <a:pt x="2719" y="731"/>
                    <a:pt x="3091" y="1849"/>
                  </a:cubicBezTo>
                  <a:cubicBezTo>
                    <a:pt x="3482" y="3078"/>
                    <a:pt x="3874" y="4308"/>
                    <a:pt x="4283" y="5518"/>
                  </a:cubicBezTo>
                  <a:close/>
                </a:path>
              </a:pathLst>
            </a:custGeom>
            <a:solidFill>
              <a:srgbClr val="5273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75916E08-FBAC-71AF-4A3E-6C5B27837C92}"/>
                </a:ext>
              </a:extLst>
            </p:cNvPr>
            <p:cNvSpPr/>
            <p:nvPr/>
          </p:nvSpPr>
          <p:spPr>
            <a:xfrm>
              <a:off x="2243446" y="5154914"/>
              <a:ext cx="4508" cy="13577"/>
            </a:xfrm>
            <a:custGeom>
              <a:avLst/>
              <a:gdLst>
                <a:gd name="csX0" fmla="*/ 1109 w 4508"/>
                <a:gd name="csY0" fmla="*/ 13577 h 13577"/>
                <a:gd name="csX1" fmla="*/ 848 w 4508"/>
                <a:gd name="csY1" fmla="*/ 7915 h 13577"/>
                <a:gd name="csX2" fmla="*/ 1500 w 4508"/>
                <a:gd name="csY2" fmla="*/ 2606 h 13577"/>
                <a:gd name="csX3" fmla="*/ 2077 w 4508"/>
                <a:gd name="csY3" fmla="*/ 36 h 13577"/>
                <a:gd name="csX4" fmla="*/ 4499 w 4508"/>
                <a:gd name="csY4" fmla="*/ 2364 h 13577"/>
                <a:gd name="csX5" fmla="*/ 1165 w 4508"/>
                <a:gd name="csY5" fmla="*/ 13522 h 13577"/>
                <a:gd name="csX6" fmla="*/ 1109 w 4508"/>
                <a:gd name="csY6" fmla="*/ 13577 h 13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08" h="13577">
                  <a:moveTo>
                    <a:pt x="1109" y="13577"/>
                  </a:moveTo>
                  <a:cubicBezTo>
                    <a:pt x="-1033" y="11771"/>
                    <a:pt x="531" y="9852"/>
                    <a:pt x="848" y="7915"/>
                  </a:cubicBezTo>
                  <a:cubicBezTo>
                    <a:pt x="1146" y="6145"/>
                    <a:pt x="2860" y="4413"/>
                    <a:pt x="1500" y="2606"/>
                  </a:cubicBezTo>
                  <a:cubicBezTo>
                    <a:pt x="494" y="1265"/>
                    <a:pt x="-139" y="353"/>
                    <a:pt x="2077" y="36"/>
                  </a:cubicBezTo>
                  <a:cubicBezTo>
                    <a:pt x="3716" y="-206"/>
                    <a:pt x="4443" y="800"/>
                    <a:pt x="4499" y="2364"/>
                  </a:cubicBezTo>
                  <a:cubicBezTo>
                    <a:pt x="4666" y="6462"/>
                    <a:pt x="2711" y="9927"/>
                    <a:pt x="1165" y="13522"/>
                  </a:cubicBezTo>
                  <a:cubicBezTo>
                    <a:pt x="1146" y="13522"/>
                    <a:pt x="1109" y="13577"/>
                    <a:pt x="1109" y="13577"/>
                  </a:cubicBezTo>
                  <a:close/>
                </a:path>
              </a:pathLst>
            </a:custGeom>
            <a:solidFill>
              <a:srgbClr val="54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913A46A-1455-70B1-3B5F-86CDE3B28067}"/>
                </a:ext>
              </a:extLst>
            </p:cNvPr>
            <p:cNvSpPr/>
            <p:nvPr/>
          </p:nvSpPr>
          <p:spPr>
            <a:xfrm>
              <a:off x="2169896" y="5132542"/>
              <a:ext cx="2855" cy="13187"/>
            </a:xfrm>
            <a:custGeom>
              <a:avLst/>
              <a:gdLst>
                <a:gd name="csX0" fmla="*/ 96 w 2855"/>
                <a:gd name="csY0" fmla="*/ 13188 h 13187"/>
                <a:gd name="csX1" fmla="*/ 1698 w 2855"/>
                <a:gd name="csY1" fmla="*/ 0 h 13187"/>
                <a:gd name="csX2" fmla="*/ 78 w 2855"/>
                <a:gd name="csY2" fmla="*/ 13150 h 13187"/>
                <a:gd name="csX3" fmla="*/ 96 w 2855"/>
                <a:gd name="csY3" fmla="*/ 13188 h 1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5" h="13187">
                  <a:moveTo>
                    <a:pt x="96" y="13188"/>
                  </a:moveTo>
                  <a:cubicBezTo>
                    <a:pt x="-314" y="8717"/>
                    <a:pt x="655" y="4433"/>
                    <a:pt x="1698" y="0"/>
                  </a:cubicBezTo>
                  <a:cubicBezTo>
                    <a:pt x="3766" y="2868"/>
                    <a:pt x="2965" y="8773"/>
                    <a:pt x="78" y="13150"/>
                  </a:cubicBezTo>
                  <a:cubicBezTo>
                    <a:pt x="78" y="13150"/>
                    <a:pt x="96" y="13188"/>
                    <a:pt x="96" y="13188"/>
                  </a:cubicBezTo>
                  <a:close/>
                </a:path>
              </a:pathLst>
            </a:custGeom>
            <a:solidFill>
              <a:srgbClr val="4763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161300D6-9893-FE66-BB0A-771531B88958}"/>
                </a:ext>
              </a:extLst>
            </p:cNvPr>
            <p:cNvSpPr/>
            <p:nvPr/>
          </p:nvSpPr>
          <p:spPr>
            <a:xfrm>
              <a:off x="2004465" y="4840612"/>
              <a:ext cx="112301" cy="139911"/>
            </a:xfrm>
            <a:custGeom>
              <a:avLst/>
              <a:gdLst>
                <a:gd name="csX0" fmla="*/ 5263 w 112301"/>
                <a:gd name="csY0" fmla="*/ 135746 h 139911"/>
                <a:gd name="csX1" fmla="*/ 346 w 112301"/>
                <a:gd name="csY1" fmla="*/ 122502 h 139911"/>
                <a:gd name="csX2" fmla="*/ 14204 w 112301"/>
                <a:gd name="csY2" fmla="*/ 85882 h 139911"/>
                <a:gd name="csX3" fmla="*/ 57194 w 112301"/>
                <a:gd name="csY3" fmla="*/ 29891 h 139911"/>
                <a:gd name="csX4" fmla="*/ 88003 w 112301"/>
                <a:gd name="csY4" fmla="*/ 4596 h 139911"/>
                <a:gd name="csX5" fmla="*/ 102215 w 112301"/>
                <a:gd name="csY5" fmla="*/ 32 h 139911"/>
                <a:gd name="csX6" fmla="*/ 112031 w 112301"/>
                <a:gd name="csY6" fmla="*/ 12922 h 139911"/>
                <a:gd name="csX7" fmla="*/ 106518 w 112301"/>
                <a:gd name="csY7" fmla="*/ 25755 h 139911"/>
                <a:gd name="csX8" fmla="*/ 85339 w 112301"/>
                <a:gd name="csY8" fmla="*/ 50417 h 139911"/>
                <a:gd name="csX9" fmla="*/ 48310 w 112301"/>
                <a:gd name="csY9" fmla="*/ 99070 h 139911"/>
                <a:gd name="csX10" fmla="*/ 24710 w 112301"/>
                <a:gd name="csY10" fmla="*/ 132374 h 139911"/>
                <a:gd name="csX11" fmla="*/ 16085 w 112301"/>
                <a:gd name="csY11" fmla="*/ 138633 h 139911"/>
                <a:gd name="csX12" fmla="*/ 8299 w 112301"/>
                <a:gd name="csY12" fmla="*/ 136603 h 139911"/>
                <a:gd name="csX13" fmla="*/ 9790 w 112301"/>
                <a:gd name="csY13" fmla="*/ 129934 h 139911"/>
                <a:gd name="csX14" fmla="*/ 19345 w 112301"/>
                <a:gd name="csY14" fmla="*/ 112779 h 139911"/>
                <a:gd name="csX15" fmla="*/ 21971 w 112301"/>
                <a:gd name="csY15" fmla="*/ 117715 h 139911"/>
                <a:gd name="csX16" fmla="*/ 35979 w 112301"/>
                <a:gd name="csY16" fmla="*/ 98437 h 139911"/>
                <a:gd name="csX17" fmla="*/ 63975 w 112301"/>
                <a:gd name="csY17" fmla="*/ 59190 h 139911"/>
                <a:gd name="csX18" fmla="*/ 91486 w 112301"/>
                <a:gd name="csY18" fmla="*/ 27152 h 139911"/>
                <a:gd name="csX19" fmla="*/ 91952 w 112301"/>
                <a:gd name="csY19" fmla="*/ 18379 h 139911"/>
                <a:gd name="csX20" fmla="*/ 100818 w 112301"/>
                <a:gd name="csY20" fmla="*/ 10649 h 139911"/>
                <a:gd name="csX21" fmla="*/ 83290 w 112301"/>
                <a:gd name="csY21" fmla="*/ 23762 h 139911"/>
                <a:gd name="csX22" fmla="*/ 39611 w 112301"/>
                <a:gd name="csY22" fmla="*/ 77444 h 139911"/>
                <a:gd name="csX23" fmla="*/ 8542 w 112301"/>
                <a:gd name="csY23" fmla="*/ 132300 h 139911"/>
                <a:gd name="csX24" fmla="*/ 5263 w 112301"/>
                <a:gd name="csY24" fmla="*/ 135746 h 13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2301" h="139911">
                  <a:moveTo>
                    <a:pt x="5263" y="135746"/>
                  </a:moveTo>
                  <a:cubicBezTo>
                    <a:pt x="-1051" y="133101"/>
                    <a:pt x="-138" y="127271"/>
                    <a:pt x="346" y="122502"/>
                  </a:cubicBezTo>
                  <a:cubicBezTo>
                    <a:pt x="1668" y="109147"/>
                    <a:pt x="7648" y="97263"/>
                    <a:pt x="14204" y="85882"/>
                  </a:cubicBezTo>
                  <a:cubicBezTo>
                    <a:pt x="26051" y="65374"/>
                    <a:pt x="39350" y="45816"/>
                    <a:pt x="57194" y="29891"/>
                  </a:cubicBezTo>
                  <a:cubicBezTo>
                    <a:pt x="67104" y="21043"/>
                    <a:pt x="76771" y="11860"/>
                    <a:pt x="88003" y="4596"/>
                  </a:cubicBezTo>
                  <a:cubicBezTo>
                    <a:pt x="92343" y="1783"/>
                    <a:pt x="96888" y="-285"/>
                    <a:pt x="102215" y="32"/>
                  </a:cubicBezTo>
                  <a:cubicBezTo>
                    <a:pt x="109033" y="442"/>
                    <a:pt x="113466" y="6235"/>
                    <a:pt x="112031" y="12922"/>
                  </a:cubicBezTo>
                  <a:cubicBezTo>
                    <a:pt x="111026" y="17560"/>
                    <a:pt x="109014" y="21732"/>
                    <a:pt x="106518" y="25755"/>
                  </a:cubicBezTo>
                  <a:cubicBezTo>
                    <a:pt x="100725" y="35106"/>
                    <a:pt x="92269" y="42110"/>
                    <a:pt x="85339" y="50417"/>
                  </a:cubicBezTo>
                  <a:cubicBezTo>
                    <a:pt x="72282" y="66064"/>
                    <a:pt x="58051" y="80946"/>
                    <a:pt x="48310" y="99070"/>
                  </a:cubicBezTo>
                  <a:cubicBezTo>
                    <a:pt x="41790" y="111196"/>
                    <a:pt x="34470" y="122614"/>
                    <a:pt x="24710" y="132374"/>
                  </a:cubicBezTo>
                  <a:cubicBezTo>
                    <a:pt x="22139" y="134945"/>
                    <a:pt x="19122" y="136752"/>
                    <a:pt x="16085" y="138633"/>
                  </a:cubicBezTo>
                  <a:cubicBezTo>
                    <a:pt x="12677" y="140738"/>
                    <a:pt x="10088" y="140365"/>
                    <a:pt x="8299" y="136603"/>
                  </a:cubicBezTo>
                  <a:cubicBezTo>
                    <a:pt x="6772" y="133939"/>
                    <a:pt x="8914" y="131983"/>
                    <a:pt x="9790" y="129934"/>
                  </a:cubicBezTo>
                  <a:cubicBezTo>
                    <a:pt x="12360" y="123899"/>
                    <a:pt x="14651" y="117659"/>
                    <a:pt x="19345" y="112779"/>
                  </a:cubicBezTo>
                  <a:cubicBezTo>
                    <a:pt x="21450" y="113673"/>
                    <a:pt x="20314" y="116281"/>
                    <a:pt x="21971" y="117715"/>
                  </a:cubicBezTo>
                  <a:cubicBezTo>
                    <a:pt x="28193" y="112388"/>
                    <a:pt x="32645" y="105720"/>
                    <a:pt x="35979" y="98437"/>
                  </a:cubicBezTo>
                  <a:cubicBezTo>
                    <a:pt x="42815" y="83517"/>
                    <a:pt x="53357" y="71447"/>
                    <a:pt x="63975" y="59190"/>
                  </a:cubicBezTo>
                  <a:cubicBezTo>
                    <a:pt x="73195" y="48573"/>
                    <a:pt x="81707" y="37341"/>
                    <a:pt x="91486" y="27152"/>
                  </a:cubicBezTo>
                  <a:cubicBezTo>
                    <a:pt x="93777" y="24768"/>
                    <a:pt x="96888" y="21546"/>
                    <a:pt x="91952" y="18379"/>
                  </a:cubicBezTo>
                  <a:cubicBezTo>
                    <a:pt x="93051" y="13965"/>
                    <a:pt x="97242" y="13164"/>
                    <a:pt x="100818" y="10649"/>
                  </a:cubicBezTo>
                  <a:cubicBezTo>
                    <a:pt x="93759" y="14077"/>
                    <a:pt x="88487" y="18938"/>
                    <a:pt x="83290" y="23762"/>
                  </a:cubicBezTo>
                  <a:cubicBezTo>
                    <a:pt x="66228" y="39595"/>
                    <a:pt x="52445" y="58147"/>
                    <a:pt x="39611" y="77444"/>
                  </a:cubicBezTo>
                  <a:cubicBezTo>
                    <a:pt x="27951" y="94991"/>
                    <a:pt x="17129" y="113021"/>
                    <a:pt x="8542" y="132300"/>
                  </a:cubicBezTo>
                  <a:cubicBezTo>
                    <a:pt x="7871" y="133771"/>
                    <a:pt x="7368" y="135578"/>
                    <a:pt x="5263" y="135746"/>
                  </a:cubicBezTo>
                  <a:close/>
                </a:path>
              </a:pathLst>
            </a:custGeom>
            <a:solidFill>
              <a:srgbClr val="9A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49FD7701-5364-4860-D925-DDC7DBA49A90}"/>
                </a:ext>
              </a:extLst>
            </p:cNvPr>
            <p:cNvSpPr/>
            <p:nvPr/>
          </p:nvSpPr>
          <p:spPr>
            <a:xfrm>
              <a:off x="2008414" y="4848746"/>
              <a:ext cx="101396" cy="134465"/>
            </a:xfrm>
            <a:custGeom>
              <a:avLst/>
              <a:gdLst>
                <a:gd name="csX0" fmla="*/ 1315 w 101396"/>
                <a:gd name="csY0" fmla="*/ 127611 h 134465"/>
                <a:gd name="csX1" fmla="*/ 29404 w 101396"/>
                <a:gd name="csY1" fmla="*/ 76276 h 134465"/>
                <a:gd name="csX2" fmla="*/ 85601 w 101396"/>
                <a:gd name="csY2" fmla="*/ 8475 h 134465"/>
                <a:gd name="csX3" fmla="*/ 101396 w 101396"/>
                <a:gd name="csY3" fmla="*/ 0 h 134465"/>
                <a:gd name="csX4" fmla="*/ 88115 w 101396"/>
                <a:gd name="csY4" fmla="*/ 9984 h 134465"/>
                <a:gd name="csX5" fmla="*/ 79510 w 101396"/>
                <a:gd name="csY5" fmla="*/ 18627 h 134465"/>
                <a:gd name="csX6" fmla="*/ 30987 w 101396"/>
                <a:gd name="csY6" fmla="*/ 80579 h 134465"/>
                <a:gd name="csX7" fmla="*/ 15676 w 101396"/>
                <a:gd name="csY7" fmla="*/ 104738 h 134465"/>
                <a:gd name="csX8" fmla="*/ 4333 w 101396"/>
                <a:gd name="csY8" fmla="*/ 128431 h 134465"/>
                <a:gd name="csX9" fmla="*/ 458 w 101396"/>
                <a:gd name="csY9" fmla="*/ 134466 h 134465"/>
                <a:gd name="csX10" fmla="*/ 1315 w 101396"/>
                <a:gd name="csY10" fmla="*/ 127611 h 13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396" h="134465">
                  <a:moveTo>
                    <a:pt x="1315" y="127611"/>
                  </a:moveTo>
                  <a:cubicBezTo>
                    <a:pt x="9921" y="110102"/>
                    <a:pt x="18675" y="92649"/>
                    <a:pt x="29404" y="76276"/>
                  </a:cubicBezTo>
                  <a:cubicBezTo>
                    <a:pt x="45591" y="51577"/>
                    <a:pt x="62522" y="27456"/>
                    <a:pt x="85601" y="8475"/>
                  </a:cubicBezTo>
                  <a:cubicBezTo>
                    <a:pt x="89848" y="4992"/>
                    <a:pt x="94132" y="1378"/>
                    <a:pt x="101396" y="0"/>
                  </a:cubicBezTo>
                  <a:cubicBezTo>
                    <a:pt x="97205" y="5327"/>
                    <a:pt x="91356" y="6016"/>
                    <a:pt x="88115" y="9984"/>
                  </a:cubicBezTo>
                  <a:cubicBezTo>
                    <a:pt x="86607" y="14212"/>
                    <a:pt x="82378" y="15740"/>
                    <a:pt x="79510" y="18627"/>
                  </a:cubicBezTo>
                  <a:cubicBezTo>
                    <a:pt x="60902" y="37402"/>
                    <a:pt x="45106" y="58283"/>
                    <a:pt x="30987" y="80579"/>
                  </a:cubicBezTo>
                  <a:cubicBezTo>
                    <a:pt x="25884" y="88644"/>
                    <a:pt x="22047" y="97492"/>
                    <a:pt x="15676" y="104738"/>
                  </a:cubicBezTo>
                  <a:cubicBezTo>
                    <a:pt x="11224" y="112319"/>
                    <a:pt x="7406" y="120198"/>
                    <a:pt x="4333" y="128431"/>
                  </a:cubicBezTo>
                  <a:cubicBezTo>
                    <a:pt x="3066" y="130405"/>
                    <a:pt x="1799" y="132380"/>
                    <a:pt x="458" y="134466"/>
                  </a:cubicBezTo>
                  <a:cubicBezTo>
                    <a:pt x="-753" y="131858"/>
                    <a:pt x="756" y="129809"/>
                    <a:pt x="1315" y="127611"/>
                  </a:cubicBezTo>
                  <a:close/>
                </a:path>
              </a:pathLst>
            </a:custGeom>
            <a:solidFill>
              <a:srgbClr val="52682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F4D02DAB-764C-B2FB-FF41-59E79063BD31}"/>
                </a:ext>
              </a:extLst>
            </p:cNvPr>
            <p:cNvSpPr/>
            <p:nvPr/>
          </p:nvSpPr>
          <p:spPr>
            <a:xfrm>
              <a:off x="2077389" y="4914495"/>
              <a:ext cx="12471" cy="8422"/>
            </a:xfrm>
            <a:custGeom>
              <a:avLst/>
              <a:gdLst>
                <a:gd name="csX0" fmla="*/ 12471 w 12471"/>
                <a:gd name="csY0" fmla="*/ 8422 h 8422"/>
                <a:gd name="csX1" fmla="*/ 1556 w 12471"/>
                <a:gd name="csY1" fmla="*/ 3244 h 8422"/>
                <a:gd name="csX2" fmla="*/ 234 w 12471"/>
                <a:gd name="csY2" fmla="*/ 618 h 8422"/>
                <a:gd name="csX3" fmla="*/ 2692 w 12471"/>
                <a:gd name="csY3" fmla="*/ 469 h 8422"/>
                <a:gd name="csX4" fmla="*/ 12471 w 12471"/>
                <a:gd name="csY4" fmla="*/ 8422 h 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71" h="8422">
                  <a:moveTo>
                    <a:pt x="12471" y="8422"/>
                  </a:moveTo>
                  <a:cubicBezTo>
                    <a:pt x="8839" y="6709"/>
                    <a:pt x="5188" y="4976"/>
                    <a:pt x="1556" y="3244"/>
                  </a:cubicBezTo>
                  <a:cubicBezTo>
                    <a:pt x="439" y="2723"/>
                    <a:pt x="-437" y="1866"/>
                    <a:pt x="234" y="618"/>
                  </a:cubicBezTo>
                  <a:cubicBezTo>
                    <a:pt x="792" y="-463"/>
                    <a:pt x="1817" y="133"/>
                    <a:pt x="2692" y="469"/>
                  </a:cubicBezTo>
                  <a:cubicBezTo>
                    <a:pt x="6679" y="2015"/>
                    <a:pt x="10404" y="3896"/>
                    <a:pt x="12471" y="8422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5E59F3D7-B2BF-3824-28F1-C13683491DC1}"/>
                </a:ext>
              </a:extLst>
            </p:cNvPr>
            <p:cNvSpPr/>
            <p:nvPr/>
          </p:nvSpPr>
          <p:spPr>
            <a:xfrm>
              <a:off x="2054058" y="4957165"/>
              <a:ext cx="13897" cy="5104"/>
            </a:xfrm>
            <a:custGeom>
              <a:avLst/>
              <a:gdLst>
                <a:gd name="csX0" fmla="*/ 10787 w 13897"/>
                <a:gd name="csY0" fmla="*/ 4533 h 5104"/>
                <a:gd name="csX1" fmla="*/ 2069 w 13897"/>
                <a:gd name="csY1" fmla="*/ 3192 h 5104"/>
                <a:gd name="csX2" fmla="*/ 20 w 13897"/>
                <a:gd name="csY2" fmla="*/ 1106 h 5104"/>
                <a:gd name="csX3" fmla="*/ 2274 w 13897"/>
                <a:gd name="csY3" fmla="*/ 7 h 5104"/>
                <a:gd name="csX4" fmla="*/ 13897 w 13897"/>
                <a:gd name="csY4" fmla="*/ 3378 h 5104"/>
                <a:gd name="csX5" fmla="*/ 10787 w 13897"/>
                <a:gd name="csY5" fmla="*/ 4533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897" h="5104">
                  <a:moveTo>
                    <a:pt x="10787" y="4533"/>
                  </a:moveTo>
                  <a:cubicBezTo>
                    <a:pt x="7974" y="3415"/>
                    <a:pt x="5106" y="2987"/>
                    <a:pt x="2069" y="3192"/>
                  </a:cubicBezTo>
                  <a:cubicBezTo>
                    <a:pt x="952" y="3266"/>
                    <a:pt x="-166" y="2447"/>
                    <a:pt x="20" y="1106"/>
                  </a:cubicBezTo>
                  <a:cubicBezTo>
                    <a:pt x="169" y="-68"/>
                    <a:pt x="1417" y="-12"/>
                    <a:pt x="2274" y="7"/>
                  </a:cubicBezTo>
                  <a:cubicBezTo>
                    <a:pt x="6428" y="100"/>
                    <a:pt x="10321" y="1199"/>
                    <a:pt x="13897" y="3378"/>
                  </a:cubicBezTo>
                  <a:cubicBezTo>
                    <a:pt x="13823" y="6358"/>
                    <a:pt x="11979" y="4589"/>
                    <a:pt x="10787" y="4533"/>
                  </a:cubicBezTo>
                  <a:close/>
                </a:path>
              </a:pathLst>
            </a:custGeom>
            <a:solidFill>
              <a:srgbClr val="4864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2BC3709A-D2A4-8223-3B13-8D8AC8F7E0E6}"/>
                </a:ext>
              </a:extLst>
            </p:cNvPr>
            <p:cNvSpPr/>
            <p:nvPr/>
          </p:nvSpPr>
          <p:spPr>
            <a:xfrm>
              <a:off x="2064845" y="4960525"/>
              <a:ext cx="6095" cy="4070"/>
            </a:xfrm>
            <a:custGeom>
              <a:avLst/>
              <a:gdLst>
                <a:gd name="csX0" fmla="*/ 0 w 6095"/>
                <a:gd name="csY0" fmla="*/ 1173 h 4070"/>
                <a:gd name="csX1" fmla="*/ 3092 w 6095"/>
                <a:gd name="csY1" fmla="*/ 0 h 4070"/>
                <a:gd name="csX2" fmla="*/ 5756 w 6095"/>
                <a:gd name="csY2" fmla="*/ 3204 h 4070"/>
                <a:gd name="csX3" fmla="*/ 0 w 6095"/>
                <a:gd name="csY3" fmla="*/ 1173 h 4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5" h="4070">
                  <a:moveTo>
                    <a:pt x="0" y="1173"/>
                  </a:moveTo>
                  <a:cubicBezTo>
                    <a:pt x="1099" y="969"/>
                    <a:pt x="2515" y="1602"/>
                    <a:pt x="3092" y="0"/>
                  </a:cubicBezTo>
                  <a:cubicBezTo>
                    <a:pt x="4675" y="577"/>
                    <a:pt x="6966" y="1956"/>
                    <a:pt x="5756" y="3204"/>
                  </a:cubicBezTo>
                  <a:cubicBezTo>
                    <a:pt x="3297" y="5756"/>
                    <a:pt x="1956" y="1937"/>
                    <a:pt x="0" y="1173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D94AA208-9D2B-AEFD-760E-041E7DCDC6F9}"/>
                </a:ext>
              </a:extLst>
            </p:cNvPr>
            <p:cNvSpPr/>
            <p:nvPr/>
          </p:nvSpPr>
          <p:spPr>
            <a:xfrm>
              <a:off x="1610597" y="5419422"/>
              <a:ext cx="30715" cy="17844"/>
            </a:xfrm>
            <a:custGeom>
              <a:avLst/>
              <a:gdLst>
                <a:gd name="csX0" fmla="*/ 2142 w 30715"/>
                <a:gd name="csY0" fmla="*/ 26 h 17844"/>
                <a:gd name="csX1" fmla="*/ 3316 w 30715"/>
                <a:gd name="csY1" fmla="*/ 994 h 17844"/>
                <a:gd name="csX2" fmla="*/ 16876 w 30715"/>
                <a:gd name="csY2" fmla="*/ 11127 h 17844"/>
                <a:gd name="csX3" fmla="*/ 30715 w 30715"/>
                <a:gd name="csY3" fmla="*/ 17554 h 17844"/>
                <a:gd name="csX4" fmla="*/ 16857 w 30715"/>
                <a:gd name="csY4" fmla="*/ 14610 h 17844"/>
                <a:gd name="csX5" fmla="*/ 7842 w 30715"/>
                <a:gd name="csY5" fmla="*/ 9972 h 17844"/>
                <a:gd name="csX6" fmla="*/ 0 w 30715"/>
                <a:gd name="csY6" fmla="*/ 1907 h 17844"/>
                <a:gd name="csX7" fmla="*/ 2142 w 30715"/>
                <a:gd name="csY7" fmla="*/ 26 h 17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715" h="17844">
                  <a:moveTo>
                    <a:pt x="2142" y="26"/>
                  </a:moveTo>
                  <a:cubicBezTo>
                    <a:pt x="2533" y="343"/>
                    <a:pt x="2924" y="678"/>
                    <a:pt x="3316" y="994"/>
                  </a:cubicBezTo>
                  <a:cubicBezTo>
                    <a:pt x="6668" y="5931"/>
                    <a:pt x="11437" y="8985"/>
                    <a:pt x="16876" y="11127"/>
                  </a:cubicBezTo>
                  <a:cubicBezTo>
                    <a:pt x="20862" y="14350"/>
                    <a:pt x="26245" y="14536"/>
                    <a:pt x="30715" y="17554"/>
                  </a:cubicBezTo>
                  <a:cubicBezTo>
                    <a:pt x="25407" y="18820"/>
                    <a:pt x="21365" y="15598"/>
                    <a:pt x="16857" y="14610"/>
                  </a:cubicBezTo>
                  <a:cubicBezTo>
                    <a:pt x="13858" y="13064"/>
                    <a:pt x="10841" y="11519"/>
                    <a:pt x="7842" y="9972"/>
                  </a:cubicBezTo>
                  <a:cubicBezTo>
                    <a:pt x="3334" y="9134"/>
                    <a:pt x="1695" y="5502"/>
                    <a:pt x="0" y="1907"/>
                  </a:cubicBezTo>
                  <a:cubicBezTo>
                    <a:pt x="19" y="510"/>
                    <a:pt x="726" y="-142"/>
                    <a:pt x="2142" y="26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5B0C84D4-D2E1-9D48-E594-8696FD67B522}"/>
                </a:ext>
              </a:extLst>
            </p:cNvPr>
            <p:cNvSpPr/>
            <p:nvPr/>
          </p:nvSpPr>
          <p:spPr>
            <a:xfrm>
              <a:off x="1712646" y="5300275"/>
              <a:ext cx="28859" cy="18986"/>
            </a:xfrm>
            <a:custGeom>
              <a:avLst/>
              <a:gdLst>
                <a:gd name="csX0" fmla="*/ 5203 w 28859"/>
                <a:gd name="csY0" fmla="*/ 11753 h 18986"/>
                <a:gd name="csX1" fmla="*/ 435 w 28859"/>
                <a:gd name="csY1" fmla="*/ 0 h 18986"/>
                <a:gd name="csX2" fmla="*/ 6302 w 28859"/>
                <a:gd name="csY2" fmla="*/ 8270 h 18986"/>
                <a:gd name="csX3" fmla="*/ 28859 w 28859"/>
                <a:gd name="csY3" fmla="*/ 18925 h 18986"/>
                <a:gd name="csX4" fmla="*/ 5203 w 28859"/>
                <a:gd name="csY4" fmla="*/ 11753 h 1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859" h="18986">
                  <a:moveTo>
                    <a:pt x="5203" y="11753"/>
                  </a:moveTo>
                  <a:cubicBezTo>
                    <a:pt x="3173" y="8363"/>
                    <a:pt x="-1428" y="6128"/>
                    <a:pt x="435" y="0"/>
                  </a:cubicBezTo>
                  <a:cubicBezTo>
                    <a:pt x="2223" y="3539"/>
                    <a:pt x="3210" y="6761"/>
                    <a:pt x="6302" y="8270"/>
                  </a:cubicBezTo>
                  <a:cubicBezTo>
                    <a:pt x="12039" y="14901"/>
                    <a:pt x="20663" y="15628"/>
                    <a:pt x="28859" y="18925"/>
                  </a:cubicBezTo>
                  <a:cubicBezTo>
                    <a:pt x="19490" y="19484"/>
                    <a:pt x="12188" y="16168"/>
                    <a:pt x="5203" y="11753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6549E161-3CA5-E0F3-328E-16274F462256}"/>
                </a:ext>
              </a:extLst>
            </p:cNvPr>
            <p:cNvSpPr/>
            <p:nvPr/>
          </p:nvSpPr>
          <p:spPr>
            <a:xfrm>
              <a:off x="1664204" y="5359116"/>
              <a:ext cx="24438" cy="17322"/>
            </a:xfrm>
            <a:custGeom>
              <a:avLst/>
              <a:gdLst>
                <a:gd name="csX0" fmla="*/ 20881 w 24438"/>
                <a:gd name="csY0" fmla="*/ 17323 h 17322"/>
                <a:gd name="csX1" fmla="*/ 0 w 24438"/>
                <a:gd name="csY1" fmla="*/ 0 h 17322"/>
                <a:gd name="csX2" fmla="*/ 23023 w 24438"/>
                <a:gd name="csY2" fmla="*/ 15050 h 17322"/>
                <a:gd name="csX3" fmla="*/ 24438 w 24438"/>
                <a:gd name="csY3" fmla="*/ 16987 h 17322"/>
                <a:gd name="csX4" fmla="*/ 20881 w 24438"/>
                <a:gd name="csY4" fmla="*/ 17323 h 17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38" h="17322">
                  <a:moveTo>
                    <a:pt x="20881" y="17323"/>
                  </a:moveTo>
                  <a:cubicBezTo>
                    <a:pt x="11586" y="14324"/>
                    <a:pt x="3073" y="10394"/>
                    <a:pt x="0" y="0"/>
                  </a:cubicBezTo>
                  <a:cubicBezTo>
                    <a:pt x="5104" y="8959"/>
                    <a:pt x="13672" y="12592"/>
                    <a:pt x="23023" y="15050"/>
                  </a:cubicBezTo>
                  <a:cubicBezTo>
                    <a:pt x="23488" y="15702"/>
                    <a:pt x="23973" y="16335"/>
                    <a:pt x="24438" y="16987"/>
                  </a:cubicBezTo>
                  <a:cubicBezTo>
                    <a:pt x="23246" y="17099"/>
                    <a:pt x="22073" y="17211"/>
                    <a:pt x="20881" y="17323"/>
                  </a:cubicBezTo>
                  <a:close/>
                </a:path>
              </a:pathLst>
            </a:custGeom>
            <a:solidFill>
              <a:srgbClr val="57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D3ADF4AF-22A7-F228-5C81-7F41FB9E2940}"/>
                </a:ext>
              </a:extLst>
            </p:cNvPr>
            <p:cNvSpPr/>
            <p:nvPr/>
          </p:nvSpPr>
          <p:spPr>
            <a:xfrm>
              <a:off x="1824530" y="5137454"/>
              <a:ext cx="60381" cy="122910"/>
            </a:xfrm>
            <a:custGeom>
              <a:avLst/>
              <a:gdLst>
                <a:gd name="csX0" fmla="*/ 34546 w 60381"/>
                <a:gd name="csY0" fmla="*/ 6264 h 122910"/>
                <a:gd name="csX1" fmla="*/ 41587 w 60381"/>
                <a:gd name="csY1" fmla="*/ 24 h 122910"/>
                <a:gd name="csX2" fmla="*/ 60065 w 60381"/>
                <a:gd name="csY2" fmla="*/ 19247 h 122910"/>
                <a:gd name="csX3" fmla="*/ 60307 w 60381"/>
                <a:gd name="csY3" fmla="*/ 33887 h 122910"/>
                <a:gd name="csX4" fmla="*/ 37806 w 60381"/>
                <a:gd name="csY4" fmla="*/ 106662 h 122910"/>
                <a:gd name="csX5" fmla="*/ 26630 w 60381"/>
                <a:gd name="csY5" fmla="*/ 119067 h 122910"/>
                <a:gd name="csX6" fmla="*/ 2546 w 60381"/>
                <a:gd name="csY6" fmla="*/ 111020 h 122910"/>
                <a:gd name="csX7" fmla="*/ 3533 w 60381"/>
                <a:gd name="csY7" fmla="*/ 80025 h 122910"/>
                <a:gd name="csX8" fmla="*/ 18844 w 60381"/>
                <a:gd name="csY8" fmla="*/ 28541 h 122910"/>
                <a:gd name="csX9" fmla="*/ 25978 w 60381"/>
                <a:gd name="csY9" fmla="*/ 10846 h 122910"/>
                <a:gd name="csX10" fmla="*/ 31194 w 60381"/>
                <a:gd name="csY10" fmla="*/ 7158 h 122910"/>
                <a:gd name="csX11" fmla="*/ 40395 w 60381"/>
                <a:gd name="csY11" fmla="*/ 14367 h 122910"/>
                <a:gd name="csX12" fmla="*/ 43338 w 60381"/>
                <a:gd name="csY12" fmla="*/ 39792 h 122910"/>
                <a:gd name="csX13" fmla="*/ 18751 w 60381"/>
                <a:gd name="csY13" fmla="*/ 100701 h 122910"/>
                <a:gd name="csX14" fmla="*/ 43375 w 60381"/>
                <a:gd name="csY14" fmla="*/ 40165 h 122910"/>
                <a:gd name="csX15" fmla="*/ 42202 w 60381"/>
                <a:gd name="csY15" fmla="*/ 18315 h 122910"/>
                <a:gd name="csX16" fmla="*/ 34546 w 60381"/>
                <a:gd name="csY16" fmla="*/ 6264 h 12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381" h="122910">
                  <a:moveTo>
                    <a:pt x="34546" y="6264"/>
                  </a:moveTo>
                  <a:cubicBezTo>
                    <a:pt x="33950" y="2222"/>
                    <a:pt x="36763" y="-274"/>
                    <a:pt x="41587" y="24"/>
                  </a:cubicBezTo>
                  <a:cubicBezTo>
                    <a:pt x="52018" y="657"/>
                    <a:pt x="61369" y="9151"/>
                    <a:pt x="60065" y="19247"/>
                  </a:cubicBezTo>
                  <a:cubicBezTo>
                    <a:pt x="59394" y="24481"/>
                    <a:pt x="60698" y="29212"/>
                    <a:pt x="60307" y="33887"/>
                  </a:cubicBezTo>
                  <a:cubicBezTo>
                    <a:pt x="58202" y="59704"/>
                    <a:pt x="54887" y="85278"/>
                    <a:pt x="37806" y="106662"/>
                  </a:cubicBezTo>
                  <a:cubicBezTo>
                    <a:pt x="34286" y="111058"/>
                    <a:pt x="31287" y="115826"/>
                    <a:pt x="26630" y="119067"/>
                  </a:cubicBezTo>
                  <a:cubicBezTo>
                    <a:pt x="16050" y="126462"/>
                    <a:pt x="7333" y="122867"/>
                    <a:pt x="2546" y="111020"/>
                  </a:cubicBezTo>
                  <a:cubicBezTo>
                    <a:pt x="-1850" y="100142"/>
                    <a:pt x="87" y="90550"/>
                    <a:pt x="3533" y="80025"/>
                  </a:cubicBezTo>
                  <a:cubicBezTo>
                    <a:pt x="9121" y="63038"/>
                    <a:pt x="15026" y="46088"/>
                    <a:pt x="18844" y="28541"/>
                  </a:cubicBezTo>
                  <a:cubicBezTo>
                    <a:pt x="20204" y="22283"/>
                    <a:pt x="23426" y="16676"/>
                    <a:pt x="25978" y="10846"/>
                  </a:cubicBezTo>
                  <a:cubicBezTo>
                    <a:pt x="26984" y="8555"/>
                    <a:pt x="28753" y="7382"/>
                    <a:pt x="31194" y="7158"/>
                  </a:cubicBezTo>
                  <a:cubicBezTo>
                    <a:pt x="36074" y="7233"/>
                    <a:pt x="38477" y="10567"/>
                    <a:pt x="40395" y="14367"/>
                  </a:cubicBezTo>
                  <a:cubicBezTo>
                    <a:pt x="44474" y="22469"/>
                    <a:pt x="44567" y="31317"/>
                    <a:pt x="43338" y="39792"/>
                  </a:cubicBezTo>
                  <a:cubicBezTo>
                    <a:pt x="40134" y="62014"/>
                    <a:pt x="32162" y="82503"/>
                    <a:pt x="18751" y="100701"/>
                  </a:cubicBezTo>
                  <a:cubicBezTo>
                    <a:pt x="32144" y="82633"/>
                    <a:pt x="40078" y="62274"/>
                    <a:pt x="43375" y="40165"/>
                  </a:cubicBezTo>
                  <a:cubicBezTo>
                    <a:pt x="44437" y="32975"/>
                    <a:pt x="44046" y="25561"/>
                    <a:pt x="42202" y="18315"/>
                  </a:cubicBezTo>
                  <a:cubicBezTo>
                    <a:pt x="40935" y="13417"/>
                    <a:pt x="36968" y="10380"/>
                    <a:pt x="34546" y="6264"/>
                  </a:cubicBezTo>
                  <a:close/>
                </a:path>
              </a:pathLst>
            </a:custGeom>
            <a:solidFill>
              <a:srgbClr val="96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A932D763-1CD6-64B3-971A-1D262D09D2FB}"/>
                </a:ext>
              </a:extLst>
            </p:cNvPr>
            <p:cNvSpPr/>
            <p:nvPr/>
          </p:nvSpPr>
          <p:spPr>
            <a:xfrm>
              <a:off x="1839207" y="5143567"/>
              <a:ext cx="30062" cy="99430"/>
            </a:xfrm>
            <a:custGeom>
              <a:avLst/>
              <a:gdLst>
                <a:gd name="csX0" fmla="*/ 19869 w 30062"/>
                <a:gd name="csY0" fmla="*/ 151 h 99430"/>
                <a:gd name="csX1" fmla="*/ 30058 w 30062"/>
                <a:gd name="csY1" fmla="*/ 23323 h 99430"/>
                <a:gd name="csX2" fmla="*/ 7557 w 30062"/>
                <a:gd name="csY2" fmla="*/ 91924 h 99430"/>
                <a:gd name="csX3" fmla="*/ 3292 w 30062"/>
                <a:gd name="csY3" fmla="*/ 97885 h 99430"/>
                <a:gd name="csX4" fmla="*/ 628 w 30062"/>
                <a:gd name="csY4" fmla="*/ 99133 h 99430"/>
                <a:gd name="csX5" fmla="*/ 1112 w 30062"/>
                <a:gd name="csY5" fmla="*/ 96358 h 99430"/>
                <a:gd name="csX6" fmla="*/ 21378 w 30062"/>
                <a:gd name="csY6" fmla="*/ 58825 h 99430"/>
                <a:gd name="csX7" fmla="*/ 26817 w 30062"/>
                <a:gd name="csY7" fmla="*/ 14140 h 99430"/>
                <a:gd name="csX8" fmla="*/ 16554 w 30062"/>
                <a:gd name="csY8" fmla="*/ 1120 h 99430"/>
                <a:gd name="csX9" fmla="*/ 19869 w 30062"/>
                <a:gd name="csY9" fmla="*/ 151 h 9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0062" h="99430">
                  <a:moveTo>
                    <a:pt x="19869" y="151"/>
                  </a:moveTo>
                  <a:cubicBezTo>
                    <a:pt x="28233" y="5683"/>
                    <a:pt x="29984" y="14363"/>
                    <a:pt x="30058" y="23323"/>
                  </a:cubicBezTo>
                  <a:cubicBezTo>
                    <a:pt x="30300" y="48655"/>
                    <a:pt x="21155" y="71044"/>
                    <a:pt x="7557" y="91924"/>
                  </a:cubicBezTo>
                  <a:cubicBezTo>
                    <a:pt x="6216" y="93973"/>
                    <a:pt x="4707" y="95911"/>
                    <a:pt x="3292" y="97885"/>
                  </a:cubicBezTo>
                  <a:cubicBezTo>
                    <a:pt x="2621" y="98816"/>
                    <a:pt x="1820" y="99990"/>
                    <a:pt x="628" y="99133"/>
                  </a:cubicBezTo>
                  <a:cubicBezTo>
                    <a:pt x="-713" y="98183"/>
                    <a:pt x="404" y="97196"/>
                    <a:pt x="1112" y="96358"/>
                  </a:cubicBezTo>
                  <a:cubicBezTo>
                    <a:pt x="10314" y="85163"/>
                    <a:pt x="16740" y="72441"/>
                    <a:pt x="21378" y="58825"/>
                  </a:cubicBezTo>
                  <a:cubicBezTo>
                    <a:pt x="26296" y="44352"/>
                    <a:pt x="30002" y="29656"/>
                    <a:pt x="26817" y="14140"/>
                  </a:cubicBezTo>
                  <a:cubicBezTo>
                    <a:pt x="25550" y="8011"/>
                    <a:pt x="22328" y="3616"/>
                    <a:pt x="16554" y="1120"/>
                  </a:cubicBezTo>
                  <a:cubicBezTo>
                    <a:pt x="17336" y="-240"/>
                    <a:pt x="18603" y="-72"/>
                    <a:pt x="19869" y="151"/>
                  </a:cubicBezTo>
                  <a:close/>
                </a:path>
              </a:pathLst>
            </a:custGeom>
            <a:solidFill>
              <a:srgbClr val="5B75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A278B9CD-6EAE-1FC8-8D3F-20BB7F1542AE}"/>
                </a:ext>
              </a:extLst>
            </p:cNvPr>
            <p:cNvSpPr/>
            <p:nvPr/>
          </p:nvSpPr>
          <p:spPr>
            <a:xfrm>
              <a:off x="1807531" y="5213581"/>
              <a:ext cx="14347" cy="4411"/>
            </a:xfrm>
            <a:custGeom>
              <a:avLst/>
              <a:gdLst>
                <a:gd name="csX0" fmla="*/ 14348 w 14347"/>
                <a:gd name="csY0" fmla="*/ 434 h 4411"/>
                <a:gd name="csX1" fmla="*/ 2315 w 14347"/>
                <a:gd name="csY1" fmla="*/ 4196 h 4411"/>
                <a:gd name="csX2" fmla="*/ 43 w 14347"/>
                <a:gd name="csY2" fmla="*/ 3451 h 4411"/>
                <a:gd name="csX3" fmla="*/ 1644 w 14347"/>
                <a:gd name="csY3" fmla="*/ 1477 h 4411"/>
                <a:gd name="csX4" fmla="*/ 14348 w 14347"/>
                <a:gd name="csY4" fmla="*/ 434 h 4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47" h="4411">
                  <a:moveTo>
                    <a:pt x="14348" y="434"/>
                  </a:moveTo>
                  <a:cubicBezTo>
                    <a:pt x="9691" y="1905"/>
                    <a:pt x="6022" y="3079"/>
                    <a:pt x="2315" y="4196"/>
                  </a:cubicBezTo>
                  <a:cubicBezTo>
                    <a:pt x="1440" y="4457"/>
                    <a:pt x="322" y="4718"/>
                    <a:pt x="43" y="3451"/>
                  </a:cubicBezTo>
                  <a:cubicBezTo>
                    <a:pt x="-218" y="2315"/>
                    <a:pt x="769" y="1682"/>
                    <a:pt x="1644" y="1477"/>
                  </a:cubicBezTo>
                  <a:cubicBezTo>
                    <a:pt x="5444" y="564"/>
                    <a:pt x="9226" y="-665"/>
                    <a:pt x="14348" y="434"/>
                  </a:cubicBezTo>
                  <a:close/>
                </a:path>
              </a:pathLst>
            </a:custGeom>
            <a:solidFill>
              <a:srgbClr val="5A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E9489369-B815-613E-05FC-4A098D79FCB9}"/>
                </a:ext>
              </a:extLst>
            </p:cNvPr>
            <p:cNvSpPr/>
            <p:nvPr/>
          </p:nvSpPr>
          <p:spPr>
            <a:xfrm>
              <a:off x="1881447" y="5211966"/>
              <a:ext cx="9592" cy="6742"/>
            </a:xfrm>
            <a:custGeom>
              <a:avLst/>
              <a:gdLst>
                <a:gd name="csX0" fmla="*/ 0 w 9592"/>
                <a:gd name="csY0" fmla="*/ 6743 h 6742"/>
                <a:gd name="csX1" fmla="*/ 9593 w 9592"/>
                <a:gd name="csY1" fmla="*/ 0 h 6742"/>
                <a:gd name="csX2" fmla="*/ 0 w 9592"/>
                <a:gd name="csY2" fmla="*/ 6743 h 6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92" h="6742">
                  <a:moveTo>
                    <a:pt x="0" y="6743"/>
                  </a:moveTo>
                  <a:cubicBezTo>
                    <a:pt x="2161" y="3036"/>
                    <a:pt x="5681" y="1248"/>
                    <a:pt x="9593" y="0"/>
                  </a:cubicBezTo>
                  <a:cubicBezTo>
                    <a:pt x="7283" y="3446"/>
                    <a:pt x="3930" y="5476"/>
                    <a:pt x="0" y="6743"/>
                  </a:cubicBezTo>
                  <a:close/>
                </a:path>
              </a:pathLst>
            </a:custGeom>
            <a:solidFill>
              <a:srgbClr val="5E83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23BF57ED-3C9B-A272-C017-0114B1E14AB2}"/>
                </a:ext>
              </a:extLst>
            </p:cNvPr>
            <p:cNvSpPr/>
            <p:nvPr/>
          </p:nvSpPr>
          <p:spPr>
            <a:xfrm>
              <a:off x="1920470" y="5057998"/>
              <a:ext cx="69328" cy="39354"/>
            </a:xfrm>
            <a:custGeom>
              <a:avLst/>
              <a:gdLst>
                <a:gd name="csX0" fmla="*/ 69328 w 69328"/>
                <a:gd name="csY0" fmla="*/ 0 h 39354"/>
                <a:gd name="csX1" fmla="*/ 0 w 69328"/>
                <a:gd name="csY1" fmla="*/ 39265 h 39354"/>
                <a:gd name="csX2" fmla="*/ 69328 w 69328"/>
                <a:gd name="csY2" fmla="*/ 0 h 3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328" h="39354">
                  <a:moveTo>
                    <a:pt x="69328" y="0"/>
                  </a:moveTo>
                  <a:cubicBezTo>
                    <a:pt x="65696" y="12890"/>
                    <a:pt x="15553" y="41146"/>
                    <a:pt x="0" y="39265"/>
                  </a:cubicBezTo>
                  <a:cubicBezTo>
                    <a:pt x="26375" y="31162"/>
                    <a:pt x="49323" y="19204"/>
                    <a:pt x="69328" y="0"/>
                  </a:cubicBezTo>
                  <a:close/>
                </a:path>
              </a:pathLst>
            </a:custGeom>
            <a:solidFill>
              <a:srgbClr val="40532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5EFC93C8-8173-6040-0AD4-C3010AA5A450}"/>
                </a:ext>
              </a:extLst>
            </p:cNvPr>
            <p:cNvSpPr/>
            <p:nvPr/>
          </p:nvSpPr>
          <p:spPr>
            <a:xfrm>
              <a:off x="1957202" y="5095530"/>
              <a:ext cx="6109" cy="11883"/>
            </a:xfrm>
            <a:custGeom>
              <a:avLst/>
              <a:gdLst>
                <a:gd name="csX0" fmla="*/ 0 w 6109"/>
                <a:gd name="csY0" fmla="*/ 0 h 11883"/>
                <a:gd name="csX1" fmla="*/ 6110 w 6109"/>
                <a:gd name="csY1" fmla="*/ 11884 h 11883"/>
                <a:gd name="csX2" fmla="*/ 0 w 6109"/>
                <a:gd name="csY2" fmla="*/ 0 h 11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09" h="11883">
                  <a:moveTo>
                    <a:pt x="0" y="0"/>
                  </a:moveTo>
                  <a:cubicBezTo>
                    <a:pt x="3912" y="2570"/>
                    <a:pt x="4955" y="6557"/>
                    <a:pt x="6110" y="11884"/>
                  </a:cubicBezTo>
                  <a:cubicBezTo>
                    <a:pt x="2459" y="7842"/>
                    <a:pt x="745" y="4191"/>
                    <a:pt x="0" y="0"/>
                  </a:cubicBezTo>
                  <a:close/>
                </a:path>
              </a:pathLst>
            </a:custGeom>
            <a:solidFill>
              <a:srgbClr val="6083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802E8C2D-7A43-F197-8872-05C75EA40090}"/>
                </a:ext>
              </a:extLst>
            </p:cNvPr>
            <p:cNvSpPr/>
            <p:nvPr/>
          </p:nvSpPr>
          <p:spPr>
            <a:xfrm>
              <a:off x="1937763" y="5055651"/>
              <a:ext cx="3622" cy="11213"/>
            </a:xfrm>
            <a:custGeom>
              <a:avLst/>
              <a:gdLst>
                <a:gd name="csX0" fmla="*/ 3494 w 3622"/>
                <a:gd name="csY0" fmla="*/ 11213 h 11213"/>
                <a:gd name="csX1" fmla="*/ 235 w 3622"/>
                <a:gd name="csY1" fmla="*/ 0 h 11213"/>
                <a:gd name="csX2" fmla="*/ 3494 w 3622"/>
                <a:gd name="csY2" fmla="*/ 11213 h 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22" h="11213">
                  <a:moveTo>
                    <a:pt x="3494" y="11213"/>
                  </a:moveTo>
                  <a:cubicBezTo>
                    <a:pt x="1483" y="8177"/>
                    <a:pt x="-734" y="5234"/>
                    <a:pt x="235" y="0"/>
                  </a:cubicBezTo>
                  <a:cubicBezTo>
                    <a:pt x="2861" y="4172"/>
                    <a:pt x="4034" y="7451"/>
                    <a:pt x="3494" y="11213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0A6D65D9-DB3A-C246-2D63-CB2DA6A01B95}"/>
                </a:ext>
              </a:extLst>
            </p:cNvPr>
            <p:cNvSpPr/>
            <p:nvPr/>
          </p:nvSpPr>
          <p:spPr>
            <a:xfrm>
              <a:off x="2055681" y="4842293"/>
              <a:ext cx="10617" cy="4497"/>
            </a:xfrm>
            <a:custGeom>
              <a:avLst/>
              <a:gdLst>
                <a:gd name="csX0" fmla="*/ 0 w 10617"/>
                <a:gd name="csY0" fmla="*/ 64 h 4497"/>
                <a:gd name="csX1" fmla="*/ 10617 w 10617"/>
                <a:gd name="csY1" fmla="*/ 4498 h 4497"/>
                <a:gd name="csX2" fmla="*/ 0 w 10617"/>
                <a:gd name="csY2" fmla="*/ 64 h 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7" h="4497">
                  <a:moveTo>
                    <a:pt x="0" y="64"/>
                  </a:moveTo>
                  <a:cubicBezTo>
                    <a:pt x="4489" y="-439"/>
                    <a:pt x="7525" y="2095"/>
                    <a:pt x="10617" y="4498"/>
                  </a:cubicBezTo>
                  <a:cubicBezTo>
                    <a:pt x="6445" y="4479"/>
                    <a:pt x="2962" y="2840"/>
                    <a:pt x="0" y="64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88FED719-8D93-9F47-A7C9-6897E2C8C5CA}"/>
                </a:ext>
              </a:extLst>
            </p:cNvPr>
            <p:cNvSpPr/>
            <p:nvPr/>
          </p:nvSpPr>
          <p:spPr>
            <a:xfrm>
              <a:off x="2014539" y="4877072"/>
              <a:ext cx="9178" cy="4224"/>
            </a:xfrm>
            <a:custGeom>
              <a:avLst/>
              <a:gdLst>
                <a:gd name="csX0" fmla="*/ 9178 w 9178"/>
                <a:gd name="csY0" fmla="*/ 3581 h 4224"/>
                <a:gd name="csX1" fmla="*/ 7875 w 9178"/>
                <a:gd name="csY1" fmla="*/ 4214 h 4224"/>
                <a:gd name="csX2" fmla="*/ 14 w 9178"/>
                <a:gd name="csY2" fmla="*/ 1216 h 4224"/>
                <a:gd name="csX3" fmla="*/ 796 w 9178"/>
                <a:gd name="csY3" fmla="*/ 42 h 4224"/>
                <a:gd name="csX4" fmla="*/ 9178 w 9178"/>
                <a:gd name="csY4" fmla="*/ 3581 h 4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78" h="4224">
                  <a:moveTo>
                    <a:pt x="9178" y="3581"/>
                  </a:moveTo>
                  <a:cubicBezTo>
                    <a:pt x="8489" y="3935"/>
                    <a:pt x="8117" y="4289"/>
                    <a:pt x="7875" y="4214"/>
                  </a:cubicBezTo>
                  <a:cubicBezTo>
                    <a:pt x="5174" y="3413"/>
                    <a:pt x="1895" y="4084"/>
                    <a:pt x="14" y="1216"/>
                  </a:cubicBezTo>
                  <a:cubicBezTo>
                    <a:pt x="-98" y="1048"/>
                    <a:pt x="480" y="79"/>
                    <a:pt x="796" y="42"/>
                  </a:cubicBezTo>
                  <a:cubicBezTo>
                    <a:pt x="4168" y="-293"/>
                    <a:pt x="6645" y="1420"/>
                    <a:pt x="9178" y="3581"/>
                  </a:cubicBezTo>
                  <a:close/>
                </a:path>
              </a:pathLst>
            </a:custGeom>
            <a:solidFill>
              <a:srgbClr val="5578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4EC1D21C-C9F7-8D9D-02D3-483A9C857229}"/>
                </a:ext>
              </a:extLst>
            </p:cNvPr>
            <p:cNvSpPr/>
            <p:nvPr/>
          </p:nvSpPr>
          <p:spPr>
            <a:xfrm>
              <a:off x="1981360" y="4928131"/>
              <a:ext cx="9052" cy="3564"/>
            </a:xfrm>
            <a:custGeom>
              <a:avLst/>
              <a:gdLst>
                <a:gd name="csX0" fmla="*/ 0 w 9052"/>
                <a:gd name="csY0" fmla="*/ 169 h 3564"/>
                <a:gd name="csX1" fmla="*/ 9053 w 9052"/>
                <a:gd name="csY1" fmla="*/ 3261 h 3564"/>
                <a:gd name="csX2" fmla="*/ 0 w 9052"/>
                <a:gd name="csY2" fmla="*/ 169 h 3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52" h="3564">
                  <a:moveTo>
                    <a:pt x="0" y="169"/>
                  </a:moveTo>
                  <a:cubicBezTo>
                    <a:pt x="4750" y="-613"/>
                    <a:pt x="6836" y="1473"/>
                    <a:pt x="9053" y="3261"/>
                  </a:cubicBezTo>
                  <a:cubicBezTo>
                    <a:pt x="5905" y="4230"/>
                    <a:pt x="3558" y="2795"/>
                    <a:pt x="0" y="169"/>
                  </a:cubicBezTo>
                  <a:close/>
                </a:path>
              </a:pathLst>
            </a:custGeom>
            <a:solidFill>
              <a:srgbClr val="5579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77D0C445-D43B-99A5-76A1-02C31E151F8C}"/>
                </a:ext>
              </a:extLst>
            </p:cNvPr>
            <p:cNvSpPr/>
            <p:nvPr/>
          </p:nvSpPr>
          <p:spPr>
            <a:xfrm>
              <a:off x="1558582" y="5242281"/>
              <a:ext cx="163965" cy="205329"/>
            </a:xfrm>
            <a:custGeom>
              <a:avLst/>
              <a:gdLst>
                <a:gd name="csX0" fmla="*/ 12339 w 163965"/>
                <a:gd name="csY0" fmla="*/ 205330 h 205329"/>
                <a:gd name="csX1" fmla="*/ 325 w 163965"/>
                <a:gd name="csY1" fmla="*/ 187541 h 205329"/>
                <a:gd name="csX2" fmla="*/ 23553 w 163965"/>
                <a:gd name="csY2" fmla="*/ 135443 h 205329"/>
                <a:gd name="csX3" fmla="*/ 55348 w 163965"/>
                <a:gd name="csY3" fmla="*/ 89062 h 205329"/>
                <a:gd name="csX4" fmla="*/ 87666 w 163965"/>
                <a:gd name="csY4" fmla="*/ 50189 h 205329"/>
                <a:gd name="csX5" fmla="*/ 114376 w 163965"/>
                <a:gd name="csY5" fmla="*/ 22696 h 205329"/>
                <a:gd name="csX6" fmla="*/ 138796 w 163965"/>
                <a:gd name="csY6" fmla="*/ 3044 h 205329"/>
                <a:gd name="csX7" fmla="*/ 153865 w 163965"/>
                <a:gd name="csY7" fmla="*/ 791 h 205329"/>
                <a:gd name="csX8" fmla="*/ 162489 w 163965"/>
                <a:gd name="csY8" fmla="*/ 21299 h 205329"/>
                <a:gd name="csX9" fmla="*/ 148742 w 163965"/>
                <a:gd name="csY9" fmla="*/ 38137 h 205329"/>
                <a:gd name="csX10" fmla="*/ 112551 w 163965"/>
                <a:gd name="csY10" fmla="*/ 74534 h 205329"/>
                <a:gd name="csX11" fmla="*/ 86008 w 163965"/>
                <a:gd name="csY11" fmla="*/ 108676 h 205329"/>
                <a:gd name="csX12" fmla="*/ 73453 w 163965"/>
                <a:gd name="csY12" fmla="*/ 126558 h 205329"/>
                <a:gd name="csX13" fmla="*/ 32624 w 163965"/>
                <a:gd name="csY13" fmla="*/ 191229 h 205329"/>
                <a:gd name="csX14" fmla="*/ 12339 w 163965"/>
                <a:gd name="csY14" fmla="*/ 205330 h 20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3965" h="205329">
                  <a:moveTo>
                    <a:pt x="12339" y="205330"/>
                  </a:moveTo>
                  <a:cubicBezTo>
                    <a:pt x="3827" y="205218"/>
                    <a:pt x="-1389" y="197078"/>
                    <a:pt x="325" y="187541"/>
                  </a:cubicBezTo>
                  <a:cubicBezTo>
                    <a:pt x="3808" y="168226"/>
                    <a:pt x="13122" y="151611"/>
                    <a:pt x="23553" y="135443"/>
                  </a:cubicBezTo>
                  <a:cubicBezTo>
                    <a:pt x="33741" y="119703"/>
                    <a:pt x="43856" y="103871"/>
                    <a:pt x="55348" y="89062"/>
                  </a:cubicBezTo>
                  <a:cubicBezTo>
                    <a:pt x="65667" y="75763"/>
                    <a:pt x="76992" y="63246"/>
                    <a:pt x="87666" y="50189"/>
                  </a:cubicBezTo>
                  <a:cubicBezTo>
                    <a:pt x="95787" y="40242"/>
                    <a:pt x="104988" y="31320"/>
                    <a:pt x="114376" y="22696"/>
                  </a:cubicBezTo>
                  <a:cubicBezTo>
                    <a:pt x="122050" y="15655"/>
                    <a:pt x="128812" y="7217"/>
                    <a:pt x="138796" y="3044"/>
                  </a:cubicBezTo>
                  <a:cubicBezTo>
                    <a:pt x="143546" y="1051"/>
                    <a:pt x="148277" y="-1240"/>
                    <a:pt x="153865" y="791"/>
                  </a:cubicBezTo>
                  <a:cubicBezTo>
                    <a:pt x="162154" y="3808"/>
                    <a:pt x="166419" y="13308"/>
                    <a:pt x="162489" y="21299"/>
                  </a:cubicBezTo>
                  <a:cubicBezTo>
                    <a:pt x="159229" y="27948"/>
                    <a:pt x="153976" y="33052"/>
                    <a:pt x="148742" y="38137"/>
                  </a:cubicBezTo>
                  <a:cubicBezTo>
                    <a:pt x="136467" y="50058"/>
                    <a:pt x="124360" y="62147"/>
                    <a:pt x="112551" y="74534"/>
                  </a:cubicBezTo>
                  <a:cubicBezTo>
                    <a:pt x="102511" y="85058"/>
                    <a:pt x="95656" y="97891"/>
                    <a:pt x="86008" y="108676"/>
                  </a:cubicBezTo>
                  <a:cubicBezTo>
                    <a:pt x="81183" y="114078"/>
                    <a:pt x="77775" y="120690"/>
                    <a:pt x="73453" y="126558"/>
                  </a:cubicBezTo>
                  <a:cubicBezTo>
                    <a:pt x="58235" y="147103"/>
                    <a:pt x="45402" y="169138"/>
                    <a:pt x="32624" y="191229"/>
                  </a:cubicBezTo>
                  <a:cubicBezTo>
                    <a:pt x="28433" y="198550"/>
                    <a:pt x="22193" y="205181"/>
                    <a:pt x="12339" y="205330"/>
                  </a:cubicBezTo>
                  <a:close/>
                </a:path>
              </a:pathLst>
            </a:custGeom>
            <a:solidFill>
              <a:srgbClr val="9E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8EED8010-2F25-14B9-EC57-D15D8F89CEB9}"/>
                </a:ext>
              </a:extLst>
            </p:cNvPr>
            <p:cNvSpPr/>
            <p:nvPr/>
          </p:nvSpPr>
          <p:spPr>
            <a:xfrm>
              <a:off x="1542214" y="5389310"/>
              <a:ext cx="76268" cy="81506"/>
            </a:xfrm>
            <a:custGeom>
              <a:avLst/>
              <a:gdLst>
                <a:gd name="csX0" fmla="*/ 68383 w 76268"/>
                <a:gd name="csY0" fmla="*/ 32019 h 81506"/>
                <a:gd name="csX1" fmla="*/ 76225 w 76268"/>
                <a:gd name="csY1" fmla="*/ 40084 h 81506"/>
                <a:gd name="csX2" fmla="*/ 73449 w 76268"/>
                <a:gd name="csY2" fmla="*/ 45579 h 81506"/>
                <a:gd name="csX3" fmla="*/ 61379 w 76268"/>
                <a:gd name="csY3" fmla="*/ 56997 h 81506"/>
                <a:gd name="csX4" fmla="*/ 35618 w 76268"/>
                <a:gd name="csY4" fmla="*/ 79088 h 81506"/>
                <a:gd name="csX5" fmla="*/ 4 w 76268"/>
                <a:gd name="csY5" fmla="*/ 54278 h 81506"/>
                <a:gd name="csX6" fmla="*/ 3022 w 76268"/>
                <a:gd name="csY6" fmla="*/ 25649 h 81506"/>
                <a:gd name="csX7" fmla="*/ 14049 w 76268"/>
                <a:gd name="csY7" fmla="*/ 540 h 81506"/>
                <a:gd name="csX8" fmla="*/ 20754 w 76268"/>
                <a:gd name="csY8" fmla="*/ 1564 h 81506"/>
                <a:gd name="csX9" fmla="*/ 6933 w 76268"/>
                <a:gd name="csY9" fmla="*/ 38687 h 81506"/>
                <a:gd name="csX10" fmla="*/ 8461 w 76268"/>
                <a:gd name="csY10" fmla="*/ 60089 h 81506"/>
                <a:gd name="csX11" fmla="*/ 35525 w 76268"/>
                <a:gd name="csY11" fmla="*/ 69663 h 81506"/>
                <a:gd name="csX12" fmla="*/ 58250 w 76268"/>
                <a:gd name="csY12" fmla="*/ 48559 h 81506"/>
                <a:gd name="csX13" fmla="*/ 68383 w 76268"/>
                <a:gd name="csY13" fmla="*/ 32019 h 81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8" h="81506">
                  <a:moveTo>
                    <a:pt x="68383" y="32019"/>
                  </a:moveTo>
                  <a:cubicBezTo>
                    <a:pt x="70990" y="34701"/>
                    <a:pt x="73617" y="37383"/>
                    <a:pt x="76225" y="40084"/>
                  </a:cubicBezTo>
                  <a:cubicBezTo>
                    <a:pt x="76448" y="42506"/>
                    <a:pt x="75871" y="44238"/>
                    <a:pt x="73449" y="45579"/>
                  </a:cubicBezTo>
                  <a:cubicBezTo>
                    <a:pt x="68495" y="48317"/>
                    <a:pt x="64825" y="52378"/>
                    <a:pt x="61379" y="56997"/>
                  </a:cubicBezTo>
                  <a:cubicBezTo>
                    <a:pt x="54487" y="66199"/>
                    <a:pt x="46143" y="74953"/>
                    <a:pt x="35618" y="79088"/>
                  </a:cubicBezTo>
                  <a:cubicBezTo>
                    <a:pt x="17048" y="86409"/>
                    <a:pt x="-312" y="76816"/>
                    <a:pt x="4" y="54278"/>
                  </a:cubicBezTo>
                  <a:cubicBezTo>
                    <a:pt x="135" y="44499"/>
                    <a:pt x="936" y="34943"/>
                    <a:pt x="3022" y="25649"/>
                  </a:cubicBezTo>
                  <a:cubicBezTo>
                    <a:pt x="5015" y="16764"/>
                    <a:pt x="6244" y="7059"/>
                    <a:pt x="14049" y="540"/>
                  </a:cubicBezTo>
                  <a:cubicBezTo>
                    <a:pt x="16545" y="-801"/>
                    <a:pt x="18612" y="670"/>
                    <a:pt x="20754" y="1564"/>
                  </a:cubicBezTo>
                  <a:cubicBezTo>
                    <a:pt x="13769" y="13057"/>
                    <a:pt x="9411" y="25555"/>
                    <a:pt x="6933" y="38687"/>
                  </a:cubicBezTo>
                  <a:cubicBezTo>
                    <a:pt x="5574" y="45840"/>
                    <a:pt x="5704" y="52806"/>
                    <a:pt x="8461" y="60089"/>
                  </a:cubicBezTo>
                  <a:cubicBezTo>
                    <a:pt x="12391" y="70520"/>
                    <a:pt x="26566" y="73333"/>
                    <a:pt x="35525" y="69663"/>
                  </a:cubicBezTo>
                  <a:cubicBezTo>
                    <a:pt x="45882" y="65416"/>
                    <a:pt x="52010" y="56867"/>
                    <a:pt x="58250" y="48559"/>
                  </a:cubicBezTo>
                  <a:cubicBezTo>
                    <a:pt x="62106" y="43418"/>
                    <a:pt x="67191" y="38836"/>
                    <a:pt x="68383" y="32019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F33D1B42-6971-74F9-B180-5485402917B7}"/>
                </a:ext>
              </a:extLst>
            </p:cNvPr>
            <p:cNvSpPr/>
            <p:nvPr/>
          </p:nvSpPr>
          <p:spPr>
            <a:xfrm>
              <a:off x="1535028" y="5371652"/>
              <a:ext cx="28126" cy="19355"/>
            </a:xfrm>
            <a:custGeom>
              <a:avLst/>
              <a:gdLst>
                <a:gd name="csX0" fmla="*/ 27977 w 28126"/>
                <a:gd name="csY0" fmla="*/ 19204 h 19355"/>
                <a:gd name="csX1" fmla="*/ 21272 w 28126"/>
                <a:gd name="csY1" fmla="*/ 18180 h 19355"/>
                <a:gd name="csX2" fmla="*/ 12033 w 28126"/>
                <a:gd name="csY2" fmla="*/ 12610 h 19355"/>
                <a:gd name="csX3" fmla="*/ 0 w 28126"/>
                <a:gd name="csY3" fmla="*/ 0 h 19355"/>
                <a:gd name="csX4" fmla="*/ 14454 w 28126"/>
                <a:gd name="csY4" fmla="*/ 10412 h 19355"/>
                <a:gd name="csX5" fmla="*/ 24606 w 28126"/>
                <a:gd name="csY5" fmla="*/ 16075 h 19355"/>
                <a:gd name="csX6" fmla="*/ 28126 w 28126"/>
                <a:gd name="csY6" fmla="*/ 18235 h 19355"/>
                <a:gd name="csX7" fmla="*/ 27977 w 28126"/>
                <a:gd name="csY7" fmla="*/ 19204 h 1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126" h="19355">
                  <a:moveTo>
                    <a:pt x="27977" y="19204"/>
                  </a:moveTo>
                  <a:cubicBezTo>
                    <a:pt x="25593" y="19781"/>
                    <a:pt x="23507" y="18552"/>
                    <a:pt x="21272" y="18180"/>
                  </a:cubicBezTo>
                  <a:cubicBezTo>
                    <a:pt x="18198" y="16317"/>
                    <a:pt x="15106" y="14454"/>
                    <a:pt x="12033" y="12610"/>
                  </a:cubicBezTo>
                  <a:cubicBezTo>
                    <a:pt x="8792" y="8177"/>
                    <a:pt x="2515" y="6668"/>
                    <a:pt x="0" y="0"/>
                  </a:cubicBezTo>
                  <a:cubicBezTo>
                    <a:pt x="5793" y="3260"/>
                    <a:pt x="9164" y="8233"/>
                    <a:pt x="14454" y="10412"/>
                  </a:cubicBezTo>
                  <a:cubicBezTo>
                    <a:pt x="17453" y="13001"/>
                    <a:pt x="20731" y="15088"/>
                    <a:pt x="24606" y="16075"/>
                  </a:cubicBezTo>
                  <a:cubicBezTo>
                    <a:pt x="25779" y="16801"/>
                    <a:pt x="26953" y="17509"/>
                    <a:pt x="28126" y="18235"/>
                  </a:cubicBezTo>
                  <a:cubicBezTo>
                    <a:pt x="28033" y="18552"/>
                    <a:pt x="27977" y="18869"/>
                    <a:pt x="27977" y="19204"/>
                  </a:cubicBezTo>
                  <a:close/>
                </a:path>
              </a:pathLst>
            </a:custGeom>
            <a:solidFill>
              <a:srgbClr val="587C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665279D1-9B49-BCB2-D49F-6AD634F05552}"/>
                </a:ext>
              </a:extLst>
            </p:cNvPr>
            <p:cNvSpPr/>
            <p:nvPr/>
          </p:nvSpPr>
          <p:spPr>
            <a:xfrm>
              <a:off x="1939419" y="5227407"/>
              <a:ext cx="120029" cy="144068"/>
            </a:xfrm>
            <a:custGeom>
              <a:avLst/>
              <a:gdLst>
                <a:gd name="csX0" fmla="*/ 70068 w 120029"/>
                <a:gd name="csY0" fmla="*/ 113753 h 144068"/>
                <a:gd name="csX1" fmla="*/ 47231 w 120029"/>
                <a:gd name="csY1" fmla="*/ 96411 h 144068"/>
                <a:gd name="csX2" fmla="*/ 36707 w 120029"/>
                <a:gd name="csY2" fmla="*/ 86371 h 144068"/>
                <a:gd name="csX3" fmla="*/ 3887 w 120029"/>
                <a:gd name="csY3" fmla="*/ 39190 h 144068"/>
                <a:gd name="csX4" fmla="*/ 14169 w 120029"/>
                <a:gd name="csY4" fmla="*/ 5290 h 144068"/>
                <a:gd name="csX5" fmla="*/ 27096 w 120029"/>
                <a:gd name="csY5" fmla="*/ 447 h 144068"/>
                <a:gd name="csX6" fmla="*/ 31753 w 120029"/>
                <a:gd name="csY6" fmla="*/ 1546 h 144068"/>
                <a:gd name="csX7" fmla="*/ 57476 w 120029"/>
                <a:gd name="csY7" fmla="*/ 23097 h 144068"/>
                <a:gd name="csX8" fmla="*/ 75749 w 120029"/>
                <a:gd name="csY8" fmla="*/ 43679 h 144068"/>
                <a:gd name="csX9" fmla="*/ 96070 w 120029"/>
                <a:gd name="csY9" fmla="*/ 77933 h 144068"/>
                <a:gd name="csX10" fmla="*/ 112332 w 120029"/>
                <a:gd name="csY10" fmla="*/ 110083 h 144068"/>
                <a:gd name="csX11" fmla="*/ 115144 w 120029"/>
                <a:gd name="csY11" fmla="*/ 114293 h 144068"/>
                <a:gd name="csX12" fmla="*/ 115945 w 120029"/>
                <a:gd name="csY12" fmla="*/ 135415 h 144068"/>
                <a:gd name="csX13" fmla="*/ 114231 w 120029"/>
                <a:gd name="csY13" fmla="*/ 138954 h 144068"/>
                <a:gd name="csX14" fmla="*/ 114325 w 120029"/>
                <a:gd name="csY14" fmla="*/ 138917 h 144068"/>
                <a:gd name="csX15" fmla="*/ 109556 w 120029"/>
                <a:gd name="csY15" fmla="*/ 140016 h 144068"/>
                <a:gd name="csX16" fmla="*/ 93575 w 120029"/>
                <a:gd name="csY16" fmla="*/ 143499 h 144068"/>
                <a:gd name="csX17" fmla="*/ 84671 w 120029"/>
                <a:gd name="csY17" fmla="*/ 137315 h 144068"/>
                <a:gd name="csX18" fmla="*/ 69956 w 120029"/>
                <a:gd name="csY18" fmla="*/ 115969 h 144068"/>
                <a:gd name="csX19" fmla="*/ 70068 w 120029"/>
                <a:gd name="csY19" fmla="*/ 113753 h 144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029" h="144068">
                  <a:moveTo>
                    <a:pt x="70068" y="113753"/>
                  </a:moveTo>
                  <a:cubicBezTo>
                    <a:pt x="59618" y="111722"/>
                    <a:pt x="53490" y="103899"/>
                    <a:pt x="47231" y="96411"/>
                  </a:cubicBezTo>
                  <a:cubicBezTo>
                    <a:pt x="44065" y="92611"/>
                    <a:pt x="39464" y="90264"/>
                    <a:pt x="36707" y="86371"/>
                  </a:cubicBezTo>
                  <a:cubicBezTo>
                    <a:pt x="25643" y="70725"/>
                    <a:pt x="13796" y="55637"/>
                    <a:pt x="3887" y="39190"/>
                  </a:cubicBezTo>
                  <a:cubicBezTo>
                    <a:pt x="-3899" y="26245"/>
                    <a:pt x="255" y="11343"/>
                    <a:pt x="14169" y="5290"/>
                  </a:cubicBezTo>
                  <a:cubicBezTo>
                    <a:pt x="18341" y="3483"/>
                    <a:pt x="23222" y="3464"/>
                    <a:pt x="27096" y="447"/>
                  </a:cubicBezTo>
                  <a:cubicBezTo>
                    <a:pt x="28679" y="-801"/>
                    <a:pt x="30262" y="894"/>
                    <a:pt x="31753" y="1546"/>
                  </a:cubicBezTo>
                  <a:cubicBezTo>
                    <a:pt x="42370" y="6258"/>
                    <a:pt x="50118" y="14640"/>
                    <a:pt x="57476" y="23097"/>
                  </a:cubicBezTo>
                  <a:cubicBezTo>
                    <a:pt x="63492" y="30007"/>
                    <a:pt x="70366" y="36135"/>
                    <a:pt x="75749" y="43679"/>
                  </a:cubicBezTo>
                  <a:cubicBezTo>
                    <a:pt x="83497" y="54557"/>
                    <a:pt x="89905" y="66162"/>
                    <a:pt x="96070" y="77933"/>
                  </a:cubicBezTo>
                  <a:cubicBezTo>
                    <a:pt x="101640" y="88569"/>
                    <a:pt x="106893" y="99373"/>
                    <a:pt x="112332" y="110083"/>
                  </a:cubicBezTo>
                  <a:cubicBezTo>
                    <a:pt x="113095" y="111573"/>
                    <a:pt x="114101" y="112970"/>
                    <a:pt x="115144" y="114293"/>
                  </a:cubicBezTo>
                  <a:cubicBezTo>
                    <a:pt x="121421" y="122209"/>
                    <a:pt x="121608" y="127276"/>
                    <a:pt x="115945" y="135415"/>
                  </a:cubicBezTo>
                  <a:cubicBezTo>
                    <a:pt x="115200" y="136477"/>
                    <a:pt x="114790" y="137762"/>
                    <a:pt x="114231" y="138954"/>
                  </a:cubicBezTo>
                  <a:cubicBezTo>
                    <a:pt x="114231" y="138954"/>
                    <a:pt x="114306" y="138917"/>
                    <a:pt x="114325" y="138917"/>
                  </a:cubicBezTo>
                  <a:cubicBezTo>
                    <a:pt x="112574" y="138582"/>
                    <a:pt x="110692" y="138824"/>
                    <a:pt x="109556" y="140016"/>
                  </a:cubicBezTo>
                  <a:cubicBezTo>
                    <a:pt x="104955" y="144915"/>
                    <a:pt x="99572" y="144356"/>
                    <a:pt x="93575" y="143499"/>
                  </a:cubicBezTo>
                  <a:cubicBezTo>
                    <a:pt x="89216" y="142866"/>
                    <a:pt x="86664" y="139811"/>
                    <a:pt x="84671" y="137315"/>
                  </a:cubicBezTo>
                  <a:cubicBezTo>
                    <a:pt x="79288" y="130591"/>
                    <a:pt x="70384" y="126102"/>
                    <a:pt x="69956" y="115969"/>
                  </a:cubicBezTo>
                  <a:cubicBezTo>
                    <a:pt x="69341" y="115168"/>
                    <a:pt x="69360" y="114442"/>
                    <a:pt x="70068" y="113753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A0EBC503-A097-74DB-DA86-B58AE855C2A3}"/>
                </a:ext>
              </a:extLst>
            </p:cNvPr>
            <p:cNvSpPr/>
            <p:nvPr/>
          </p:nvSpPr>
          <p:spPr>
            <a:xfrm>
              <a:off x="1995163" y="5341160"/>
              <a:ext cx="14323" cy="9304"/>
            </a:xfrm>
            <a:custGeom>
              <a:avLst/>
              <a:gdLst>
                <a:gd name="csX0" fmla="*/ 14324 w 14323"/>
                <a:gd name="csY0" fmla="*/ 0 h 9304"/>
                <a:gd name="csX1" fmla="*/ 14194 w 14323"/>
                <a:gd name="csY1" fmla="*/ 2179 h 9304"/>
                <a:gd name="csX2" fmla="*/ 0 w 14323"/>
                <a:gd name="csY2" fmla="*/ 9239 h 9304"/>
                <a:gd name="csX3" fmla="*/ 14324 w 14323"/>
                <a:gd name="csY3" fmla="*/ 0 h 9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323" h="9304">
                  <a:moveTo>
                    <a:pt x="14324" y="0"/>
                  </a:moveTo>
                  <a:cubicBezTo>
                    <a:pt x="14287" y="726"/>
                    <a:pt x="14249" y="1453"/>
                    <a:pt x="14194" y="2179"/>
                  </a:cubicBezTo>
                  <a:cubicBezTo>
                    <a:pt x="9313" y="4210"/>
                    <a:pt x="6352" y="9984"/>
                    <a:pt x="0" y="9239"/>
                  </a:cubicBezTo>
                  <a:cubicBezTo>
                    <a:pt x="4266" y="5364"/>
                    <a:pt x="8829" y="1993"/>
                    <a:pt x="14324" y="0"/>
                  </a:cubicBezTo>
                  <a:close/>
                </a:path>
              </a:pathLst>
            </a:custGeom>
            <a:solidFill>
              <a:srgbClr val="4E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DA13D0B6-854E-E16B-08AB-0992333E11AF}"/>
                </a:ext>
              </a:extLst>
            </p:cNvPr>
            <p:cNvSpPr/>
            <p:nvPr/>
          </p:nvSpPr>
          <p:spPr>
            <a:xfrm>
              <a:off x="1949658" y="5289766"/>
              <a:ext cx="6848" cy="8459"/>
            </a:xfrm>
            <a:custGeom>
              <a:avLst/>
              <a:gdLst>
                <a:gd name="csX0" fmla="*/ 0 w 6848"/>
                <a:gd name="csY0" fmla="*/ 8460 h 8459"/>
                <a:gd name="csX1" fmla="*/ 4117 w 6848"/>
                <a:gd name="csY1" fmla="*/ 1344 h 8459"/>
                <a:gd name="csX2" fmla="*/ 6147 w 6848"/>
                <a:gd name="csY2" fmla="*/ 227 h 8459"/>
                <a:gd name="csX3" fmla="*/ 6557 w 6848"/>
                <a:gd name="csY3" fmla="*/ 2760 h 8459"/>
                <a:gd name="csX4" fmla="*/ 0 w 6848"/>
                <a:gd name="csY4" fmla="*/ 8460 h 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48" h="8459">
                  <a:moveTo>
                    <a:pt x="0" y="8460"/>
                  </a:moveTo>
                  <a:cubicBezTo>
                    <a:pt x="1378" y="6094"/>
                    <a:pt x="2775" y="3729"/>
                    <a:pt x="4117" y="1344"/>
                  </a:cubicBezTo>
                  <a:cubicBezTo>
                    <a:pt x="4582" y="506"/>
                    <a:pt x="5066" y="-444"/>
                    <a:pt x="6147" y="227"/>
                  </a:cubicBezTo>
                  <a:cubicBezTo>
                    <a:pt x="7041" y="786"/>
                    <a:pt x="6966" y="1903"/>
                    <a:pt x="6557" y="2760"/>
                  </a:cubicBezTo>
                  <a:cubicBezTo>
                    <a:pt x="5271" y="5479"/>
                    <a:pt x="3353" y="7659"/>
                    <a:pt x="0" y="8460"/>
                  </a:cubicBezTo>
                  <a:close/>
                </a:path>
              </a:pathLst>
            </a:custGeom>
            <a:solidFill>
              <a:srgbClr val="4E6D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71FE1B93-5817-7611-AF96-434DCE7A9F25}"/>
                </a:ext>
              </a:extLst>
            </p:cNvPr>
            <p:cNvSpPr/>
            <p:nvPr/>
          </p:nvSpPr>
          <p:spPr>
            <a:xfrm>
              <a:off x="2005743" y="5242256"/>
              <a:ext cx="7737" cy="6237"/>
            </a:xfrm>
            <a:custGeom>
              <a:avLst/>
              <a:gdLst>
                <a:gd name="csX0" fmla="*/ 2515 w 7737"/>
                <a:gd name="csY0" fmla="*/ 2679 h 6237"/>
                <a:gd name="csX1" fmla="*/ 7693 w 7737"/>
                <a:gd name="csY1" fmla="*/ 71 h 6237"/>
                <a:gd name="csX2" fmla="*/ 3781 w 7737"/>
                <a:gd name="csY2" fmla="*/ 5268 h 6237"/>
                <a:gd name="csX3" fmla="*/ 0 w 7737"/>
                <a:gd name="csY3" fmla="*/ 5938 h 6237"/>
                <a:gd name="csX4" fmla="*/ 2515 w 7737"/>
                <a:gd name="csY4" fmla="*/ 2679 h 6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37" h="6237">
                  <a:moveTo>
                    <a:pt x="2515" y="2679"/>
                  </a:moveTo>
                  <a:cubicBezTo>
                    <a:pt x="4601" y="2623"/>
                    <a:pt x="5066" y="-506"/>
                    <a:pt x="7693" y="71"/>
                  </a:cubicBezTo>
                  <a:cubicBezTo>
                    <a:pt x="8158" y="3182"/>
                    <a:pt x="4880" y="3442"/>
                    <a:pt x="3781" y="5268"/>
                  </a:cubicBezTo>
                  <a:cubicBezTo>
                    <a:pt x="2552" y="5510"/>
                    <a:pt x="1527" y="6814"/>
                    <a:pt x="0" y="5938"/>
                  </a:cubicBezTo>
                  <a:cubicBezTo>
                    <a:pt x="112" y="4299"/>
                    <a:pt x="1453" y="3591"/>
                    <a:pt x="2515" y="2679"/>
                  </a:cubicBezTo>
                  <a:close/>
                </a:path>
              </a:pathLst>
            </a:custGeom>
            <a:solidFill>
              <a:srgbClr val="4D6D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B1E668D0-A8E6-DB76-11D5-DF3562DFC6BC}"/>
                </a:ext>
              </a:extLst>
            </p:cNvPr>
            <p:cNvSpPr/>
            <p:nvPr/>
          </p:nvSpPr>
          <p:spPr>
            <a:xfrm>
              <a:off x="1580906" y="5295301"/>
              <a:ext cx="28579" cy="16745"/>
            </a:xfrm>
            <a:custGeom>
              <a:avLst/>
              <a:gdLst>
                <a:gd name="csX0" fmla="*/ 28517 w 28579"/>
                <a:gd name="csY0" fmla="*/ 15367 h 16745"/>
                <a:gd name="csX1" fmla="*/ 26264 w 28579"/>
                <a:gd name="csY1" fmla="*/ 16745 h 16745"/>
                <a:gd name="csX2" fmla="*/ 0 w 28579"/>
                <a:gd name="csY2" fmla="*/ 0 h 16745"/>
                <a:gd name="csX3" fmla="*/ 28517 w 28579"/>
                <a:gd name="csY3" fmla="*/ 15367 h 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79" h="16745">
                  <a:moveTo>
                    <a:pt x="28517" y="15367"/>
                  </a:moveTo>
                  <a:cubicBezTo>
                    <a:pt x="28964" y="17788"/>
                    <a:pt x="26878" y="16056"/>
                    <a:pt x="26264" y="16745"/>
                  </a:cubicBezTo>
                  <a:cubicBezTo>
                    <a:pt x="16410" y="12945"/>
                    <a:pt x="6761" y="8810"/>
                    <a:pt x="0" y="0"/>
                  </a:cubicBezTo>
                  <a:cubicBezTo>
                    <a:pt x="9500" y="5141"/>
                    <a:pt x="18254" y="11660"/>
                    <a:pt x="28517" y="15367"/>
                  </a:cubicBezTo>
                  <a:close/>
                </a:path>
              </a:pathLst>
            </a:custGeom>
            <a:solidFill>
              <a:srgbClr val="5C82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2ED3F61A-F241-BCC4-6E62-B57AD6FAC9F6}"/>
                </a:ext>
              </a:extLst>
            </p:cNvPr>
            <p:cNvSpPr/>
            <p:nvPr/>
          </p:nvSpPr>
          <p:spPr>
            <a:xfrm>
              <a:off x="1630583" y="5254658"/>
              <a:ext cx="17360" cy="9855"/>
            </a:xfrm>
            <a:custGeom>
              <a:avLst/>
              <a:gdLst>
                <a:gd name="csX0" fmla="*/ 17360 w 17360"/>
                <a:gd name="csY0" fmla="*/ 8605 h 9855"/>
                <a:gd name="csX1" fmla="*/ 14436 w 17360"/>
                <a:gd name="csY1" fmla="*/ 9704 h 9855"/>
                <a:gd name="csX2" fmla="*/ 0 w 17360"/>
                <a:gd name="csY2" fmla="*/ 0 h 9855"/>
                <a:gd name="csX3" fmla="*/ 17267 w 17360"/>
                <a:gd name="csY3" fmla="*/ 8550 h 9855"/>
                <a:gd name="csX4" fmla="*/ 17360 w 17360"/>
                <a:gd name="csY4" fmla="*/ 8605 h 9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60" h="9855">
                  <a:moveTo>
                    <a:pt x="17360" y="8605"/>
                  </a:moveTo>
                  <a:cubicBezTo>
                    <a:pt x="16689" y="9779"/>
                    <a:pt x="15516" y="10077"/>
                    <a:pt x="14436" y="9704"/>
                  </a:cubicBezTo>
                  <a:cubicBezTo>
                    <a:pt x="8829" y="7786"/>
                    <a:pt x="4116" y="4396"/>
                    <a:pt x="0" y="0"/>
                  </a:cubicBezTo>
                  <a:cubicBezTo>
                    <a:pt x="5756" y="2850"/>
                    <a:pt x="11511" y="5700"/>
                    <a:pt x="17267" y="8550"/>
                  </a:cubicBezTo>
                  <a:cubicBezTo>
                    <a:pt x="17286" y="8568"/>
                    <a:pt x="17360" y="8605"/>
                    <a:pt x="17360" y="8605"/>
                  </a:cubicBezTo>
                  <a:close/>
                </a:path>
              </a:pathLst>
            </a:custGeom>
            <a:solidFill>
              <a:srgbClr val="60893C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AF186B92-C188-EDA4-D028-EBCF1930568E}"/>
                </a:ext>
              </a:extLst>
            </p:cNvPr>
            <p:cNvSpPr/>
            <p:nvPr/>
          </p:nvSpPr>
          <p:spPr>
            <a:xfrm>
              <a:off x="2043816" y="5295488"/>
              <a:ext cx="5303" cy="7655"/>
            </a:xfrm>
            <a:custGeom>
              <a:avLst/>
              <a:gdLst>
                <a:gd name="csX0" fmla="*/ 0 w 5303"/>
                <a:gd name="csY0" fmla="*/ 7656 h 7655"/>
                <a:gd name="csX1" fmla="*/ 4657 w 5303"/>
                <a:gd name="csY1" fmla="*/ 0 h 7655"/>
                <a:gd name="csX2" fmla="*/ 0 w 5303"/>
                <a:gd name="csY2" fmla="*/ 7656 h 7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03" h="7655">
                  <a:moveTo>
                    <a:pt x="0" y="7656"/>
                  </a:moveTo>
                  <a:cubicBezTo>
                    <a:pt x="1546" y="5104"/>
                    <a:pt x="3111" y="2552"/>
                    <a:pt x="4657" y="0"/>
                  </a:cubicBezTo>
                  <a:cubicBezTo>
                    <a:pt x="6799" y="4713"/>
                    <a:pt x="3204" y="6072"/>
                    <a:pt x="0" y="7656"/>
                  </a:cubicBezTo>
                  <a:close/>
                </a:path>
              </a:pathLst>
            </a:custGeom>
            <a:solidFill>
              <a:srgbClr val="4D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F4276589-E902-C41F-C087-ADA99BE65ED6}"/>
                </a:ext>
              </a:extLst>
            </p:cNvPr>
            <p:cNvSpPr/>
            <p:nvPr/>
          </p:nvSpPr>
          <p:spPr>
            <a:xfrm>
              <a:off x="1783022" y="4852956"/>
              <a:ext cx="63955" cy="143648"/>
            </a:xfrm>
            <a:custGeom>
              <a:avLst/>
              <a:gdLst>
                <a:gd name="csX0" fmla="*/ 6279 w 63955"/>
                <a:gd name="csY0" fmla="*/ 0 h 143648"/>
                <a:gd name="csX1" fmla="*/ 26508 w 63955"/>
                <a:gd name="csY1" fmla="*/ 22259 h 143648"/>
                <a:gd name="csX2" fmla="*/ 62122 w 63955"/>
                <a:gd name="csY2" fmla="*/ 120775 h 143648"/>
                <a:gd name="csX3" fmla="*/ 63705 w 63955"/>
                <a:gd name="csY3" fmla="*/ 143649 h 143648"/>
                <a:gd name="csX4" fmla="*/ 39956 w 63955"/>
                <a:gd name="csY4" fmla="*/ 120328 h 143648"/>
                <a:gd name="csX5" fmla="*/ 32170 w 63955"/>
                <a:gd name="csY5" fmla="*/ 91047 h 143648"/>
                <a:gd name="csX6" fmla="*/ 11681 w 63955"/>
                <a:gd name="csY6" fmla="*/ 39433 h 143648"/>
                <a:gd name="csX7" fmla="*/ 1194 w 63955"/>
                <a:gd name="csY7" fmla="*/ 16373 h 143648"/>
                <a:gd name="csX8" fmla="*/ 6279 w 63955"/>
                <a:gd name="csY8" fmla="*/ 0 h 143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955" h="143648">
                  <a:moveTo>
                    <a:pt x="6279" y="0"/>
                  </a:moveTo>
                  <a:cubicBezTo>
                    <a:pt x="15369" y="5271"/>
                    <a:pt x="21218" y="13728"/>
                    <a:pt x="26508" y="22259"/>
                  </a:cubicBezTo>
                  <a:cubicBezTo>
                    <a:pt x="45284" y="52546"/>
                    <a:pt x="56366" y="85776"/>
                    <a:pt x="62122" y="120775"/>
                  </a:cubicBezTo>
                  <a:cubicBezTo>
                    <a:pt x="63351" y="128226"/>
                    <a:pt x="64469" y="135937"/>
                    <a:pt x="63705" y="143649"/>
                  </a:cubicBezTo>
                  <a:cubicBezTo>
                    <a:pt x="49400" y="142382"/>
                    <a:pt x="44818" y="131150"/>
                    <a:pt x="39956" y="120328"/>
                  </a:cubicBezTo>
                  <a:cubicBezTo>
                    <a:pt x="35765" y="111015"/>
                    <a:pt x="35356" y="100677"/>
                    <a:pt x="32170" y="91047"/>
                  </a:cubicBezTo>
                  <a:cubicBezTo>
                    <a:pt x="26322" y="73445"/>
                    <a:pt x="20789" y="55750"/>
                    <a:pt x="11681" y="39433"/>
                  </a:cubicBezTo>
                  <a:cubicBezTo>
                    <a:pt x="7565" y="32056"/>
                    <a:pt x="3709" y="24494"/>
                    <a:pt x="1194" y="16373"/>
                  </a:cubicBezTo>
                  <a:cubicBezTo>
                    <a:pt x="-1376" y="8103"/>
                    <a:pt x="151" y="3390"/>
                    <a:pt x="6279" y="0"/>
                  </a:cubicBezTo>
                  <a:close/>
                </a:path>
              </a:pathLst>
            </a:custGeom>
            <a:solidFill>
              <a:srgbClr val="9F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51DC1903-61DB-F2DC-0D6D-AFA354AB15B2}"/>
                </a:ext>
              </a:extLst>
            </p:cNvPr>
            <p:cNvSpPr/>
            <p:nvPr/>
          </p:nvSpPr>
          <p:spPr>
            <a:xfrm>
              <a:off x="1684742" y="5032650"/>
              <a:ext cx="49805" cy="30693"/>
            </a:xfrm>
            <a:custGeom>
              <a:avLst/>
              <a:gdLst>
                <a:gd name="csX0" fmla="*/ 46555 w 49805"/>
                <a:gd name="csY0" fmla="*/ 30694 h 30693"/>
                <a:gd name="csX1" fmla="*/ 2559 w 49805"/>
                <a:gd name="csY1" fmla="*/ 6162 h 30693"/>
                <a:gd name="csX2" fmla="*/ 454 w 49805"/>
                <a:gd name="csY2" fmla="*/ 1021 h 30693"/>
                <a:gd name="csX3" fmla="*/ 6750 w 49805"/>
                <a:gd name="csY3" fmla="*/ 1319 h 30693"/>
                <a:gd name="csX4" fmla="*/ 26625 w 49805"/>
                <a:gd name="csY4" fmla="*/ 11713 h 30693"/>
                <a:gd name="csX5" fmla="*/ 47803 w 49805"/>
                <a:gd name="csY5" fmla="*/ 25534 h 30693"/>
                <a:gd name="csX6" fmla="*/ 46555 w 49805"/>
                <a:gd name="csY6" fmla="*/ 30694 h 30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805" h="30693">
                  <a:moveTo>
                    <a:pt x="46555" y="30694"/>
                  </a:moveTo>
                  <a:cubicBezTo>
                    <a:pt x="30704" y="24659"/>
                    <a:pt x="15877" y="16761"/>
                    <a:pt x="2559" y="6162"/>
                  </a:cubicBezTo>
                  <a:cubicBezTo>
                    <a:pt x="2745" y="4020"/>
                    <a:pt x="-1334" y="3219"/>
                    <a:pt x="454" y="1021"/>
                  </a:cubicBezTo>
                  <a:cubicBezTo>
                    <a:pt x="2187" y="-1139"/>
                    <a:pt x="4664" y="705"/>
                    <a:pt x="6750" y="1319"/>
                  </a:cubicBezTo>
                  <a:cubicBezTo>
                    <a:pt x="14070" y="3443"/>
                    <a:pt x="20515" y="7429"/>
                    <a:pt x="26625" y="11713"/>
                  </a:cubicBezTo>
                  <a:cubicBezTo>
                    <a:pt x="33535" y="16575"/>
                    <a:pt x="41508" y="19760"/>
                    <a:pt x="47803" y="25534"/>
                  </a:cubicBezTo>
                  <a:cubicBezTo>
                    <a:pt x="50392" y="27918"/>
                    <a:pt x="50951" y="29911"/>
                    <a:pt x="46555" y="30694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FB31570B-5A9A-CB59-0BFA-66E7F41051B2}"/>
                </a:ext>
              </a:extLst>
            </p:cNvPr>
            <p:cNvSpPr/>
            <p:nvPr/>
          </p:nvSpPr>
          <p:spPr>
            <a:xfrm>
              <a:off x="1679505" y="5039517"/>
              <a:ext cx="40634" cy="26684"/>
            </a:xfrm>
            <a:custGeom>
              <a:avLst/>
              <a:gdLst>
                <a:gd name="csX0" fmla="*/ 3493 w 40634"/>
                <a:gd name="csY0" fmla="*/ 3 h 26684"/>
                <a:gd name="csX1" fmla="*/ 40635 w 40634"/>
                <a:gd name="csY1" fmla="*/ 22802 h 26684"/>
                <a:gd name="csX2" fmla="*/ 32812 w 40634"/>
                <a:gd name="csY2" fmla="*/ 25671 h 26684"/>
                <a:gd name="csX3" fmla="*/ 6381 w 40634"/>
                <a:gd name="csY3" fmla="*/ 11533 h 26684"/>
                <a:gd name="csX4" fmla="*/ 606 w 40634"/>
                <a:gd name="csY4" fmla="*/ 4716 h 26684"/>
                <a:gd name="csX5" fmla="*/ 3493 w 40634"/>
                <a:gd name="csY5" fmla="*/ 3 h 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0634" h="26684">
                  <a:moveTo>
                    <a:pt x="3493" y="3"/>
                  </a:moveTo>
                  <a:cubicBezTo>
                    <a:pt x="14837" y="9298"/>
                    <a:pt x="27727" y="16060"/>
                    <a:pt x="40635" y="22802"/>
                  </a:cubicBezTo>
                  <a:cubicBezTo>
                    <a:pt x="39909" y="28707"/>
                    <a:pt x="35177" y="26286"/>
                    <a:pt x="32812" y="25671"/>
                  </a:cubicBezTo>
                  <a:cubicBezTo>
                    <a:pt x="22940" y="23119"/>
                    <a:pt x="13813" y="18779"/>
                    <a:pt x="6381" y="11533"/>
                  </a:cubicBezTo>
                  <a:cubicBezTo>
                    <a:pt x="4257" y="9466"/>
                    <a:pt x="1798" y="7622"/>
                    <a:pt x="606" y="4716"/>
                  </a:cubicBezTo>
                  <a:cubicBezTo>
                    <a:pt x="-604" y="1754"/>
                    <a:pt x="-176" y="-90"/>
                    <a:pt x="3493" y="3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F3C59396-368B-81D5-04A8-A2DED611BBFE}"/>
                </a:ext>
              </a:extLst>
            </p:cNvPr>
            <p:cNvSpPr/>
            <p:nvPr/>
          </p:nvSpPr>
          <p:spPr>
            <a:xfrm>
              <a:off x="2039386" y="5151487"/>
              <a:ext cx="284050" cy="86928"/>
            </a:xfrm>
            <a:custGeom>
              <a:avLst/>
              <a:gdLst>
                <a:gd name="csX0" fmla="*/ 25441 w 284050"/>
                <a:gd name="csY0" fmla="*/ 16762 h 86928"/>
                <a:gd name="csX1" fmla="*/ 4840 w 284050"/>
                <a:gd name="csY1" fmla="*/ 15719 h 86928"/>
                <a:gd name="csX2" fmla="*/ 220 w 284050"/>
                <a:gd name="csY2" fmla="*/ 14825 h 86928"/>
                <a:gd name="csX3" fmla="*/ 2437 w 284050"/>
                <a:gd name="csY3" fmla="*/ 9405 h 86928"/>
                <a:gd name="csX4" fmla="*/ 22740 w 284050"/>
                <a:gd name="csY4" fmla="*/ 1190 h 86928"/>
                <a:gd name="csX5" fmla="*/ 48799 w 284050"/>
                <a:gd name="csY5" fmla="*/ 54 h 86928"/>
                <a:gd name="csX6" fmla="*/ 79533 w 284050"/>
                <a:gd name="csY6" fmla="*/ 2401 h 86928"/>
                <a:gd name="csX7" fmla="*/ 106150 w 284050"/>
                <a:gd name="csY7" fmla="*/ 5922 h 86928"/>
                <a:gd name="csX8" fmla="*/ 141522 w 284050"/>
                <a:gd name="csY8" fmla="*/ 14751 h 86928"/>
                <a:gd name="csX9" fmla="*/ 206566 w 284050"/>
                <a:gd name="csY9" fmla="*/ 34234 h 86928"/>
                <a:gd name="csX10" fmla="*/ 243689 w 284050"/>
                <a:gd name="csY10" fmla="*/ 51799 h 86928"/>
                <a:gd name="csX11" fmla="*/ 278447 w 284050"/>
                <a:gd name="csY11" fmla="*/ 75474 h 86928"/>
                <a:gd name="csX12" fmla="*/ 283215 w 284050"/>
                <a:gd name="csY12" fmla="*/ 81564 h 86928"/>
                <a:gd name="csX13" fmla="*/ 279881 w 284050"/>
                <a:gd name="csY13" fmla="*/ 86929 h 86928"/>
                <a:gd name="csX14" fmla="*/ 276416 w 284050"/>
                <a:gd name="csY14" fmla="*/ 85215 h 86928"/>
                <a:gd name="csX15" fmla="*/ 228211 w 284050"/>
                <a:gd name="csY15" fmla="*/ 58840 h 86928"/>
                <a:gd name="csX16" fmla="*/ 146514 w 284050"/>
                <a:gd name="csY16" fmla="*/ 35016 h 86928"/>
                <a:gd name="csX17" fmla="*/ 65376 w 284050"/>
                <a:gd name="csY17" fmla="*/ 21680 h 86928"/>
                <a:gd name="csX18" fmla="*/ 31196 w 284050"/>
                <a:gd name="csY18" fmla="*/ 18327 h 86928"/>
                <a:gd name="csX19" fmla="*/ 25441 w 284050"/>
                <a:gd name="csY19" fmla="*/ 16762 h 8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4050" h="86928">
                  <a:moveTo>
                    <a:pt x="25441" y="16762"/>
                  </a:moveTo>
                  <a:cubicBezTo>
                    <a:pt x="18661" y="14490"/>
                    <a:pt x="11694" y="16371"/>
                    <a:pt x="4840" y="15719"/>
                  </a:cubicBezTo>
                  <a:cubicBezTo>
                    <a:pt x="3238" y="15570"/>
                    <a:pt x="947" y="16613"/>
                    <a:pt x="220" y="14825"/>
                  </a:cubicBezTo>
                  <a:cubicBezTo>
                    <a:pt x="-618" y="12795"/>
                    <a:pt x="1114" y="10895"/>
                    <a:pt x="2437" y="9405"/>
                  </a:cubicBezTo>
                  <a:cubicBezTo>
                    <a:pt x="7838" y="3370"/>
                    <a:pt x="15308" y="1935"/>
                    <a:pt x="22740" y="1190"/>
                  </a:cubicBezTo>
                  <a:cubicBezTo>
                    <a:pt x="31383" y="315"/>
                    <a:pt x="40137" y="-169"/>
                    <a:pt x="48799" y="54"/>
                  </a:cubicBezTo>
                  <a:cubicBezTo>
                    <a:pt x="59062" y="334"/>
                    <a:pt x="69307" y="1414"/>
                    <a:pt x="79533" y="2401"/>
                  </a:cubicBezTo>
                  <a:cubicBezTo>
                    <a:pt x="88436" y="3258"/>
                    <a:pt x="97377" y="4432"/>
                    <a:pt x="106150" y="5922"/>
                  </a:cubicBezTo>
                  <a:cubicBezTo>
                    <a:pt x="118090" y="7933"/>
                    <a:pt x="129843" y="11398"/>
                    <a:pt x="141522" y="14751"/>
                  </a:cubicBezTo>
                  <a:cubicBezTo>
                    <a:pt x="163278" y="21009"/>
                    <a:pt x="185034" y="27268"/>
                    <a:pt x="206566" y="34234"/>
                  </a:cubicBezTo>
                  <a:cubicBezTo>
                    <a:pt x="219605" y="38462"/>
                    <a:pt x="232010" y="44646"/>
                    <a:pt x="243689" y="51799"/>
                  </a:cubicBezTo>
                  <a:cubicBezTo>
                    <a:pt x="255629" y="59119"/>
                    <a:pt x="267327" y="66868"/>
                    <a:pt x="278447" y="75474"/>
                  </a:cubicBezTo>
                  <a:cubicBezTo>
                    <a:pt x="280663" y="77187"/>
                    <a:pt x="282042" y="79199"/>
                    <a:pt x="283215" y="81564"/>
                  </a:cubicBezTo>
                  <a:cubicBezTo>
                    <a:pt x="285041" y="85197"/>
                    <a:pt x="283848" y="86910"/>
                    <a:pt x="279881" y="86929"/>
                  </a:cubicBezTo>
                  <a:cubicBezTo>
                    <a:pt x="278465" y="86910"/>
                    <a:pt x="277385" y="86109"/>
                    <a:pt x="276416" y="85215"/>
                  </a:cubicBezTo>
                  <a:cubicBezTo>
                    <a:pt x="262614" y="72288"/>
                    <a:pt x="245366" y="65639"/>
                    <a:pt x="228211" y="58840"/>
                  </a:cubicBezTo>
                  <a:cubicBezTo>
                    <a:pt x="201742" y="48335"/>
                    <a:pt x="174212" y="41275"/>
                    <a:pt x="146514" y="35016"/>
                  </a:cubicBezTo>
                  <a:cubicBezTo>
                    <a:pt x="119748" y="28981"/>
                    <a:pt x="92683" y="24604"/>
                    <a:pt x="65376" y="21680"/>
                  </a:cubicBezTo>
                  <a:cubicBezTo>
                    <a:pt x="53995" y="20450"/>
                    <a:pt x="42559" y="19780"/>
                    <a:pt x="31196" y="18327"/>
                  </a:cubicBezTo>
                  <a:cubicBezTo>
                    <a:pt x="29296" y="18085"/>
                    <a:pt x="27005" y="18644"/>
                    <a:pt x="25441" y="16762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A30A713A-64C8-F35C-8F94-9F5A639D4F3A}"/>
                </a:ext>
              </a:extLst>
            </p:cNvPr>
            <p:cNvSpPr/>
            <p:nvPr/>
          </p:nvSpPr>
          <p:spPr>
            <a:xfrm>
              <a:off x="2041370" y="5170294"/>
              <a:ext cx="272178" cy="70945"/>
            </a:xfrm>
            <a:custGeom>
              <a:avLst/>
              <a:gdLst>
                <a:gd name="csX0" fmla="*/ 272178 w 272178"/>
                <a:gd name="csY0" fmla="*/ 67879 h 70945"/>
                <a:gd name="csX1" fmla="*/ 258171 w 272178"/>
                <a:gd name="csY1" fmla="*/ 69555 h 70945"/>
                <a:gd name="csX2" fmla="*/ 203353 w 272178"/>
                <a:gd name="csY2" fmla="*/ 52922 h 70945"/>
                <a:gd name="csX3" fmla="*/ 139706 w 272178"/>
                <a:gd name="csY3" fmla="*/ 32600 h 70945"/>
                <a:gd name="csX4" fmla="*/ 68477 w 272178"/>
                <a:gd name="csY4" fmla="*/ 17680 h 70945"/>
                <a:gd name="csX5" fmla="*/ 32397 w 272178"/>
                <a:gd name="csY5" fmla="*/ 13694 h 70945"/>
                <a:gd name="csX6" fmla="*/ 3638 w 272178"/>
                <a:gd name="csY6" fmla="*/ 7398 h 70945"/>
                <a:gd name="csX7" fmla="*/ 99 w 272178"/>
                <a:gd name="csY7" fmla="*/ 2928 h 70945"/>
                <a:gd name="csX8" fmla="*/ 4998 w 272178"/>
                <a:gd name="csY8" fmla="*/ 1531 h 70945"/>
                <a:gd name="csX9" fmla="*/ 28132 w 272178"/>
                <a:gd name="csY9" fmla="*/ 1400 h 70945"/>
                <a:gd name="csX10" fmla="*/ 35676 w 272178"/>
                <a:gd name="csY10" fmla="*/ 451 h 70945"/>
                <a:gd name="csX11" fmla="*/ 46945 w 272178"/>
                <a:gd name="csY11" fmla="*/ 1084 h 70945"/>
                <a:gd name="csX12" fmla="*/ 130448 w 272178"/>
                <a:gd name="csY12" fmla="*/ 13396 h 70945"/>
                <a:gd name="csX13" fmla="*/ 228424 w 272178"/>
                <a:gd name="csY13" fmla="*/ 40516 h 70945"/>
                <a:gd name="csX14" fmla="*/ 263703 w 272178"/>
                <a:gd name="csY14" fmla="*/ 57970 h 70945"/>
                <a:gd name="csX15" fmla="*/ 272178 w 272178"/>
                <a:gd name="csY15" fmla="*/ 67879 h 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72178" h="70945">
                  <a:moveTo>
                    <a:pt x="272178" y="67879"/>
                  </a:moveTo>
                  <a:cubicBezTo>
                    <a:pt x="268025" y="72517"/>
                    <a:pt x="262716" y="70859"/>
                    <a:pt x="258171" y="69555"/>
                  </a:cubicBezTo>
                  <a:cubicBezTo>
                    <a:pt x="239805" y="64303"/>
                    <a:pt x="221514" y="58789"/>
                    <a:pt x="203353" y="52922"/>
                  </a:cubicBezTo>
                  <a:cubicBezTo>
                    <a:pt x="182156" y="46086"/>
                    <a:pt x="161406" y="37797"/>
                    <a:pt x="139706" y="32600"/>
                  </a:cubicBezTo>
                  <a:cubicBezTo>
                    <a:pt x="116106" y="26956"/>
                    <a:pt x="92562" y="20828"/>
                    <a:pt x="68477" y="17680"/>
                  </a:cubicBezTo>
                  <a:cubicBezTo>
                    <a:pt x="56519" y="16116"/>
                    <a:pt x="44523" y="14402"/>
                    <a:pt x="32397" y="13694"/>
                  </a:cubicBezTo>
                  <a:cubicBezTo>
                    <a:pt x="22637" y="13117"/>
                    <a:pt x="12486" y="12875"/>
                    <a:pt x="3638" y="7398"/>
                  </a:cubicBezTo>
                  <a:cubicBezTo>
                    <a:pt x="1868" y="6299"/>
                    <a:pt x="-516" y="5312"/>
                    <a:pt x="99" y="2928"/>
                  </a:cubicBezTo>
                  <a:cubicBezTo>
                    <a:pt x="713" y="525"/>
                    <a:pt x="3284" y="1568"/>
                    <a:pt x="4998" y="1531"/>
                  </a:cubicBezTo>
                  <a:cubicBezTo>
                    <a:pt x="12709" y="1400"/>
                    <a:pt x="20420" y="1419"/>
                    <a:pt x="28132" y="1400"/>
                  </a:cubicBezTo>
                  <a:cubicBezTo>
                    <a:pt x="30442" y="-630"/>
                    <a:pt x="33068" y="22"/>
                    <a:pt x="35676" y="451"/>
                  </a:cubicBezTo>
                  <a:cubicBezTo>
                    <a:pt x="39382" y="1475"/>
                    <a:pt x="43182" y="953"/>
                    <a:pt x="46945" y="1084"/>
                  </a:cubicBezTo>
                  <a:cubicBezTo>
                    <a:pt x="74903" y="4399"/>
                    <a:pt x="102862" y="7696"/>
                    <a:pt x="130448" y="13396"/>
                  </a:cubicBezTo>
                  <a:cubicBezTo>
                    <a:pt x="163715" y="20251"/>
                    <a:pt x="196685" y="28186"/>
                    <a:pt x="228424" y="40516"/>
                  </a:cubicBezTo>
                  <a:cubicBezTo>
                    <a:pt x="240681" y="45285"/>
                    <a:pt x="252788" y="50482"/>
                    <a:pt x="263703" y="57970"/>
                  </a:cubicBezTo>
                  <a:cubicBezTo>
                    <a:pt x="267336" y="60428"/>
                    <a:pt x="271359" y="62868"/>
                    <a:pt x="272178" y="67879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D4AC3967-B1BD-9CF2-C36F-AB4F8BD16EAE}"/>
                </a:ext>
              </a:extLst>
            </p:cNvPr>
            <p:cNvSpPr/>
            <p:nvPr/>
          </p:nvSpPr>
          <p:spPr>
            <a:xfrm>
              <a:off x="2033925" y="5168113"/>
              <a:ext cx="285341" cy="72641"/>
            </a:xfrm>
            <a:custGeom>
              <a:avLst/>
              <a:gdLst>
                <a:gd name="csX0" fmla="*/ 279623 w 285341"/>
                <a:gd name="csY0" fmla="*/ 70060 h 72641"/>
                <a:gd name="csX1" fmla="*/ 252596 w 285341"/>
                <a:gd name="csY1" fmla="*/ 51247 h 72641"/>
                <a:gd name="csX2" fmla="*/ 182970 w 285341"/>
                <a:gd name="csY2" fmla="*/ 27349 h 72641"/>
                <a:gd name="csX3" fmla="*/ 123979 w 285341"/>
                <a:gd name="csY3" fmla="*/ 14236 h 72641"/>
                <a:gd name="csX4" fmla="*/ 72905 w 285341"/>
                <a:gd name="csY4" fmla="*/ 7084 h 72641"/>
                <a:gd name="csX5" fmla="*/ 54818 w 285341"/>
                <a:gd name="csY5" fmla="*/ 4718 h 72641"/>
                <a:gd name="csX6" fmla="*/ 43344 w 285341"/>
                <a:gd name="csY6" fmla="*/ 3693 h 72641"/>
                <a:gd name="csX7" fmla="*/ 35577 w 285341"/>
                <a:gd name="csY7" fmla="*/ 3563 h 72641"/>
                <a:gd name="csX8" fmla="*/ 8084 w 285341"/>
                <a:gd name="csY8" fmla="*/ 2483 h 72641"/>
                <a:gd name="csX9" fmla="*/ 0 w 285341"/>
                <a:gd name="csY9" fmla="*/ 844 h 72641"/>
                <a:gd name="csX10" fmla="*/ 30883 w 285341"/>
                <a:gd name="csY10" fmla="*/ 136 h 72641"/>
                <a:gd name="csX11" fmla="*/ 223054 w 285341"/>
                <a:gd name="csY11" fmla="*/ 36663 h 72641"/>
                <a:gd name="csX12" fmla="*/ 270310 w 285341"/>
                <a:gd name="csY12" fmla="*/ 57748 h 72641"/>
                <a:gd name="csX13" fmla="*/ 285342 w 285341"/>
                <a:gd name="csY13" fmla="*/ 70321 h 72641"/>
                <a:gd name="csX14" fmla="*/ 279623 w 285341"/>
                <a:gd name="csY14" fmla="*/ 70060 h 72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5341" h="72641">
                  <a:moveTo>
                    <a:pt x="279623" y="70060"/>
                  </a:moveTo>
                  <a:cubicBezTo>
                    <a:pt x="272545" y="61026"/>
                    <a:pt x="262655" y="55941"/>
                    <a:pt x="252596" y="51247"/>
                  </a:cubicBezTo>
                  <a:cubicBezTo>
                    <a:pt x="230244" y="40816"/>
                    <a:pt x="206905" y="33310"/>
                    <a:pt x="182970" y="27349"/>
                  </a:cubicBezTo>
                  <a:cubicBezTo>
                    <a:pt x="163412" y="22469"/>
                    <a:pt x="143816" y="17589"/>
                    <a:pt x="123979" y="14236"/>
                  </a:cubicBezTo>
                  <a:cubicBezTo>
                    <a:pt x="107047" y="11368"/>
                    <a:pt x="90079" y="8369"/>
                    <a:pt x="72905" y="7084"/>
                  </a:cubicBezTo>
                  <a:cubicBezTo>
                    <a:pt x="66851" y="6636"/>
                    <a:pt x="60835" y="5519"/>
                    <a:pt x="54818" y="4718"/>
                  </a:cubicBezTo>
                  <a:cubicBezTo>
                    <a:pt x="51093" y="3302"/>
                    <a:pt x="47070" y="5128"/>
                    <a:pt x="43344" y="3693"/>
                  </a:cubicBezTo>
                  <a:cubicBezTo>
                    <a:pt x="40755" y="3656"/>
                    <a:pt x="38166" y="3619"/>
                    <a:pt x="35577" y="3563"/>
                  </a:cubicBezTo>
                  <a:cubicBezTo>
                    <a:pt x="26487" y="1533"/>
                    <a:pt x="17248" y="3023"/>
                    <a:pt x="8084" y="2483"/>
                  </a:cubicBezTo>
                  <a:cubicBezTo>
                    <a:pt x="5774" y="2352"/>
                    <a:pt x="3297" y="3191"/>
                    <a:pt x="0" y="844"/>
                  </a:cubicBezTo>
                  <a:cubicBezTo>
                    <a:pt x="11008" y="-740"/>
                    <a:pt x="20974" y="452"/>
                    <a:pt x="30883" y="136"/>
                  </a:cubicBezTo>
                  <a:cubicBezTo>
                    <a:pt x="96542" y="3898"/>
                    <a:pt x="160711" y="15521"/>
                    <a:pt x="223054" y="36663"/>
                  </a:cubicBezTo>
                  <a:cubicBezTo>
                    <a:pt x="239427" y="42213"/>
                    <a:pt x="255483" y="48658"/>
                    <a:pt x="270310" y="57748"/>
                  </a:cubicBezTo>
                  <a:cubicBezTo>
                    <a:pt x="275935" y="61194"/>
                    <a:pt x="281039" y="65273"/>
                    <a:pt x="285342" y="70321"/>
                  </a:cubicBezTo>
                  <a:cubicBezTo>
                    <a:pt x="283218" y="75499"/>
                    <a:pt x="281523" y="70451"/>
                    <a:pt x="279623" y="70060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96FC8799-647D-A96E-EDBC-5C646168F2AA}"/>
                </a:ext>
              </a:extLst>
            </p:cNvPr>
            <p:cNvSpPr/>
            <p:nvPr/>
          </p:nvSpPr>
          <p:spPr>
            <a:xfrm>
              <a:off x="2024090" y="4858700"/>
              <a:ext cx="76852" cy="102398"/>
            </a:xfrm>
            <a:custGeom>
              <a:avLst/>
              <a:gdLst>
                <a:gd name="csX0" fmla="*/ 0 w 76852"/>
                <a:gd name="csY0" fmla="*/ 94821 h 102398"/>
                <a:gd name="csX1" fmla="*/ 33044 w 76852"/>
                <a:gd name="csY1" fmla="*/ 42462 h 102398"/>
                <a:gd name="csX2" fmla="*/ 70092 w 76852"/>
                <a:gd name="csY2" fmla="*/ 1595 h 102398"/>
                <a:gd name="csX3" fmla="*/ 72420 w 76852"/>
                <a:gd name="csY3" fmla="*/ 49 h 102398"/>
                <a:gd name="csX4" fmla="*/ 75866 w 76852"/>
                <a:gd name="csY4" fmla="*/ 5413 h 102398"/>
                <a:gd name="csX5" fmla="*/ 73277 w 76852"/>
                <a:gd name="csY5" fmla="*/ 9735 h 102398"/>
                <a:gd name="csX6" fmla="*/ 52676 w 76852"/>
                <a:gd name="csY6" fmla="*/ 32776 h 102398"/>
                <a:gd name="csX7" fmla="*/ 13448 w 76852"/>
                <a:gd name="csY7" fmla="*/ 88451 h 102398"/>
                <a:gd name="csX8" fmla="*/ 3390 w 76852"/>
                <a:gd name="csY8" fmla="*/ 101173 h 102398"/>
                <a:gd name="csX9" fmla="*/ 1043 w 76852"/>
                <a:gd name="csY9" fmla="*/ 102309 h 102398"/>
                <a:gd name="csX10" fmla="*/ 74 w 76852"/>
                <a:gd name="csY10" fmla="*/ 99925 h 102398"/>
                <a:gd name="csX11" fmla="*/ 0 w 76852"/>
                <a:gd name="csY11" fmla="*/ 94821 h 102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852" h="102398">
                  <a:moveTo>
                    <a:pt x="0" y="94821"/>
                  </a:moveTo>
                  <a:cubicBezTo>
                    <a:pt x="9295" y="76288"/>
                    <a:pt x="20601" y="58984"/>
                    <a:pt x="33044" y="42462"/>
                  </a:cubicBezTo>
                  <a:cubicBezTo>
                    <a:pt x="44145" y="27747"/>
                    <a:pt x="55638" y="13311"/>
                    <a:pt x="70092" y="1595"/>
                  </a:cubicBezTo>
                  <a:cubicBezTo>
                    <a:pt x="70819" y="1017"/>
                    <a:pt x="71638" y="552"/>
                    <a:pt x="72420" y="49"/>
                  </a:cubicBezTo>
                  <a:cubicBezTo>
                    <a:pt x="76928" y="-342"/>
                    <a:pt x="77841" y="1632"/>
                    <a:pt x="75866" y="5413"/>
                  </a:cubicBezTo>
                  <a:cubicBezTo>
                    <a:pt x="75084" y="6903"/>
                    <a:pt x="74451" y="8617"/>
                    <a:pt x="73277" y="9735"/>
                  </a:cubicBezTo>
                  <a:cubicBezTo>
                    <a:pt x="65827" y="16906"/>
                    <a:pt x="59121" y="24729"/>
                    <a:pt x="52676" y="32776"/>
                  </a:cubicBezTo>
                  <a:cubicBezTo>
                    <a:pt x="38464" y="50508"/>
                    <a:pt x="22352" y="66937"/>
                    <a:pt x="13448" y="88451"/>
                  </a:cubicBezTo>
                  <a:cubicBezTo>
                    <a:pt x="11325" y="93573"/>
                    <a:pt x="6352" y="96609"/>
                    <a:pt x="3390" y="101173"/>
                  </a:cubicBezTo>
                  <a:cubicBezTo>
                    <a:pt x="2924" y="101899"/>
                    <a:pt x="2105" y="102663"/>
                    <a:pt x="1043" y="102309"/>
                  </a:cubicBezTo>
                  <a:cubicBezTo>
                    <a:pt x="-112" y="101918"/>
                    <a:pt x="112" y="100819"/>
                    <a:pt x="74" y="99925"/>
                  </a:cubicBezTo>
                  <a:cubicBezTo>
                    <a:pt x="0" y="98211"/>
                    <a:pt x="19" y="96516"/>
                    <a:pt x="0" y="94821"/>
                  </a:cubicBezTo>
                  <a:close/>
                </a:path>
              </a:pathLst>
            </a:custGeom>
            <a:solidFill>
              <a:srgbClr val="9DC8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001B1740-3214-1C5D-DECA-64705E582DFD}"/>
                </a:ext>
              </a:extLst>
            </p:cNvPr>
            <p:cNvSpPr/>
            <p:nvPr/>
          </p:nvSpPr>
          <p:spPr>
            <a:xfrm>
              <a:off x="1574704" y="5263096"/>
              <a:ext cx="133552" cy="167828"/>
            </a:xfrm>
            <a:custGeom>
              <a:avLst/>
              <a:gdLst>
                <a:gd name="csX0" fmla="*/ 128299 w 133552"/>
                <a:gd name="csY0" fmla="*/ 149 h 167828"/>
                <a:gd name="csX1" fmla="*/ 133552 w 133552"/>
                <a:gd name="csY1" fmla="*/ 466 h 167828"/>
                <a:gd name="csX2" fmla="*/ 128765 w 133552"/>
                <a:gd name="csY2" fmla="*/ 8270 h 167828"/>
                <a:gd name="csX3" fmla="*/ 87265 w 133552"/>
                <a:gd name="csY3" fmla="*/ 47032 h 167828"/>
                <a:gd name="csX4" fmla="*/ 77635 w 133552"/>
                <a:gd name="csY4" fmla="*/ 60089 h 167828"/>
                <a:gd name="csX5" fmla="*/ 31031 w 133552"/>
                <a:gd name="csY5" fmla="*/ 126754 h 167828"/>
                <a:gd name="csX6" fmla="*/ 15962 w 133552"/>
                <a:gd name="csY6" fmla="*/ 153092 h 167828"/>
                <a:gd name="csX7" fmla="*/ 7990 w 133552"/>
                <a:gd name="csY7" fmla="*/ 164585 h 167828"/>
                <a:gd name="csX8" fmla="*/ 3277 w 133552"/>
                <a:gd name="csY8" fmla="*/ 167658 h 167828"/>
                <a:gd name="csX9" fmla="*/ 781 w 133552"/>
                <a:gd name="csY9" fmla="*/ 162368 h 167828"/>
                <a:gd name="csX10" fmla="*/ 763 w 133552"/>
                <a:gd name="csY10" fmla="*/ 159556 h 167828"/>
                <a:gd name="csX11" fmla="*/ 1433 w 133552"/>
                <a:gd name="csY11" fmla="*/ 153875 h 167828"/>
                <a:gd name="csX12" fmla="*/ 32856 w 133552"/>
                <a:gd name="csY12" fmla="*/ 101646 h 167828"/>
                <a:gd name="csX13" fmla="*/ 39469 w 133552"/>
                <a:gd name="csY13" fmla="*/ 92630 h 167828"/>
                <a:gd name="csX14" fmla="*/ 71581 w 133552"/>
                <a:gd name="csY14" fmla="*/ 53589 h 167828"/>
                <a:gd name="csX15" fmla="*/ 99912 w 133552"/>
                <a:gd name="csY15" fmla="*/ 23134 h 167828"/>
                <a:gd name="csX16" fmla="*/ 122842 w 133552"/>
                <a:gd name="csY16" fmla="*/ 2366 h 167828"/>
                <a:gd name="csX17" fmla="*/ 128299 w 133552"/>
                <a:gd name="csY17" fmla="*/ 149 h 16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3552" h="167828">
                  <a:moveTo>
                    <a:pt x="128299" y="149"/>
                  </a:moveTo>
                  <a:cubicBezTo>
                    <a:pt x="129938" y="242"/>
                    <a:pt x="131596" y="354"/>
                    <a:pt x="133552" y="466"/>
                  </a:cubicBezTo>
                  <a:cubicBezTo>
                    <a:pt x="132621" y="3763"/>
                    <a:pt x="131019" y="6407"/>
                    <a:pt x="128765" y="8270"/>
                  </a:cubicBezTo>
                  <a:cubicBezTo>
                    <a:pt x="114199" y="20415"/>
                    <a:pt x="101179" y="34180"/>
                    <a:pt x="87265" y="47032"/>
                  </a:cubicBezTo>
                  <a:cubicBezTo>
                    <a:pt x="83372" y="50627"/>
                    <a:pt x="80745" y="55656"/>
                    <a:pt x="77635" y="60089"/>
                  </a:cubicBezTo>
                  <a:cubicBezTo>
                    <a:pt x="62044" y="82274"/>
                    <a:pt x="46286" y="104346"/>
                    <a:pt x="31031" y="126754"/>
                  </a:cubicBezTo>
                  <a:cubicBezTo>
                    <a:pt x="25350" y="135099"/>
                    <a:pt x="20693" y="144152"/>
                    <a:pt x="15962" y="153092"/>
                  </a:cubicBezTo>
                  <a:cubicBezTo>
                    <a:pt x="13745" y="157302"/>
                    <a:pt x="11138" y="161065"/>
                    <a:pt x="7990" y="164585"/>
                  </a:cubicBezTo>
                  <a:cubicBezTo>
                    <a:pt x="6593" y="166150"/>
                    <a:pt x="5531" y="168478"/>
                    <a:pt x="3277" y="167658"/>
                  </a:cubicBezTo>
                  <a:cubicBezTo>
                    <a:pt x="1284" y="166932"/>
                    <a:pt x="856" y="164510"/>
                    <a:pt x="781" y="162368"/>
                  </a:cubicBezTo>
                  <a:cubicBezTo>
                    <a:pt x="744" y="161437"/>
                    <a:pt x="763" y="160487"/>
                    <a:pt x="763" y="159556"/>
                  </a:cubicBezTo>
                  <a:cubicBezTo>
                    <a:pt x="-970" y="157432"/>
                    <a:pt x="688" y="155644"/>
                    <a:pt x="1433" y="153875"/>
                  </a:cubicBezTo>
                  <a:cubicBezTo>
                    <a:pt x="9219" y="134857"/>
                    <a:pt x="20972" y="118205"/>
                    <a:pt x="32856" y="101646"/>
                  </a:cubicBezTo>
                  <a:cubicBezTo>
                    <a:pt x="35017" y="98628"/>
                    <a:pt x="36712" y="95219"/>
                    <a:pt x="39469" y="92630"/>
                  </a:cubicBezTo>
                  <a:cubicBezTo>
                    <a:pt x="49844" y="79349"/>
                    <a:pt x="60275" y="66143"/>
                    <a:pt x="71581" y="53589"/>
                  </a:cubicBezTo>
                  <a:cubicBezTo>
                    <a:pt x="80857" y="43270"/>
                    <a:pt x="90077" y="32932"/>
                    <a:pt x="99912" y="23134"/>
                  </a:cubicBezTo>
                  <a:cubicBezTo>
                    <a:pt x="107233" y="15833"/>
                    <a:pt x="115056" y="9127"/>
                    <a:pt x="122842" y="2366"/>
                  </a:cubicBezTo>
                  <a:cubicBezTo>
                    <a:pt x="124388" y="1024"/>
                    <a:pt x="125934" y="-484"/>
                    <a:pt x="128299" y="149"/>
                  </a:cubicBezTo>
                  <a:close/>
                </a:path>
              </a:pathLst>
            </a:custGeom>
            <a:solidFill>
              <a:srgbClr val="A1CA4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8DBDAFCD-1A68-368C-EC9A-51D599916144}"/>
                </a:ext>
              </a:extLst>
            </p:cNvPr>
            <p:cNvSpPr/>
            <p:nvPr/>
          </p:nvSpPr>
          <p:spPr>
            <a:xfrm>
              <a:off x="1613686" y="5252296"/>
              <a:ext cx="100735" cy="103811"/>
            </a:xfrm>
            <a:custGeom>
              <a:avLst/>
              <a:gdLst>
                <a:gd name="csX0" fmla="*/ 89318 w 100735"/>
                <a:gd name="csY0" fmla="*/ 10949 h 103811"/>
                <a:gd name="csX1" fmla="*/ 44912 w 100735"/>
                <a:gd name="csY1" fmla="*/ 52225 h 103811"/>
                <a:gd name="csX2" fmla="*/ 1437 w 100735"/>
                <a:gd name="csY2" fmla="*/ 103747 h 103811"/>
                <a:gd name="csX3" fmla="*/ 77 w 100735"/>
                <a:gd name="csY3" fmla="*/ 102387 h 103811"/>
                <a:gd name="csX4" fmla="*/ 74882 w 100735"/>
                <a:gd name="csY4" fmla="*/ 18921 h 103811"/>
                <a:gd name="csX5" fmla="*/ 96470 w 100735"/>
                <a:gd name="csY5" fmla="*/ 1132 h 103811"/>
                <a:gd name="csX6" fmla="*/ 100736 w 100735"/>
                <a:gd name="csY6" fmla="*/ 630 h 103811"/>
                <a:gd name="csX7" fmla="*/ 89318 w 100735"/>
                <a:gd name="csY7" fmla="*/ 10949 h 103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0735" h="103811">
                  <a:moveTo>
                    <a:pt x="89318" y="10949"/>
                  </a:moveTo>
                  <a:cubicBezTo>
                    <a:pt x="72926" y="23000"/>
                    <a:pt x="58658" y="37361"/>
                    <a:pt x="44912" y="52225"/>
                  </a:cubicBezTo>
                  <a:cubicBezTo>
                    <a:pt x="29656" y="68729"/>
                    <a:pt x="15277" y="86014"/>
                    <a:pt x="1437" y="103747"/>
                  </a:cubicBezTo>
                  <a:cubicBezTo>
                    <a:pt x="282" y="103989"/>
                    <a:pt x="-202" y="103560"/>
                    <a:pt x="77" y="102387"/>
                  </a:cubicBezTo>
                  <a:cubicBezTo>
                    <a:pt x="22280" y="72119"/>
                    <a:pt x="47445" y="44495"/>
                    <a:pt x="74882" y="18921"/>
                  </a:cubicBezTo>
                  <a:cubicBezTo>
                    <a:pt x="81699" y="12569"/>
                    <a:pt x="88610" y="6255"/>
                    <a:pt x="96470" y="1132"/>
                  </a:cubicBezTo>
                  <a:cubicBezTo>
                    <a:pt x="97811" y="257"/>
                    <a:pt x="98873" y="-637"/>
                    <a:pt x="100736" y="630"/>
                  </a:cubicBezTo>
                  <a:cubicBezTo>
                    <a:pt x="97960" y="5230"/>
                    <a:pt x="92615" y="7018"/>
                    <a:pt x="89318" y="10949"/>
                  </a:cubicBezTo>
                  <a:close/>
                </a:path>
              </a:pathLst>
            </a:custGeom>
            <a:solidFill>
              <a:srgbClr val="46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8AE36CB4-2184-7587-8E6F-01416B2C0478}"/>
                </a:ext>
              </a:extLst>
            </p:cNvPr>
            <p:cNvSpPr/>
            <p:nvPr/>
          </p:nvSpPr>
          <p:spPr>
            <a:xfrm>
              <a:off x="1570678" y="5354683"/>
              <a:ext cx="44463" cy="80243"/>
            </a:xfrm>
            <a:custGeom>
              <a:avLst/>
              <a:gdLst>
                <a:gd name="csX0" fmla="*/ 43104 w 44463"/>
                <a:gd name="csY0" fmla="*/ 0 h 80243"/>
                <a:gd name="csX1" fmla="*/ 44464 w 44463"/>
                <a:gd name="csY1" fmla="*/ 1360 h 80243"/>
                <a:gd name="csX2" fmla="*/ 12705 w 44463"/>
                <a:gd name="csY2" fmla="*/ 49528 h 80243"/>
                <a:gd name="csX3" fmla="*/ 4826 w 44463"/>
                <a:gd name="csY3" fmla="*/ 67969 h 80243"/>
                <a:gd name="csX4" fmla="*/ 4621 w 44463"/>
                <a:gd name="csY4" fmla="*/ 80243 h 80243"/>
                <a:gd name="csX5" fmla="*/ 766 w 44463"/>
                <a:gd name="csY5" fmla="*/ 70912 h 80243"/>
                <a:gd name="csX6" fmla="*/ 41819 w 44463"/>
                <a:gd name="csY6" fmla="*/ 1062 h 80243"/>
                <a:gd name="csX7" fmla="*/ 43104 w 44463"/>
                <a:gd name="csY7" fmla="*/ 0 h 80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4463" h="80243">
                  <a:moveTo>
                    <a:pt x="43104" y="0"/>
                  </a:moveTo>
                  <a:cubicBezTo>
                    <a:pt x="43551" y="447"/>
                    <a:pt x="43998" y="913"/>
                    <a:pt x="44464" y="1360"/>
                  </a:cubicBezTo>
                  <a:cubicBezTo>
                    <a:pt x="33455" y="17136"/>
                    <a:pt x="21777" y="32466"/>
                    <a:pt x="12705" y="49528"/>
                  </a:cubicBezTo>
                  <a:cubicBezTo>
                    <a:pt x="9557" y="55433"/>
                    <a:pt x="6223" y="61300"/>
                    <a:pt x="4826" y="67969"/>
                  </a:cubicBezTo>
                  <a:cubicBezTo>
                    <a:pt x="2572" y="71768"/>
                    <a:pt x="3709" y="75792"/>
                    <a:pt x="4621" y="80243"/>
                  </a:cubicBezTo>
                  <a:cubicBezTo>
                    <a:pt x="-948" y="78306"/>
                    <a:pt x="-408" y="74153"/>
                    <a:pt x="766" y="70912"/>
                  </a:cubicBezTo>
                  <a:cubicBezTo>
                    <a:pt x="10098" y="45095"/>
                    <a:pt x="25725" y="22929"/>
                    <a:pt x="41819" y="1062"/>
                  </a:cubicBezTo>
                  <a:cubicBezTo>
                    <a:pt x="42135" y="633"/>
                    <a:pt x="42657" y="354"/>
                    <a:pt x="43104" y="0"/>
                  </a:cubicBezTo>
                  <a:close/>
                </a:path>
              </a:pathLst>
            </a:custGeom>
            <a:solidFill>
              <a:srgbClr val="5C74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F8D5CAE9-B9B4-5E70-5367-EB4F957F5123}"/>
                </a:ext>
              </a:extLst>
            </p:cNvPr>
            <p:cNvSpPr/>
            <p:nvPr/>
          </p:nvSpPr>
          <p:spPr>
            <a:xfrm>
              <a:off x="1951267" y="5249309"/>
              <a:ext cx="82415" cy="100510"/>
            </a:xfrm>
            <a:custGeom>
              <a:avLst/>
              <a:gdLst>
                <a:gd name="csX0" fmla="*/ 81950 w 82415"/>
                <a:gd name="csY0" fmla="*/ 96414 h 100510"/>
                <a:gd name="csX1" fmla="*/ 75487 w 82415"/>
                <a:gd name="csY1" fmla="*/ 98780 h 100510"/>
                <a:gd name="csX2" fmla="*/ 59803 w 82415"/>
                <a:gd name="csY2" fmla="*/ 82202 h 100510"/>
                <a:gd name="csX3" fmla="*/ 42182 w 82415"/>
                <a:gd name="csY3" fmla="*/ 62626 h 100510"/>
                <a:gd name="csX4" fmla="*/ 15993 w 82415"/>
                <a:gd name="csY4" fmla="*/ 32096 h 100510"/>
                <a:gd name="csX5" fmla="*/ 1539 w 82415"/>
                <a:gd name="csY5" fmla="*/ 11514 h 100510"/>
                <a:gd name="csX6" fmla="*/ 3942 w 82415"/>
                <a:gd name="csY6" fmla="*/ 413 h 100510"/>
                <a:gd name="csX7" fmla="*/ 14801 w 82415"/>
                <a:gd name="csY7" fmla="*/ 4734 h 100510"/>
                <a:gd name="csX8" fmla="*/ 45405 w 82415"/>
                <a:gd name="csY8" fmla="*/ 33717 h 100510"/>
                <a:gd name="csX9" fmla="*/ 79156 w 82415"/>
                <a:gd name="csY9" fmla="*/ 84810 h 100510"/>
                <a:gd name="csX10" fmla="*/ 81950 w 82415"/>
                <a:gd name="csY10" fmla="*/ 96414 h 10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415" h="100510">
                  <a:moveTo>
                    <a:pt x="81950" y="96414"/>
                  </a:moveTo>
                  <a:cubicBezTo>
                    <a:pt x="80926" y="100251"/>
                    <a:pt x="79659" y="102114"/>
                    <a:pt x="75487" y="98780"/>
                  </a:cubicBezTo>
                  <a:cubicBezTo>
                    <a:pt x="69470" y="93937"/>
                    <a:pt x="64180" y="88312"/>
                    <a:pt x="59803" y="82202"/>
                  </a:cubicBezTo>
                  <a:cubicBezTo>
                    <a:pt x="54606" y="74938"/>
                    <a:pt x="47826" y="69350"/>
                    <a:pt x="42182" y="62626"/>
                  </a:cubicBezTo>
                  <a:cubicBezTo>
                    <a:pt x="33558" y="52362"/>
                    <a:pt x="24562" y="42397"/>
                    <a:pt x="15993" y="32096"/>
                  </a:cubicBezTo>
                  <a:cubicBezTo>
                    <a:pt x="10629" y="25652"/>
                    <a:pt x="4855" y="19449"/>
                    <a:pt x="1539" y="11514"/>
                  </a:cubicBezTo>
                  <a:cubicBezTo>
                    <a:pt x="-1013" y="5367"/>
                    <a:pt x="-510" y="2722"/>
                    <a:pt x="3942" y="413"/>
                  </a:cubicBezTo>
                  <a:cubicBezTo>
                    <a:pt x="8766" y="-1245"/>
                    <a:pt x="11672" y="2480"/>
                    <a:pt x="14801" y="4734"/>
                  </a:cubicBezTo>
                  <a:cubicBezTo>
                    <a:pt x="26275" y="13023"/>
                    <a:pt x="36296" y="22858"/>
                    <a:pt x="45405" y="33717"/>
                  </a:cubicBezTo>
                  <a:cubicBezTo>
                    <a:pt x="58630" y="49475"/>
                    <a:pt x="70588" y="66034"/>
                    <a:pt x="79156" y="84810"/>
                  </a:cubicBezTo>
                  <a:cubicBezTo>
                    <a:pt x="80833" y="88423"/>
                    <a:pt x="83496" y="91963"/>
                    <a:pt x="81950" y="96414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A4FE25AD-0F46-6711-BF60-D936B4A34BEE}"/>
                </a:ext>
              </a:extLst>
            </p:cNvPr>
            <p:cNvSpPr/>
            <p:nvPr/>
          </p:nvSpPr>
          <p:spPr>
            <a:xfrm>
              <a:off x="1957367" y="5240771"/>
              <a:ext cx="86194" cy="108027"/>
            </a:xfrm>
            <a:custGeom>
              <a:avLst/>
              <a:gdLst>
                <a:gd name="csX0" fmla="*/ 3 w 86194"/>
                <a:gd name="csY0" fmla="*/ 5859 h 108027"/>
                <a:gd name="csX1" fmla="*/ 8459 w 86194"/>
                <a:gd name="csY1" fmla="*/ 234 h 108027"/>
                <a:gd name="csX2" fmla="*/ 27253 w 86194"/>
                <a:gd name="csY2" fmla="*/ 9771 h 108027"/>
                <a:gd name="csX3" fmla="*/ 78141 w 86194"/>
                <a:gd name="csY3" fmla="*/ 81241 h 108027"/>
                <a:gd name="csX4" fmla="*/ 83599 w 86194"/>
                <a:gd name="csY4" fmla="*/ 94802 h 108027"/>
                <a:gd name="csX5" fmla="*/ 85778 w 86194"/>
                <a:gd name="csY5" fmla="*/ 101153 h 108027"/>
                <a:gd name="csX6" fmla="*/ 84791 w 86194"/>
                <a:gd name="csY6" fmla="*/ 107505 h 108027"/>
                <a:gd name="csX7" fmla="*/ 79278 w 86194"/>
                <a:gd name="csY7" fmla="*/ 105046 h 108027"/>
                <a:gd name="csX8" fmla="*/ 72255 w 86194"/>
                <a:gd name="csY8" fmla="*/ 91933 h 108027"/>
                <a:gd name="csX9" fmla="*/ 43831 w 86194"/>
                <a:gd name="csY9" fmla="*/ 48086 h 108027"/>
                <a:gd name="csX10" fmla="*/ 1716 w 86194"/>
                <a:gd name="csY10" fmla="*/ 8597 h 108027"/>
                <a:gd name="csX11" fmla="*/ 3 w 86194"/>
                <a:gd name="csY11" fmla="*/ 5859 h 108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194" h="108027">
                  <a:moveTo>
                    <a:pt x="3" y="5859"/>
                  </a:moveTo>
                  <a:cubicBezTo>
                    <a:pt x="599" y="1054"/>
                    <a:pt x="3355" y="-679"/>
                    <a:pt x="8459" y="234"/>
                  </a:cubicBezTo>
                  <a:cubicBezTo>
                    <a:pt x="15705" y="1519"/>
                    <a:pt x="21703" y="5319"/>
                    <a:pt x="27253" y="9771"/>
                  </a:cubicBezTo>
                  <a:cubicBezTo>
                    <a:pt x="50984" y="28751"/>
                    <a:pt x="67226" y="53115"/>
                    <a:pt x="78141" y="81241"/>
                  </a:cubicBezTo>
                  <a:cubicBezTo>
                    <a:pt x="79911" y="85786"/>
                    <a:pt x="81289" y="90462"/>
                    <a:pt x="83599" y="94802"/>
                  </a:cubicBezTo>
                  <a:cubicBezTo>
                    <a:pt x="84642" y="96757"/>
                    <a:pt x="85462" y="98974"/>
                    <a:pt x="85778" y="101153"/>
                  </a:cubicBezTo>
                  <a:cubicBezTo>
                    <a:pt x="86095" y="103277"/>
                    <a:pt x="86896" y="106015"/>
                    <a:pt x="84791" y="107505"/>
                  </a:cubicBezTo>
                  <a:cubicBezTo>
                    <a:pt x="82090" y="109405"/>
                    <a:pt x="81289" y="105549"/>
                    <a:pt x="79278" y="105046"/>
                  </a:cubicBezTo>
                  <a:cubicBezTo>
                    <a:pt x="74938" y="101768"/>
                    <a:pt x="74397" y="96366"/>
                    <a:pt x="72255" y="91933"/>
                  </a:cubicBezTo>
                  <a:cubicBezTo>
                    <a:pt x="64581" y="76119"/>
                    <a:pt x="54765" y="61795"/>
                    <a:pt x="43831" y="48086"/>
                  </a:cubicBezTo>
                  <a:cubicBezTo>
                    <a:pt x="31686" y="32849"/>
                    <a:pt x="18052" y="19308"/>
                    <a:pt x="1716" y="8597"/>
                  </a:cubicBezTo>
                  <a:cubicBezTo>
                    <a:pt x="822" y="7946"/>
                    <a:pt x="-53" y="7182"/>
                    <a:pt x="3" y="5859"/>
                  </a:cubicBezTo>
                  <a:close/>
                </a:path>
              </a:pathLst>
            </a:custGeom>
            <a:solidFill>
              <a:srgbClr val="97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09DB2D21-EA84-863D-CD21-F0A810B40687}"/>
                </a:ext>
              </a:extLst>
            </p:cNvPr>
            <p:cNvSpPr/>
            <p:nvPr/>
          </p:nvSpPr>
          <p:spPr>
            <a:xfrm>
              <a:off x="1952209" y="5245596"/>
              <a:ext cx="85781" cy="107284"/>
            </a:xfrm>
            <a:custGeom>
              <a:avLst/>
              <a:gdLst>
                <a:gd name="csX0" fmla="*/ 5161 w 85781"/>
                <a:gd name="csY0" fmla="*/ 1034 h 107284"/>
                <a:gd name="csX1" fmla="*/ 84454 w 85781"/>
                <a:gd name="csY1" fmla="*/ 100202 h 107284"/>
                <a:gd name="csX2" fmla="*/ 84380 w 85781"/>
                <a:gd name="csY2" fmla="*/ 107224 h 107284"/>
                <a:gd name="csX3" fmla="*/ 81642 w 85781"/>
                <a:gd name="csY3" fmla="*/ 100984 h 107284"/>
                <a:gd name="csX4" fmla="*/ 80990 w 85781"/>
                <a:gd name="csY4" fmla="*/ 100128 h 107284"/>
                <a:gd name="csX5" fmla="*/ 61879 w 85781"/>
                <a:gd name="csY5" fmla="*/ 62632 h 107284"/>
                <a:gd name="csX6" fmla="*/ 13729 w 85781"/>
                <a:gd name="csY6" fmla="*/ 10030 h 107284"/>
                <a:gd name="csX7" fmla="*/ 3018 w 85781"/>
                <a:gd name="csY7" fmla="*/ 4126 h 107284"/>
                <a:gd name="csX8" fmla="*/ 1 w 85781"/>
                <a:gd name="csY8" fmla="*/ 643 h 107284"/>
                <a:gd name="csX9" fmla="*/ 5161 w 85781"/>
                <a:gd name="csY9" fmla="*/ 1034 h 107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781" h="107284">
                  <a:moveTo>
                    <a:pt x="5161" y="1034"/>
                  </a:moveTo>
                  <a:cubicBezTo>
                    <a:pt x="41836" y="25900"/>
                    <a:pt x="67225" y="59801"/>
                    <a:pt x="84454" y="100202"/>
                  </a:cubicBezTo>
                  <a:cubicBezTo>
                    <a:pt x="84268" y="102679"/>
                    <a:pt x="87584" y="106200"/>
                    <a:pt x="84380" y="107224"/>
                  </a:cubicBezTo>
                  <a:cubicBezTo>
                    <a:pt x="82387" y="107876"/>
                    <a:pt x="82834" y="103108"/>
                    <a:pt x="81642" y="100984"/>
                  </a:cubicBezTo>
                  <a:cubicBezTo>
                    <a:pt x="81474" y="100668"/>
                    <a:pt x="81213" y="100407"/>
                    <a:pt x="80990" y="100128"/>
                  </a:cubicBezTo>
                  <a:cubicBezTo>
                    <a:pt x="77115" y="86362"/>
                    <a:pt x="69776" y="74348"/>
                    <a:pt x="61879" y="62632"/>
                  </a:cubicBezTo>
                  <a:cubicBezTo>
                    <a:pt x="48449" y="42720"/>
                    <a:pt x="33007" y="24596"/>
                    <a:pt x="13729" y="10030"/>
                  </a:cubicBezTo>
                  <a:cubicBezTo>
                    <a:pt x="10469" y="7572"/>
                    <a:pt x="7358" y="4703"/>
                    <a:pt x="3018" y="4126"/>
                  </a:cubicBezTo>
                  <a:cubicBezTo>
                    <a:pt x="2478" y="2598"/>
                    <a:pt x="-55" y="2729"/>
                    <a:pt x="1" y="643"/>
                  </a:cubicBezTo>
                  <a:cubicBezTo>
                    <a:pt x="1957" y="-997"/>
                    <a:pt x="3484" y="1015"/>
                    <a:pt x="5161" y="1034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6A7BF110-E1FA-20B5-53A5-5717BC98BF63}"/>
                </a:ext>
              </a:extLst>
            </p:cNvPr>
            <p:cNvSpPr/>
            <p:nvPr/>
          </p:nvSpPr>
          <p:spPr>
            <a:xfrm>
              <a:off x="2077269" y="5171807"/>
              <a:ext cx="11474" cy="1235"/>
            </a:xfrm>
            <a:custGeom>
              <a:avLst/>
              <a:gdLst>
                <a:gd name="csX0" fmla="*/ 0 w 11474"/>
                <a:gd name="csY0" fmla="*/ 0 h 1235"/>
                <a:gd name="csX1" fmla="*/ 11474 w 11474"/>
                <a:gd name="csY1" fmla="*/ 1025 h 1235"/>
                <a:gd name="csX2" fmla="*/ 0 w 11474"/>
                <a:gd name="csY2" fmla="*/ 0 h 1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74" h="1235">
                  <a:moveTo>
                    <a:pt x="0" y="0"/>
                  </a:moveTo>
                  <a:cubicBezTo>
                    <a:pt x="3837" y="130"/>
                    <a:pt x="7730" y="-335"/>
                    <a:pt x="11474" y="1025"/>
                  </a:cubicBezTo>
                  <a:cubicBezTo>
                    <a:pt x="7637" y="708"/>
                    <a:pt x="3651" y="2217"/>
                    <a:pt x="0" y="0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</p:grpSp>
      <p:grpSp>
        <p:nvGrpSpPr>
          <p:cNvPr id="1022" name="Graphic 9">
            <a:extLst>
              <a:ext uri="{FF2B5EF4-FFF2-40B4-BE49-F238E27FC236}">
                <a16:creationId xmlns:a16="http://schemas.microsoft.com/office/drawing/2014/main" id="{FB1C5913-B25E-14BD-6687-BCB9F21BA483}"/>
              </a:ext>
            </a:extLst>
          </p:cNvPr>
          <p:cNvGrpSpPr/>
          <p:nvPr/>
        </p:nvGrpSpPr>
        <p:grpSpPr>
          <a:xfrm>
            <a:off x="2476626" y="5839252"/>
            <a:ext cx="509030" cy="415498"/>
            <a:chOff x="1505087" y="4809315"/>
            <a:chExt cx="842483" cy="687679"/>
          </a:xfrm>
        </p:grpSpPr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15444865-A624-B126-FA53-4999D83C3403}"/>
                </a:ext>
              </a:extLst>
            </p:cNvPr>
            <p:cNvSpPr/>
            <p:nvPr/>
          </p:nvSpPr>
          <p:spPr>
            <a:xfrm>
              <a:off x="1505087" y="4809315"/>
              <a:ext cx="842483" cy="687679"/>
            </a:xfrm>
            <a:custGeom>
              <a:avLst/>
              <a:gdLst>
                <a:gd name="csX0" fmla="*/ 320275 w 842483"/>
                <a:gd name="csY0" fmla="*/ 319221 h 687679"/>
                <a:gd name="csX1" fmla="*/ 309025 w 842483"/>
                <a:gd name="csY1" fmla="*/ 319799 h 687679"/>
                <a:gd name="csX2" fmla="*/ 302747 w 842483"/>
                <a:gd name="csY2" fmla="*/ 313633 h 687679"/>
                <a:gd name="csX3" fmla="*/ 303660 w 842483"/>
                <a:gd name="csY3" fmla="*/ 304693 h 687679"/>
                <a:gd name="csX4" fmla="*/ 299227 w 842483"/>
                <a:gd name="csY4" fmla="*/ 295789 h 687679"/>
                <a:gd name="csX5" fmla="*/ 269219 w 842483"/>
                <a:gd name="csY5" fmla="*/ 282844 h 687679"/>
                <a:gd name="csX6" fmla="*/ 260390 w 842483"/>
                <a:gd name="csY6" fmla="*/ 281167 h 687679"/>
                <a:gd name="csX7" fmla="*/ 257689 w 842483"/>
                <a:gd name="csY7" fmla="*/ 280199 h 687679"/>
                <a:gd name="csX8" fmla="*/ 267226 w 842483"/>
                <a:gd name="csY8" fmla="*/ 278094 h 687679"/>
                <a:gd name="csX9" fmla="*/ 294980 w 842483"/>
                <a:gd name="csY9" fmla="*/ 289084 h 687679"/>
                <a:gd name="csX10" fmla="*/ 296917 w 842483"/>
                <a:gd name="csY10" fmla="*/ 290238 h 687679"/>
                <a:gd name="csX11" fmla="*/ 309881 w 842483"/>
                <a:gd name="csY11" fmla="*/ 287314 h 687679"/>
                <a:gd name="csX12" fmla="*/ 315115 w 842483"/>
                <a:gd name="csY12" fmla="*/ 281745 h 687679"/>
                <a:gd name="csX13" fmla="*/ 331730 w 842483"/>
                <a:gd name="csY13" fmla="*/ 277684 h 687679"/>
                <a:gd name="csX14" fmla="*/ 369468 w 842483"/>
                <a:gd name="csY14" fmla="*/ 294280 h 687679"/>
                <a:gd name="csX15" fmla="*/ 374516 w 842483"/>
                <a:gd name="csY15" fmla="*/ 310821 h 687679"/>
                <a:gd name="csX16" fmla="*/ 380476 w 842483"/>
                <a:gd name="csY16" fmla="*/ 314826 h 687679"/>
                <a:gd name="csX17" fmla="*/ 417879 w 842483"/>
                <a:gd name="csY17" fmla="*/ 311864 h 687679"/>
                <a:gd name="csX18" fmla="*/ 442764 w 842483"/>
                <a:gd name="csY18" fmla="*/ 315012 h 687679"/>
                <a:gd name="csX19" fmla="*/ 470406 w 842483"/>
                <a:gd name="csY19" fmla="*/ 301042 h 687679"/>
                <a:gd name="csX20" fmla="*/ 492590 w 842483"/>
                <a:gd name="csY20" fmla="*/ 265968 h 687679"/>
                <a:gd name="csX21" fmla="*/ 494043 w 842483"/>
                <a:gd name="csY21" fmla="*/ 262317 h 687679"/>
                <a:gd name="csX22" fmla="*/ 478304 w 842483"/>
                <a:gd name="csY22" fmla="*/ 230652 h 687679"/>
                <a:gd name="csX23" fmla="*/ 454182 w 842483"/>
                <a:gd name="csY23" fmla="*/ 229124 h 687679"/>
                <a:gd name="csX24" fmla="*/ 452208 w 842483"/>
                <a:gd name="csY24" fmla="*/ 226535 h 687679"/>
                <a:gd name="csX25" fmla="*/ 468320 w 842483"/>
                <a:gd name="csY25" fmla="*/ 198819 h 687679"/>
                <a:gd name="csX26" fmla="*/ 466141 w 842483"/>
                <a:gd name="csY26" fmla="*/ 177286 h 687679"/>
                <a:gd name="csX27" fmla="*/ 454294 w 842483"/>
                <a:gd name="csY27" fmla="*/ 158064 h 687679"/>
                <a:gd name="csX28" fmla="*/ 450289 w 842483"/>
                <a:gd name="csY28" fmla="*/ 135879 h 687679"/>
                <a:gd name="csX29" fmla="*/ 463812 w 842483"/>
                <a:gd name="csY29" fmla="*/ 91138 h 687679"/>
                <a:gd name="csX30" fmla="*/ 492795 w 842483"/>
                <a:gd name="csY30" fmla="*/ 53270 h 687679"/>
                <a:gd name="csX31" fmla="*/ 529080 w 842483"/>
                <a:gd name="csY31" fmla="*/ 22797 h 687679"/>
                <a:gd name="csX32" fmla="*/ 575833 w 842483"/>
                <a:gd name="csY32" fmla="*/ 2624 h 687679"/>
                <a:gd name="csX33" fmla="*/ 638456 w 842483"/>
                <a:gd name="csY33" fmla="*/ 23579 h 687679"/>
                <a:gd name="csX34" fmla="*/ 645050 w 842483"/>
                <a:gd name="csY34" fmla="*/ 31291 h 687679"/>
                <a:gd name="csX35" fmla="*/ 655425 w 842483"/>
                <a:gd name="csY35" fmla="*/ 75641 h 687679"/>
                <a:gd name="csX36" fmla="*/ 607238 w 842483"/>
                <a:gd name="csY36" fmla="*/ 170711 h 687679"/>
                <a:gd name="csX37" fmla="*/ 574045 w 842483"/>
                <a:gd name="csY37" fmla="*/ 195988 h 687679"/>
                <a:gd name="csX38" fmla="*/ 537630 w 842483"/>
                <a:gd name="csY38" fmla="*/ 196286 h 687679"/>
                <a:gd name="csX39" fmla="*/ 515538 w 842483"/>
                <a:gd name="csY39" fmla="*/ 195596 h 687679"/>
                <a:gd name="csX40" fmla="*/ 481955 w 842483"/>
                <a:gd name="csY40" fmla="*/ 224281 h 687679"/>
                <a:gd name="csX41" fmla="*/ 483221 w 842483"/>
                <a:gd name="csY41" fmla="*/ 228100 h 687679"/>
                <a:gd name="csX42" fmla="*/ 500693 w 842483"/>
                <a:gd name="csY42" fmla="*/ 250415 h 687679"/>
                <a:gd name="csX43" fmla="*/ 500507 w 842483"/>
                <a:gd name="csY43" fmla="*/ 256543 h 687679"/>
                <a:gd name="csX44" fmla="*/ 487803 w 842483"/>
                <a:gd name="csY44" fmla="*/ 287780 h 687679"/>
                <a:gd name="csX45" fmla="*/ 432333 w 842483"/>
                <a:gd name="csY45" fmla="*/ 319650 h 687679"/>
                <a:gd name="csX46" fmla="*/ 414787 w 842483"/>
                <a:gd name="csY46" fmla="*/ 315627 h 687679"/>
                <a:gd name="csX47" fmla="*/ 399289 w 842483"/>
                <a:gd name="csY47" fmla="*/ 312888 h 687679"/>
                <a:gd name="csX48" fmla="*/ 387536 w 842483"/>
                <a:gd name="csY48" fmla="*/ 317452 h 687679"/>
                <a:gd name="csX49" fmla="*/ 408770 w 842483"/>
                <a:gd name="csY49" fmla="*/ 322928 h 687679"/>
                <a:gd name="csX50" fmla="*/ 454424 w 842483"/>
                <a:gd name="csY50" fmla="*/ 323841 h 687679"/>
                <a:gd name="csX51" fmla="*/ 497228 w 842483"/>
                <a:gd name="csY51" fmla="*/ 330751 h 687679"/>
                <a:gd name="csX52" fmla="*/ 522840 w 842483"/>
                <a:gd name="csY52" fmla="*/ 320265 h 687679"/>
                <a:gd name="csX53" fmla="*/ 546477 w 842483"/>
                <a:gd name="csY53" fmla="*/ 295398 h 687679"/>
                <a:gd name="csX54" fmla="*/ 587605 w 842483"/>
                <a:gd name="csY54" fmla="*/ 280832 h 687679"/>
                <a:gd name="csX55" fmla="*/ 665669 w 842483"/>
                <a:gd name="csY55" fmla="*/ 287985 h 687679"/>
                <a:gd name="csX56" fmla="*/ 752712 w 842483"/>
                <a:gd name="csY56" fmla="*/ 319911 h 687679"/>
                <a:gd name="csX57" fmla="*/ 817197 w 842483"/>
                <a:gd name="csY57" fmla="*/ 369532 h 687679"/>
                <a:gd name="csX58" fmla="*/ 840704 w 842483"/>
                <a:gd name="csY58" fmla="*/ 410883 h 687679"/>
                <a:gd name="csX59" fmla="*/ 834930 w 842483"/>
                <a:gd name="csY59" fmla="*/ 459201 h 687679"/>
                <a:gd name="csX60" fmla="*/ 803414 w 842483"/>
                <a:gd name="csY60" fmla="*/ 483471 h 687679"/>
                <a:gd name="csX61" fmla="*/ 679006 w 842483"/>
                <a:gd name="csY61" fmla="*/ 481609 h 687679"/>
                <a:gd name="csX62" fmla="*/ 578050 w 842483"/>
                <a:gd name="csY62" fmla="*/ 453184 h 687679"/>
                <a:gd name="csX63" fmla="*/ 553611 w 842483"/>
                <a:gd name="csY63" fmla="*/ 445957 h 687679"/>
                <a:gd name="csX64" fmla="*/ 561863 w 842483"/>
                <a:gd name="csY64" fmla="*/ 470135 h 687679"/>
                <a:gd name="csX65" fmla="*/ 572871 w 842483"/>
                <a:gd name="csY65" fmla="*/ 513255 h 687679"/>
                <a:gd name="csX66" fmla="*/ 570170 w 842483"/>
                <a:gd name="csY66" fmla="*/ 529628 h 687679"/>
                <a:gd name="csX67" fmla="*/ 550277 w 842483"/>
                <a:gd name="csY67" fmla="*/ 559449 h 687679"/>
                <a:gd name="csX68" fmla="*/ 464855 w 842483"/>
                <a:gd name="csY68" fmla="*/ 569843 h 687679"/>
                <a:gd name="csX69" fmla="*/ 411732 w 842483"/>
                <a:gd name="csY69" fmla="*/ 515863 h 687679"/>
                <a:gd name="csX70" fmla="*/ 414470 w 842483"/>
                <a:gd name="csY70" fmla="*/ 452551 h 687679"/>
                <a:gd name="csX71" fmla="*/ 420915 w 842483"/>
                <a:gd name="csY71" fmla="*/ 440630 h 687679"/>
                <a:gd name="csX72" fmla="*/ 422740 w 842483"/>
                <a:gd name="csY72" fmla="*/ 431391 h 687679"/>
                <a:gd name="csX73" fmla="*/ 414899 w 842483"/>
                <a:gd name="csY73" fmla="*/ 396187 h 687679"/>
                <a:gd name="csX74" fmla="*/ 408714 w 842483"/>
                <a:gd name="csY74" fmla="*/ 385979 h 687679"/>
                <a:gd name="csX75" fmla="*/ 406926 w 842483"/>
                <a:gd name="csY75" fmla="*/ 396652 h 687679"/>
                <a:gd name="csX76" fmla="*/ 366227 w 842483"/>
                <a:gd name="csY76" fmla="*/ 449552 h 687679"/>
                <a:gd name="csX77" fmla="*/ 347489 w 842483"/>
                <a:gd name="csY77" fmla="*/ 459964 h 687679"/>
                <a:gd name="csX78" fmla="*/ 324280 w 842483"/>
                <a:gd name="csY78" fmla="*/ 466465 h 687679"/>
                <a:gd name="csX79" fmla="*/ 299152 w 842483"/>
                <a:gd name="csY79" fmla="*/ 456872 h 687679"/>
                <a:gd name="csX80" fmla="*/ 279781 w 842483"/>
                <a:gd name="csY80" fmla="*/ 415111 h 687679"/>
                <a:gd name="csX81" fmla="*/ 279669 w 842483"/>
                <a:gd name="csY81" fmla="*/ 410585 h 687679"/>
                <a:gd name="csX82" fmla="*/ 276447 w 842483"/>
                <a:gd name="csY82" fmla="*/ 408592 h 687679"/>
                <a:gd name="csX83" fmla="*/ 245713 w 842483"/>
                <a:gd name="csY83" fmla="*/ 436607 h 687679"/>
                <a:gd name="csX84" fmla="*/ 245061 w 842483"/>
                <a:gd name="csY84" fmla="*/ 451266 h 687679"/>
                <a:gd name="csX85" fmla="*/ 260223 w 842483"/>
                <a:gd name="csY85" fmla="*/ 491928 h 687679"/>
                <a:gd name="csX86" fmla="*/ 267189 w 842483"/>
                <a:gd name="csY86" fmla="*/ 538718 h 687679"/>
                <a:gd name="csX87" fmla="*/ 262588 w 842483"/>
                <a:gd name="csY87" fmla="*/ 549484 h 687679"/>
                <a:gd name="csX88" fmla="*/ 201158 w 842483"/>
                <a:gd name="csY88" fmla="*/ 616074 h 687679"/>
                <a:gd name="csX89" fmla="*/ 170312 w 842483"/>
                <a:gd name="csY89" fmla="*/ 645746 h 687679"/>
                <a:gd name="csX90" fmla="*/ 134865 w 842483"/>
                <a:gd name="csY90" fmla="*/ 669123 h 687679"/>
                <a:gd name="csX91" fmla="*/ 74217 w 842483"/>
                <a:gd name="csY91" fmla="*/ 686148 h 687679"/>
                <a:gd name="csX92" fmla="*/ 29662 w 842483"/>
                <a:gd name="csY92" fmla="*/ 683708 h 687679"/>
                <a:gd name="csX93" fmla="*/ 14872 w 842483"/>
                <a:gd name="csY93" fmla="*/ 671973 h 687679"/>
                <a:gd name="csX94" fmla="*/ 269 w 842483"/>
                <a:gd name="csY94" fmla="*/ 625928 h 687679"/>
                <a:gd name="csX95" fmla="*/ 28079 w 842483"/>
                <a:gd name="csY95" fmla="*/ 528156 h 687679"/>
                <a:gd name="csX96" fmla="*/ 74645 w 842483"/>
                <a:gd name="csY96" fmla="*/ 467545 h 687679"/>
                <a:gd name="csX97" fmla="*/ 99661 w 842483"/>
                <a:gd name="csY97" fmla="*/ 439233 h 687679"/>
                <a:gd name="csX98" fmla="*/ 151350 w 842483"/>
                <a:gd name="csY98" fmla="*/ 415149 h 687679"/>
                <a:gd name="csX99" fmla="*/ 183406 w 842483"/>
                <a:gd name="csY99" fmla="*/ 415391 h 687679"/>
                <a:gd name="csX100" fmla="*/ 200841 w 842483"/>
                <a:gd name="csY100" fmla="*/ 415409 h 687679"/>
                <a:gd name="csX101" fmla="*/ 233959 w 842483"/>
                <a:gd name="csY101" fmla="*/ 404867 h 687679"/>
                <a:gd name="csX102" fmla="*/ 281550 w 842483"/>
                <a:gd name="csY102" fmla="*/ 371506 h 687679"/>
                <a:gd name="csX103" fmla="*/ 298277 w 842483"/>
                <a:gd name="csY103" fmla="*/ 354873 h 687679"/>
                <a:gd name="csX104" fmla="*/ 302617 w 842483"/>
                <a:gd name="csY104" fmla="*/ 351297 h 687679"/>
                <a:gd name="csX105" fmla="*/ 327893 w 842483"/>
                <a:gd name="csY105" fmla="*/ 318123 h 687679"/>
                <a:gd name="csX106" fmla="*/ 327577 w 842483"/>
                <a:gd name="csY106" fmla="*/ 316427 h 687679"/>
                <a:gd name="csX107" fmla="*/ 328936 w 842483"/>
                <a:gd name="csY107" fmla="*/ 315329 h 687679"/>
                <a:gd name="csX108" fmla="*/ 332308 w 842483"/>
                <a:gd name="csY108" fmla="*/ 318514 h 687679"/>
                <a:gd name="csX109" fmla="*/ 316922 w 842483"/>
                <a:gd name="csY109" fmla="*/ 345373 h 687679"/>
                <a:gd name="csX110" fmla="*/ 309006 w 842483"/>
                <a:gd name="csY110" fmla="*/ 352507 h 687679"/>
                <a:gd name="csX111" fmla="*/ 286058 w 842483"/>
                <a:gd name="csY111" fmla="*/ 386482 h 687679"/>
                <a:gd name="csX112" fmla="*/ 285425 w 842483"/>
                <a:gd name="csY112" fmla="*/ 427498 h 687679"/>
                <a:gd name="csX113" fmla="*/ 318859 w 842483"/>
                <a:gd name="csY113" fmla="*/ 461883 h 687679"/>
                <a:gd name="csX114" fmla="*/ 339740 w 842483"/>
                <a:gd name="csY114" fmla="*/ 458400 h 687679"/>
                <a:gd name="csX115" fmla="*/ 383848 w 842483"/>
                <a:gd name="csY115" fmla="*/ 430534 h 687679"/>
                <a:gd name="csX116" fmla="*/ 404673 w 842483"/>
                <a:gd name="csY116" fmla="*/ 383074 h 687679"/>
                <a:gd name="csX117" fmla="*/ 407932 w 842483"/>
                <a:gd name="csY117" fmla="*/ 347143 h 687679"/>
                <a:gd name="csX118" fmla="*/ 406870 w 842483"/>
                <a:gd name="csY118" fmla="*/ 338202 h 687679"/>
                <a:gd name="csX119" fmla="*/ 385841 w 842483"/>
                <a:gd name="csY119" fmla="*/ 322127 h 687679"/>
                <a:gd name="csX120" fmla="*/ 371778 w 842483"/>
                <a:gd name="csY120" fmla="*/ 321066 h 687679"/>
                <a:gd name="csX121" fmla="*/ 369543 w 842483"/>
                <a:gd name="csY121" fmla="*/ 317415 h 687679"/>
                <a:gd name="csX122" fmla="*/ 361477 w 842483"/>
                <a:gd name="csY122" fmla="*/ 292772 h 687679"/>
                <a:gd name="csX123" fmla="*/ 334785 w 842483"/>
                <a:gd name="csY123" fmla="*/ 282769 h 687679"/>
                <a:gd name="csX124" fmla="*/ 330892 w 842483"/>
                <a:gd name="csY124" fmla="*/ 283421 h 687679"/>
                <a:gd name="csX125" fmla="*/ 307032 w 842483"/>
                <a:gd name="csY125" fmla="*/ 308232 h 687679"/>
                <a:gd name="csX126" fmla="*/ 308354 w 842483"/>
                <a:gd name="csY126" fmla="*/ 315794 h 687679"/>
                <a:gd name="csX127" fmla="*/ 314687 w 842483"/>
                <a:gd name="csY127" fmla="*/ 316875 h 687679"/>
                <a:gd name="csX128" fmla="*/ 320275 w 842483"/>
                <a:gd name="csY128" fmla="*/ 319221 h 68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842483" h="687679">
                  <a:moveTo>
                    <a:pt x="320275" y="319221"/>
                  </a:moveTo>
                  <a:cubicBezTo>
                    <a:pt x="316531" y="319408"/>
                    <a:pt x="312769" y="319557"/>
                    <a:pt x="309025" y="319799"/>
                  </a:cubicBezTo>
                  <a:cubicBezTo>
                    <a:pt x="304573" y="320097"/>
                    <a:pt x="302803" y="317526"/>
                    <a:pt x="302747" y="313633"/>
                  </a:cubicBezTo>
                  <a:cubicBezTo>
                    <a:pt x="302710" y="310635"/>
                    <a:pt x="302673" y="307431"/>
                    <a:pt x="303660" y="304693"/>
                  </a:cubicBezTo>
                  <a:cubicBezTo>
                    <a:pt x="305467" y="299775"/>
                    <a:pt x="303511" y="297819"/>
                    <a:pt x="299227" y="295789"/>
                  </a:cubicBezTo>
                  <a:cubicBezTo>
                    <a:pt x="289373" y="291114"/>
                    <a:pt x="279594" y="286290"/>
                    <a:pt x="269219" y="282844"/>
                  </a:cubicBezTo>
                  <a:cubicBezTo>
                    <a:pt x="266332" y="281894"/>
                    <a:pt x="263426" y="281223"/>
                    <a:pt x="260390" y="281167"/>
                  </a:cubicBezTo>
                  <a:cubicBezTo>
                    <a:pt x="259124" y="281838"/>
                    <a:pt x="258155" y="281707"/>
                    <a:pt x="257689" y="280199"/>
                  </a:cubicBezTo>
                  <a:cubicBezTo>
                    <a:pt x="260111" y="276119"/>
                    <a:pt x="263892" y="277237"/>
                    <a:pt x="267226" y="278094"/>
                  </a:cubicBezTo>
                  <a:cubicBezTo>
                    <a:pt x="276931" y="280590"/>
                    <a:pt x="286058" y="284576"/>
                    <a:pt x="294980" y="289084"/>
                  </a:cubicBezTo>
                  <a:cubicBezTo>
                    <a:pt x="295651" y="289419"/>
                    <a:pt x="296265" y="289866"/>
                    <a:pt x="296917" y="290238"/>
                  </a:cubicBezTo>
                  <a:cubicBezTo>
                    <a:pt x="304536" y="294504"/>
                    <a:pt x="304983" y="294411"/>
                    <a:pt x="309881" y="287314"/>
                  </a:cubicBezTo>
                  <a:cubicBezTo>
                    <a:pt x="311073" y="284948"/>
                    <a:pt x="313029" y="283291"/>
                    <a:pt x="315115" y="281745"/>
                  </a:cubicBezTo>
                  <a:cubicBezTo>
                    <a:pt x="319809" y="277032"/>
                    <a:pt x="326124" y="278522"/>
                    <a:pt x="331730" y="277684"/>
                  </a:cubicBezTo>
                  <a:cubicBezTo>
                    <a:pt x="347619" y="275337"/>
                    <a:pt x="360658" y="279957"/>
                    <a:pt x="369468" y="294280"/>
                  </a:cubicBezTo>
                  <a:cubicBezTo>
                    <a:pt x="372635" y="299440"/>
                    <a:pt x="374125" y="304991"/>
                    <a:pt x="374516" y="310821"/>
                  </a:cubicBezTo>
                  <a:cubicBezTo>
                    <a:pt x="374814" y="315217"/>
                    <a:pt x="376323" y="316707"/>
                    <a:pt x="380476" y="314826"/>
                  </a:cubicBezTo>
                  <a:cubicBezTo>
                    <a:pt x="392453" y="307729"/>
                    <a:pt x="404859" y="307449"/>
                    <a:pt x="417879" y="311864"/>
                  </a:cubicBezTo>
                  <a:cubicBezTo>
                    <a:pt x="425870" y="314565"/>
                    <a:pt x="434010" y="316055"/>
                    <a:pt x="442764" y="315012"/>
                  </a:cubicBezTo>
                  <a:cubicBezTo>
                    <a:pt x="453903" y="313671"/>
                    <a:pt x="462303" y="308008"/>
                    <a:pt x="470406" y="301042"/>
                  </a:cubicBezTo>
                  <a:cubicBezTo>
                    <a:pt x="481396" y="291580"/>
                    <a:pt x="489349" y="280292"/>
                    <a:pt x="492590" y="265968"/>
                  </a:cubicBezTo>
                  <a:cubicBezTo>
                    <a:pt x="492870" y="264683"/>
                    <a:pt x="493298" y="263379"/>
                    <a:pt x="494043" y="262317"/>
                  </a:cubicBezTo>
                  <a:cubicBezTo>
                    <a:pt x="502258" y="250694"/>
                    <a:pt x="491082" y="232626"/>
                    <a:pt x="478304" y="230652"/>
                  </a:cubicBezTo>
                  <a:cubicBezTo>
                    <a:pt x="470220" y="229404"/>
                    <a:pt x="462192" y="230149"/>
                    <a:pt x="454182" y="229124"/>
                  </a:cubicBezTo>
                  <a:cubicBezTo>
                    <a:pt x="453046" y="228640"/>
                    <a:pt x="451686" y="228286"/>
                    <a:pt x="452208" y="226535"/>
                  </a:cubicBezTo>
                  <a:cubicBezTo>
                    <a:pt x="457460" y="217222"/>
                    <a:pt x="464520" y="208989"/>
                    <a:pt x="468320" y="198819"/>
                  </a:cubicBezTo>
                  <a:cubicBezTo>
                    <a:pt x="471170" y="191238"/>
                    <a:pt x="470536" y="184141"/>
                    <a:pt x="466141" y="177286"/>
                  </a:cubicBezTo>
                  <a:cubicBezTo>
                    <a:pt x="462080" y="170953"/>
                    <a:pt x="458280" y="164453"/>
                    <a:pt x="454294" y="158064"/>
                  </a:cubicBezTo>
                  <a:cubicBezTo>
                    <a:pt x="450010" y="151191"/>
                    <a:pt x="448278" y="143665"/>
                    <a:pt x="450289" y="135879"/>
                  </a:cubicBezTo>
                  <a:cubicBezTo>
                    <a:pt x="454182" y="120792"/>
                    <a:pt x="457609" y="105462"/>
                    <a:pt x="463812" y="91138"/>
                  </a:cubicBezTo>
                  <a:cubicBezTo>
                    <a:pt x="470238" y="76274"/>
                    <a:pt x="481265" y="64297"/>
                    <a:pt x="492795" y="53270"/>
                  </a:cubicBezTo>
                  <a:cubicBezTo>
                    <a:pt x="504176" y="42374"/>
                    <a:pt x="516824" y="32762"/>
                    <a:pt x="529080" y="22797"/>
                  </a:cubicBezTo>
                  <a:cubicBezTo>
                    <a:pt x="542733" y="11696"/>
                    <a:pt x="559311" y="7300"/>
                    <a:pt x="575833" y="2624"/>
                  </a:cubicBezTo>
                  <a:cubicBezTo>
                    <a:pt x="601612" y="-4659"/>
                    <a:pt x="621953" y="3500"/>
                    <a:pt x="638456" y="23579"/>
                  </a:cubicBezTo>
                  <a:cubicBezTo>
                    <a:pt x="640598" y="26187"/>
                    <a:pt x="642610" y="28981"/>
                    <a:pt x="645050" y="31291"/>
                  </a:cubicBezTo>
                  <a:cubicBezTo>
                    <a:pt x="658386" y="43808"/>
                    <a:pt x="656784" y="59845"/>
                    <a:pt x="655425" y="75641"/>
                  </a:cubicBezTo>
                  <a:cubicBezTo>
                    <a:pt x="652128" y="113714"/>
                    <a:pt x="633818" y="144522"/>
                    <a:pt x="607238" y="170711"/>
                  </a:cubicBezTo>
                  <a:cubicBezTo>
                    <a:pt x="597365" y="180434"/>
                    <a:pt x="585500" y="188053"/>
                    <a:pt x="574045" y="195988"/>
                  </a:cubicBezTo>
                  <a:cubicBezTo>
                    <a:pt x="561956" y="204351"/>
                    <a:pt x="549476" y="201874"/>
                    <a:pt x="537630" y="196286"/>
                  </a:cubicBezTo>
                  <a:cubicBezTo>
                    <a:pt x="529937" y="192653"/>
                    <a:pt x="522952" y="191964"/>
                    <a:pt x="515538" y="195596"/>
                  </a:cubicBezTo>
                  <a:cubicBezTo>
                    <a:pt x="501904" y="202265"/>
                    <a:pt x="490933" y="212118"/>
                    <a:pt x="481955" y="224281"/>
                  </a:cubicBezTo>
                  <a:cubicBezTo>
                    <a:pt x="480409" y="226368"/>
                    <a:pt x="480483" y="227206"/>
                    <a:pt x="483221" y="228100"/>
                  </a:cubicBezTo>
                  <a:cubicBezTo>
                    <a:pt x="493931" y="231602"/>
                    <a:pt x="498495" y="240189"/>
                    <a:pt x="500693" y="250415"/>
                  </a:cubicBezTo>
                  <a:cubicBezTo>
                    <a:pt x="501121" y="252370"/>
                    <a:pt x="501326" y="254848"/>
                    <a:pt x="500507" y="256543"/>
                  </a:cubicBezTo>
                  <a:cubicBezTo>
                    <a:pt x="495571" y="266694"/>
                    <a:pt x="494546" y="278615"/>
                    <a:pt x="487803" y="287780"/>
                  </a:cubicBezTo>
                  <a:cubicBezTo>
                    <a:pt x="474113" y="306406"/>
                    <a:pt x="457945" y="321419"/>
                    <a:pt x="432333" y="319650"/>
                  </a:cubicBezTo>
                  <a:cubicBezTo>
                    <a:pt x="426261" y="319240"/>
                    <a:pt x="420449" y="317694"/>
                    <a:pt x="414787" y="315627"/>
                  </a:cubicBezTo>
                  <a:cubicBezTo>
                    <a:pt x="409758" y="313801"/>
                    <a:pt x="404542" y="313280"/>
                    <a:pt x="399289" y="312888"/>
                  </a:cubicBezTo>
                  <a:cubicBezTo>
                    <a:pt x="395192" y="312590"/>
                    <a:pt x="391485" y="313708"/>
                    <a:pt x="387536" y="317452"/>
                  </a:cubicBezTo>
                  <a:cubicBezTo>
                    <a:pt x="395322" y="318458"/>
                    <a:pt x="401059" y="323021"/>
                    <a:pt x="408770" y="322928"/>
                  </a:cubicBezTo>
                  <a:cubicBezTo>
                    <a:pt x="423988" y="322742"/>
                    <a:pt x="439374" y="320991"/>
                    <a:pt x="454424" y="323841"/>
                  </a:cubicBezTo>
                  <a:cubicBezTo>
                    <a:pt x="468636" y="326523"/>
                    <a:pt x="482830" y="329243"/>
                    <a:pt x="497228" y="330751"/>
                  </a:cubicBezTo>
                  <a:cubicBezTo>
                    <a:pt x="507510" y="331832"/>
                    <a:pt x="515892" y="327734"/>
                    <a:pt x="522840" y="320265"/>
                  </a:cubicBezTo>
                  <a:cubicBezTo>
                    <a:pt x="530626" y="311883"/>
                    <a:pt x="538002" y="303016"/>
                    <a:pt x="546477" y="295398"/>
                  </a:cubicBezTo>
                  <a:cubicBezTo>
                    <a:pt x="557989" y="285060"/>
                    <a:pt x="572462" y="280590"/>
                    <a:pt x="587605" y="280832"/>
                  </a:cubicBezTo>
                  <a:cubicBezTo>
                    <a:pt x="613757" y="281260"/>
                    <a:pt x="639965" y="283309"/>
                    <a:pt x="665669" y="287985"/>
                  </a:cubicBezTo>
                  <a:cubicBezTo>
                    <a:pt x="696348" y="293573"/>
                    <a:pt x="725237" y="304898"/>
                    <a:pt x="752712" y="319911"/>
                  </a:cubicBezTo>
                  <a:cubicBezTo>
                    <a:pt x="776852" y="333117"/>
                    <a:pt x="798962" y="348875"/>
                    <a:pt x="817197" y="369532"/>
                  </a:cubicBezTo>
                  <a:cubicBezTo>
                    <a:pt x="827833" y="381583"/>
                    <a:pt x="836606" y="395013"/>
                    <a:pt x="840704" y="410883"/>
                  </a:cubicBezTo>
                  <a:cubicBezTo>
                    <a:pt x="845044" y="427722"/>
                    <a:pt x="840797" y="443219"/>
                    <a:pt x="834930" y="459201"/>
                  </a:cubicBezTo>
                  <a:cubicBezTo>
                    <a:pt x="829193" y="474847"/>
                    <a:pt x="817849" y="480435"/>
                    <a:pt x="803414" y="483471"/>
                  </a:cubicBezTo>
                  <a:cubicBezTo>
                    <a:pt x="761802" y="492244"/>
                    <a:pt x="720245" y="490531"/>
                    <a:pt x="679006" y="481609"/>
                  </a:cubicBezTo>
                  <a:cubicBezTo>
                    <a:pt x="644807" y="474214"/>
                    <a:pt x="611131" y="464751"/>
                    <a:pt x="578050" y="453184"/>
                  </a:cubicBezTo>
                  <a:cubicBezTo>
                    <a:pt x="570301" y="450483"/>
                    <a:pt x="562124" y="448881"/>
                    <a:pt x="553611" y="445957"/>
                  </a:cubicBezTo>
                  <a:cubicBezTo>
                    <a:pt x="556517" y="454395"/>
                    <a:pt x="559479" y="462181"/>
                    <a:pt x="561863" y="470135"/>
                  </a:cubicBezTo>
                  <a:cubicBezTo>
                    <a:pt x="566128" y="484347"/>
                    <a:pt x="570841" y="498466"/>
                    <a:pt x="572871" y="513255"/>
                  </a:cubicBezTo>
                  <a:cubicBezTo>
                    <a:pt x="573672" y="519048"/>
                    <a:pt x="572909" y="524413"/>
                    <a:pt x="570170" y="529628"/>
                  </a:cubicBezTo>
                  <a:cubicBezTo>
                    <a:pt x="564564" y="540264"/>
                    <a:pt x="560019" y="551757"/>
                    <a:pt x="550277" y="559449"/>
                  </a:cubicBezTo>
                  <a:cubicBezTo>
                    <a:pt x="524014" y="580144"/>
                    <a:pt x="496018" y="586626"/>
                    <a:pt x="464855" y="569843"/>
                  </a:cubicBezTo>
                  <a:cubicBezTo>
                    <a:pt x="441460" y="557233"/>
                    <a:pt x="422070" y="540543"/>
                    <a:pt x="411732" y="515863"/>
                  </a:cubicBezTo>
                  <a:cubicBezTo>
                    <a:pt x="402959" y="494889"/>
                    <a:pt x="403611" y="473227"/>
                    <a:pt x="414470" y="452551"/>
                  </a:cubicBezTo>
                  <a:cubicBezTo>
                    <a:pt x="416575" y="448546"/>
                    <a:pt x="418661" y="444542"/>
                    <a:pt x="420915" y="440630"/>
                  </a:cubicBezTo>
                  <a:cubicBezTo>
                    <a:pt x="422591" y="437724"/>
                    <a:pt x="423132" y="434632"/>
                    <a:pt x="422740" y="431391"/>
                  </a:cubicBezTo>
                  <a:cubicBezTo>
                    <a:pt x="421232" y="419414"/>
                    <a:pt x="418847" y="407605"/>
                    <a:pt x="414899" y="396187"/>
                  </a:cubicBezTo>
                  <a:cubicBezTo>
                    <a:pt x="413762" y="392927"/>
                    <a:pt x="411304" y="390133"/>
                    <a:pt x="408714" y="385979"/>
                  </a:cubicBezTo>
                  <a:cubicBezTo>
                    <a:pt x="407988" y="390338"/>
                    <a:pt x="407597" y="393523"/>
                    <a:pt x="406926" y="396652"/>
                  </a:cubicBezTo>
                  <a:cubicBezTo>
                    <a:pt x="401804" y="420774"/>
                    <a:pt x="386567" y="437184"/>
                    <a:pt x="366227" y="449552"/>
                  </a:cubicBezTo>
                  <a:cubicBezTo>
                    <a:pt x="360118" y="453259"/>
                    <a:pt x="353747" y="456518"/>
                    <a:pt x="347489" y="459964"/>
                  </a:cubicBezTo>
                  <a:cubicBezTo>
                    <a:pt x="340261" y="463932"/>
                    <a:pt x="332196" y="465329"/>
                    <a:pt x="324280" y="466465"/>
                  </a:cubicBezTo>
                  <a:cubicBezTo>
                    <a:pt x="314482" y="467881"/>
                    <a:pt x="306771" y="462311"/>
                    <a:pt x="299152" y="456872"/>
                  </a:cubicBezTo>
                  <a:cubicBezTo>
                    <a:pt x="284698" y="446553"/>
                    <a:pt x="280097" y="431875"/>
                    <a:pt x="279781" y="415111"/>
                  </a:cubicBezTo>
                  <a:cubicBezTo>
                    <a:pt x="279743" y="413603"/>
                    <a:pt x="279706" y="412094"/>
                    <a:pt x="279669" y="410585"/>
                  </a:cubicBezTo>
                  <a:cubicBezTo>
                    <a:pt x="279632" y="408257"/>
                    <a:pt x="279259" y="406878"/>
                    <a:pt x="276447" y="408592"/>
                  </a:cubicBezTo>
                  <a:cubicBezTo>
                    <a:pt x="264358" y="415912"/>
                    <a:pt x="254672" y="425915"/>
                    <a:pt x="245713" y="436607"/>
                  </a:cubicBezTo>
                  <a:cubicBezTo>
                    <a:pt x="242043" y="440965"/>
                    <a:pt x="243533" y="446441"/>
                    <a:pt x="245061" y="451266"/>
                  </a:cubicBezTo>
                  <a:cubicBezTo>
                    <a:pt x="249475" y="465050"/>
                    <a:pt x="254448" y="478610"/>
                    <a:pt x="260223" y="491928"/>
                  </a:cubicBezTo>
                  <a:cubicBezTo>
                    <a:pt x="266630" y="506736"/>
                    <a:pt x="269834" y="522382"/>
                    <a:pt x="267189" y="538718"/>
                  </a:cubicBezTo>
                  <a:cubicBezTo>
                    <a:pt x="266556" y="542685"/>
                    <a:pt x="264805" y="546094"/>
                    <a:pt x="262588" y="549484"/>
                  </a:cubicBezTo>
                  <a:cubicBezTo>
                    <a:pt x="245862" y="575152"/>
                    <a:pt x="222876" y="595008"/>
                    <a:pt x="201158" y="616074"/>
                  </a:cubicBezTo>
                  <a:cubicBezTo>
                    <a:pt x="190913" y="626002"/>
                    <a:pt x="179383" y="634589"/>
                    <a:pt x="170312" y="645746"/>
                  </a:cubicBezTo>
                  <a:cubicBezTo>
                    <a:pt x="160961" y="657239"/>
                    <a:pt x="148072" y="663759"/>
                    <a:pt x="134865" y="669123"/>
                  </a:cubicBezTo>
                  <a:cubicBezTo>
                    <a:pt x="115344" y="677058"/>
                    <a:pt x="95470" y="684378"/>
                    <a:pt x="74217" y="686148"/>
                  </a:cubicBezTo>
                  <a:cubicBezTo>
                    <a:pt x="59315" y="687377"/>
                    <a:pt x="44265" y="689817"/>
                    <a:pt x="29662" y="683708"/>
                  </a:cubicBezTo>
                  <a:cubicBezTo>
                    <a:pt x="23571" y="681156"/>
                    <a:pt x="18635" y="677430"/>
                    <a:pt x="14872" y="671973"/>
                  </a:cubicBezTo>
                  <a:cubicBezTo>
                    <a:pt x="5298" y="658096"/>
                    <a:pt x="1349" y="642822"/>
                    <a:pt x="269" y="625928"/>
                  </a:cubicBezTo>
                  <a:cubicBezTo>
                    <a:pt x="-2022" y="589829"/>
                    <a:pt x="10588" y="558276"/>
                    <a:pt x="28079" y="528156"/>
                  </a:cubicBezTo>
                  <a:cubicBezTo>
                    <a:pt x="40931" y="506009"/>
                    <a:pt x="55758" y="485203"/>
                    <a:pt x="74645" y="467545"/>
                  </a:cubicBezTo>
                  <a:cubicBezTo>
                    <a:pt x="83865" y="458921"/>
                    <a:pt x="91782" y="449105"/>
                    <a:pt x="99661" y="439233"/>
                  </a:cubicBezTo>
                  <a:cubicBezTo>
                    <a:pt x="112811" y="422748"/>
                    <a:pt x="130097" y="414553"/>
                    <a:pt x="151350" y="415149"/>
                  </a:cubicBezTo>
                  <a:cubicBezTo>
                    <a:pt x="162042" y="415447"/>
                    <a:pt x="172677" y="416881"/>
                    <a:pt x="183406" y="415391"/>
                  </a:cubicBezTo>
                  <a:cubicBezTo>
                    <a:pt x="189143" y="414609"/>
                    <a:pt x="194992" y="414571"/>
                    <a:pt x="200841" y="415409"/>
                  </a:cubicBezTo>
                  <a:cubicBezTo>
                    <a:pt x="213507" y="417235"/>
                    <a:pt x="224068" y="411572"/>
                    <a:pt x="233959" y="404867"/>
                  </a:cubicBezTo>
                  <a:cubicBezTo>
                    <a:pt x="249978" y="393989"/>
                    <a:pt x="265531" y="382403"/>
                    <a:pt x="281550" y="371506"/>
                  </a:cubicBezTo>
                  <a:cubicBezTo>
                    <a:pt x="288256" y="366943"/>
                    <a:pt x="292410" y="360107"/>
                    <a:pt x="298277" y="354873"/>
                  </a:cubicBezTo>
                  <a:cubicBezTo>
                    <a:pt x="299674" y="353625"/>
                    <a:pt x="300978" y="352079"/>
                    <a:pt x="302617" y="351297"/>
                  </a:cubicBezTo>
                  <a:cubicBezTo>
                    <a:pt x="316755" y="344554"/>
                    <a:pt x="320759" y="330155"/>
                    <a:pt x="327893" y="318123"/>
                  </a:cubicBezTo>
                  <a:cubicBezTo>
                    <a:pt x="327521" y="317601"/>
                    <a:pt x="327428" y="317042"/>
                    <a:pt x="327577" y="316427"/>
                  </a:cubicBezTo>
                  <a:cubicBezTo>
                    <a:pt x="327856" y="315869"/>
                    <a:pt x="328322" y="315496"/>
                    <a:pt x="328936" y="315329"/>
                  </a:cubicBezTo>
                  <a:cubicBezTo>
                    <a:pt x="331302" y="315086"/>
                    <a:pt x="332308" y="316260"/>
                    <a:pt x="332308" y="318514"/>
                  </a:cubicBezTo>
                  <a:cubicBezTo>
                    <a:pt x="328136" y="328013"/>
                    <a:pt x="322473" y="336675"/>
                    <a:pt x="316922" y="345373"/>
                  </a:cubicBezTo>
                  <a:cubicBezTo>
                    <a:pt x="315022" y="348335"/>
                    <a:pt x="312210" y="350812"/>
                    <a:pt x="309006" y="352507"/>
                  </a:cubicBezTo>
                  <a:cubicBezTo>
                    <a:pt x="295297" y="359753"/>
                    <a:pt x="288926" y="372363"/>
                    <a:pt x="286058" y="386482"/>
                  </a:cubicBezTo>
                  <a:cubicBezTo>
                    <a:pt x="283338" y="399931"/>
                    <a:pt x="283152" y="413808"/>
                    <a:pt x="285425" y="427498"/>
                  </a:cubicBezTo>
                  <a:cubicBezTo>
                    <a:pt x="288070" y="443517"/>
                    <a:pt x="302841" y="458791"/>
                    <a:pt x="318859" y="461883"/>
                  </a:cubicBezTo>
                  <a:cubicBezTo>
                    <a:pt x="326142" y="463299"/>
                    <a:pt x="333332" y="461026"/>
                    <a:pt x="339740" y="458400"/>
                  </a:cubicBezTo>
                  <a:cubicBezTo>
                    <a:pt x="355964" y="451713"/>
                    <a:pt x="371312" y="443275"/>
                    <a:pt x="383848" y="430534"/>
                  </a:cubicBezTo>
                  <a:cubicBezTo>
                    <a:pt x="396831" y="417328"/>
                    <a:pt x="403574" y="401607"/>
                    <a:pt x="404673" y="383074"/>
                  </a:cubicBezTo>
                  <a:cubicBezTo>
                    <a:pt x="405380" y="371078"/>
                    <a:pt x="408230" y="359250"/>
                    <a:pt x="407932" y="347143"/>
                  </a:cubicBezTo>
                  <a:cubicBezTo>
                    <a:pt x="407858" y="344125"/>
                    <a:pt x="407709" y="341126"/>
                    <a:pt x="406870" y="338202"/>
                  </a:cubicBezTo>
                  <a:cubicBezTo>
                    <a:pt x="403685" y="327287"/>
                    <a:pt x="397203" y="322202"/>
                    <a:pt x="385841" y="322127"/>
                  </a:cubicBezTo>
                  <a:cubicBezTo>
                    <a:pt x="381110" y="322090"/>
                    <a:pt x="376528" y="320786"/>
                    <a:pt x="371778" y="321066"/>
                  </a:cubicBezTo>
                  <a:cubicBezTo>
                    <a:pt x="370083" y="320432"/>
                    <a:pt x="369785" y="318942"/>
                    <a:pt x="369543" y="317415"/>
                  </a:cubicBezTo>
                  <a:cubicBezTo>
                    <a:pt x="368667" y="308623"/>
                    <a:pt x="367717" y="300148"/>
                    <a:pt x="361477" y="292772"/>
                  </a:cubicBezTo>
                  <a:cubicBezTo>
                    <a:pt x="354176" y="284148"/>
                    <a:pt x="345272" y="281856"/>
                    <a:pt x="334785" y="282769"/>
                  </a:cubicBezTo>
                  <a:cubicBezTo>
                    <a:pt x="333481" y="282881"/>
                    <a:pt x="332196" y="283253"/>
                    <a:pt x="330892" y="283421"/>
                  </a:cubicBezTo>
                  <a:cubicBezTo>
                    <a:pt x="316512" y="285228"/>
                    <a:pt x="308168" y="293852"/>
                    <a:pt x="307032" y="308232"/>
                  </a:cubicBezTo>
                  <a:cubicBezTo>
                    <a:pt x="306827" y="310821"/>
                    <a:pt x="306491" y="313522"/>
                    <a:pt x="308354" y="315794"/>
                  </a:cubicBezTo>
                  <a:cubicBezTo>
                    <a:pt x="310273" y="317396"/>
                    <a:pt x="312564" y="316577"/>
                    <a:pt x="314687" y="316875"/>
                  </a:cubicBezTo>
                  <a:cubicBezTo>
                    <a:pt x="316792" y="317173"/>
                    <a:pt x="319306" y="316390"/>
                    <a:pt x="320275" y="319221"/>
                  </a:cubicBezTo>
                  <a:close/>
                </a:path>
              </a:pathLst>
            </a:custGeom>
            <a:solidFill>
              <a:srgbClr val="32382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88FDE1C-8AF0-B788-BD12-FF4DEBD43118}"/>
                </a:ext>
              </a:extLst>
            </p:cNvPr>
            <p:cNvSpPr/>
            <p:nvPr/>
          </p:nvSpPr>
          <p:spPr>
            <a:xfrm>
              <a:off x="1687301" y="4813444"/>
              <a:ext cx="272564" cy="294707"/>
            </a:xfrm>
            <a:custGeom>
              <a:avLst/>
              <a:gdLst>
                <a:gd name="csX0" fmla="*/ 133367 w 272564"/>
                <a:gd name="csY0" fmla="*/ 279125 h 294707"/>
                <a:gd name="csX1" fmla="*/ 129008 w 272564"/>
                <a:gd name="csY1" fmla="*/ 283744 h 294707"/>
                <a:gd name="csX2" fmla="*/ 97715 w 272564"/>
                <a:gd name="csY2" fmla="*/ 262733 h 294707"/>
                <a:gd name="csX3" fmla="*/ 86037 w 272564"/>
                <a:gd name="csY3" fmla="*/ 232335 h 294707"/>
                <a:gd name="csX4" fmla="*/ 88253 w 272564"/>
                <a:gd name="csY4" fmla="*/ 217284 h 294707"/>
                <a:gd name="csX5" fmla="*/ 82777 w 272564"/>
                <a:gd name="csY5" fmla="*/ 196143 h 294707"/>
                <a:gd name="csX6" fmla="*/ 44965 w 272564"/>
                <a:gd name="csY6" fmla="*/ 165372 h 294707"/>
                <a:gd name="csX7" fmla="*/ 5327 w 272564"/>
                <a:gd name="csY7" fmla="*/ 160920 h 294707"/>
                <a:gd name="csX8" fmla="*/ 0 w 272564"/>
                <a:gd name="csY8" fmla="*/ 158405 h 294707"/>
                <a:gd name="csX9" fmla="*/ 21737 w 272564"/>
                <a:gd name="csY9" fmla="*/ 155220 h 294707"/>
                <a:gd name="csX10" fmla="*/ 53533 w 272564"/>
                <a:gd name="csY10" fmla="*/ 166005 h 294707"/>
                <a:gd name="csX11" fmla="*/ 75755 w 272564"/>
                <a:gd name="csY11" fmla="*/ 183179 h 294707"/>
                <a:gd name="csX12" fmla="*/ 89427 w 272564"/>
                <a:gd name="csY12" fmla="*/ 196646 h 294707"/>
                <a:gd name="csX13" fmla="*/ 93748 w 272564"/>
                <a:gd name="csY13" fmla="*/ 218849 h 294707"/>
                <a:gd name="csX14" fmla="*/ 90730 w 272564"/>
                <a:gd name="csY14" fmla="*/ 242356 h 294707"/>
                <a:gd name="csX15" fmla="*/ 95033 w 272564"/>
                <a:gd name="csY15" fmla="*/ 252973 h 294707"/>
                <a:gd name="csX16" fmla="*/ 118037 w 272564"/>
                <a:gd name="csY16" fmla="*/ 270240 h 294707"/>
                <a:gd name="csX17" fmla="*/ 121856 w 272564"/>
                <a:gd name="csY17" fmla="*/ 268694 h 294707"/>
                <a:gd name="csX18" fmla="*/ 136794 w 272564"/>
                <a:gd name="csY18" fmla="*/ 251892 h 294707"/>
                <a:gd name="csX19" fmla="*/ 158587 w 272564"/>
                <a:gd name="csY19" fmla="*/ 244051 h 294707"/>
                <a:gd name="csX20" fmla="*/ 160879 w 272564"/>
                <a:gd name="csY20" fmla="*/ 237494 h 294707"/>
                <a:gd name="csX21" fmla="*/ 151267 w 272564"/>
                <a:gd name="csY21" fmla="*/ 218979 h 294707"/>
                <a:gd name="csX22" fmla="*/ 136571 w 272564"/>
                <a:gd name="csY22" fmla="*/ 212534 h 294707"/>
                <a:gd name="csX23" fmla="*/ 113492 w 272564"/>
                <a:gd name="csY23" fmla="*/ 208958 h 294707"/>
                <a:gd name="csX24" fmla="*/ 89296 w 272564"/>
                <a:gd name="csY24" fmla="*/ 195677 h 294707"/>
                <a:gd name="csX25" fmla="*/ 77878 w 272564"/>
                <a:gd name="csY25" fmla="*/ 182341 h 294707"/>
                <a:gd name="csX26" fmla="*/ 55340 w 272564"/>
                <a:gd name="csY26" fmla="*/ 132421 h 294707"/>
                <a:gd name="csX27" fmla="*/ 46604 w 272564"/>
                <a:gd name="csY27" fmla="*/ 92206 h 294707"/>
                <a:gd name="csX28" fmla="*/ 50404 w 272564"/>
                <a:gd name="csY28" fmla="*/ 48694 h 294707"/>
                <a:gd name="csX29" fmla="*/ 58767 w 272564"/>
                <a:gd name="csY29" fmla="*/ 24759 h 294707"/>
                <a:gd name="csX30" fmla="*/ 94512 w 272564"/>
                <a:gd name="csY30" fmla="*/ 1346 h 294707"/>
                <a:gd name="csX31" fmla="*/ 162387 w 272564"/>
                <a:gd name="csY31" fmla="*/ 25467 h 294707"/>
                <a:gd name="csX32" fmla="*/ 194407 w 272564"/>
                <a:gd name="csY32" fmla="*/ 80900 h 294707"/>
                <a:gd name="csX33" fmla="*/ 202826 w 272564"/>
                <a:gd name="csY33" fmla="*/ 172673 h 294707"/>
                <a:gd name="csX34" fmla="*/ 191780 w 272564"/>
                <a:gd name="csY34" fmla="*/ 197708 h 294707"/>
                <a:gd name="csX35" fmla="*/ 183789 w 272564"/>
                <a:gd name="csY35" fmla="*/ 210653 h 294707"/>
                <a:gd name="csX36" fmla="*/ 182783 w 272564"/>
                <a:gd name="csY36" fmla="*/ 224828 h 294707"/>
                <a:gd name="csX37" fmla="*/ 202919 w 272564"/>
                <a:gd name="csY37" fmla="*/ 286762 h 294707"/>
                <a:gd name="csX38" fmla="*/ 204148 w 272564"/>
                <a:gd name="csY38" fmla="*/ 289444 h 294707"/>
                <a:gd name="csX39" fmla="*/ 207687 w 272564"/>
                <a:gd name="csY39" fmla="*/ 280261 h 294707"/>
                <a:gd name="csX40" fmla="*/ 221210 w 272564"/>
                <a:gd name="csY40" fmla="*/ 248149 h 294707"/>
                <a:gd name="csX41" fmla="*/ 270031 w 272564"/>
                <a:gd name="csY41" fmla="*/ 222444 h 294707"/>
                <a:gd name="csX42" fmla="*/ 272564 w 272564"/>
                <a:gd name="csY42" fmla="*/ 223953 h 294707"/>
                <a:gd name="csX43" fmla="*/ 267665 w 272564"/>
                <a:gd name="csY43" fmla="*/ 226784 h 294707"/>
                <a:gd name="csX44" fmla="*/ 219571 w 272564"/>
                <a:gd name="csY44" fmla="*/ 254891 h 294707"/>
                <a:gd name="csX45" fmla="*/ 211487 w 272564"/>
                <a:gd name="csY45" fmla="*/ 276796 h 294707"/>
                <a:gd name="csX46" fmla="*/ 206179 w 272564"/>
                <a:gd name="csY46" fmla="*/ 292610 h 294707"/>
                <a:gd name="csX47" fmla="*/ 202192 w 272564"/>
                <a:gd name="csY47" fmla="*/ 294622 h 294707"/>
                <a:gd name="csX48" fmla="*/ 198449 w 272564"/>
                <a:gd name="csY48" fmla="*/ 291828 h 294707"/>
                <a:gd name="csX49" fmla="*/ 181368 w 272564"/>
                <a:gd name="csY49" fmla="*/ 232111 h 294707"/>
                <a:gd name="csX50" fmla="*/ 183063 w 272564"/>
                <a:gd name="csY50" fmla="*/ 203053 h 294707"/>
                <a:gd name="csX51" fmla="*/ 199659 w 272564"/>
                <a:gd name="csY51" fmla="*/ 166582 h 294707"/>
                <a:gd name="csX52" fmla="*/ 198393 w 272564"/>
                <a:gd name="csY52" fmla="*/ 114297 h 294707"/>
                <a:gd name="csX53" fmla="*/ 161866 w 272564"/>
                <a:gd name="csY53" fmla="*/ 30906 h 294707"/>
                <a:gd name="csX54" fmla="*/ 85049 w 272564"/>
                <a:gd name="csY54" fmla="*/ 7306 h 294707"/>
                <a:gd name="csX55" fmla="*/ 59438 w 272564"/>
                <a:gd name="csY55" fmla="*/ 33123 h 294707"/>
                <a:gd name="csX56" fmla="*/ 50366 w 272564"/>
                <a:gd name="csY56" fmla="*/ 88853 h 294707"/>
                <a:gd name="csX57" fmla="*/ 60816 w 272564"/>
                <a:gd name="csY57" fmla="*/ 138475 h 294707"/>
                <a:gd name="csX58" fmla="*/ 76667 w 272564"/>
                <a:gd name="csY58" fmla="*/ 173232 h 294707"/>
                <a:gd name="csX59" fmla="*/ 108482 w 272564"/>
                <a:gd name="csY59" fmla="*/ 200110 h 294707"/>
                <a:gd name="csX60" fmla="*/ 111015 w 272564"/>
                <a:gd name="csY60" fmla="*/ 201340 h 294707"/>
                <a:gd name="csX61" fmla="*/ 138638 w 272564"/>
                <a:gd name="csY61" fmla="*/ 206779 h 294707"/>
                <a:gd name="csX62" fmla="*/ 153763 w 272564"/>
                <a:gd name="csY62" fmla="*/ 213056 h 294707"/>
                <a:gd name="csX63" fmla="*/ 161381 w 272564"/>
                <a:gd name="csY63" fmla="*/ 225554 h 294707"/>
                <a:gd name="csX64" fmla="*/ 177494 w 272564"/>
                <a:gd name="csY64" fmla="*/ 262193 h 294707"/>
                <a:gd name="csX65" fmla="*/ 175948 w 272564"/>
                <a:gd name="csY65" fmla="*/ 266999 h 294707"/>
                <a:gd name="csX66" fmla="*/ 172334 w 272564"/>
                <a:gd name="csY66" fmla="*/ 263199 h 294707"/>
                <a:gd name="csX67" fmla="*/ 167864 w 272564"/>
                <a:gd name="csY67" fmla="*/ 252265 h 294707"/>
                <a:gd name="csX68" fmla="*/ 160748 w 272564"/>
                <a:gd name="csY68" fmla="*/ 248838 h 294707"/>
                <a:gd name="csX69" fmla="*/ 136981 w 272564"/>
                <a:gd name="csY69" fmla="*/ 257536 h 294707"/>
                <a:gd name="csX70" fmla="*/ 127090 w 272564"/>
                <a:gd name="csY70" fmla="*/ 269066 h 294707"/>
                <a:gd name="csX71" fmla="*/ 131504 w 272564"/>
                <a:gd name="csY71" fmla="*/ 277877 h 294707"/>
                <a:gd name="csX72" fmla="*/ 133367 w 272564"/>
                <a:gd name="csY72" fmla="*/ 279125 h 294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</a:cxnLst>
              <a:rect l="l" t="t" r="r" b="b"/>
              <a:pathLst>
                <a:path w="272564" h="294707">
                  <a:moveTo>
                    <a:pt x="133367" y="279125"/>
                  </a:moveTo>
                  <a:cubicBezTo>
                    <a:pt x="131597" y="280354"/>
                    <a:pt x="129846" y="281621"/>
                    <a:pt x="129008" y="283744"/>
                  </a:cubicBezTo>
                  <a:cubicBezTo>
                    <a:pt x="118205" y="277299"/>
                    <a:pt x="108072" y="269867"/>
                    <a:pt x="97715" y="262733"/>
                  </a:cubicBezTo>
                  <a:cubicBezTo>
                    <a:pt x="86502" y="255003"/>
                    <a:pt x="83913" y="244777"/>
                    <a:pt x="86037" y="232335"/>
                  </a:cubicBezTo>
                  <a:cubicBezTo>
                    <a:pt x="86893" y="227343"/>
                    <a:pt x="87452" y="222295"/>
                    <a:pt x="88253" y="217284"/>
                  </a:cubicBezTo>
                  <a:cubicBezTo>
                    <a:pt x="89520" y="209331"/>
                    <a:pt x="87601" y="202364"/>
                    <a:pt x="82777" y="196143"/>
                  </a:cubicBezTo>
                  <a:cubicBezTo>
                    <a:pt x="72569" y="182955"/>
                    <a:pt x="58525" y="174499"/>
                    <a:pt x="44965" y="165372"/>
                  </a:cubicBezTo>
                  <a:cubicBezTo>
                    <a:pt x="32373" y="156897"/>
                    <a:pt x="18962" y="158722"/>
                    <a:pt x="5327" y="160920"/>
                  </a:cubicBezTo>
                  <a:cubicBezTo>
                    <a:pt x="3297" y="160622"/>
                    <a:pt x="726" y="161460"/>
                    <a:pt x="0" y="158405"/>
                  </a:cubicBezTo>
                  <a:cubicBezTo>
                    <a:pt x="7246" y="157325"/>
                    <a:pt x="14454" y="156021"/>
                    <a:pt x="21737" y="155220"/>
                  </a:cubicBezTo>
                  <a:cubicBezTo>
                    <a:pt x="33938" y="153898"/>
                    <a:pt x="43866" y="159616"/>
                    <a:pt x="53533" y="166005"/>
                  </a:cubicBezTo>
                  <a:cubicBezTo>
                    <a:pt x="61375" y="171183"/>
                    <a:pt x="68434" y="177349"/>
                    <a:pt x="75755" y="183179"/>
                  </a:cubicBezTo>
                  <a:cubicBezTo>
                    <a:pt x="82460" y="185489"/>
                    <a:pt x="85105" y="191915"/>
                    <a:pt x="89427" y="196646"/>
                  </a:cubicBezTo>
                  <a:cubicBezTo>
                    <a:pt x="93990" y="203426"/>
                    <a:pt x="94735" y="210933"/>
                    <a:pt x="93748" y="218849"/>
                  </a:cubicBezTo>
                  <a:cubicBezTo>
                    <a:pt x="92761" y="226691"/>
                    <a:pt x="90768" y="234383"/>
                    <a:pt x="90730" y="242356"/>
                  </a:cubicBezTo>
                  <a:cubicBezTo>
                    <a:pt x="90712" y="246584"/>
                    <a:pt x="91997" y="250011"/>
                    <a:pt x="95033" y="252973"/>
                  </a:cubicBezTo>
                  <a:cubicBezTo>
                    <a:pt x="101944" y="259753"/>
                    <a:pt x="110009" y="264968"/>
                    <a:pt x="118037" y="270240"/>
                  </a:cubicBezTo>
                  <a:cubicBezTo>
                    <a:pt x="120105" y="271600"/>
                    <a:pt x="121483" y="271581"/>
                    <a:pt x="121856" y="268694"/>
                  </a:cubicBezTo>
                  <a:cubicBezTo>
                    <a:pt x="122973" y="259678"/>
                    <a:pt x="129139" y="255134"/>
                    <a:pt x="136794" y="251892"/>
                  </a:cubicBezTo>
                  <a:cubicBezTo>
                    <a:pt x="143910" y="248875"/>
                    <a:pt x="151323" y="246677"/>
                    <a:pt x="158587" y="244051"/>
                  </a:cubicBezTo>
                  <a:cubicBezTo>
                    <a:pt x="162611" y="242598"/>
                    <a:pt x="162965" y="240921"/>
                    <a:pt x="160879" y="237494"/>
                  </a:cubicBezTo>
                  <a:cubicBezTo>
                    <a:pt x="157265" y="231552"/>
                    <a:pt x="155309" y="224735"/>
                    <a:pt x="151267" y="218979"/>
                  </a:cubicBezTo>
                  <a:cubicBezTo>
                    <a:pt x="147616" y="213782"/>
                    <a:pt x="143463" y="210597"/>
                    <a:pt x="136571" y="212534"/>
                  </a:cubicBezTo>
                  <a:cubicBezTo>
                    <a:pt x="128449" y="214825"/>
                    <a:pt x="120924" y="213727"/>
                    <a:pt x="113492" y="208958"/>
                  </a:cubicBezTo>
                  <a:cubicBezTo>
                    <a:pt x="105781" y="204003"/>
                    <a:pt x="96635" y="201452"/>
                    <a:pt x="89296" y="195677"/>
                  </a:cubicBezTo>
                  <a:cubicBezTo>
                    <a:pt x="85236" y="191449"/>
                    <a:pt x="81566" y="186886"/>
                    <a:pt x="77878" y="182341"/>
                  </a:cubicBezTo>
                  <a:cubicBezTo>
                    <a:pt x="65976" y="167700"/>
                    <a:pt x="60239" y="150154"/>
                    <a:pt x="55340" y="132421"/>
                  </a:cubicBezTo>
                  <a:cubicBezTo>
                    <a:pt x="51689" y="119215"/>
                    <a:pt x="48765" y="105748"/>
                    <a:pt x="46604" y="92206"/>
                  </a:cubicBezTo>
                  <a:cubicBezTo>
                    <a:pt x="44276" y="77547"/>
                    <a:pt x="46175" y="62944"/>
                    <a:pt x="50404" y="48694"/>
                  </a:cubicBezTo>
                  <a:cubicBezTo>
                    <a:pt x="52807" y="40592"/>
                    <a:pt x="55023" y="32415"/>
                    <a:pt x="58767" y="24759"/>
                  </a:cubicBezTo>
                  <a:cubicBezTo>
                    <a:pt x="66069" y="9895"/>
                    <a:pt x="79256" y="4084"/>
                    <a:pt x="94512" y="1346"/>
                  </a:cubicBezTo>
                  <a:cubicBezTo>
                    <a:pt x="121744" y="-3535"/>
                    <a:pt x="144915" y="4940"/>
                    <a:pt x="162387" y="25467"/>
                  </a:cubicBezTo>
                  <a:cubicBezTo>
                    <a:pt x="176246" y="41747"/>
                    <a:pt x="187161" y="60448"/>
                    <a:pt x="194407" y="80900"/>
                  </a:cubicBezTo>
                  <a:cubicBezTo>
                    <a:pt x="204986" y="110777"/>
                    <a:pt x="207687" y="141362"/>
                    <a:pt x="202826" y="172673"/>
                  </a:cubicBezTo>
                  <a:cubicBezTo>
                    <a:pt x="201373" y="182043"/>
                    <a:pt x="197070" y="190052"/>
                    <a:pt x="191780" y="197708"/>
                  </a:cubicBezTo>
                  <a:cubicBezTo>
                    <a:pt x="188893" y="201880"/>
                    <a:pt x="186155" y="206183"/>
                    <a:pt x="183789" y="210653"/>
                  </a:cubicBezTo>
                  <a:cubicBezTo>
                    <a:pt x="181405" y="215124"/>
                    <a:pt x="180343" y="220525"/>
                    <a:pt x="182783" y="224828"/>
                  </a:cubicBezTo>
                  <a:cubicBezTo>
                    <a:pt x="193736" y="244144"/>
                    <a:pt x="197312" y="265751"/>
                    <a:pt x="202919" y="286762"/>
                  </a:cubicBezTo>
                  <a:cubicBezTo>
                    <a:pt x="203142" y="287600"/>
                    <a:pt x="203645" y="288363"/>
                    <a:pt x="204148" y="289444"/>
                  </a:cubicBezTo>
                  <a:cubicBezTo>
                    <a:pt x="207780" y="287041"/>
                    <a:pt x="208209" y="283409"/>
                    <a:pt x="207687" y="280261"/>
                  </a:cubicBezTo>
                  <a:cubicBezTo>
                    <a:pt x="205415" y="266589"/>
                    <a:pt x="211059" y="256177"/>
                    <a:pt x="221210" y="248149"/>
                  </a:cubicBezTo>
                  <a:cubicBezTo>
                    <a:pt x="235814" y="236581"/>
                    <a:pt x="250734" y="225238"/>
                    <a:pt x="270031" y="222444"/>
                  </a:cubicBezTo>
                  <a:cubicBezTo>
                    <a:pt x="270515" y="223543"/>
                    <a:pt x="271521" y="223804"/>
                    <a:pt x="272564" y="223953"/>
                  </a:cubicBezTo>
                  <a:cubicBezTo>
                    <a:pt x="272042" y="226784"/>
                    <a:pt x="269491" y="226374"/>
                    <a:pt x="267665" y="226784"/>
                  </a:cubicBezTo>
                  <a:cubicBezTo>
                    <a:pt x="248685" y="231124"/>
                    <a:pt x="233597" y="242356"/>
                    <a:pt x="219571" y="254891"/>
                  </a:cubicBezTo>
                  <a:cubicBezTo>
                    <a:pt x="213536" y="260293"/>
                    <a:pt x="210295" y="267986"/>
                    <a:pt x="211487" y="276796"/>
                  </a:cubicBezTo>
                  <a:cubicBezTo>
                    <a:pt x="212307" y="282831"/>
                    <a:pt x="211208" y="288438"/>
                    <a:pt x="206179" y="292610"/>
                  </a:cubicBezTo>
                  <a:cubicBezTo>
                    <a:pt x="205005" y="293579"/>
                    <a:pt x="203701" y="294399"/>
                    <a:pt x="202192" y="294622"/>
                  </a:cubicBezTo>
                  <a:cubicBezTo>
                    <a:pt x="200069" y="294939"/>
                    <a:pt x="198933" y="294454"/>
                    <a:pt x="198449" y="291828"/>
                  </a:cubicBezTo>
                  <a:cubicBezTo>
                    <a:pt x="194798" y="271357"/>
                    <a:pt x="192060" y="250626"/>
                    <a:pt x="181368" y="232111"/>
                  </a:cubicBezTo>
                  <a:cubicBezTo>
                    <a:pt x="175649" y="222202"/>
                    <a:pt x="175985" y="212292"/>
                    <a:pt x="183063" y="203053"/>
                  </a:cubicBezTo>
                  <a:cubicBezTo>
                    <a:pt x="191408" y="192157"/>
                    <a:pt x="198225" y="180701"/>
                    <a:pt x="199659" y="166582"/>
                  </a:cubicBezTo>
                  <a:cubicBezTo>
                    <a:pt x="201429" y="149073"/>
                    <a:pt x="200833" y="131751"/>
                    <a:pt x="198393" y="114297"/>
                  </a:cubicBezTo>
                  <a:cubicBezTo>
                    <a:pt x="193997" y="82986"/>
                    <a:pt x="180772" y="55437"/>
                    <a:pt x="161866" y="30906"/>
                  </a:cubicBezTo>
                  <a:cubicBezTo>
                    <a:pt x="144096" y="7828"/>
                    <a:pt x="114163" y="-2752"/>
                    <a:pt x="85049" y="7306"/>
                  </a:cubicBezTo>
                  <a:cubicBezTo>
                    <a:pt x="72048" y="11795"/>
                    <a:pt x="64057" y="20587"/>
                    <a:pt x="59438" y="33123"/>
                  </a:cubicBezTo>
                  <a:cubicBezTo>
                    <a:pt x="52807" y="51135"/>
                    <a:pt x="47964" y="69575"/>
                    <a:pt x="50366" y="88853"/>
                  </a:cubicBezTo>
                  <a:cubicBezTo>
                    <a:pt x="52471" y="105617"/>
                    <a:pt x="55396" y="122381"/>
                    <a:pt x="60816" y="138475"/>
                  </a:cubicBezTo>
                  <a:cubicBezTo>
                    <a:pt x="64895" y="150564"/>
                    <a:pt x="68695" y="162876"/>
                    <a:pt x="76667" y="173232"/>
                  </a:cubicBezTo>
                  <a:cubicBezTo>
                    <a:pt x="85329" y="184501"/>
                    <a:pt x="94419" y="195249"/>
                    <a:pt x="108482" y="200110"/>
                  </a:cubicBezTo>
                  <a:cubicBezTo>
                    <a:pt x="109376" y="200408"/>
                    <a:pt x="110233" y="200837"/>
                    <a:pt x="111015" y="201340"/>
                  </a:cubicBezTo>
                  <a:cubicBezTo>
                    <a:pt x="119509" y="206816"/>
                    <a:pt x="128245" y="209778"/>
                    <a:pt x="138638" y="206779"/>
                  </a:cubicBezTo>
                  <a:cubicBezTo>
                    <a:pt x="144692" y="205028"/>
                    <a:pt x="149907" y="207636"/>
                    <a:pt x="153763" y="213056"/>
                  </a:cubicBezTo>
                  <a:cubicBezTo>
                    <a:pt x="156632" y="217061"/>
                    <a:pt x="159221" y="221159"/>
                    <a:pt x="161381" y="225554"/>
                  </a:cubicBezTo>
                  <a:cubicBezTo>
                    <a:pt x="167286" y="237531"/>
                    <a:pt x="173750" y="249266"/>
                    <a:pt x="177494" y="262193"/>
                  </a:cubicBezTo>
                  <a:cubicBezTo>
                    <a:pt x="177680" y="264018"/>
                    <a:pt x="177810" y="265844"/>
                    <a:pt x="175948" y="266999"/>
                  </a:cubicBezTo>
                  <a:cubicBezTo>
                    <a:pt x="173563" y="266868"/>
                    <a:pt x="173135" y="264819"/>
                    <a:pt x="172334" y="263199"/>
                  </a:cubicBezTo>
                  <a:cubicBezTo>
                    <a:pt x="170583" y="259660"/>
                    <a:pt x="169242" y="255953"/>
                    <a:pt x="167864" y="252265"/>
                  </a:cubicBezTo>
                  <a:cubicBezTo>
                    <a:pt x="166616" y="248912"/>
                    <a:pt x="164231" y="247571"/>
                    <a:pt x="160748" y="248838"/>
                  </a:cubicBezTo>
                  <a:cubicBezTo>
                    <a:pt x="152813" y="251706"/>
                    <a:pt x="144617" y="253867"/>
                    <a:pt x="136981" y="257536"/>
                  </a:cubicBezTo>
                  <a:cubicBezTo>
                    <a:pt x="131989" y="259939"/>
                    <a:pt x="128431" y="263534"/>
                    <a:pt x="127090" y="269066"/>
                  </a:cubicBezTo>
                  <a:cubicBezTo>
                    <a:pt x="125655" y="274971"/>
                    <a:pt x="125898" y="275548"/>
                    <a:pt x="131504" y="277877"/>
                  </a:cubicBezTo>
                  <a:cubicBezTo>
                    <a:pt x="132193" y="278231"/>
                    <a:pt x="132864" y="278529"/>
                    <a:pt x="133367" y="279125"/>
                  </a:cubicBezTo>
                  <a:close/>
                </a:path>
              </a:pathLst>
            </a:custGeom>
            <a:solidFill>
              <a:srgbClr val="3C44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70EC7B50-EAFF-2F3C-ABD2-60BED5BCA205}"/>
                </a:ext>
              </a:extLst>
            </p:cNvPr>
            <p:cNvSpPr/>
            <p:nvPr/>
          </p:nvSpPr>
          <p:spPr>
            <a:xfrm>
              <a:off x="1629077" y="5011338"/>
              <a:ext cx="136419" cy="111786"/>
            </a:xfrm>
            <a:custGeom>
              <a:avLst/>
              <a:gdLst>
                <a:gd name="csX0" fmla="*/ 133979 w 136419"/>
                <a:gd name="csY0" fmla="*/ 77953 h 111786"/>
                <a:gd name="csX1" fmla="*/ 136419 w 136419"/>
                <a:gd name="csY1" fmla="*/ 79163 h 111786"/>
                <a:gd name="csX2" fmla="*/ 126212 w 136419"/>
                <a:gd name="csY2" fmla="*/ 89240 h 111786"/>
                <a:gd name="csX3" fmla="*/ 100824 w 136419"/>
                <a:gd name="csY3" fmla="*/ 109655 h 111786"/>
                <a:gd name="csX4" fmla="*/ 75212 w 136419"/>
                <a:gd name="csY4" fmla="*/ 110884 h 111786"/>
                <a:gd name="csX5" fmla="*/ 45018 w 136419"/>
                <a:gd name="csY5" fmla="*/ 104570 h 111786"/>
                <a:gd name="csX6" fmla="*/ 11565 w 136419"/>
                <a:gd name="csY6" fmla="*/ 74730 h 111786"/>
                <a:gd name="csX7" fmla="*/ 6517 w 136419"/>
                <a:gd name="csY7" fmla="*/ 65305 h 111786"/>
                <a:gd name="csX8" fmla="*/ 2084 w 136419"/>
                <a:gd name="csY8" fmla="*/ 23935 h 111786"/>
                <a:gd name="csX9" fmla="*/ 7765 w 136419"/>
                <a:gd name="csY9" fmla="*/ 0 h 111786"/>
                <a:gd name="csX10" fmla="*/ 9646 w 136419"/>
                <a:gd name="csY10" fmla="*/ 2645 h 111786"/>
                <a:gd name="csX11" fmla="*/ 5083 w 136419"/>
                <a:gd name="csY11" fmla="*/ 32150 h 111786"/>
                <a:gd name="csX12" fmla="*/ 11043 w 136419"/>
                <a:gd name="csY12" fmla="*/ 65771 h 111786"/>
                <a:gd name="csX13" fmla="*/ 41144 w 136419"/>
                <a:gd name="csY13" fmla="*/ 98498 h 111786"/>
                <a:gd name="csX14" fmla="*/ 55505 w 136419"/>
                <a:gd name="csY14" fmla="*/ 103247 h 111786"/>
                <a:gd name="csX15" fmla="*/ 84544 w 136419"/>
                <a:gd name="csY15" fmla="*/ 107196 h 111786"/>
                <a:gd name="csX16" fmla="*/ 119823 w 136419"/>
                <a:gd name="csY16" fmla="*/ 90954 h 111786"/>
                <a:gd name="csX17" fmla="*/ 124982 w 136419"/>
                <a:gd name="csY17" fmla="*/ 83559 h 111786"/>
                <a:gd name="csX18" fmla="*/ 133979 w 136419"/>
                <a:gd name="csY18" fmla="*/ 77953 h 111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6419" h="111786">
                  <a:moveTo>
                    <a:pt x="133979" y="77953"/>
                  </a:moveTo>
                  <a:cubicBezTo>
                    <a:pt x="134482" y="78958"/>
                    <a:pt x="135507" y="78958"/>
                    <a:pt x="136419" y="79163"/>
                  </a:cubicBezTo>
                  <a:cubicBezTo>
                    <a:pt x="131763" y="81249"/>
                    <a:pt x="128875" y="85012"/>
                    <a:pt x="126212" y="89240"/>
                  </a:cubicBezTo>
                  <a:cubicBezTo>
                    <a:pt x="120121" y="98926"/>
                    <a:pt x="111627" y="106153"/>
                    <a:pt x="100824" y="109655"/>
                  </a:cubicBezTo>
                  <a:cubicBezTo>
                    <a:pt x="92628" y="112319"/>
                    <a:pt x="83929" y="112188"/>
                    <a:pt x="75212" y="110884"/>
                  </a:cubicBezTo>
                  <a:cubicBezTo>
                    <a:pt x="64986" y="109338"/>
                    <a:pt x="54257" y="109022"/>
                    <a:pt x="45018" y="104570"/>
                  </a:cubicBezTo>
                  <a:cubicBezTo>
                    <a:pt x="31253" y="97939"/>
                    <a:pt x="18848" y="89017"/>
                    <a:pt x="11565" y="74730"/>
                  </a:cubicBezTo>
                  <a:cubicBezTo>
                    <a:pt x="9944" y="71545"/>
                    <a:pt x="8435" y="68285"/>
                    <a:pt x="6517" y="65305"/>
                  </a:cubicBezTo>
                  <a:cubicBezTo>
                    <a:pt x="-1865" y="52229"/>
                    <a:pt x="-748" y="38185"/>
                    <a:pt x="2084" y="23935"/>
                  </a:cubicBezTo>
                  <a:cubicBezTo>
                    <a:pt x="3686" y="15889"/>
                    <a:pt x="3332" y="7376"/>
                    <a:pt x="7765" y="0"/>
                  </a:cubicBezTo>
                  <a:cubicBezTo>
                    <a:pt x="9385" y="168"/>
                    <a:pt x="9460" y="1453"/>
                    <a:pt x="9646" y="2645"/>
                  </a:cubicBezTo>
                  <a:cubicBezTo>
                    <a:pt x="7821" y="12443"/>
                    <a:pt x="6964" y="22408"/>
                    <a:pt x="5083" y="32150"/>
                  </a:cubicBezTo>
                  <a:cubicBezTo>
                    <a:pt x="2736" y="44387"/>
                    <a:pt x="5939" y="54855"/>
                    <a:pt x="11043" y="65771"/>
                  </a:cubicBezTo>
                  <a:cubicBezTo>
                    <a:pt x="17730" y="80095"/>
                    <a:pt x="28403" y="90078"/>
                    <a:pt x="41144" y="98498"/>
                  </a:cubicBezTo>
                  <a:cubicBezTo>
                    <a:pt x="45521" y="101385"/>
                    <a:pt x="50550" y="102372"/>
                    <a:pt x="55505" y="103247"/>
                  </a:cubicBezTo>
                  <a:cubicBezTo>
                    <a:pt x="65116" y="104961"/>
                    <a:pt x="74746" y="106451"/>
                    <a:pt x="84544" y="107196"/>
                  </a:cubicBezTo>
                  <a:cubicBezTo>
                    <a:pt x="99576" y="108351"/>
                    <a:pt x="110659" y="101981"/>
                    <a:pt x="119823" y="90954"/>
                  </a:cubicBezTo>
                  <a:cubicBezTo>
                    <a:pt x="121760" y="88626"/>
                    <a:pt x="123008" y="85794"/>
                    <a:pt x="124982" y="83559"/>
                  </a:cubicBezTo>
                  <a:cubicBezTo>
                    <a:pt x="127404" y="80877"/>
                    <a:pt x="129378" y="77226"/>
                    <a:pt x="133979" y="77953"/>
                  </a:cubicBezTo>
                  <a:close/>
                </a:path>
              </a:pathLst>
            </a:custGeom>
            <a:solidFill>
              <a:srgbClr val="434D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AF7C7838-A54D-3206-1628-D9A3612D40EE}"/>
                </a:ext>
              </a:extLst>
            </p:cNvPr>
            <p:cNvSpPr/>
            <p:nvPr/>
          </p:nvSpPr>
          <p:spPr>
            <a:xfrm>
              <a:off x="1636860" y="4971850"/>
              <a:ext cx="56162" cy="41760"/>
            </a:xfrm>
            <a:custGeom>
              <a:avLst/>
              <a:gdLst>
                <a:gd name="csX0" fmla="*/ 857 w 56162"/>
                <a:gd name="csY0" fmla="*/ 41761 h 41760"/>
                <a:gd name="csX1" fmla="*/ 0 w 56162"/>
                <a:gd name="csY1" fmla="*/ 39507 h 41760"/>
                <a:gd name="csX2" fmla="*/ 50478 w 56162"/>
                <a:gd name="csY2" fmla="*/ 0 h 41760"/>
                <a:gd name="csX3" fmla="*/ 56159 w 56162"/>
                <a:gd name="csY3" fmla="*/ 1099 h 41760"/>
                <a:gd name="csX4" fmla="*/ 53030 w 56162"/>
                <a:gd name="csY4" fmla="*/ 3483 h 41760"/>
                <a:gd name="csX5" fmla="*/ 5346 w 56162"/>
                <a:gd name="csY5" fmla="*/ 37272 h 41760"/>
                <a:gd name="csX6" fmla="*/ 857 w 56162"/>
                <a:gd name="csY6" fmla="*/ 41761 h 41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162" h="41760">
                  <a:moveTo>
                    <a:pt x="857" y="41761"/>
                  </a:moveTo>
                  <a:cubicBezTo>
                    <a:pt x="577" y="41016"/>
                    <a:pt x="279" y="40271"/>
                    <a:pt x="0" y="39507"/>
                  </a:cubicBezTo>
                  <a:cubicBezTo>
                    <a:pt x="11213" y="19167"/>
                    <a:pt x="28573" y="6668"/>
                    <a:pt x="50478" y="0"/>
                  </a:cubicBezTo>
                  <a:cubicBezTo>
                    <a:pt x="52099" y="1751"/>
                    <a:pt x="54297" y="615"/>
                    <a:pt x="56159" y="1099"/>
                  </a:cubicBezTo>
                  <a:cubicBezTo>
                    <a:pt x="56253" y="3371"/>
                    <a:pt x="54371" y="3148"/>
                    <a:pt x="53030" y="3483"/>
                  </a:cubicBezTo>
                  <a:cubicBezTo>
                    <a:pt x="32783" y="8624"/>
                    <a:pt x="17099" y="20154"/>
                    <a:pt x="5346" y="37272"/>
                  </a:cubicBezTo>
                  <a:cubicBezTo>
                    <a:pt x="4172" y="39004"/>
                    <a:pt x="3763" y="41705"/>
                    <a:pt x="857" y="41761"/>
                  </a:cubicBezTo>
                  <a:close/>
                </a:path>
              </a:pathLst>
            </a:custGeom>
            <a:solidFill>
              <a:srgbClr val="56654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3A95FF19-F397-53A0-8D11-E215504AB1C8}"/>
                </a:ext>
              </a:extLst>
            </p:cNvPr>
            <p:cNvSpPr/>
            <p:nvPr/>
          </p:nvSpPr>
          <p:spPr>
            <a:xfrm>
              <a:off x="1763074" y="4995748"/>
              <a:ext cx="13783" cy="14323"/>
            </a:xfrm>
            <a:custGeom>
              <a:avLst/>
              <a:gdLst>
                <a:gd name="csX0" fmla="*/ 12499 w 13783"/>
                <a:gd name="csY0" fmla="*/ 14324 h 14323"/>
                <a:gd name="csX1" fmla="*/ 0 w 13783"/>
                <a:gd name="csY1" fmla="*/ 857 h 14323"/>
                <a:gd name="csX2" fmla="*/ 2086 w 13783"/>
                <a:gd name="csY2" fmla="*/ 0 h 14323"/>
                <a:gd name="csX3" fmla="*/ 13784 w 13783"/>
                <a:gd name="csY3" fmla="*/ 11977 h 14323"/>
                <a:gd name="csX4" fmla="*/ 12499 w 13783"/>
                <a:gd name="csY4" fmla="*/ 14324 h 1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83" h="14323">
                  <a:moveTo>
                    <a:pt x="12499" y="14324"/>
                  </a:moveTo>
                  <a:cubicBezTo>
                    <a:pt x="8568" y="9611"/>
                    <a:pt x="4675" y="4880"/>
                    <a:pt x="0" y="857"/>
                  </a:cubicBezTo>
                  <a:cubicBezTo>
                    <a:pt x="689" y="577"/>
                    <a:pt x="1397" y="279"/>
                    <a:pt x="2086" y="0"/>
                  </a:cubicBezTo>
                  <a:cubicBezTo>
                    <a:pt x="7022" y="2980"/>
                    <a:pt x="9723" y="8140"/>
                    <a:pt x="13784" y="11977"/>
                  </a:cubicBezTo>
                  <a:cubicBezTo>
                    <a:pt x="13635" y="12908"/>
                    <a:pt x="13393" y="13802"/>
                    <a:pt x="12499" y="14324"/>
                  </a:cubicBezTo>
                  <a:close/>
                </a:path>
              </a:pathLst>
            </a:custGeom>
            <a:solidFill>
              <a:srgbClr val="BABAB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DC81B4D2-E565-5927-F416-6A5AC34B2CD5}"/>
                </a:ext>
              </a:extLst>
            </p:cNvPr>
            <p:cNvSpPr/>
            <p:nvPr/>
          </p:nvSpPr>
          <p:spPr>
            <a:xfrm>
              <a:off x="1811690" y="5124260"/>
              <a:ext cx="21327" cy="4277"/>
            </a:xfrm>
            <a:custGeom>
              <a:avLst/>
              <a:gdLst>
                <a:gd name="csX0" fmla="*/ 13672 w 21327"/>
                <a:gd name="csY0" fmla="*/ 4277 h 4277"/>
                <a:gd name="csX1" fmla="*/ 0 w 21327"/>
                <a:gd name="csY1" fmla="*/ 2284 h 4277"/>
                <a:gd name="csX2" fmla="*/ 21328 w 21327"/>
                <a:gd name="csY2" fmla="*/ 1036 h 4277"/>
                <a:gd name="csX3" fmla="*/ 21328 w 21327"/>
                <a:gd name="csY3" fmla="*/ 3234 h 4277"/>
                <a:gd name="csX4" fmla="*/ 13672 w 21327"/>
                <a:gd name="csY4" fmla="*/ 4277 h 4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27" h="4277">
                  <a:moveTo>
                    <a:pt x="13672" y="4277"/>
                  </a:moveTo>
                  <a:cubicBezTo>
                    <a:pt x="9388" y="1763"/>
                    <a:pt x="4228" y="5227"/>
                    <a:pt x="0" y="2284"/>
                  </a:cubicBezTo>
                  <a:cubicBezTo>
                    <a:pt x="7004" y="86"/>
                    <a:pt x="14082" y="-901"/>
                    <a:pt x="21328" y="1036"/>
                  </a:cubicBezTo>
                  <a:cubicBezTo>
                    <a:pt x="21328" y="1763"/>
                    <a:pt x="21328" y="2508"/>
                    <a:pt x="21328" y="3234"/>
                  </a:cubicBezTo>
                  <a:cubicBezTo>
                    <a:pt x="18776" y="3588"/>
                    <a:pt x="16224" y="3942"/>
                    <a:pt x="13672" y="4277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A07DB1D-279C-FD4E-9236-4A60702346E8}"/>
                </a:ext>
              </a:extLst>
            </p:cNvPr>
            <p:cNvSpPr/>
            <p:nvPr/>
          </p:nvSpPr>
          <p:spPr>
            <a:xfrm>
              <a:off x="1735543" y="4815322"/>
              <a:ext cx="158087" cy="311143"/>
            </a:xfrm>
            <a:custGeom>
              <a:avLst/>
              <a:gdLst>
                <a:gd name="csX0" fmla="*/ 85125 w 158087"/>
                <a:gd name="csY0" fmla="*/ 277247 h 311143"/>
                <a:gd name="csX1" fmla="*/ 77208 w 158087"/>
                <a:gd name="csY1" fmla="*/ 267990 h 311143"/>
                <a:gd name="csX2" fmla="*/ 86820 w 158087"/>
                <a:gd name="csY2" fmla="*/ 255044 h 311143"/>
                <a:gd name="csX3" fmla="*/ 113605 w 158087"/>
                <a:gd name="csY3" fmla="*/ 245023 h 311143"/>
                <a:gd name="csX4" fmla="*/ 120534 w 158087"/>
                <a:gd name="csY4" fmla="*/ 248749 h 311143"/>
                <a:gd name="csX5" fmla="*/ 126923 w 158087"/>
                <a:gd name="csY5" fmla="*/ 264935 h 311143"/>
                <a:gd name="csX6" fmla="*/ 128935 w 158087"/>
                <a:gd name="csY6" fmla="*/ 268530 h 311143"/>
                <a:gd name="csX7" fmla="*/ 128115 w 158087"/>
                <a:gd name="csY7" fmla="*/ 260334 h 311143"/>
                <a:gd name="csX8" fmla="*/ 110550 w 158087"/>
                <a:gd name="csY8" fmla="*/ 221926 h 311143"/>
                <a:gd name="csX9" fmla="*/ 103919 w 158087"/>
                <a:gd name="csY9" fmla="*/ 211495 h 311143"/>
                <a:gd name="csX10" fmla="*/ 91868 w 158087"/>
                <a:gd name="csY10" fmla="*/ 206298 h 311143"/>
                <a:gd name="csX11" fmla="*/ 59643 w 158087"/>
                <a:gd name="csY11" fmla="*/ 199891 h 311143"/>
                <a:gd name="csX12" fmla="*/ 19466 w 158087"/>
                <a:gd name="csY12" fmla="*/ 158987 h 311143"/>
                <a:gd name="csX13" fmla="*/ 4006 w 158087"/>
                <a:gd name="csY13" fmla="*/ 106869 h 311143"/>
                <a:gd name="csX14" fmla="*/ 1 w 158087"/>
                <a:gd name="csY14" fmla="*/ 77365 h 311143"/>
                <a:gd name="csX15" fmla="*/ 12574 w 158087"/>
                <a:gd name="csY15" fmla="*/ 24540 h 311143"/>
                <a:gd name="csX16" fmla="*/ 40924 w 158087"/>
                <a:gd name="csY16" fmla="*/ 2579 h 311143"/>
                <a:gd name="csX17" fmla="*/ 100510 w 158087"/>
                <a:gd name="csY17" fmla="*/ 14519 h 311143"/>
                <a:gd name="csX18" fmla="*/ 141806 w 158087"/>
                <a:gd name="csY18" fmla="*/ 76061 h 311143"/>
                <a:gd name="csX19" fmla="*/ 152144 w 158087"/>
                <a:gd name="csY19" fmla="*/ 169176 h 311143"/>
                <a:gd name="csX20" fmla="*/ 136516 w 158087"/>
                <a:gd name="csY20" fmla="*/ 201232 h 311143"/>
                <a:gd name="csX21" fmla="*/ 135305 w 158087"/>
                <a:gd name="csY21" fmla="*/ 231016 h 311143"/>
                <a:gd name="csX22" fmla="*/ 148120 w 158087"/>
                <a:gd name="csY22" fmla="*/ 270393 h 311143"/>
                <a:gd name="csX23" fmla="*/ 152460 w 158087"/>
                <a:gd name="csY23" fmla="*/ 286095 h 311143"/>
                <a:gd name="csX24" fmla="*/ 151231 w 158087"/>
                <a:gd name="csY24" fmla="*/ 291068 h 311143"/>
                <a:gd name="csX25" fmla="*/ 157527 w 158087"/>
                <a:gd name="csY25" fmla="*/ 289802 h 311143"/>
                <a:gd name="csX26" fmla="*/ 155161 w 158087"/>
                <a:gd name="csY26" fmla="*/ 296451 h 311143"/>
                <a:gd name="csX27" fmla="*/ 150188 w 158087"/>
                <a:gd name="csY27" fmla="*/ 300847 h 311143"/>
                <a:gd name="csX28" fmla="*/ 151045 w 158087"/>
                <a:gd name="csY28" fmla="*/ 310198 h 311143"/>
                <a:gd name="csX29" fmla="*/ 142663 w 158087"/>
                <a:gd name="csY29" fmla="*/ 305057 h 311143"/>
                <a:gd name="csX30" fmla="*/ 116473 w 158087"/>
                <a:gd name="csY30" fmla="*/ 273373 h 311143"/>
                <a:gd name="csX31" fmla="*/ 85125 w 158087"/>
                <a:gd name="csY31" fmla="*/ 277247 h 311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8087" h="311143">
                  <a:moveTo>
                    <a:pt x="85125" y="277247"/>
                  </a:moveTo>
                  <a:cubicBezTo>
                    <a:pt x="77171" y="276931"/>
                    <a:pt x="76035" y="275422"/>
                    <a:pt x="77208" y="267990"/>
                  </a:cubicBezTo>
                  <a:cubicBezTo>
                    <a:pt x="78177" y="261880"/>
                    <a:pt x="81344" y="257354"/>
                    <a:pt x="86820" y="255044"/>
                  </a:cubicBezTo>
                  <a:cubicBezTo>
                    <a:pt x="95612" y="251356"/>
                    <a:pt x="104627" y="248227"/>
                    <a:pt x="113605" y="245023"/>
                  </a:cubicBezTo>
                  <a:cubicBezTo>
                    <a:pt x="117069" y="243794"/>
                    <a:pt x="119267" y="245359"/>
                    <a:pt x="120534" y="248749"/>
                  </a:cubicBezTo>
                  <a:cubicBezTo>
                    <a:pt x="122564" y="254188"/>
                    <a:pt x="124781" y="259552"/>
                    <a:pt x="126923" y="264935"/>
                  </a:cubicBezTo>
                  <a:cubicBezTo>
                    <a:pt x="128525" y="266071"/>
                    <a:pt x="128674" y="268046"/>
                    <a:pt x="128935" y="268530"/>
                  </a:cubicBezTo>
                  <a:cubicBezTo>
                    <a:pt x="127631" y="266742"/>
                    <a:pt x="129531" y="263277"/>
                    <a:pt x="128115" y="260334"/>
                  </a:cubicBezTo>
                  <a:cubicBezTo>
                    <a:pt x="123216" y="247091"/>
                    <a:pt x="116976" y="234462"/>
                    <a:pt x="110550" y="221926"/>
                  </a:cubicBezTo>
                  <a:cubicBezTo>
                    <a:pt x="108669" y="218238"/>
                    <a:pt x="106322" y="214885"/>
                    <a:pt x="103919" y="211495"/>
                  </a:cubicBezTo>
                  <a:cubicBezTo>
                    <a:pt x="100790" y="207081"/>
                    <a:pt x="96636" y="204771"/>
                    <a:pt x="91868" y="206298"/>
                  </a:cubicBezTo>
                  <a:cubicBezTo>
                    <a:pt x="79704" y="210191"/>
                    <a:pt x="70149" y="204510"/>
                    <a:pt x="59643" y="199891"/>
                  </a:cubicBezTo>
                  <a:cubicBezTo>
                    <a:pt x="40533" y="191509"/>
                    <a:pt x="28109" y="176906"/>
                    <a:pt x="19466" y="158987"/>
                  </a:cubicBezTo>
                  <a:cubicBezTo>
                    <a:pt x="11531" y="142595"/>
                    <a:pt x="6632" y="124993"/>
                    <a:pt x="4006" y="106869"/>
                  </a:cubicBezTo>
                  <a:cubicBezTo>
                    <a:pt x="2590" y="97053"/>
                    <a:pt x="-55" y="87498"/>
                    <a:pt x="1" y="77365"/>
                  </a:cubicBezTo>
                  <a:cubicBezTo>
                    <a:pt x="113" y="58682"/>
                    <a:pt x="5589" y="41490"/>
                    <a:pt x="12574" y="24540"/>
                  </a:cubicBezTo>
                  <a:cubicBezTo>
                    <a:pt x="17845" y="11780"/>
                    <a:pt x="28649" y="5932"/>
                    <a:pt x="40924" y="2579"/>
                  </a:cubicBezTo>
                  <a:cubicBezTo>
                    <a:pt x="62624" y="-3326"/>
                    <a:pt x="82592" y="1014"/>
                    <a:pt x="100510" y="14519"/>
                  </a:cubicBezTo>
                  <a:cubicBezTo>
                    <a:pt x="121354" y="30239"/>
                    <a:pt x="132418" y="52871"/>
                    <a:pt x="141806" y="76061"/>
                  </a:cubicBezTo>
                  <a:cubicBezTo>
                    <a:pt x="153894" y="105920"/>
                    <a:pt x="156726" y="137212"/>
                    <a:pt x="152144" y="169176"/>
                  </a:cubicBezTo>
                  <a:cubicBezTo>
                    <a:pt x="150355" y="181655"/>
                    <a:pt x="143575" y="191453"/>
                    <a:pt x="136516" y="201232"/>
                  </a:cubicBezTo>
                  <a:cubicBezTo>
                    <a:pt x="129009" y="211663"/>
                    <a:pt x="128618" y="220250"/>
                    <a:pt x="135305" y="231016"/>
                  </a:cubicBezTo>
                  <a:cubicBezTo>
                    <a:pt x="142793" y="243105"/>
                    <a:pt x="145047" y="256870"/>
                    <a:pt x="148120" y="270393"/>
                  </a:cubicBezTo>
                  <a:cubicBezTo>
                    <a:pt x="149331" y="275683"/>
                    <a:pt x="150076" y="281159"/>
                    <a:pt x="152460" y="286095"/>
                  </a:cubicBezTo>
                  <a:cubicBezTo>
                    <a:pt x="153503" y="288274"/>
                    <a:pt x="152162" y="289504"/>
                    <a:pt x="151231" y="291068"/>
                  </a:cubicBezTo>
                  <a:cubicBezTo>
                    <a:pt x="153876" y="292745"/>
                    <a:pt x="155478" y="290156"/>
                    <a:pt x="157527" y="289802"/>
                  </a:cubicBezTo>
                  <a:cubicBezTo>
                    <a:pt x="159147" y="292856"/>
                    <a:pt x="156912" y="294645"/>
                    <a:pt x="155161" y="296451"/>
                  </a:cubicBezTo>
                  <a:cubicBezTo>
                    <a:pt x="153634" y="298035"/>
                    <a:pt x="151641" y="299152"/>
                    <a:pt x="150188" y="300847"/>
                  </a:cubicBezTo>
                  <a:cubicBezTo>
                    <a:pt x="146649" y="304982"/>
                    <a:pt x="146816" y="306826"/>
                    <a:pt x="151045" y="310198"/>
                  </a:cubicBezTo>
                  <a:cubicBezTo>
                    <a:pt x="143948" y="312023"/>
                    <a:pt x="143333" y="311651"/>
                    <a:pt x="142663" y="305057"/>
                  </a:cubicBezTo>
                  <a:cubicBezTo>
                    <a:pt x="140949" y="288405"/>
                    <a:pt x="132008" y="276484"/>
                    <a:pt x="116473" y="273373"/>
                  </a:cubicBezTo>
                  <a:cubicBezTo>
                    <a:pt x="106024" y="271324"/>
                    <a:pt x="95034" y="271641"/>
                    <a:pt x="85125" y="277247"/>
                  </a:cubicBezTo>
                  <a:close/>
                </a:path>
              </a:pathLst>
            </a:custGeom>
            <a:solidFill>
              <a:srgbClr val="7D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B32F3516-63B5-5E3C-5FB0-C307FFE162DF}"/>
                </a:ext>
              </a:extLst>
            </p:cNvPr>
            <p:cNvSpPr/>
            <p:nvPr/>
          </p:nvSpPr>
          <p:spPr>
            <a:xfrm>
              <a:off x="1631378" y="4971048"/>
              <a:ext cx="184967" cy="149354"/>
            </a:xfrm>
            <a:custGeom>
              <a:avLst/>
              <a:gdLst>
                <a:gd name="csX0" fmla="*/ 6339 w 184967"/>
                <a:gd name="csY0" fmla="*/ 42563 h 149354"/>
                <a:gd name="csX1" fmla="*/ 61642 w 184967"/>
                <a:gd name="csY1" fmla="*/ 1901 h 149354"/>
                <a:gd name="csX2" fmla="*/ 74997 w 184967"/>
                <a:gd name="csY2" fmla="*/ 57 h 149354"/>
                <a:gd name="csX3" fmla="*/ 97740 w 184967"/>
                <a:gd name="csY3" fmla="*/ 4378 h 149354"/>
                <a:gd name="csX4" fmla="*/ 132423 w 184967"/>
                <a:gd name="csY4" fmla="*/ 29319 h 149354"/>
                <a:gd name="csX5" fmla="*/ 144623 w 184967"/>
                <a:gd name="csY5" fmla="*/ 67709 h 149354"/>
                <a:gd name="csX6" fmla="*/ 142742 w 184967"/>
                <a:gd name="csY6" fmla="*/ 82759 h 149354"/>
                <a:gd name="csX7" fmla="*/ 151161 w 184967"/>
                <a:gd name="csY7" fmla="*/ 101125 h 149354"/>
                <a:gd name="csX8" fmla="*/ 182678 w 184967"/>
                <a:gd name="csY8" fmla="*/ 122732 h 149354"/>
                <a:gd name="csX9" fmla="*/ 184932 w 184967"/>
                <a:gd name="csY9" fmla="*/ 126141 h 149354"/>
                <a:gd name="csX10" fmla="*/ 184578 w 184967"/>
                <a:gd name="csY10" fmla="*/ 126588 h 149354"/>
                <a:gd name="csX11" fmla="*/ 169304 w 184967"/>
                <a:gd name="csY11" fmla="*/ 129437 h 149354"/>
                <a:gd name="csX12" fmla="*/ 139781 w 184967"/>
                <a:gd name="csY12" fmla="*/ 117479 h 149354"/>
                <a:gd name="csX13" fmla="*/ 131678 w 184967"/>
                <a:gd name="csY13" fmla="*/ 118243 h 149354"/>
                <a:gd name="csX14" fmla="*/ 122048 w 184967"/>
                <a:gd name="csY14" fmla="*/ 127295 h 149354"/>
                <a:gd name="csX15" fmla="*/ 86825 w 184967"/>
                <a:gd name="csY15" fmla="*/ 149331 h 149354"/>
                <a:gd name="csX16" fmla="*/ 51714 w 184967"/>
                <a:gd name="csY16" fmla="*/ 144711 h 149354"/>
                <a:gd name="csX17" fmla="*/ 9822 w 184967"/>
                <a:gd name="csY17" fmla="*/ 110960 h 149354"/>
                <a:gd name="csX18" fmla="*/ 3825 w 184967"/>
                <a:gd name="csY18" fmla="*/ 98853 h 149354"/>
                <a:gd name="csX19" fmla="*/ 379 w 184967"/>
                <a:gd name="csY19" fmla="*/ 79760 h 149354"/>
                <a:gd name="csX20" fmla="*/ 6339 w 184967"/>
                <a:gd name="csY20" fmla="*/ 42563 h 14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4967" h="149354">
                  <a:moveTo>
                    <a:pt x="6339" y="42563"/>
                  </a:moveTo>
                  <a:cubicBezTo>
                    <a:pt x="18875" y="20975"/>
                    <a:pt x="37427" y="7582"/>
                    <a:pt x="61642" y="1901"/>
                  </a:cubicBezTo>
                  <a:cubicBezTo>
                    <a:pt x="66093" y="1249"/>
                    <a:pt x="70527" y="187"/>
                    <a:pt x="74997" y="57"/>
                  </a:cubicBezTo>
                  <a:cubicBezTo>
                    <a:pt x="82839" y="-185"/>
                    <a:pt x="90401" y="187"/>
                    <a:pt x="97740" y="4378"/>
                  </a:cubicBezTo>
                  <a:cubicBezTo>
                    <a:pt x="110220" y="11512"/>
                    <a:pt x="121526" y="20043"/>
                    <a:pt x="132423" y="29319"/>
                  </a:cubicBezTo>
                  <a:cubicBezTo>
                    <a:pt x="144549" y="39657"/>
                    <a:pt x="148312" y="52416"/>
                    <a:pt x="144623" y="67709"/>
                  </a:cubicBezTo>
                  <a:cubicBezTo>
                    <a:pt x="143431" y="72626"/>
                    <a:pt x="143320" y="77730"/>
                    <a:pt x="142742" y="82759"/>
                  </a:cubicBezTo>
                  <a:cubicBezTo>
                    <a:pt x="141811" y="90824"/>
                    <a:pt x="145071" y="96301"/>
                    <a:pt x="151161" y="101125"/>
                  </a:cubicBezTo>
                  <a:cubicBezTo>
                    <a:pt x="161183" y="109060"/>
                    <a:pt x="171446" y="116622"/>
                    <a:pt x="182678" y="122732"/>
                  </a:cubicBezTo>
                  <a:cubicBezTo>
                    <a:pt x="184149" y="123533"/>
                    <a:pt x="185174" y="124334"/>
                    <a:pt x="184932" y="126141"/>
                  </a:cubicBezTo>
                  <a:cubicBezTo>
                    <a:pt x="184820" y="126290"/>
                    <a:pt x="184689" y="126420"/>
                    <a:pt x="184578" y="126588"/>
                  </a:cubicBezTo>
                  <a:cubicBezTo>
                    <a:pt x="178748" y="134970"/>
                    <a:pt x="178822" y="134821"/>
                    <a:pt x="169304" y="129437"/>
                  </a:cubicBezTo>
                  <a:cubicBezTo>
                    <a:pt x="160009" y="124185"/>
                    <a:pt x="150062" y="120348"/>
                    <a:pt x="139781" y="117479"/>
                  </a:cubicBezTo>
                  <a:cubicBezTo>
                    <a:pt x="137042" y="116715"/>
                    <a:pt x="134230" y="116492"/>
                    <a:pt x="131678" y="118243"/>
                  </a:cubicBezTo>
                  <a:cubicBezTo>
                    <a:pt x="127263" y="119994"/>
                    <a:pt x="124525" y="123365"/>
                    <a:pt x="122048" y="127295"/>
                  </a:cubicBezTo>
                  <a:cubicBezTo>
                    <a:pt x="113889" y="140278"/>
                    <a:pt x="102509" y="148958"/>
                    <a:pt x="86825" y="149331"/>
                  </a:cubicBezTo>
                  <a:cubicBezTo>
                    <a:pt x="75016" y="149610"/>
                    <a:pt x="63244" y="147375"/>
                    <a:pt x="51714" y="144711"/>
                  </a:cubicBezTo>
                  <a:cubicBezTo>
                    <a:pt x="32435" y="140241"/>
                    <a:pt x="18893" y="128264"/>
                    <a:pt x="9822" y="110960"/>
                  </a:cubicBezTo>
                  <a:cubicBezTo>
                    <a:pt x="7736" y="106974"/>
                    <a:pt x="5836" y="102876"/>
                    <a:pt x="3825" y="98853"/>
                  </a:cubicBezTo>
                  <a:cubicBezTo>
                    <a:pt x="807" y="92817"/>
                    <a:pt x="-776" y="86447"/>
                    <a:pt x="379" y="79760"/>
                  </a:cubicBezTo>
                  <a:cubicBezTo>
                    <a:pt x="2521" y="67373"/>
                    <a:pt x="2856" y="54707"/>
                    <a:pt x="6339" y="42563"/>
                  </a:cubicBezTo>
                  <a:close/>
                </a:path>
              </a:pathLst>
            </a:custGeom>
            <a:solidFill>
              <a:srgbClr val="82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AA54D433-6E30-598E-1D47-34CD69B24C53}"/>
                </a:ext>
              </a:extLst>
            </p:cNvPr>
            <p:cNvSpPr/>
            <p:nvPr/>
          </p:nvSpPr>
          <p:spPr>
            <a:xfrm>
              <a:off x="2001601" y="5127937"/>
              <a:ext cx="343690" cy="155147"/>
            </a:xfrm>
            <a:custGeom>
              <a:avLst/>
              <a:gdLst>
                <a:gd name="csX0" fmla="*/ 333182 w 343690"/>
                <a:gd name="csY0" fmla="*/ 73244 h 155147"/>
                <a:gd name="csX1" fmla="*/ 335343 w 343690"/>
                <a:gd name="csY1" fmla="*/ 140728 h 155147"/>
                <a:gd name="csX2" fmla="*/ 326160 w 343690"/>
                <a:gd name="csY2" fmla="*/ 154530 h 155147"/>
                <a:gd name="csX3" fmla="*/ 320721 w 343690"/>
                <a:gd name="csY3" fmla="*/ 151736 h 155147"/>
                <a:gd name="csX4" fmla="*/ 306676 w 343690"/>
                <a:gd name="csY4" fmla="*/ 141194 h 155147"/>
                <a:gd name="csX5" fmla="*/ 298890 w 343690"/>
                <a:gd name="csY5" fmla="*/ 139853 h 155147"/>
                <a:gd name="csX6" fmla="*/ 291011 w 343690"/>
                <a:gd name="csY6" fmla="*/ 132365 h 155147"/>
                <a:gd name="csX7" fmla="*/ 281996 w 343690"/>
                <a:gd name="csY7" fmla="*/ 139070 h 155147"/>
                <a:gd name="csX8" fmla="*/ 240179 w 343690"/>
                <a:gd name="csY8" fmla="*/ 133836 h 155147"/>
                <a:gd name="csX9" fmla="*/ 201976 w 343690"/>
                <a:gd name="csY9" fmla="*/ 126963 h 155147"/>
                <a:gd name="csX10" fmla="*/ 173309 w 343690"/>
                <a:gd name="csY10" fmla="*/ 121282 h 155147"/>
                <a:gd name="csX11" fmla="*/ 168355 w 343690"/>
                <a:gd name="csY11" fmla="*/ 117147 h 155147"/>
                <a:gd name="csX12" fmla="*/ 168056 w 343690"/>
                <a:gd name="csY12" fmla="*/ 106529 h 155147"/>
                <a:gd name="csX13" fmla="*/ 167814 w 343690"/>
                <a:gd name="csY13" fmla="*/ 105598 h 155147"/>
                <a:gd name="csX14" fmla="*/ 167684 w 343690"/>
                <a:gd name="csY14" fmla="*/ 106045 h 155147"/>
                <a:gd name="csX15" fmla="*/ 167293 w 343690"/>
                <a:gd name="csY15" fmla="*/ 111167 h 155147"/>
                <a:gd name="csX16" fmla="*/ 157775 w 343690"/>
                <a:gd name="csY16" fmla="*/ 116811 h 155147"/>
                <a:gd name="csX17" fmla="*/ 106607 w 343690"/>
                <a:gd name="csY17" fmla="*/ 101780 h 155147"/>
                <a:gd name="csX18" fmla="*/ 96716 w 343690"/>
                <a:gd name="csY18" fmla="*/ 89579 h 155147"/>
                <a:gd name="csX19" fmla="*/ 96418 w 343690"/>
                <a:gd name="csY19" fmla="*/ 86785 h 155147"/>
                <a:gd name="csX20" fmla="*/ 95226 w 343690"/>
                <a:gd name="csY20" fmla="*/ 83414 h 155147"/>
                <a:gd name="csX21" fmla="*/ 96325 w 343690"/>
                <a:gd name="csY21" fmla="*/ 90101 h 155147"/>
                <a:gd name="csX22" fmla="*/ 86192 w 343690"/>
                <a:gd name="csY22" fmla="*/ 97421 h 155147"/>
                <a:gd name="csX23" fmla="*/ 30852 w 343690"/>
                <a:gd name="csY23" fmla="*/ 83358 h 155147"/>
                <a:gd name="csX24" fmla="*/ 25544 w 343690"/>
                <a:gd name="csY24" fmla="*/ 78999 h 155147"/>
                <a:gd name="csX25" fmla="*/ 2093 w 343690"/>
                <a:gd name="csY25" fmla="*/ 47558 h 155147"/>
                <a:gd name="csX26" fmla="*/ 2689 w 343690"/>
                <a:gd name="csY26" fmla="*/ 39008 h 155147"/>
                <a:gd name="csX27" fmla="*/ 19006 w 343690"/>
                <a:gd name="csY27" fmla="*/ 14048 h 155147"/>
                <a:gd name="csX28" fmla="*/ 22415 w 343690"/>
                <a:gd name="csY28" fmla="*/ 9745 h 155147"/>
                <a:gd name="csX29" fmla="*/ 22359 w 343690"/>
                <a:gd name="csY29" fmla="*/ 9783 h 155147"/>
                <a:gd name="csX30" fmla="*/ 31355 w 343690"/>
                <a:gd name="csY30" fmla="*/ 3338 h 155147"/>
                <a:gd name="csX31" fmla="*/ 41414 w 343690"/>
                <a:gd name="csY31" fmla="*/ 823 h 155147"/>
                <a:gd name="csX32" fmla="*/ 55738 w 343690"/>
                <a:gd name="csY32" fmla="*/ 2146 h 155147"/>
                <a:gd name="csX33" fmla="*/ 86472 w 343690"/>
                <a:gd name="csY33" fmla="*/ 1755 h 155147"/>
                <a:gd name="csX34" fmla="*/ 94891 w 343690"/>
                <a:gd name="csY34" fmla="*/ 7212 h 155147"/>
                <a:gd name="csX35" fmla="*/ 96120 w 343690"/>
                <a:gd name="csY35" fmla="*/ 8255 h 155147"/>
                <a:gd name="csX36" fmla="*/ 97219 w 343690"/>
                <a:gd name="csY36" fmla="*/ 6411 h 155147"/>
                <a:gd name="csX37" fmla="*/ 106384 w 343690"/>
                <a:gd name="csY37" fmla="*/ 3450 h 155147"/>
                <a:gd name="csX38" fmla="*/ 150864 w 343690"/>
                <a:gd name="csY38" fmla="*/ 8646 h 155147"/>
                <a:gd name="csX39" fmla="*/ 167628 w 343690"/>
                <a:gd name="csY39" fmla="*/ 15501 h 155147"/>
                <a:gd name="csX40" fmla="*/ 169081 w 343690"/>
                <a:gd name="csY40" fmla="*/ 16339 h 155147"/>
                <a:gd name="csX41" fmla="*/ 192551 w 343690"/>
                <a:gd name="csY41" fmla="*/ 19860 h 155147"/>
                <a:gd name="csX42" fmla="*/ 227792 w 343690"/>
                <a:gd name="csY42" fmla="*/ 31650 h 155147"/>
                <a:gd name="csX43" fmla="*/ 242768 w 343690"/>
                <a:gd name="csY43" fmla="*/ 39026 h 155147"/>
                <a:gd name="csX44" fmla="*/ 244389 w 343690"/>
                <a:gd name="csY44" fmla="*/ 39138 h 155147"/>
                <a:gd name="csX45" fmla="*/ 254764 w 343690"/>
                <a:gd name="csY45" fmla="*/ 41280 h 155147"/>
                <a:gd name="csX46" fmla="*/ 283411 w 343690"/>
                <a:gd name="csY46" fmla="*/ 58026 h 155147"/>
                <a:gd name="csX47" fmla="*/ 303510 w 343690"/>
                <a:gd name="csY47" fmla="*/ 71604 h 155147"/>
                <a:gd name="csX48" fmla="*/ 325806 w 343690"/>
                <a:gd name="csY48" fmla="*/ 73355 h 155147"/>
                <a:gd name="csX49" fmla="*/ 333182 w 343690"/>
                <a:gd name="csY49" fmla="*/ 73244 h 155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43690" h="155147">
                  <a:moveTo>
                    <a:pt x="333182" y="73244"/>
                  </a:moveTo>
                  <a:cubicBezTo>
                    <a:pt x="346966" y="95316"/>
                    <a:pt x="346668" y="117799"/>
                    <a:pt x="335343" y="140728"/>
                  </a:cubicBezTo>
                  <a:cubicBezTo>
                    <a:pt x="332865" y="145757"/>
                    <a:pt x="330723" y="150917"/>
                    <a:pt x="326160" y="154530"/>
                  </a:cubicBezTo>
                  <a:cubicBezTo>
                    <a:pt x="323012" y="156207"/>
                    <a:pt x="321615" y="154195"/>
                    <a:pt x="320721" y="151736"/>
                  </a:cubicBezTo>
                  <a:cubicBezTo>
                    <a:pt x="318336" y="145105"/>
                    <a:pt x="313382" y="142088"/>
                    <a:pt x="306676" y="141194"/>
                  </a:cubicBezTo>
                  <a:cubicBezTo>
                    <a:pt x="304068" y="140858"/>
                    <a:pt x="301461" y="140430"/>
                    <a:pt x="298890" y="139853"/>
                  </a:cubicBezTo>
                  <a:cubicBezTo>
                    <a:pt x="295221" y="139033"/>
                    <a:pt x="292240" y="137301"/>
                    <a:pt x="291011" y="132365"/>
                  </a:cubicBezTo>
                  <a:cubicBezTo>
                    <a:pt x="289819" y="138269"/>
                    <a:pt x="286094" y="139573"/>
                    <a:pt x="281996" y="139070"/>
                  </a:cubicBezTo>
                  <a:cubicBezTo>
                    <a:pt x="268082" y="137338"/>
                    <a:pt x="254056" y="137710"/>
                    <a:pt x="240179" y="133836"/>
                  </a:cubicBezTo>
                  <a:cubicBezTo>
                    <a:pt x="227848" y="130390"/>
                    <a:pt x="214828" y="128732"/>
                    <a:pt x="201976" y="126963"/>
                  </a:cubicBezTo>
                  <a:cubicBezTo>
                    <a:pt x="192327" y="125640"/>
                    <a:pt x="182678" y="124057"/>
                    <a:pt x="173309" y="121282"/>
                  </a:cubicBezTo>
                  <a:cubicBezTo>
                    <a:pt x="171055" y="120611"/>
                    <a:pt x="169100" y="119605"/>
                    <a:pt x="168355" y="117147"/>
                  </a:cubicBezTo>
                  <a:cubicBezTo>
                    <a:pt x="167703" y="113626"/>
                    <a:pt x="168112" y="110069"/>
                    <a:pt x="168056" y="106529"/>
                  </a:cubicBezTo>
                  <a:cubicBezTo>
                    <a:pt x="168056" y="106101"/>
                    <a:pt x="168056" y="105784"/>
                    <a:pt x="167814" y="105598"/>
                  </a:cubicBezTo>
                  <a:cubicBezTo>
                    <a:pt x="167777" y="105728"/>
                    <a:pt x="167721" y="105840"/>
                    <a:pt x="167684" y="106045"/>
                  </a:cubicBezTo>
                  <a:cubicBezTo>
                    <a:pt x="167572" y="107815"/>
                    <a:pt x="167647" y="109510"/>
                    <a:pt x="167293" y="111167"/>
                  </a:cubicBezTo>
                  <a:cubicBezTo>
                    <a:pt x="166194" y="116402"/>
                    <a:pt x="162692" y="118748"/>
                    <a:pt x="157775" y="116811"/>
                  </a:cubicBezTo>
                  <a:cubicBezTo>
                    <a:pt x="141141" y="110311"/>
                    <a:pt x="123874" y="106101"/>
                    <a:pt x="106607" y="101780"/>
                  </a:cubicBezTo>
                  <a:cubicBezTo>
                    <a:pt x="97517" y="99507"/>
                    <a:pt x="97108" y="98874"/>
                    <a:pt x="96716" y="89579"/>
                  </a:cubicBezTo>
                  <a:cubicBezTo>
                    <a:pt x="96679" y="88648"/>
                    <a:pt x="96623" y="87698"/>
                    <a:pt x="96418" y="86785"/>
                  </a:cubicBezTo>
                  <a:cubicBezTo>
                    <a:pt x="96083" y="85742"/>
                    <a:pt x="95934" y="84643"/>
                    <a:pt x="95226" y="83414"/>
                  </a:cubicBezTo>
                  <a:cubicBezTo>
                    <a:pt x="96008" y="85742"/>
                    <a:pt x="96362" y="87884"/>
                    <a:pt x="96325" y="90101"/>
                  </a:cubicBezTo>
                  <a:cubicBezTo>
                    <a:pt x="95357" y="97049"/>
                    <a:pt x="92730" y="98837"/>
                    <a:pt x="86192" y="97421"/>
                  </a:cubicBezTo>
                  <a:cubicBezTo>
                    <a:pt x="67584" y="93379"/>
                    <a:pt x="49423" y="87568"/>
                    <a:pt x="30852" y="83358"/>
                  </a:cubicBezTo>
                  <a:cubicBezTo>
                    <a:pt x="28207" y="82762"/>
                    <a:pt x="26885" y="80974"/>
                    <a:pt x="25544" y="78999"/>
                  </a:cubicBezTo>
                  <a:cubicBezTo>
                    <a:pt x="22564" y="64918"/>
                    <a:pt x="14666" y="54505"/>
                    <a:pt x="2093" y="47558"/>
                  </a:cubicBezTo>
                  <a:cubicBezTo>
                    <a:pt x="-1092" y="44465"/>
                    <a:pt x="-440" y="41523"/>
                    <a:pt x="2689" y="39008"/>
                  </a:cubicBezTo>
                  <a:cubicBezTo>
                    <a:pt x="10866" y="32451"/>
                    <a:pt x="15988" y="23920"/>
                    <a:pt x="19006" y="14048"/>
                  </a:cubicBezTo>
                  <a:cubicBezTo>
                    <a:pt x="19621" y="12036"/>
                    <a:pt x="21278" y="11161"/>
                    <a:pt x="22415" y="9745"/>
                  </a:cubicBezTo>
                  <a:lnTo>
                    <a:pt x="22359" y="9783"/>
                  </a:lnTo>
                  <a:cubicBezTo>
                    <a:pt x="26028" y="8572"/>
                    <a:pt x="28859" y="6225"/>
                    <a:pt x="31355" y="3338"/>
                  </a:cubicBezTo>
                  <a:cubicBezTo>
                    <a:pt x="34056" y="209"/>
                    <a:pt x="37353" y="-928"/>
                    <a:pt x="41414" y="823"/>
                  </a:cubicBezTo>
                  <a:cubicBezTo>
                    <a:pt x="46015" y="2798"/>
                    <a:pt x="50783" y="2593"/>
                    <a:pt x="55738" y="2146"/>
                  </a:cubicBezTo>
                  <a:cubicBezTo>
                    <a:pt x="65945" y="1214"/>
                    <a:pt x="76208" y="283"/>
                    <a:pt x="86472" y="1755"/>
                  </a:cubicBezTo>
                  <a:cubicBezTo>
                    <a:pt x="90067" y="2276"/>
                    <a:pt x="93513" y="3189"/>
                    <a:pt x="94891" y="7212"/>
                  </a:cubicBezTo>
                  <a:cubicBezTo>
                    <a:pt x="95394" y="9615"/>
                    <a:pt x="95412" y="9615"/>
                    <a:pt x="96120" y="8255"/>
                  </a:cubicBezTo>
                  <a:cubicBezTo>
                    <a:pt x="96456" y="7622"/>
                    <a:pt x="96772" y="6989"/>
                    <a:pt x="97219" y="6411"/>
                  </a:cubicBezTo>
                  <a:cubicBezTo>
                    <a:pt x="99715" y="3673"/>
                    <a:pt x="102770" y="3226"/>
                    <a:pt x="106384" y="3450"/>
                  </a:cubicBezTo>
                  <a:cubicBezTo>
                    <a:pt x="121304" y="4400"/>
                    <a:pt x="136093" y="6486"/>
                    <a:pt x="150864" y="8646"/>
                  </a:cubicBezTo>
                  <a:cubicBezTo>
                    <a:pt x="156992" y="9540"/>
                    <a:pt x="163102" y="10639"/>
                    <a:pt x="167628" y="15501"/>
                  </a:cubicBezTo>
                  <a:cubicBezTo>
                    <a:pt x="168075" y="15836"/>
                    <a:pt x="168559" y="16116"/>
                    <a:pt x="169081" y="16339"/>
                  </a:cubicBezTo>
                  <a:cubicBezTo>
                    <a:pt x="177370" y="14477"/>
                    <a:pt x="184914" y="17066"/>
                    <a:pt x="192551" y="19860"/>
                  </a:cubicBezTo>
                  <a:cubicBezTo>
                    <a:pt x="204174" y="24125"/>
                    <a:pt x="215927" y="28130"/>
                    <a:pt x="227792" y="31650"/>
                  </a:cubicBezTo>
                  <a:cubicBezTo>
                    <a:pt x="233287" y="33289"/>
                    <a:pt x="238391" y="35338"/>
                    <a:pt x="242768" y="39026"/>
                  </a:cubicBezTo>
                  <a:cubicBezTo>
                    <a:pt x="243308" y="39082"/>
                    <a:pt x="243848" y="39138"/>
                    <a:pt x="244389" y="39138"/>
                  </a:cubicBezTo>
                  <a:cubicBezTo>
                    <a:pt x="248058" y="38803"/>
                    <a:pt x="251374" y="39902"/>
                    <a:pt x="254764" y="41280"/>
                  </a:cubicBezTo>
                  <a:cubicBezTo>
                    <a:pt x="265157" y="45471"/>
                    <a:pt x="274676" y="51097"/>
                    <a:pt x="283411" y="58026"/>
                  </a:cubicBezTo>
                  <a:cubicBezTo>
                    <a:pt x="289763" y="63074"/>
                    <a:pt x="296618" y="67451"/>
                    <a:pt x="303510" y="71604"/>
                  </a:cubicBezTo>
                  <a:cubicBezTo>
                    <a:pt x="310290" y="75665"/>
                    <a:pt x="317871" y="78534"/>
                    <a:pt x="325806" y="73355"/>
                  </a:cubicBezTo>
                  <a:cubicBezTo>
                    <a:pt x="328078" y="71847"/>
                    <a:pt x="330704" y="71306"/>
                    <a:pt x="333182" y="73244"/>
                  </a:cubicBezTo>
                  <a:close/>
                </a:path>
              </a:pathLst>
            </a:custGeom>
            <a:solidFill>
              <a:srgbClr val="88BE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2335FC9E-510F-1F06-8806-69631A74481D}"/>
                </a:ext>
              </a:extLst>
            </p:cNvPr>
            <p:cNvSpPr/>
            <p:nvPr/>
          </p:nvSpPr>
          <p:spPr>
            <a:xfrm>
              <a:off x="2023960" y="5092760"/>
              <a:ext cx="310823" cy="112743"/>
            </a:xfrm>
            <a:custGeom>
              <a:avLst/>
              <a:gdLst>
                <a:gd name="csX0" fmla="*/ 310823 w 310823"/>
                <a:gd name="csY0" fmla="*/ 108421 h 112743"/>
                <a:gd name="csX1" fmla="*/ 304807 w 310823"/>
                <a:gd name="csY1" fmla="*/ 109259 h 112743"/>
                <a:gd name="csX2" fmla="*/ 277500 w 310823"/>
                <a:gd name="csY2" fmla="*/ 106130 h 112743"/>
                <a:gd name="csX3" fmla="*/ 230989 w 310823"/>
                <a:gd name="csY3" fmla="*/ 77296 h 112743"/>
                <a:gd name="csX4" fmla="*/ 220633 w 310823"/>
                <a:gd name="csY4" fmla="*/ 75676 h 112743"/>
                <a:gd name="csX5" fmla="*/ 222570 w 310823"/>
                <a:gd name="csY5" fmla="*/ 65114 h 112743"/>
                <a:gd name="csX6" fmla="*/ 220596 w 310823"/>
                <a:gd name="csY6" fmla="*/ 75732 h 112743"/>
                <a:gd name="csX7" fmla="*/ 220204 w 310823"/>
                <a:gd name="csY7" fmla="*/ 76141 h 112743"/>
                <a:gd name="csX8" fmla="*/ 190718 w 310823"/>
                <a:gd name="csY8" fmla="*/ 63773 h 112743"/>
                <a:gd name="csX9" fmla="*/ 156855 w 310823"/>
                <a:gd name="csY9" fmla="*/ 52430 h 112743"/>
                <a:gd name="csX10" fmla="*/ 145996 w 310823"/>
                <a:gd name="csY10" fmla="*/ 52933 h 112743"/>
                <a:gd name="csX11" fmla="*/ 147672 w 310823"/>
                <a:gd name="csY11" fmla="*/ 44420 h 112743"/>
                <a:gd name="csX12" fmla="*/ 146014 w 310823"/>
                <a:gd name="csY12" fmla="*/ 52970 h 112743"/>
                <a:gd name="csX13" fmla="*/ 120123 w 310823"/>
                <a:gd name="csY13" fmla="*/ 44290 h 112743"/>
                <a:gd name="csX14" fmla="*/ 81305 w 310823"/>
                <a:gd name="csY14" fmla="*/ 39670 h 112743"/>
                <a:gd name="csX15" fmla="*/ 74935 w 310823"/>
                <a:gd name="csY15" fmla="*/ 42893 h 112743"/>
                <a:gd name="csX16" fmla="*/ 74805 w 310823"/>
                <a:gd name="csY16" fmla="*/ 33933 h 112743"/>
                <a:gd name="csX17" fmla="*/ 71415 w 310823"/>
                <a:gd name="csY17" fmla="*/ 44066 h 112743"/>
                <a:gd name="csX18" fmla="*/ 65435 w 310823"/>
                <a:gd name="csY18" fmla="*/ 38609 h 112743"/>
                <a:gd name="csX19" fmla="*/ 52676 w 310823"/>
                <a:gd name="csY19" fmla="*/ 37547 h 112743"/>
                <a:gd name="csX20" fmla="*/ 31423 w 310823"/>
                <a:gd name="csY20" fmla="*/ 39205 h 112743"/>
                <a:gd name="csX21" fmla="*/ 18813 w 310823"/>
                <a:gd name="csY21" fmla="*/ 37677 h 112743"/>
                <a:gd name="csX22" fmla="*/ 9444 w 310823"/>
                <a:gd name="csY22" fmla="*/ 40285 h 112743"/>
                <a:gd name="csX23" fmla="*/ 0 w 310823"/>
                <a:gd name="csY23" fmla="*/ 44923 h 112743"/>
                <a:gd name="csX24" fmla="*/ 24271 w 310823"/>
                <a:gd name="csY24" fmla="*/ 18324 h 112743"/>
                <a:gd name="csX25" fmla="*/ 64765 w 310823"/>
                <a:gd name="csY25" fmla="*/ 89 h 112743"/>
                <a:gd name="csX26" fmla="*/ 149907 w 310823"/>
                <a:gd name="csY26" fmla="*/ 7744 h 112743"/>
                <a:gd name="csX27" fmla="*/ 230039 w 310823"/>
                <a:gd name="csY27" fmla="*/ 37174 h 112743"/>
                <a:gd name="csX28" fmla="*/ 296518 w 310823"/>
                <a:gd name="csY28" fmla="*/ 87559 h 112743"/>
                <a:gd name="csX29" fmla="*/ 310823 w 310823"/>
                <a:gd name="csY29" fmla="*/ 108421 h 11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10823" h="112743">
                  <a:moveTo>
                    <a:pt x="310823" y="108421"/>
                  </a:moveTo>
                  <a:cubicBezTo>
                    <a:pt x="308774" y="108459"/>
                    <a:pt x="306632" y="107993"/>
                    <a:pt x="304807" y="109259"/>
                  </a:cubicBezTo>
                  <a:cubicBezTo>
                    <a:pt x="294767" y="116207"/>
                    <a:pt x="286217" y="111495"/>
                    <a:pt x="277500" y="106130"/>
                  </a:cubicBezTo>
                  <a:cubicBezTo>
                    <a:pt x="261965" y="96593"/>
                    <a:pt x="248536" y="83685"/>
                    <a:pt x="230989" y="77296"/>
                  </a:cubicBezTo>
                  <a:cubicBezTo>
                    <a:pt x="227487" y="76030"/>
                    <a:pt x="224191" y="75564"/>
                    <a:pt x="220633" y="75676"/>
                  </a:cubicBezTo>
                  <a:cubicBezTo>
                    <a:pt x="219720" y="71876"/>
                    <a:pt x="223334" y="68896"/>
                    <a:pt x="222570" y="65114"/>
                  </a:cubicBezTo>
                  <a:cubicBezTo>
                    <a:pt x="223203" y="68896"/>
                    <a:pt x="219627" y="71894"/>
                    <a:pt x="220596" y="75732"/>
                  </a:cubicBezTo>
                  <a:cubicBezTo>
                    <a:pt x="220465" y="75862"/>
                    <a:pt x="220335" y="76011"/>
                    <a:pt x="220204" y="76141"/>
                  </a:cubicBezTo>
                  <a:cubicBezTo>
                    <a:pt x="212139" y="67871"/>
                    <a:pt x="200740" y="67312"/>
                    <a:pt x="190718" y="63773"/>
                  </a:cubicBezTo>
                  <a:cubicBezTo>
                    <a:pt x="179524" y="59824"/>
                    <a:pt x="168441" y="55447"/>
                    <a:pt x="156855" y="52430"/>
                  </a:cubicBezTo>
                  <a:cubicBezTo>
                    <a:pt x="152739" y="51349"/>
                    <a:pt x="149609" y="54143"/>
                    <a:pt x="145996" y="52933"/>
                  </a:cubicBezTo>
                  <a:cubicBezTo>
                    <a:pt x="147616" y="50306"/>
                    <a:pt x="146610" y="47158"/>
                    <a:pt x="147672" y="44420"/>
                  </a:cubicBezTo>
                  <a:cubicBezTo>
                    <a:pt x="146648" y="47177"/>
                    <a:pt x="147449" y="50288"/>
                    <a:pt x="146014" y="52970"/>
                  </a:cubicBezTo>
                  <a:cubicBezTo>
                    <a:pt x="138992" y="45333"/>
                    <a:pt x="129213" y="45575"/>
                    <a:pt x="120123" y="44290"/>
                  </a:cubicBezTo>
                  <a:cubicBezTo>
                    <a:pt x="107215" y="42446"/>
                    <a:pt x="94251" y="41086"/>
                    <a:pt x="81305" y="39670"/>
                  </a:cubicBezTo>
                  <a:cubicBezTo>
                    <a:pt x="78679" y="39391"/>
                    <a:pt x="76909" y="41496"/>
                    <a:pt x="74935" y="42893"/>
                  </a:cubicBezTo>
                  <a:cubicBezTo>
                    <a:pt x="72048" y="39763"/>
                    <a:pt x="76015" y="36541"/>
                    <a:pt x="74805" y="33933"/>
                  </a:cubicBezTo>
                  <a:cubicBezTo>
                    <a:pt x="73836" y="37007"/>
                    <a:pt x="75270" y="41365"/>
                    <a:pt x="71415" y="44066"/>
                  </a:cubicBezTo>
                  <a:cubicBezTo>
                    <a:pt x="71620" y="39875"/>
                    <a:pt x="68136" y="39018"/>
                    <a:pt x="65435" y="38609"/>
                  </a:cubicBezTo>
                  <a:cubicBezTo>
                    <a:pt x="61207" y="37957"/>
                    <a:pt x="56569" y="36876"/>
                    <a:pt x="52676" y="37547"/>
                  </a:cubicBezTo>
                  <a:cubicBezTo>
                    <a:pt x="45579" y="38795"/>
                    <a:pt x="38427" y="37286"/>
                    <a:pt x="31423" y="39205"/>
                  </a:cubicBezTo>
                  <a:cubicBezTo>
                    <a:pt x="27195" y="40360"/>
                    <a:pt x="22445" y="39819"/>
                    <a:pt x="18813" y="37677"/>
                  </a:cubicBezTo>
                  <a:cubicBezTo>
                    <a:pt x="14194" y="34976"/>
                    <a:pt x="11642" y="36969"/>
                    <a:pt x="9444" y="40285"/>
                  </a:cubicBezTo>
                  <a:cubicBezTo>
                    <a:pt x="7097" y="43805"/>
                    <a:pt x="4210" y="45519"/>
                    <a:pt x="0" y="44923"/>
                  </a:cubicBezTo>
                  <a:cubicBezTo>
                    <a:pt x="8103" y="36075"/>
                    <a:pt x="16317" y="27321"/>
                    <a:pt x="24271" y="18324"/>
                  </a:cubicBezTo>
                  <a:cubicBezTo>
                    <a:pt x="35055" y="6105"/>
                    <a:pt x="49435" y="443"/>
                    <a:pt x="64765" y="89"/>
                  </a:cubicBezTo>
                  <a:cubicBezTo>
                    <a:pt x="93320" y="-563"/>
                    <a:pt x="121874" y="2417"/>
                    <a:pt x="149907" y="7744"/>
                  </a:cubicBezTo>
                  <a:cubicBezTo>
                    <a:pt x="178071" y="13090"/>
                    <a:pt x="204577" y="23782"/>
                    <a:pt x="230039" y="37174"/>
                  </a:cubicBezTo>
                  <a:cubicBezTo>
                    <a:pt x="255055" y="50343"/>
                    <a:pt x="277630" y="66474"/>
                    <a:pt x="296518" y="87559"/>
                  </a:cubicBezTo>
                  <a:cubicBezTo>
                    <a:pt x="302180" y="93893"/>
                    <a:pt x="306967" y="100859"/>
                    <a:pt x="310823" y="108421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1BA76546-D9BC-F13A-39F7-642735FFC8A4}"/>
                </a:ext>
              </a:extLst>
            </p:cNvPr>
            <p:cNvSpPr/>
            <p:nvPr/>
          </p:nvSpPr>
          <p:spPr>
            <a:xfrm>
              <a:off x="1976487" y="4813109"/>
              <a:ext cx="170493" cy="190557"/>
            </a:xfrm>
            <a:custGeom>
              <a:avLst/>
              <a:gdLst>
                <a:gd name="csX0" fmla="*/ 132615 w 170493"/>
                <a:gd name="csY0" fmla="*/ 339 h 190557"/>
                <a:gd name="csX1" fmla="*/ 168602 w 170493"/>
                <a:gd name="csY1" fmla="*/ 26342 h 190557"/>
                <a:gd name="csX2" fmla="*/ 166422 w 170493"/>
                <a:gd name="csY2" fmla="*/ 37797 h 190557"/>
                <a:gd name="csX3" fmla="*/ 160816 w 170493"/>
                <a:gd name="csY3" fmla="*/ 46776 h 190557"/>
                <a:gd name="csX4" fmla="*/ 156066 w 170493"/>
                <a:gd name="csY4" fmla="*/ 57002 h 190557"/>
                <a:gd name="csX5" fmla="*/ 147423 w 170493"/>
                <a:gd name="csY5" fmla="*/ 60783 h 190557"/>
                <a:gd name="csX6" fmla="*/ 149770 w 170493"/>
                <a:gd name="csY6" fmla="*/ 73579 h 190557"/>
                <a:gd name="csX7" fmla="*/ 138576 w 170493"/>
                <a:gd name="csY7" fmla="*/ 97514 h 190557"/>
                <a:gd name="csX8" fmla="*/ 110934 w 170493"/>
                <a:gd name="csY8" fmla="*/ 141324 h 190557"/>
                <a:gd name="csX9" fmla="*/ 83124 w 170493"/>
                <a:gd name="csY9" fmla="*/ 165669 h 190557"/>
                <a:gd name="csX10" fmla="*/ 52316 w 170493"/>
                <a:gd name="csY10" fmla="*/ 184315 h 190557"/>
                <a:gd name="csX11" fmla="*/ 45405 w 170493"/>
                <a:gd name="csY11" fmla="*/ 187947 h 190557"/>
                <a:gd name="csX12" fmla="*/ 42276 w 170493"/>
                <a:gd name="csY12" fmla="*/ 189269 h 190557"/>
                <a:gd name="csX13" fmla="*/ 26704 w 170493"/>
                <a:gd name="csY13" fmla="*/ 187947 h 190557"/>
                <a:gd name="csX14" fmla="*/ 8655 w 170493"/>
                <a:gd name="csY14" fmla="*/ 178671 h 190557"/>
                <a:gd name="csX15" fmla="*/ 1111 w 170493"/>
                <a:gd name="csY15" fmla="*/ 168035 h 190557"/>
                <a:gd name="csX16" fmla="*/ 1502 w 170493"/>
                <a:gd name="csY16" fmla="*/ 148570 h 190557"/>
                <a:gd name="csX17" fmla="*/ 3551 w 170493"/>
                <a:gd name="csY17" fmla="*/ 134675 h 190557"/>
                <a:gd name="csX18" fmla="*/ 12305 w 170493"/>
                <a:gd name="csY18" fmla="*/ 119941 h 190557"/>
                <a:gd name="csX19" fmla="*/ 13982 w 170493"/>
                <a:gd name="csY19" fmla="*/ 115601 h 190557"/>
                <a:gd name="csX20" fmla="*/ 16087 w 170493"/>
                <a:gd name="csY20" fmla="*/ 107070 h 190557"/>
                <a:gd name="csX21" fmla="*/ 30932 w 170493"/>
                <a:gd name="csY21" fmla="*/ 88034 h 190557"/>
                <a:gd name="csX22" fmla="*/ 82621 w 170493"/>
                <a:gd name="csY22" fmla="*/ 40964 h 190557"/>
                <a:gd name="csX23" fmla="*/ 112256 w 170493"/>
                <a:gd name="csY23" fmla="*/ 13322 h 190557"/>
                <a:gd name="csX24" fmla="*/ 115553 w 170493"/>
                <a:gd name="csY24" fmla="*/ 8777 h 190557"/>
                <a:gd name="csX25" fmla="*/ 132615 w 170493"/>
                <a:gd name="csY25" fmla="*/ 339 h 190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0493" h="190557">
                  <a:moveTo>
                    <a:pt x="132615" y="339"/>
                  </a:moveTo>
                  <a:cubicBezTo>
                    <a:pt x="148727" y="3320"/>
                    <a:pt x="159437" y="13769"/>
                    <a:pt x="168602" y="26342"/>
                  </a:cubicBezTo>
                  <a:cubicBezTo>
                    <a:pt x="171321" y="30812"/>
                    <a:pt x="171526" y="34463"/>
                    <a:pt x="166422" y="37797"/>
                  </a:cubicBezTo>
                  <a:cubicBezTo>
                    <a:pt x="163480" y="39716"/>
                    <a:pt x="162176" y="43460"/>
                    <a:pt x="160816" y="46776"/>
                  </a:cubicBezTo>
                  <a:cubicBezTo>
                    <a:pt x="159382" y="50259"/>
                    <a:pt x="157966" y="53723"/>
                    <a:pt x="156066" y="57002"/>
                  </a:cubicBezTo>
                  <a:cubicBezTo>
                    <a:pt x="154148" y="60280"/>
                    <a:pt x="151819" y="62310"/>
                    <a:pt x="147423" y="60783"/>
                  </a:cubicBezTo>
                  <a:cubicBezTo>
                    <a:pt x="152266" y="66203"/>
                    <a:pt x="152266" y="68047"/>
                    <a:pt x="149770" y="73579"/>
                  </a:cubicBezTo>
                  <a:cubicBezTo>
                    <a:pt x="146138" y="81607"/>
                    <a:pt x="143083" y="89859"/>
                    <a:pt x="138576" y="97514"/>
                  </a:cubicBezTo>
                  <a:cubicBezTo>
                    <a:pt x="129802" y="112416"/>
                    <a:pt x="121961" y="127969"/>
                    <a:pt x="110934" y="141324"/>
                  </a:cubicBezTo>
                  <a:cubicBezTo>
                    <a:pt x="103092" y="150824"/>
                    <a:pt x="94561" y="159839"/>
                    <a:pt x="83124" y="165669"/>
                  </a:cubicBezTo>
                  <a:cubicBezTo>
                    <a:pt x="72451" y="171108"/>
                    <a:pt x="62448" y="177888"/>
                    <a:pt x="52316" y="184315"/>
                  </a:cubicBezTo>
                  <a:cubicBezTo>
                    <a:pt x="50080" y="185730"/>
                    <a:pt x="47827" y="186960"/>
                    <a:pt x="45405" y="187947"/>
                  </a:cubicBezTo>
                  <a:cubicBezTo>
                    <a:pt x="44418" y="188524"/>
                    <a:pt x="43598" y="189474"/>
                    <a:pt x="42276" y="189269"/>
                  </a:cubicBezTo>
                  <a:cubicBezTo>
                    <a:pt x="36874" y="191300"/>
                    <a:pt x="31957" y="190983"/>
                    <a:pt x="26704" y="187947"/>
                  </a:cubicBezTo>
                  <a:cubicBezTo>
                    <a:pt x="20874" y="184575"/>
                    <a:pt x="14522" y="182117"/>
                    <a:pt x="8655" y="178671"/>
                  </a:cubicBezTo>
                  <a:cubicBezTo>
                    <a:pt x="4445" y="176193"/>
                    <a:pt x="2061" y="172785"/>
                    <a:pt x="1111" y="168035"/>
                  </a:cubicBezTo>
                  <a:cubicBezTo>
                    <a:pt x="-193" y="161497"/>
                    <a:pt x="-677" y="155127"/>
                    <a:pt x="1502" y="148570"/>
                  </a:cubicBezTo>
                  <a:cubicBezTo>
                    <a:pt x="2973" y="144156"/>
                    <a:pt x="1968" y="139201"/>
                    <a:pt x="3551" y="134675"/>
                  </a:cubicBezTo>
                  <a:cubicBezTo>
                    <a:pt x="5469" y="129143"/>
                    <a:pt x="7109" y="123480"/>
                    <a:pt x="12305" y="119941"/>
                  </a:cubicBezTo>
                  <a:cubicBezTo>
                    <a:pt x="13907" y="118842"/>
                    <a:pt x="14429" y="117501"/>
                    <a:pt x="13982" y="115601"/>
                  </a:cubicBezTo>
                  <a:cubicBezTo>
                    <a:pt x="13218" y="112434"/>
                    <a:pt x="14448" y="109659"/>
                    <a:pt x="16087" y="107070"/>
                  </a:cubicBezTo>
                  <a:cubicBezTo>
                    <a:pt x="20408" y="100234"/>
                    <a:pt x="24618" y="93342"/>
                    <a:pt x="30932" y="88034"/>
                  </a:cubicBezTo>
                  <a:cubicBezTo>
                    <a:pt x="48795" y="73039"/>
                    <a:pt x="64348" y="55456"/>
                    <a:pt x="82621" y="40964"/>
                  </a:cubicBezTo>
                  <a:cubicBezTo>
                    <a:pt x="93294" y="32508"/>
                    <a:pt x="101564" y="21648"/>
                    <a:pt x="112256" y="13322"/>
                  </a:cubicBezTo>
                  <a:cubicBezTo>
                    <a:pt x="113728" y="12167"/>
                    <a:pt x="114659" y="10435"/>
                    <a:pt x="115553" y="8777"/>
                  </a:cubicBezTo>
                  <a:cubicBezTo>
                    <a:pt x="119781" y="898"/>
                    <a:pt x="123302" y="-853"/>
                    <a:pt x="132615" y="339"/>
                  </a:cubicBezTo>
                  <a:close/>
                </a:path>
              </a:pathLst>
            </a:custGeom>
            <a:solidFill>
              <a:srgbClr val="8B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FE9E75EA-470B-645F-46B5-9936906194AE}"/>
                </a:ext>
              </a:extLst>
            </p:cNvPr>
            <p:cNvSpPr/>
            <p:nvPr/>
          </p:nvSpPr>
          <p:spPr>
            <a:xfrm>
              <a:off x="1602084" y="5282579"/>
              <a:ext cx="168712" cy="195519"/>
            </a:xfrm>
            <a:custGeom>
              <a:avLst/>
              <a:gdLst>
                <a:gd name="csX0" fmla="*/ 151956 w 168712"/>
                <a:gd name="csY0" fmla="*/ 0 h 195519"/>
                <a:gd name="csX1" fmla="*/ 168701 w 168712"/>
                <a:gd name="csY1" fmla="*/ 55526 h 195519"/>
                <a:gd name="csX2" fmla="*/ 162257 w 168712"/>
                <a:gd name="csY2" fmla="*/ 76537 h 195519"/>
                <a:gd name="csX3" fmla="*/ 102204 w 168712"/>
                <a:gd name="csY3" fmla="*/ 141469 h 195519"/>
                <a:gd name="csX4" fmla="*/ 75121 w 168712"/>
                <a:gd name="csY4" fmla="*/ 165926 h 195519"/>
                <a:gd name="csX5" fmla="*/ 69794 w 168712"/>
                <a:gd name="csY5" fmla="*/ 166727 h 195519"/>
                <a:gd name="csX6" fmla="*/ 37756 w 168712"/>
                <a:gd name="csY6" fmla="*/ 187682 h 195519"/>
                <a:gd name="csX7" fmla="*/ 12368 w 168712"/>
                <a:gd name="csY7" fmla="*/ 195319 h 195519"/>
                <a:gd name="csX8" fmla="*/ 931 w 168712"/>
                <a:gd name="csY8" fmla="*/ 189340 h 195519"/>
                <a:gd name="csX9" fmla="*/ 3762 w 168712"/>
                <a:gd name="csY9" fmla="*/ 176301 h 195519"/>
                <a:gd name="csX10" fmla="*/ 21290 w 168712"/>
                <a:gd name="csY10" fmla="*/ 158904 h 195519"/>
                <a:gd name="csX11" fmla="*/ 25481 w 168712"/>
                <a:gd name="csY11" fmla="*/ 151099 h 195519"/>
                <a:gd name="csX12" fmla="*/ 37980 w 168712"/>
                <a:gd name="csY12" fmla="*/ 154452 h 195519"/>
                <a:gd name="csX13" fmla="*/ 24922 w 168712"/>
                <a:gd name="csY13" fmla="*/ 148454 h 195519"/>
                <a:gd name="csX14" fmla="*/ 27809 w 168712"/>
                <a:gd name="csY14" fmla="*/ 144673 h 195519"/>
                <a:gd name="csX15" fmla="*/ 70409 w 168712"/>
                <a:gd name="csY15" fmla="*/ 110661 h 195519"/>
                <a:gd name="csX16" fmla="*/ 82628 w 168712"/>
                <a:gd name="csY16" fmla="*/ 93711 h 195519"/>
                <a:gd name="csX17" fmla="*/ 83540 w 168712"/>
                <a:gd name="csY17" fmla="*/ 93152 h 195519"/>
                <a:gd name="csX18" fmla="*/ 85198 w 168712"/>
                <a:gd name="csY18" fmla="*/ 90973 h 195519"/>
                <a:gd name="csX19" fmla="*/ 108705 w 168712"/>
                <a:gd name="csY19" fmla="*/ 51186 h 195519"/>
                <a:gd name="csX20" fmla="*/ 109618 w 168712"/>
                <a:gd name="csY20" fmla="*/ 47945 h 195519"/>
                <a:gd name="csX21" fmla="*/ 115429 w 168712"/>
                <a:gd name="csY21" fmla="*/ 29430 h 195519"/>
                <a:gd name="csX22" fmla="*/ 116416 w 168712"/>
                <a:gd name="csY22" fmla="*/ 29020 h 195519"/>
                <a:gd name="csX23" fmla="*/ 136962 w 168712"/>
                <a:gd name="csY23" fmla="*/ 36303 h 195519"/>
                <a:gd name="csX24" fmla="*/ 131895 w 168712"/>
                <a:gd name="csY24" fmla="*/ 35130 h 195519"/>
                <a:gd name="csX25" fmla="*/ 116547 w 168712"/>
                <a:gd name="csY25" fmla="*/ 26245 h 195519"/>
                <a:gd name="csX26" fmla="*/ 131392 w 168712"/>
                <a:gd name="csY26" fmla="*/ 8941 h 195519"/>
                <a:gd name="csX27" fmla="*/ 146852 w 168712"/>
                <a:gd name="csY27" fmla="*/ 3967 h 195519"/>
                <a:gd name="csX28" fmla="*/ 151956 w 168712"/>
                <a:gd name="csY28" fmla="*/ 0 h 195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8712" h="195519">
                  <a:moveTo>
                    <a:pt x="151956" y="0"/>
                  </a:moveTo>
                  <a:cubicBezTo>
                    <a:pt x="160599" y="17584"/>
                    <a:pt x="168199" y="35540"/>
                    <a:pt x="168701" y="55526"/>
                  </a:cubicBezTo>
                  <a:cubicBezTo>
                    <a:pt x="168888" y="63107"/>
                    <a:pt x="166708" y="69775"/>
                    <a:pt x="162257" y="76537"/>
                  </a:cubicBezTo>
                  <a:cubicBezTo>
                    <a:pt x="145753" y="101534"/>
                    <a:pt x="123010" y="120589"/>
                    <a:pt x="102204" y="141469"/>
                  </a:cubicBezTo>
                  <a:cubicBezTo>
                    <a:pt x="93655" y="150056"/>
                    <a:pt x="83466" y="157004"/>
                    <a:pt x="75121" y="165926"/>
                  </a:cubicBezTo>
                  <a:cubicBezTo>
                    <a:pt x="72979" y="163710"/>
                    <a:pt x="71433" y="165516"/>
                    <a:pt x="69794" y="166727"/>
                  </a:cubicBezTo>
                  <a:cubicBezTo>
                    <a:pt x="59493" y="174290"/>
                    <a:pt x="49472" y="182467"/>
                    <a:pt x="37756" y="187682"/>
                  </a:cubicBezTo>
                  <a:cubicBezTo>
                    <a:pt x="29728" y="191277"/>
                    <a:pt x="21942" y="196623"/>
                    <a:pt x="12368" y="195319"/>
                  </a:cubicBezTo>
                  <a:cubicBezTo>
                    <a:pt x="7879" y="194704"/>
                    <a:pt x="3148" y="194108"/>
                    <a:pt x="931" y="189340"/>
                  </a:cubicBezTo>
                  <a:cubicBezTo>
                    <a:pt x="-1379" y="184385"/>
                    <a:pt x="1006" y="180380"/>
                    <a:pt x="3762" y="176301"/>
                  </a:cubicBezTo>
                  <a:cubicBezTo>
                    <a:pt x="8475" y="169316"/>
                    <a:pt x="14547" y="163728"/>
                    <a:pt x="21290" y="158904"/>
                  </a:cubicBezTo>
                  <a:cubicBezTo>
                    <a:pt x="24214" y="156818"/>
                    <a:pt x="25462" y="154433"/>
                    <a:pt x="25481" y="151099"/>
                  </a:cubicBezTo>
                  <a:cubicBezTo>
                    <a:pt x="30324" y="150708"/>
                    <a:pt x="34087" y="153949"/>
                    <a:pt x="37980" y="154452"/>
                  </a:cubicBezTo>
                  <a:cubicBezTo>
                    <a:pt x="34198" y="152366"/>
                    <a:pt x="28461" y="152701"/>
                    <a:pt x="24922" y="148454"/>
                  </a:cubicBezTo>
                  <a:cubicBezTo>
                    <a:pt x="24755" y="146350"/>
                    <a:pt x="26431" y="145586"/>
                    <a:pt x="27809" y="144673"/>
                  </a:cubicBezTo>
                  <a:cubicBezTo>
                    <a:pt x="43065" y="134652"/>
                    <a:pt x="56848" y="122731"/>
                    <a:pt x="70409" y="110661"/>
                  </a:cubicBezTo>
                  <a:cubicBezTo>
                    <a:pt x="75475" y="106153"/>
                    <a:pt x="81026" y="101105"/>
                    <a:pt x="82628" y="93711"/>
                  </a:cubicBezTo>
                  <a:cubicBezTo>
                    <a:pt x="82907" y="93450"/>
                    <a:pt x="83205" y="93189"/>
                    <a:pt x="83540" y="93152"/>
                  </a:cubicBezTo>
                  <a:cubicBezTo>
                    <a:pt x="85012" y="92966"/>
                    <a:pt x="85515" y="92351"/>
                    <a:pt x="85198" y="90973"/>
                  </a:cubicBezTo>
                  <a:cubicBezTo>
                    <a:pt x="97753" y="80504"/>
                    <a:pt x="104682" y="66702"/>
                    <a:pt x="108705" y="51186"/>
                  </a:cubicBezTo>
                  <a:cubicBezTo>
                    <a:pt x="108984" y="50106"/>
                    <a:pt x="109040" y="48895"/>
                    <a:pt x="109618" y="47945"/>
                  </a:cubicBezTo>
                  <a:cubicBezTo>
                    <a:pt x="113138" y="42264"/>
                    <a:pt x="114181" y="35819"/>
                    <a:pt x="115429" y="29430"/>
                  </a:cubicBezTo>
                  <a:cubicBezTo>
                    <a:pt x="115746" y="29207"/>
                    <a:pt x="116156" y="28890"/>
                    <a:pt x="116416" y="29020"/>
                  </a:cubicBezTo>
                  <a:cubicBezTo>
                    <a:pt x="123159" y="32168"/>
                    <a:pt x="129809" y="35558"/>
                    <a:pt x="136962" y="36303"/>
                  </a:cubicBezTo>
                  <a:cubicBezTo>
                    <a:pt x="135993" y="34925"/>
                    <a:pt x="133683" y="35651"/>
                    <a:pt x="131895" y="35130"/>
                  </a:cubicBezTo>
                  <a:cubicBezTo>
                    <a:pt x="126009" y="33453"/>
                    <a:pt x="119974" y="32131"/>
                    <a:pt x="116547" y="26245"/>
                  </a:cubicBezTo>
                  <a:cubicBezTo>
                    <a:pt x="121166" y="20210"/>
                    <a:pt x="125134" y="13635"/>
                    <a:pt x="131392" y="8941"/>
                  </a:cubicBezTo>
                  <a:cubicBezTo>
                    <a:pt x="136030" y="5458"/>
                    <a:pt x="140910" y="2738"/>
                    <a:pt x="146852" y="3967"/>
                  </a:cubicBezTo>
                  <a:cubicBezTo>
                    <a:pt x="150615" y="4768"/>
                    <a:pt x="150354" y="1416"/>
                    <a:pt x="151956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D1028E36-FD45-6522-0B26-587ECA921A2E}"/>
                </a:ext>
              </a:extLst>
            </p:cNvPr>
            <p:cNvSpPr/>
            <p:nvPr/>
          </p:nvSpPr>
          <p:spPr>
            <a:xfrm>
              <a:off x="2027145" y="5206918"/>
              <a:ext cx="300690" cy="88824"/>
            </a:xfrm>
            <a:custGeom>
              <a:avLst/>
              <a:gdLst>
                <a:gd name="csX0" fmla="*/ 0 w 300690"/>
                <a:gd name="csY0" fmla="*/ 0 h 88824"/>
                <a:gd name="csX1" fmla="*/ 10897 w 300690"/>
                <a:gd name="csY1" fmla="*/ 3632 h 88824"/>
                <a:gd name="csX2" fmla="*/ 36657 w 300690"/>
                <a:gd name="csY2" fmla="*/ 11120 h 88824"/>
                <a:gd name="csX3" fmla="*/ 60015 w 300690"/>
                <a:gd name="csY3" fmla="*/ 16671 h 88824"/>
                <a:gd name="csX4" fmla="*/ 69403 w 300690"/>
                <a:gd name="csY4" fmla="*/ 9928 h 88824"/>
                <a:gd name="csX5" fmla="*/ 70837 w 300690"/>
                <a:gd name="csY5" fmla="*/ 12480 h 88824"/>
                <a:gd name="csX6" fmla="*/ 71769 w 300690"/>
                <a:gd name="csY6" fmla="*/ 6631 h 88824"/>
                <a:gd name="csX7" fmla="*/ 72700 w 300690"/>
                <a:gd name="csY7" fmla="*/ 11437 h 88824"/>
                <a:gd name="csX8" fmla="*/ 80002 w 300690"/>
                <a:gd name="csY8" fmla="*/ 21141 h 88824"/>
                <a:gd name="csX9" fmla="*/ 115169 w 300690"/>
                <a:gd name="csY9" fmla="*/ 30678 h 88824"/>
                <a:gd name="csX10" fmla="*/ 133032 w 300690"/>
                <a:gd name="csY10" fmla="*/ 36657 h 88824"/>
                <a:gd name="csX11" fmla="*/ 140501 w 300690"/>
                <a:gd name="csY11" fmla="*/ 31758 h 88824"/>
                <a:gd name="csX12" fmla="*/ 141563 w 300690"/>
                <a:gd name="csY12" fmla="*/ 24699 h 88824"/>
                <a:gd name="csX13" fmla="*/ 142792 w 300690"/>
                <a:gd name="csY13" fmla="*/ 31069 h 88824"/>
                <a:gd name="csX14" fmla="*/ 143854 w 300690"/>
                <a:gd name="csY14" fmla="*/ 37011 h 88824"/>
                <a:gd name="csX15" fmla="*/ 147989 w 300690"/>
                <a:gd name="csY15" fmla="*/ 40718 h 88824"/>
                <a:gd name="csX16" fmla="*/ 197256 w 300690"/>
                <a:gd name="csY16" fmla="*/ 49882 h 88824"/>
                <a:gd name="csX17" fmla="*/ 219608 w 300690"/>
                <a:gd name="csY17" fmla="*/ 54520 h 88824"/>
                <a:gd name="csX18" fmla="*/ 236689 w 300690"/>
                <a:gd name="csY18" fmla="*/ 57258 h 88824"/>
                <a:gd name="csX19" fmla="*/ 256303 w 300690"/>
                <a:gd name="csY19" fmla="*/ 58562 h 88824"/>
                <a:gd name="csX20" fmla="*/ 263754 w 300690"/>
                <a:gd name="csY20" fmla="*/ 52415 h 88824"/>
                <a:gd name="csX21" fmla="*/ 265337 w 300690"/>
                <a:gd name="csY21" fmla="*/ 49882 h 88824"/>
                <a:gd name="csX22" fmla="*/ 267106 w 300690"/>
                <a:gd name="csY22" fmla="*/ 52229 h 88824"/>
                <a:gd name="csX23" fmla="*/ 275600 w 300690"/>
                <a:gd name="csY23" fmla="*/ 59754 h 88824"/>
                <a:gd name="csX24" fmla="*/ 293556 w 300690"/>
                <a:gd name="csY24" fmla="*/ 66367 h 88824"/>
                <a:gd name="csX25" fmla="*/ 296592 w 300690"/>
                <a:gd name="csY25" fmla="*/ 72122 h 88824"/>
                <a:gd name="csX26" fmla="*/ 300690 w 300690"/>
                <a:gd name="csY26" fmla="*/ 75550 h 88824"/>
                <a:gd name="csX27" fmla="*/ 265989 w 300690"/>
                <a:gd name="csY27" fmla="*/ 85794 h 88824"/>
                <a:gd name="csX28" fmla="*/ 120570 w 300690"/>
                <a:gd name="csY28" fmla="*/ 72309 h 88824"/>
                <a:gd name="csX29" fmla="*/ 36862 w 300690"/>
                <a:gd name="csY29" fmla="*/ 47274 h 88824"/>
                <a:gd name="csX30" fmla="*/ 23470 w 300690"/>
                <a:gd name="csY30" fmla="*/ 37663 h 88824"/>
                <a:gd name="csX31" fmla="*/ 7227 w 300690"/>
                <a:gd name="csY31" fmla="*/ 21290 h 88824"/>
                <a:gd name="csX32" fmla="*/ 782 w 300690"/>
                <a:gd name="csY32" fmla="*/ 8978 h 88824"/>
                <a:gd name="csX33" fmla="*/ 0 w 300690"/>
                <a:gd name="csY33" fmla="*/ 0 h 88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300690" h="88824">
                  <a:moveTo>
                    <a:pt x="0" y="0"/>
                  </a:moveTo>
                  <a:cubicBezTo>
                    <a:pt x="3129" y="2738"/>
                    <a:pt x="7004" y="2980"/>
                    <a:pt x="10897" y="3632"/>
                  </a:cubicBezTo>
                  <a:cubicBezTo>
                    <a:pt x="19744" y="5104"/>
                    <a:pt x="27754" y="9537"/>
                    <a:pt x="36657" y="11120"/>
                  </a:cubicBezTo>
                  <a:cubicBezTo>
                    <a:pt x="44518" y="12517"/>
                    <a:pt x="52304" y="14566"/>
                    <a:pt x="60015" y="16671"/>
                  </a:cubicBezTo>
                  <a:cubicBezTo>
                    <a:pt x="67354" y="18682"/>
                    <a:pt x="69068" y="17602"/>
                    <a:pt x="69403" y="9928"/>
                  </a:cubicBezTo>
                  <a:cubicBezTo>
                    <a:pt x="71415" y="9965"/>
                    <a:pt x="71023" y="11232"/>
                    <a:pt x="70837" y="12480"/>
                  </a:cubicBezTo>
                  <a:cubicBezTo>
                    <a:pt x="71638" y="10636"/>
                    <a:pt x="69422" y="8214"/>
                    <a:pt x="71769" y="6631"/>
                  </a:cubicBezTo>
                  <a:cubicBezTo>
                    <a:pt x="73147" y="8028"/>
                    <a:pt x="72923" y="9835"/>
                    <a:pt x="72700" y="11437"/>
                  </a:cubicBezTo>
                  <a:cubicBezTo>
                    <a:pt x="71918" y="17192"/>
                    <a:pt x="74283" y="19763"/>
                    <a:pt x="80002" y="21141"/>
                  </a:cubicBezTo>
                  <a:cubicBezTo>
                    <a:pt x="91792" y="23972"/>
                    <a:pt x="103639" y="26468"/>
                    <a:pt x="115169" y="30678"/>
                  </a:cubicBezTo>
                  <a:cubicBezTo>
                    <a:pt x="120962" y="32783"/>
                    <a:pt x="127220" y="34068"/>
                    <a:pt x="133032" y="36657"/>
                  </a:cubicBezTo>
                  <a:cubicBezTo>
                    <a:pt x="137055" y="38445"/>
                    <a:pt x="139756" y="36378"/>
                    <a:pt x="140501" y="31758"/>
                  </a:cubicBezTo>
                  <a:cubicBezTo>
                    <a:pt x="140873" y="29411"/>
                    <a:pt x="139681" y="26822"/>
                    <a:pt x="141563" y="24699"/>
                  </a:cubicBezTo>
                  <a:cubicBezTo>
                    <a:pt x="143556" y="26524"/>
                    <a:pt x="142550" y="28927"/>
                    <a:pt x="142792" y="31069"/>
                  </a:cubicBezTo>
                  <a:cubicBezTo>
                    <a:pt x="143016" y="33081"/>
                    <a:pt x="142308" y="35242"/>
                    <a:pt x="143854" y="37011"/>
                  </a:cubicBezTo>
                  <a:cubicBezTo>
                    <a:pt x="144059" y="39582"/>
                    <a:pt x="145772" y="40103"/>
                    <a:pt x="147989" y="40718"/>
                  </a:cubicBezTo>
                  <a:cubicBezTo>
                    <a:pt x="164175" y="45151"/>
                    <a:pt x="180958" y="46287"/>
                    <a:pt x="197256" y="49882"/>
                  </a:cubicBezTo>
                  <a:cubicBezTo>
                    <a:pt x="204670" y="51521"/>
                    <a:pt x="212549" y="50776"/>
                    <a:pt x="219608" y="54520"/>
                  </a:cubicBezTo>
                  <a:cubicBezTo>
                    <a:pt x="224842" y="57314"/>
                    <a:pt x="230989" y="56495"/>
                    <a:pt x="236689" y="57258"/>
                  </a:cubicBezTo>
                  <a:cubicBezTo>
                    <a:pt x="243134" y="58115"/>
                    <a:pt x="249765" y="57612"/>
                    <a:pt x="256303" y="58562"/>
                  </a:cubicBezTo>
                  <a:cubicBezTo>
                    <a:pt x="260624" y="59195"/>
                    <a:pt x="264406" y="58301"/>
                    <a:pt x="263754" y="52415"/>
                  </a:cubicBezTo>
                  <a:cubicBezTo>
                    <a:pt x="263623" y="51279"/>
                    <a:pt x="263884" y="49957"/>
                    <a:pt x="265337" y="49882"/>
                  </a:cubicBezTo>
                  <a:cubicBezTo>
                    <a:pt x="266808" y="49808"/>
                    <a:pt x="267181" y="51037"/>
                    <a:pt x="267106" y="52229"/>
                  </a:cubicBezTo>
                  <a:cubicBezTo>
                    <a:pt x="266715" y="58394"/>
                    <a:pt x="271242" y="59009"/>
                    <a:pt x="275600" y="59754"/>
                  </a:cubicBezTo>
                  <a:cubicBezTo>
                    <a:pt x="282008" y="60835"/>
                    <a:pt x="288788" y="60723"/>
                    <a:pt x="293556" y="66367"/>
                  </a:cubicBezTo>
                  <a:cubicBezTo>
                    <a:pt x="295028" y="68099"/>
                    <a:pt x="296686" y="69515"/>
                    <a:pt x="296592" y="72122"/>
                  </a:cubicBezTo>
                  <a:cubicBezTo>
                    <a:pt x="296481" y="74805"/>
                    <a:pt x="298269" y="75661"/>
                    <a:pt x="300690" y="75550"/>
                  </a:cubicBezTo>
                  <a:cubicBezTo>
                    <a:pt x="290278" y="82870"/>
                    <a:pt x="277984" y="83932"/>
                    <a:pt x="265989" y="85794"/>
                  </a:cubicBezTo>
                  <a:cubicBezTo>
                    <a:pt x="216405" y="93450"/>
                    <a:pt x="168311" y="85738"/>
                    <a:pt x="120570" y="72309"/>
                  </a:cubicBezTo>
                  <a:cubicBezTo>
                    <a:pt x="92519" y="64429"/>
                    <a:pt x="64802" y="55489"/>
                    <a:pt x="36862" y="47274"/>
                  </a:cubicBezTo>
                  <a:cubicBezTo>
                    <a:pt x="31125" y="45598"/>
                    <a:pt x="26934" y="42376"/>
                    <a:pt x="23470" y="37663"/>
                  </a:cubicBezTo>
                  <a:cubicBezTo>
                    <a:pt x="18869" y="31423"/>
                    <a:pt x="13504" y="25761"/>
                    <a:pt x="7227" y="21290"/>
                  </a:cubicBezTo>
                  <a:cubicBezTo>
                    <a:pt x="2682" y="18049"/>
                    <a:pt x="1006" y="14119"/>
                    <a:pt x="782" y="8978"/>
                  </a:cubicBezTo>
                  <a:cubicBezTo>
                    <a:pt x="577" y="5998"/>
                    <a:pt x="242" y="2999"/>
                    <a:pt x="0" y="0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E0372EF6-D9C5-929D-E1D0-63F18BB0EDD6}"/>
                </a:ext>
              </a:extLst>
            </p:cNvPr>
            <p:cNvSpPr/>
            <p:nvPr/>
          </p:nvSpPr>
          <p:spPr>
            <a:xfrm>
              <a:off x="1787742" y="5125126"/>
              <a:ext cx="127011" cy="147945"/>
            </a:xfrm>
            <a:custGeom>
              <a:avLst/>
              <a:gdLst>
                <a:gd name="csX0" fmla="*/ 89458 w 127011"/>
                <a:gd name="csY0" fmla="*/ 4808 h 147945"/>
                <a:gd name="csX1" fmla="*/ 117416 w 127011"/>
                <a:gd name="csY1" fmla="*/ 9092 h 147945"/>
                <a:gd name="csX2" fmla="*/ 126972 w 127011"/>
                <a:gd name="csY2" fmla="*/ 31649 h 147945"/>
                <a:gd name="csX3" fmla="*/ 119689 w 127011"/>
                <a:gd name="csY3" fmla="*/ 87957 h 147945"/>
                <a:gd name="csX4" fmla="*/ 87502 w 127011"/>
                <a:gd name="csY4" fmla="*/ 128060 h 147945"/>
                <a:gd name="csX5" fmla="*/ 43562 w 127011"/>
                <a:gd name="csY5" fmla="*/ 147674 h 147945"/>
                <a:gd name="csX6" fmla="*/ 18770 w 127011"/>
                <a:gd name="csY6" fmla="*/ 139199 h 147945"/>
                <a:gd name="csX7" fmla="*/ 31 w 127011"/>
                <a:gd name="csY7" fmla="*/ 99692 h 147945"/>
                <a:gd name="csX8" fmla="*/ 9959 w 127011"/>
                <a:gd name="csY8" fmla="*/ 50108 h 147945"/>
                <a:gd name="csX9" fmla="*/ 23985 w 127011"/>
                <a:gd name="csY9" fmla="*/ 36604 h 147945"/>
                <a:gd name="csX10" fmla="*/ 33708 w 127011"/>
                <a:gd name="csY10" fmla="*/ 28240 h 147945"/>
                <a:gd name="csX11" fmla="*/ 48684 w 127011"/>
                <a:gd name="csY11" fmla="*/ 2424 h 147945"/>
                <a:gd name="csX12" fmla="*/ 55762 w 127011"/>
                <a:gd name="csY12" fmla="*/ 170 h 147945"/>
                <a:gd name="csX13" fmla="*/ 81299 w 127011"/>
                <a:gd name="csY13" fmla="*/ 6503 h 147945"/>
                <a:gd name="csX14" fmla="*/ 89458 w 127011"/>
                <a:gd name="csY14" fmla="*/ 4808 h 147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011" h="147945">
                  <a:moveTo>
                    <a:pt x="89458" y="4808"/>
                  </a:moveTo>
                  <a:cubicBezTo>
                    <a:pt x="99088" y="4305"/>
                    <a:pt x="109239" y="2610"/>
                    <a:pt x="117416" y="9092"/>
                  </a:cubicBezTo>
                  <a:cubicBezTo>
                    <a:pt x="124364" y="14587"/>
                    <a:pt x="127400" y="22708"/>
                    <a:pt x="126972" y="31649"/>
                  </a:cubicBezTo>
                  <a:cubicBezTo>
                    <a:pt x="126096" y="50611"/>
                    <a:pt x="124811" y="69722"/>
                    <a:pt x="119689" y="87957"/>
                  </a:cubicBezTo>
                  <a:cubicBezTo>
                    <a:pt x="114790" y="105392"/>
                    <a:pt x="102515" y="118319"/>
                    <a:pt x="87502" y="128060"/>
                  </a:cubicBezTo>
                  <a:cubicBezTo>
                    <a:pt x="73960" y="136871"/>
                    <a:pt x="60102" y="145234"/>
                    <a:pt x="43562" y="147674"/>
                  </a:cubicBezTo>
                  <a:cubicBezTo>
                    <a:pt x="33634" y="149146"/>
                    <a:pt x="26313" y="144396"/>
                    <a:pt x="18770" y="139199"/>
                  </a:cubicBezTo>
                  <a:cubicBezTo>
                    <a:pt x="4837" y="129569"/>
                    <a:pt x="217" y="115767"/>
                    <a:pt x="31" y="99692"/>
                  </a:cubicBezTo>
                  <a:cubicBezTo>
                    <a:pt x="-174" y="82444"/>
                    <a:pt x="366" y="65401"/>
                    <a:pt x="9959" y="50108"/>
                  </a:cubicBezTo>
                  <a:cubicBezTo>
                    <a:pt x="13517" y="44427"/>
                    <a:pt x="17969" y="39658"/>
                    <a:pt x="23985" y="36604"/>
                  </a:cubicBezTo>
                  <a:cubicBezTo>
                    <a:pt x="27953" y="34592"/>
                    <a:pt x="31436" y="31910"/>
                    <a:pt x="33708" y="28240"/>
                  </a:cubicBezTo>
                  <a:cubicBezTo>
                    <a:pt x="38942" y="19784"/>
                    <a:pt x="43729" y="11048"/>
                    <a:pt x="48684" y="2424"/>
                  </a:cubicBezTo>
                  <a:cubicBezTo>
                    <a:pt x="50454" y="-165"/>
                    <a:pt x="53117" y="-203"/>
                    <a:pt x="55762" y="170"/>
                  </a:cubicBezTo>
                  <a:cubicBezTo>
                    <a:pt x="64479" y="1418"/>
                    <a:pt x="73308" y="2461"/>
                    <a:pt x="81299" y="6503"/>
                  </a:cubicBezTo>
                  <a:cubicBezTo>
                    <a:pt x="84764" y="8254"/>
                    <a:pt x="86980" y="6447"/>
                    <a:pt x="89458" y="4808"/>
                  </a:cubicBezTo>
                  <a:close/>
                </a:path>
              </a:pathLst>
            </a:custGeom>
            <a:solidFill>
              <a:srgbClr val="81B7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B078AFDE-EF62-16B1-9788-881621972065}"/>
                </a:ext>
              </a:extLst>
            </p:cNvPr>
            <p:cNvSpPr/>
            <p:nvPr/>
          </p:nvSpPr>
          <p:spPr>
            <a:xfrm>
              <a:off x="1881231" y="5037126"/>
              <a:ext cx="121922" cy="89318"/>
            </a:xfrm>
            <a:custGeom>
              <a:avLst/>
              <a:gdLst>
                <a:gd name="csX0" fmla="*/ 5357 w 121922"/>
                <a:gd name="csY0" fmla="*/ 88431 h 89318"/>
                <a:gd name="csX1" fmla="*/ 1222 w 121922"/>
                <a:gd name="csY1" fmla="*/ 81296 h 89318"/>
                <a:gd name="csX2" fmla="*/ 6828 w 121922"/>
                <a:gd name="csY2" fmla="*/ 75094 h 89318"/>
                <a:gd name="csX3" fmla="*/ 11857 w 121922"/>
                <a:gd name="csY3" fmla="*/ 68016 h 89318"/>
                <a:gd name="csX4" fmla="*/ 16197 w 121922"/>
                <a:gd name="csY4" fmla="*/ 54027 h 89318"/>
                <a:gd name="csX5" fmla="*/ 27206 w 121922"/>
                <a:gd name="csY5" fmla="*/ 27764 h 89318"/>
                <a:gd name="csX6" fmla="*/ 78653 w 121922"/>
                <a:gd name="csY6" fmla="*/ 252 h 89318"/>
                <a:gd name="csX7" fmla="*/ 104953 w 121922"/>
                <a:gd name="csY7" fmla="*/ 2264 h 89318"/>
                <a:gd name="csX8" fmla="*/ 120004 w 121922"/>
                <a:gd name="csY8" fmla="*/ 33277 h 89318"/>
                <a:gd name="csX9" fmla="*/ 116334 w 121922"/>
                <a:gd name="csY9" fmla="*/ 43950 h 89318"/>
                <a:gd name="csX10" fmla="*/ 82397 w 121922"/>
                <a:gd name="csY10" fmla="*/ 83830 h 89318"/>
                <a:gd name="csX11" fmla="*/ 44082 w 121922"/>
                <a:gd name="csY11" fmla="*/ 86437 h 89318"/>
                <a:gd name="csX12" fmla="*/ 29944 w 121922"/>
                <a:gd name="csY12" fmla="*/ 82619 h 89318"/>
                <a:gd name="csX13" fmla="*/ 5357 w 121922"/>
                <a:gd name="csY13" fmla="*/ 88431 h 89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1922" h="89318">
                  <a:moveTo>
                    <a:pt x="5357" y="88431"/>
                  </a:moveTo>
                  <a:cubicBezTo>
                    <a:pt x="-306" y="87760"/>
                    <a:pt x="-1107" y="86382"/>
                    <a:pt x="1222" y="81296"/>
                  </a:cubicBezTo>
                  <a:cubicBezTo>
                    <a:pt x="2432" y="78633"/>
                    <a:pt x="4425" y="76565"/>
                    <a:pt x="6828" y="75094"/>
                  </a:cubicBezTo>
                  <a:cubicBezTo>
                    <a:pt x="9604" y="73399"/>
                    <a:pt x="11317" y="71201"/>
                    <a:pt x="11857" y="68016"/>
                  </a:cubicBezTo>
                  <a:cubicBezTo>
                    <a:pt x="15601" y="64067"/>
                    <a:pt x="16980" y="59336"/>
                    <a:pt x="16197" y="54027"/>
                  </a:cubicBezTo>
                  <a:cubicBezTo>
                    <a:pt x="14577" y="43037"/>
                    <a:pt x="19327" y="34506"/>
                    <a:pt x="27206" y="27764"/>
                  </a:cubicBezTo>
                  <a:cubicBezTo>
                    <a:pt x="42275" y="14837"/>
                    <a:pt x="58685" y="4126"/>
                    <a:pt x="78653" y="252"/>
                  </a:cubicBezTo>
                  <a:cubicBezTo>
                    <a:pt x="87500" y="-251"/>
                    <a:pt x="96255" y="-195"/>
                    <a:pt x="104953" y="2264"/>
                  </a:cubicBezTo>
                  <a:cubicBezTo>
                    <a:pt x="118551" y="6119"/>
                    <a:pt x="125573" y="20331"/>
                    <a:pt x="120004" y="33277"/>
                  </a:cubicBezTo>
                  <a:cubicBezTo>
                    <a:pt x="118514" y="36723"/>
                    <a:pt x="117396" y="40337"/>
                    <a:pt x="116334" y="43950"/>
                  </a:cubicBezTo>
                  <a:cubicBezTo>
                    <a:pt x="110989" y="62335"/>
                    <a:pt x="97950" y="74479"/>
                    <a:pt x="82397" y="83830"/>
                  </a:cubicBezTo>
                  <a:cubicBezTo>
                    <a:pt x="70513" y="90945"/>
                    <a:pt x="57195" y="90386"/>
                    <a:pt x="44082" y="86437"/>
                  </a:cubicBezTo>
                  <a:cubicBezTo>
                    <a:pt x="39406" y="85040"/>
                    <a:pt x="34787" y="83532"/>
                    <a:pt x="29944" y="82619"/>
                  </a:cubicBezTo>
                  <a:cubicBezTo>
                    <a:pt x="20780" y="80943"/>
                    <a:pt x="12994" y="84221"/>
                    <a:pt x="5357" y="88431"/>
                  </a:cubicBezTo>
                  <a:close/>
                </a:path>
              </a:pathLst>
            </a:custGeom>
            <a:solidFill>
              <a:srgbClr val="84BB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ED8C70C4-FF6F-ADB7-823D-F9A17E56AD4B}"/>
                </a:ext>
              </a:extLst>
            </p:cNvPr>
            <p:cNvSpPr/>
            <p:nvPr/>
          </p:nvSpPr>
          <p:spPr>
            <a:xfrm>
              <a:off x="1957297" y="4812061"/>
              <a:ext cx="151804" cy="223362"/>
            </a:xfrm>
            <a:custGeom>
              <a:avLst/>
              <a:gdLst>
                <a:gd name="csX0" fmla="*/ 151805 w 151804"/>
                <a:gd name="csY0" fmla="*/ 1388 h 223362"/>
                <a:gd name="csX1" fmla="*/ 139828 w 151804"/>
                <a:gd name="csY1" fmla="*/ 3865 h 223362"/>
                <a:gd name="csX2" fmla="*/ 138021 w 151804"/>
                <a:gd name="csY2" fmla="*/ 5728 h 223362"/>
                <a:gd name="csX3" fmla="*/ 122617 w 151804"/>
                <a:gd name="csY3" fmla="*/ 24410 h 223362"/>
                <a:gd name="csX4" fmla="*/ 70387 w 151804"/>
                <a:gd name="csY4" fmla="*/ 72877 h 223362"/>
                <a:gd name="csX5" fmla="*/ 50289 w 151804"/>
                <a:gd name="csY5" fmla="*/ 90814 h 223362"/>
                <a:gd name="csX6" fmla="*/ 36338 w 151804"/>
                <a:gd name="csY6" fmla="*/ 108994 h 223362"/>
                <a:gd name="csX7" fmla="*/ 34848 w 151804"/>
                <a:gd name="csY7" fmla="*/ 117413 h 223362"/>
                <a:gd name="csX8" fmla="*/ 33786 w 151804"/>
                <a:gd name="csY8" fmla="*/ 121343 h 223362"/>
                <a:gd name="csX9" fmla="*/ 22834 w 151804"/>
                <a:gd name="csY9" fmla="*/ 145222 h 223362"/>
                <a:gd name="csX10" fmla="*/ 21474 w 151804"/>
                <a:gd name="csY10" fmla="*/ 152319 h 223362"/>
                <a:gd name="csX11" fmla="*/ 30620 w 151804"/>
                <a:gd name="csY11" fmla="*/ 179440 h 223362"/>
                <a:gd name="csX12" fmla="*/ 50997 w 151804"/>
                <a:gd name="csY12" fmla="*/ 189908 h 223362"/>
                <a:gd name="csX13" fmla="*/ 61465 w 151804"/>
                <a:gd name="csY13" fmla="*/ 190299 h 223362"/>
                <a:gd name="csX14" fmla="*/ 26652 w 151804"/>
                <a:gd name="csY14" fmla="*/ 221759 h 223362"/>
                <a:gd name="csX15" fmla="*/ 22834 w 151804"/>
                <a:gd name="csY15" fmla="*/ 223324 h 223362"/>
                <a:gd name="csX16" fmla="*/ 4412 w 151804"/>
                <a:gd name="csY16" fmla="*/ 222653 h 223362"/>
                <a:gd name="csX17" fmla="*/ 12757 w 151804"/>
                <a:gd name="csY17" fmla="*/ 208590 h 223362"/>
                <a:gd name="csX18" fmla="*/ 14135 w 151804"/>
                <a:gd name="csY18" fmla="*/ 169512 h 223362"/>
                <a:gd name="csX19" fmla="*/ 4859 w 151804"/>
                <a:gd name="csY19" fmla="*/ 154685 h 223362"/>
                <a:gd name="csX20" fmla="*/ 1860 w 151804"/>
                <a:gd name="csY20" fmla="*/ 127602 h 223362"/>
                <a:gd name="csX21" fmla="*/ 11360 w 151804"/>
                <a:gd name="csY21" fmla="*/ 95769 h 223362"/>
                <a:gd name="csX22" fmla="*/ 33283 w 151804"/>
                <a:gd name="csY22" fmla="*/ 62017 h 223362"/>
                <a:gd name="csX23" fmla="*/ 96297 w 151804"/>
                <a:gd name="csY23" fmla="*/ 11576 h 223362"/>
                <a:gd name="csX24" fmla="*/ 145229 w 151804"/>
                <a:gd name="csY24" fmla="*/ 84 h 223362"/>
                <a:gd name="csX25" fmla="*/ 151805 w 151804"/>
                <a:gd name="csY25" fmla="*/ 1388 h 223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1804" h="223362">
                  <a:moveTo>
                    <a:pt x="151805" y="1388"/>
                  </a:moveTo>
                  <a:cubicBezTo>
                    <a:pt x="147483" y="624"/>
                    <a:pt x="143963" y="3735"/>
                    <a:pt x="139828" y="3865"/>
                  </a:cubicBezTo>
                  <a:cubicBezTo>
                    <a:pt x="138747" y="3902"/>
                    <a:pt x="138226" y="4759"/>
                    <a:pt x="138021" y="5728"/>
                  </a:cubicBezTo>
                  <a:cubicBezTo>
                    <a:pt x="136158" y="14650"/>
                    <a:pt x="128130" y="18524"/>
                    <a:pt x="122617" y="24410"/>
                  </a:cubicBezTo>
                  <a:cubicBezTo>
                    <a:pt x="106356" y="41789"/>
                    <a:pt x="86630" y="55423"/>
                    <a:pt x="70387" y="72877"/>
                  </a:cubicBezTo>
                  <a:cubicBezTo>
                    <a:pt x="64297" y="79415"/>
                    <a:pt x="57200" y="85077"/>
                    <a:pt x="50289" y="90814"/>
                  </a:cubicBezTo>
                  <a:cubicBezTo>
                    <a:pt x="44217" y="95862"/>
                    <a:pt x="40603" y="102661"/>
                    <a:pt x="36338" y="108994"/>
                  </a:cubicBezTo>
                  <a:cubicBezTo>
                    <a:pt x="34680" y="111452"/>
                    <a:pt x="33209" y="114153"/>
                    <a:pt x="34848" y="117413"/>
                  </a:cubicBezTo>
                  <a:cubicBezTo>
                    <a:pt x="35537" y="118773"/>
                    <a:pt x="35425" y="120337"/>
                    <a:pt x="33786" y="121343"/>
                  </a:cubicBezTo>
                  <a:cubicBezTo>
                    <a:pt x="24734" y="126801"/>
                    <a:pt x="23709" y="136021"/>
                    <a:pt x="22834" y="145222"/>
                  </a:cubicBezTo>
                  <a:cubicBezTo>
                    <a:pt x="22591" y="147663"/>
                    <a:pt x="22405" y="149972"/>
                    <a:pt x="21474" y="152319"/>
                  </a:cubicBezTo>
                  <a:cubicBezTo>
                    <a:pt x="17879" y="161521"/>
                    <a:pt x="22144" y="174485"/>
                    <a:pt x="30620" y="179440"/>
                  </a:cubicBezTo>
                  <a:cubicBezTo>
                    <a:pt x="37213" y="183295"/>
                    <a:pt x="43956" y="187002"/>
                    <a:pt x="50997" y="189908"/>
                  </a:cubicBezTo>
                  <a:cubicBezTo>
                    <a:pt x="54015" y="191156"/>
                    <a:pt x="57945" y="190243"/>
                    <a:pt x="61465" y="190299"/>
                  </a:cubicBezTo>
                  <a:cubicBezTo>
                    <a:pt x="47495" y="198159"/>
                    <a:pt x="35593" y="208330"/>
                    <a:pt x="26652" y="221759"/>
                  </a:cubicBezTo>
                  <a:cubicBezTo>
                    <a:pt x="25665" y="223231"/>
                    <a:pt x="24547" y="223473"/>
                    <a:pt x="22834" y="223324"/>
                  </a:cubicBezTo>
                  <a:cubicBezTo>
                    <a:pt x="16892" y="222821"/>
                    <a:pt x="11024" y="221499"/>
                    <a:pt x="4412" y="222653"/>
                  </a:cubicBezTo>
                  <a:cubicBezTo>
                    <a:pt x="6666" y="217047"/>
                    <a:pt x="9758" y="212837"/>
                    <a:pt x="12757" y="208590"/>
                  </a:cubicBezTo>
                  <a:cubicBezTo>
                    <a:pt x="21753" y="195831"/>
                    <a:pt x="24007" y="182997"/>
                    <a:pt x="14135" y="169512"/>
                  </a:cubicBezTo>
                  <a:cubicBezTo>
                    <a:pt x="10708" y="164818"/>
                    <a:pt x="8063" y="159565"/>
                    <a:pt x="4859" y="154685"/>
                  </a:cubicBezTo>
                  <a:cubicBezTo>
                    <a:pt x="-766" y="146135"/>
                    <a:pt x="-1139" y="136803"/>
                    <a:pt x="1860" y="127602"/>
                  </a:cubicBezTo>
                  <a:cubicBezTo>
                    <a:pt x="5306" y="117059"/>
                    <a:pt x="8286" y="106405"/>
                    <a:pt x="11360" y="95769"/>
                  </a:cubicBezTo>
                  <a:cubicBezTo>
                    <a:pt x="15253" y="82283"/>
                    <a:pt x="23970" y="71629"/>
                    <a:pt x="33283" y="62017"/>
                  </a:cubicBezTo>
                  <a:cubicBezTo>
                    <a:pt x="52096" y="42590"/>
                    <a:pt x="71635" y="23423"/>
                    <a:pt x="96297" y="11576"/>
                  </a:cubicBezTo>
                  <a:cubicBezTo>
                    <a:pt x="111422" y="4312"/>
                    <a:pt x="127851" y="-717"/>
                    <a:pt x="145229" y="84"/>
                  </a:cubicBezTo>
                  <a:cubicBezTo>
                    <a:pt x="147465" y="214"/>
                    <a:pt x="149812" y="-28"/>
                    <a:pt x="151805" y="138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6FCD639A-F2A3-92D3-9636-8343F7266F5E}"/>
                </a:ext>
              </a:extLst>
            </p:cNvPr>
            <p:cNvSpPr/>
            <p:nvPr/>
          </p:nvSpPr>
          <p:spPr>
            <a:xfrm>
              <a:off x="1546979" y="5227735"/>
              <a:ext cx="188472" cy="234314"/>
            </a:xfrm>
            <a:custGeom>
              <a:avLst/>
              <a:gdLst>
                <a:gd name="csX0" fmla="*/ 157683 w 188472"/>
                <a:gd name="csY0" fmla="*/ 436 h 234314"/>
                <a:gd name="csX1" fmla="*/ 166381 w 188472"/>
                <a:gd name="csY1" fmla="*/ 511 h 234314"/>
                <a:gd name="csX2" fmla="*/ 177520 w 188472"/>
                <a:gd name="csY2" fmla="*/ 7012 h 234314"/>
                <a:gd name="csX3" fmla="*/ 179476 w 188472"/>
                <a:gd name="csY3" fmla="*/ 49760 h 234314"/>
                <a:gd name="csX4" fmla="*/ 157720 w 188472"/>
                <a:gd name="csY4" fmla="*/ 72670 h 234314"/>
                <a:gd name="csX5" fmla="*/ 126241 w 188472"/>
                <a:gd name="csY5" fmla="*/ 110985 h 234314"/>
                <a:gd name="csX6" fmla="*/ 102641 w 188472"/>
                <a:gd name="csY6" fmla="*/ 141198 h 234314"/>
                <a:gd name="csX7" fmla="*/ 93178 w 188472"/>
                <a:gd name="csY7" fmla="*/ 155205 h 234314"/>
                <a:gd name="csX8" fmla="*/ 66412 w 188472"/>
                <a:gd name="csY8" fmla="*/ 191508 h 234314"/>
                <a:gd name="csX9" fmla="*/ 64829 w 188472"/>
                <a:gd name="csY9" fmla="*/ 195159 h 234314"/>
                <a:gd name="csX10" fmla="*/ 54230 w 188472"/>
                <a:gd name="csY10" fmla="*/ 211700 h 234314"/>
                <a:gd name="csX11" fmla="*/ 32102 w 188472"/>
                <a:gd name="csY11" fmla="*/ 232114 h 234314"/>
                <a:gd name="csX12" fmla="*/ 27 w 188472"/>
                <a:gd name="csY12" fmla="*/ 211774 h 234314"/>
                <a:gd name="csX13" fmla="*/ 14499 w 188472"/>
                <a:gd name="csY13" fmla="*/ 163215 h 234314"/>
                <a:gd name="csX14" fmla="*/ 15449 w 188472"/>
                <a:gd name="csY14" fmla="*/ 161799 h 234314"/>
                <a:gd name="csX15" fmla="*/ 33834 w 188472"/>
                <a:gd name="csY15" fmla="*/ 133393 h 234314"/>
                <a:gd name="csX16" fmla="*/ 61811 w 188472"/>
                <a:gd name="csY16" fmla="*/ 93085 h 234314"/>
                <a:gd name="csX17" fmla="*/ 120299 w 188472"/>
                <a:gd name="csY17" fmla="*/ 25266 h 234314"/>
                <a:gd name="csX18" fmla="*/ 143415 w 188472"/>
                <a:gd name="csY18" fmla="*/ 4050 h 234314"/>
                <a:gd name="csX19" fmla="*/ 157683 w 188472"/>
                <a:gd name="csY19" fmla="*/ 436 h 234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8472" h="234314">
                  <a:moveTo>
                    <a:pt x="157683" y="436"/>
                  </a:moveTo>
                  <a:cubicBezTo>
                    <a:pt x="160588" y="455"/>
                    <a:pt x="163475" y="492"/>
                    <a:pt x="166381" y="511"/>
                  </a:cubicBezTo>
                  <a:cubicBezTo>
                    <a:pt x="170293" y="2318"/>
                    <a:pt x="174204" y="4180"/>
                    <a:pt x="177520" y="7012"/>
                  </a:cubicBezTo>
                  <a:cubicBezTo>
                    <a:pt x="191322" y="18765"/>
                    <a:pt x="192198" y="36125"/>
                    <a:pt x="179476" y="49760"/>
                  </a:cubicBezTo>
                  <a:cubicBezTo>
                    <a:pt x="172286" y="57453"/>
                    <a:pt x="164556" y="64624"/>
                    <a:pt x="157720" y="72670"/>
                  </a:cubicBezTo>
                  <a:cubicBezTo>
                    <a:pt x="147028" y="85281"/>
                    <a:pt x="135927" y="97500"/>
                    <a:pt x="126241" y="110985"/>
                  </a:cubicBezTo>
                  <a:cubicBezTo>
                    <a:pt x="118790" y="121342"/>
                    <a:pt x="110166" y="130841"/>
                    <a:pt x="102641" y="141198"/>
                  </a:cubicBezTo>
                  <a:cubicBezTo>
                    <a:pt x="99307" y="145780"/>
                    <a:pt x="96326" y="150548"/>
                    <a:pt x="93178" y="155205"/>
                  </a:cubicBezTo>
                  <a:cubicBezTo>
                    <a:pt x="84741" y="167666"/>
                    <a:pt x="74626" y="178898"/>
                    <a:pt x="66412" y="191508"/>
                  </a:cubicBezTo>
                  <a:cubicBezTo>
                    <a:pt x="65611" y="192607"/>
                    <a:pt x="65034" y="193781"/>
                    <a:pt x="64829" y="195159"/>
                  </a:cubicBezTo>
                  <a:cubicBezTo>
                    <a:pt x="62742" y="201604"/>
                    <a:pt x="58235" y="206596"/>
                    <a:pt x="54230" y="211700"/>
                  </a:cubicBezTo>
                  <a:cubicBezTo>
                    <a:pt x="48027" y="219635"/>
                    <a:pt x="42086" y="227942"/>
                    <a:pt x="32102" y="232114"/>
                  </a:cubicBezTo>
                  <a:cubicBezTo>
                    <a:pt x="16828" y="238503"/>
                    <a:pt x="567" y="230755"/>
                    <a:pt x="27" y="211774"/>
                  </a:cubicBezTo>
                  <a:cubicBezTo>
                    <a:pt x="-458" y="194153"/>
                    <a:pt x="5745" y="178228"/>
                    <a:pt x="14499" y="163215"/>
                  </a:cubicBezTo>
                  <a:cubicBezTo>
                    <a:pt x="14760" y="162712"/>
                    <a:pt x="15095" y="162246"/>
                    <a:pt x="15449" y="161799"/>
                  </a:cubicBezTo>
                  <a:cubicBezTo>
                    <a:pt x="21894" y="152541"/>
                    <a:pt x="27594" y="142800"/>
                    <a:pt x="33834" y="133393"/>
                  </a:cubicBezTo>
                  <a:cubicBezTo>
                    <a:pt x="42886" y="119759"/>
                    <a:pt x="52461" y="106496"/>
                    <a:pt x="61811" y="93085"/>
                  </a:cubicBezTo>
                  <a:cubicBezTo>
                    <a:pt x="78985" y="68442"/>
                    <a:pt x="100052" y="47226"/>
                    <a:pt x="120299" y="25266"/>
                  </a:cubicBezTo>
                  <a:cubicBezTo>
                    <a:pt x="127396" y="17573"/>
                    <a:pt x="134083" y="9414"/>
                    <a:pt x="143415" y="4050"/>
                  </a:cubicBezTo>
                  <a:cubicBezTo>
                    <a:pt x="147959" y="1479"/>
                    <a:pt x="152244" y="-1035"/>
                    <a:pt x="157683" y="436"/>
                  </a:cubicBezTo>
                  <a:close/>
                </a:path>
              </a:pathLst>
            </a:custGeom>
            <a:solidFill>
              <a:srgbClr val="8C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A5D4CD05-554A-7DB6-6399-BA91B431EDE5}"/>
                </a:ext>
              </a:extLst>
            </p:cNvPr>
            <p:cNvSpPr/>
            <p:nvPr/>
          </p:nvSpPr>
          <p:spPr>
            <a:xfrm>
              <a:off x="2021892" y="4839489"/>
              <a:ext cx="136818" cy="168384"/>
            </a:xfrm>
            <a:custGeom>
              <a:avLst/>
              <a:gdLst>
                <a:gd name="csX0" fmla="*/ 0 w 136818"/>
                <a:gd name="csY0" fmla="*/ 161567 h 168384"/>
                <a:gd name="csX1" fmla="*/ 30585 w 136818"/>
                <a:gd name="csY1" fmla="*/ 142233 h 168384"/>
                <a:gd name="csX2" fmla="*/ 63349 w 136818"/>
                <a:gd name="csY2" fmla="*/ 115522 h 168384"/>
                <a:gd name="csX3" fmla="*/ 84099 w 136818"/>
                <a:gd name="csY3" fmla="*/ 83615 h 168384"/>
                <a:gd name="csX4" fmla="*/ 93022 w 136818"/>
                <a:gd name="csY4" fmla="*/ 68788 h 168384"/>
                <a:gd name="csX5" fmla="*/ 104272 w 136818"/>
                <a:gd name="csY5" fmla="*/ 44443 h 168384"/>
                <a:gd name="csX6" fmla="*/ 102149 w 136818"/>
                <a:gd name="csY6" fmla="*/ 36564 h 168384"/>
                <a:gd name="csX7" fmla="*/ 98591 w 136818"/>
                <a:gd name="csY7" fmla="*/ 32597 h 168384"/>
                <a:gd name="csX8" fmla="*/ 99746 w 136818"/>
                <a:gd name="csY8" fmla="*/ 32112 h 168384"/>
                <a:gd name="csX9" fmla="*/ 110568 w 136818"/>
                <a:gd name="csY9" fmla="*/ 28182 h 168384"/>
                <a:gd name="csX10" fmla="*/ 117776 w 136818"/>
                <a:gd name="csY10" fmla="*/ 13057 h 168384"/>
                <a:gd name="csX11" fmla="*/ 119173 w 136818"/>
                <a:gd name="csY11" fmla="*/ 10692 h 168384"/>
                <a:gd name="csX12" fmla="*/ 123215 w 136818"/>
                <a:gd name="csY12" fmla="*/ 0 h 168384"/>
                <a:gd name="csX13" fmla="*/ 136534 w 136818"/>
                <a:gd name="csY13" fmla="*/ 39693 h 168384"/>
                <a:gd name="csX14" fmla="*/ 83746 w 136818"/>
                <a:gd name="csY14" fmla="*/ 142699 h 168384"/>
                <a:gd name="csX15" fmla="*/ 55545 w 136818"/>
                <a:gd name="csY15" fmla="*/ 163263 h 168384"/>
                <a:gd name="csX16" fmla="*/ 24364 w 136818"/>
                <a:gd name="csY16" fmla="*/ 164734 h 168384"/>
                <a:gd name="csX17" fmla="*/ 0 w 136818"/>
                <a:gd name="csY17" fmla="*/ 161567 h 168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6818" h="168384">
                  <a:moveTo>
                    <a:pt x="0" y="161567"/>
                  </a:moveTo>
                  <a:cubicBezTo>
                    <a:pt x="9779" y="154471"/>
                    <a:pt x="19800" y="147840"/>
                    <a:pt x="30585" y="142233"/>
                  </a:cubicBezTo>
                  <a:cubicBezTo>
                    <a:pt x="43251" y="135639"/>
                    <a:pt x="54632" y="126847"/>
                    <a:pt x="63349" y="115522"/>
                  </a:cubicBezTo>
                  <a:cubicBezTo>
                    <a:pt x="71079" y="105501"/>
                    <a:pt x="78996" y="95387"/>
                    <a:pt x="84099" y="83615"/>
                  </a:cubicBezTo>
                  <a:cubicBezTo>
                    <a:pt x="86428" y="78251"/>
                    <a:pt x="90004" y="73650"/>
                    <a:pt x="93022" y="68788"/>
                  </a:cubicBezTo>
                  <a:cubicBezTo>
                    <a:pt x="97827" y="61058"/>
                    <a:pt x="99727" y="52173"/>
                    <a:pt x="104272" y="44443"/>
                  </a:cubicBezTo>
                  <a:cubicBezTo>
                    <a:pt x="106098" y="41314"/>
                    <a:pt x="104719" y="38576"/>
                    <a:pt x="102149" y="36564"/>
                  </a:cubicBezTo>
                  <a:cubicBezTo>
                    <a:pt x="100677" y="35428"/>
                    <a:pt x="99001" y="34646"/>
                    <a:pt x="98591" y="32597"/>
                  </a:cubicBezTo>
                  <a:cubicBezTo>
                    <a:pt x="99113" y="32373"/>
                    <a:pt x="99578" y="32001"/>
                    <a:pt x="99746" y="32112"/>
                  </a:cubicBezTo>
                  <a:cubicBezTo>
                    <a:pt x="105054" y="35391"/>
                    <a:pt x="108072" y="33528"/>
                    <a:pt x="110568" y="28182"/>
                  </a:cubicBezTo>
                  <a:cubicBezTo>
                    <a:pt x="112915" y="23134"/>
                    <a:pt x="114275" y="17565"/>
                    <a:pt x="117776" y="13057"/>
                  </a:cubicBezTo>
                  <a:cubicBezTo>
                    <a:pt x="118335" y="12331"/>
                    <a:pt x="118540" y="10878"/>
                    <a:pt x="119173" y="10692"/>
                  </a:cubicBezTo>
                  <a:cubicBezTo>
                    <a:pt x="125395" y="8885"/>
                    <a:pt x="123495" y="4154"/>
                    <a:pt x="123215" y="0"/>
                  </a:cubicBezTo>
                  <a:cubicBezTo>
                    <a:pt x="135733" y="10524"/>
                    <a:pt x="137688" y="24289"/>
                    <a:pt x="136534" y="39693"/>
                  </a:cubicBezTo>
                  <a:cubicBezTo>
                    <a:pt x="133367" y="81547"/>
                    <a:pt x="114591" y="115280"/>
                    <a:pt x="83746" y="142699"/>
                  </a:cubicBezTo>
                  <a:cubicBezTo>
                    <a:pt x="75084" y="150391"/>
                    <a:pt x="65119" y="156650"/>
                    <a:pt x="55545" y="163263"/>
                  </a:cubicBezTo>
                  <a:cubicBezTo>
                    <a:pt x="45579" y="170136"/>
                    <a:pt x="34627" y="169540"/>
                    <a:pt x="24364" y="164734"/>
                  </a:cubicBezTo>
                  <a:cubicBezTo>
                    <a:pt x="16261" y="160897"/>
                    <a:pt x="8587" y="158904"/>
                    <a:pt x="0" y="161567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F0CE50F6-7688-DC35-897C-E13BF21E6834}"/>
                </a:ext>
              </a:extLst>
            </p:cNvPr>
            <p:cNvSpPr/>
            <p:nvPr/>
          </p:nvSpPr>
          <p:spPr>
            <a:xfrm>
              <a:off x="1921893" y="5215242"/>
              <a:ext cx="152227" cy="170707"/>
            </a:xfrm>
            <a:custGeom>
              <a:avLst/>
              <a:gdLst>
                <a:gd name="csX0" fmla="*/ 131832 w 152227"/>
                <a:gd name="csY0" fmla="*/ 151045 h 170707"/>
                <a:gd name="csX1" fmla="*/ 118737 w 152227"/>
                <a:gd name="csY1" fmla="*/ 160377 h 170707"/>
                <a:gd name="csX2" fmla="*/ 93461 w 152227"/>
                <a:gd name="csY2" fmla="*/ 170231 h 170707"/>
                <a:gd name="csX3" fmla="*/ 84501 w 152227"/>
                <a:gd name="csY3" fmla="*/ 170678 h 170707"/>
                <a:gd name="csX4" fmla="*/ 81223 w 152227"/>
                <a:gd name="csY4" fmla="*/ 166952 h 170707"/>
                <a:gd name="csX5" fmla="*/ 68650 w 152227"/>
                <a:gd name="csY5" fmla="*/ 140186 h 170707"/>
                <a:gd name="csX6" fmla="*/ 49018 w 152227"/>
                <a:gd name="csY6" fmla="*/ 127036 h 170707"/>
                <a:gd name="csX7" fmla="*/ 28715 w 152227"/>
                <a:gd name="csY7" fmla="*/ 103044 h 170707"/>
                <a:gd name="csX8" fmla="*/ 15322 w 152227"/>
                <a:gd name="csY8" fmla="*/ 75198 h 170707"/>
                <a:gd name="csX9" fmla="*/ 3848 w 152227"/>
                <a:gd name="csY9" fmla="*/ 57335 h 170707"/>
                <a:gd name="csX10" fmla="*/ 421 w 152227"/>
                <a:gd name="csY10" fmla="*/ 47891 h 170707"/>
                <a:gd name="csX11" fmla="*/ 8113 w 152227"/>
                <a:gd name="csY11" fmla="*/ 34443 h 170707"/>
                <a:gd name="csX12" fmla="*/ 8318 w 152227"/>
                <a:gd name="csY12" fmla="*/ 19858 h 170707"/>
                <a:gd name="csX13" fmla="*/ 8356 w 152227"/>
                <a:gd name="csY13" fmla="*/ 19914 h 170707"/>
                <a:gd name="csX14" fmla="*/ 10554 w 152227"/>
                <a:gd name="csY14" fmla="*/ 14400 h 170707"/>
                <a:gd name="csX15" fmla="*/ 23909 w 152227"/>
                <a:gd name="csY15" fmla="*/ 2759 h 170707"/>
                <a:gd name="csX16" fmla="*/ 30130 w 152227"/>
                <a:gd name="csY16" fmla="*/ 505 h 170707"/>
                <a:gd name="csX17" fmla="*/ 55649 w 152227"/>
                <a:gd name="csY17" fmla="*/ 5012 h 170707"/>
                <a:gd name="csX18" fmla="*/ 80757 w 152227"/>
                <a:gd name="csY18" fmla="*/ 4565 h 170707"/>
                <a:gd name="csX19" fmla="*/ 84334 w 152227"/>
                <a:gd name="csY19" fmla="*/ 7955 h 170707"/>
                <a:gd name="csX20" fmla="*/ 87612 w 152227"/>
                <a:gd name="csY20" fmla="*/ 27700 h 170707"/>
                <a:gd name="csX21" fmla="*/ 88320 w 152227"/>
                <a:gd name="csY21" fmla="*/ 31518 h 170707"/>
                <a:gd name="csX22" fmla="*/ 102327 w 152227"/>
                <a:gd name="csY22" fmla="*/ 45544 h 170707"/>
                <a:gd name="csX23" fmla="*/ 120879 w 152227"/>
                <a:gd name="csY23" fmla="*/ 85200 h 170707"/>
                <a:gd name="csX24" fmla="*/ 135296 w 152227"/>
                <a:gd name="csY24" fmla="*/ 107869 h 170707"/>
                <a:gd name="csX25" fmla="*/ 145392 w 152227"/>
                <a:gd name="csY25" fmla="*/ 112637 h 170707"/>
                <a:gd name="csX26" fmla="*/ 152228 w 152227"/>
                <a:gd name="csY26" fmla="*/ 119343 h 170707"/>
                <a:gd name="csX27" fmla="*/ 131757 w 152227"/>
                <a:gd name="csY27" fmla="*/ 151064 h 170707"/>
                <a:gd name="csX28" fmla="*/ 133303 w 152227"/>
                <a:gd name="csY28" fmla="*/ 145532 h 170707"/>
                <a:gd name="csX29" fmla="*/ 132279 w 152227"/>
                <a:gd name="csY29" fmla="*/ 127855 h 170707"/>
                <a:gd name="csX30" fmla="*/ 118197 w 152227"/>
                <a:gd name="csY30" fmla="*/ 102169 h 170707"/>
                <a:gd name="csX31" fmla="*/ 89195 w 152227"/>
                <a:gd name="csY31" fmla="*/ 53237 h 170707"/>
                <a:gd name="csX32" fmla="*/ 54773 w 152227"/>
                <a:gd name="csY32" fmla="*/ 18442 h 170707"/>
                <a:gd name="csX33" fmla="*/ 39332 w 152227"/>
                <a:gd name="csY33" fmla="*/ 16561 h 170707"/>
                <a:gd name="csX34" fmla="*/ 25418 w 152227"/>
                <a:gd name="csY34" fmla="*/ 24310 h 170707"/>
                <a:gd name="csX35" fmla="*/ 22102 w 152227"/>
                <a:gd name="csY35" fmla="*/ 49288 h 170707"/>
                <a:gd name="csX36" fmla="*/ 30130 w 152227"/>
                <a:gd name="csY36" fmla="*/ 62234 h 170707"/>
                <a:gd name="csX37" fmla="*/ 49074 w 152227"/>
                <a:gd name="csY37" fmla="*/ 88702 h 170707"/>
                <a:gd name="csX38" fmla="*/ 66806 w 152227"/>
                <a:gd name="csY38" fmla="*/ 108949 h 170707"/>
                <a:gd name="csX39" fmla="*/ 86942 w 152227"/>
                <a:gd name="csY39" fmla="*/ 124353 h 170707"/>
                <a:gd name="csX40" fmla="*/ 87836 w 152227"/>
                <a:gd name="csY40" fmla="*/ 125695 h 170707"/>
                <a:gd name="csX41" fmla="*/ 76641 w 152227"/>
                <a:gd name="csY41" fmla="*/ 133555 h 170707"/>
                <a:gd name="csX42" fmla="*/ 83607 w 152227"/>
                <a:gd name="csY42" fmla="*/ 129029 h 170707"/>
                <a:gd name="csX43" fmla="*/ 88022 w 152227"/>
                <a:gd name="csY43" fmla="*/ 128339 h 170707"/>
                <a:gd name="csX44" fmla="*/ 107599 w 152227"/>
                <a:gd name="csY44" fmla="*/ 152219 h 170707"/>
                <a:gd name="csX45" fmla="*/ 124344 w 152227"/>
                <a:gd name="csY45" fmla="*/ 152312 h 170707"/>
                <a:gd name="csX46" fmla="*/ 131832 w 152227"/>
                <a:gd name="csY46" fmla="*/ 151045 h 17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2227" h="170707">
                  <a:moveTo>
                    <a:pt x="131832" y="151045"/>
                  </a:moveTo>
                  <a:cubicBezTo>
                    <a:pt x="128591" y="155721"/>
                    <a:pt x="123524" y="157993"/>
                    <a:pt x="118737" y="160377"/>
                  </a:cubicBezTo>
                  <a:cubicBezTo>
                    <a:pt x="110635" y="164419"/>
                    <a:pt x="102607" y="168778"/>
                    <a:pt x="93461" y="170231"/>
                  </a:cubicBezTo>
                  <a:cubicBezTo>
                    <a:pt x="90518" y="171143"/>
                    <a:pt x="87482" y="170417"/>
                    <a:pt x="84501" y="170678"/>
                  </a:cubicBezTo>
                  <a:cubicBezTo>
                    <a:pt x="81707" y="170901"/>
                    <a:pt x="80459" y="169504"/>
                    <a:pt x="81223" y="166952"/>
                  </a:cubicBezTo>
                  <a:cubicBezTo>
                    <a:pt x="85042" y="154212"/>
                    <a:pt x="77814" y="146817"/>
                    <a:pt x="68650" y="140186"/>
                  </a:cubicBezTo>
                  <a:cubicBezTo>
                    <a:pt x="62261" y="135548"/>
                    <a:pt x="55183" y="131879"/>
                    <a:pt x="49018" y="127036"/>
                  </a:cubicBezTo>
                  <a:cubicBezTo>
                    <a:pt x="40710" y="120516"/>
                    <a:pt x="34303" y="112097"/>
                    <a:pt x="28715" y="103044"/>
                  </a:cubicBezTo>
                  <a:cubicBezTo>
                    <a:pt x="23257" y="94215"/>
                    <a:pt x="18861" y="84902"/>
                    <a:pt x="15322" y="75198"/>
                  </a:cubicBezTo>
                  <a:cubicBezTo>
                    <a:pt x="12807" y="68324"/>
                    <a:pt x="8970" y="62457"/>
                    <a:pt x="3848" y="57335"/>
                  </a:cubicBezTo>
                  <a:cubicBezTo>
                    <a:pt x="1277" y="54746"/>
                    <a:pt x="-958" y="51952"/>
                    <a:pt x="421" y="47891"/>
                  </a:cubicBezTo>
                  <a:cubicBezTo>
                    <a:pt x="2935" y="43383"/>
                    <a:pt x="4742" y="38466"/>
                    <a:pt x="8113" y="34443"/>
                  </a:cubicBezTo>
                  <a:cubicBezTo>
                    <a:pt x="9697" y="29600"/>
                    <a:pt x="9343" y="24738"/>
                    <a:pt x="8318" y="19858"/>
                  </a:cubicBezTo>
                  <a:lnTo>
                    <a:pt x="8356" y="19914"/>
                  </a:lnTo>
                  <a:cubicBezTo>
                    <a:pt x="7108" y="17287"/>
                    <a:pt x="8374" y="15574"/>
                    <a:pt x="10554" y="14400"/>
                  </a:cubicBezTo>
                  <a:cubicBezTo>
                    <a:pt x="15881" y="11513"/>
                    <a:pt x="20444" y="7825"/>
                    <a:pt x="23909" y="2759"/>
                  </a:cubicBezTo>
                  <a:cubicBezTo>
                    <a:pt x="25287" y="747"/>
                    <a:pt x="27280" y="-855"/>
                    <a:pt x="30130" y="505"/>
                  </a:cubicBezTo>
                  <a:cubicBezTo>
                    <a:pt x="37860" y="6428"/>
                    <a:pt x="46838" y="5217"/>
                    <a:pt x="55649" y="5012"/>
                  </a:cubicBezTo>
                  <a:cubicBezTo>
                    <a:pt x="64012" y="4062"/>
                    <a:pt x="72394" y="4845"/>
                    <a:pt x="80757" y="4565"/>
                  </a:cubicBezTo>
                  <a:cubicBezTo>
                    <a:pt x="83160" y="4491"/>
                    <a:pt x="84371" y="5944"/>
                    <a:pt x="84334" y="7955"/>
                  </a:cubicBezTo>
                  <a:cubicBezTo>
                    <a:pt x="84222" y="14773"/>
                    <a:pt x="86345" y="21162"/>
                    <a:pt x="87612" y="27700"/>
                  </a:cubicBezTo>
                  <a:cubicBezTo>
                    <a:pt x="89251" y="28724"/>
                    <a:pt x="83943" y="30978"/>
                    <a:pt x="88320" y="31518"/>
                  </a:cubicBezTo>
                  <a:cubicBezTo>
                    <a:pt x="95491" y="33698"/>
                    <a:pt x="98714" y="39975"/>
                    <a:pt x="102327" y="45544"/>
                  </a:cubicBezTo>
                  <a:cubicBezTo>
                    <a:pt x="110299" y="57894"/>
                    <a:pt x="115533" y="71528"/>
                    <a:pt x="120879" y="85200"/>
                  </a:cubicBezTo>
                  <a:cubicBezTo>
                    <a:pt x="124120" y="93489"/>
                    <a:pt x="129038" y="101238"/>
                    <a:pt x="135296" y="107869"/>
                  </a:cubicBezTo>
                  <a:cubicBezTo>
                    <a:pt x="138053" y="110793"/>
                    <a:pt x="141965" y="111166"/>
                    <a:pt x="145392" y="112637"/>
                  </a:cubicBezTo>
                  <a:cubicBezTo>
                    <a:pt x="148577" y="113997"/>
                    <a:pt x="151688" y="115319"/>
                    <a:pt x="152228" y="119343"/>
                  </a:cubicBezTo>
                  <a:cubicBezTo>
                    <a:pt x="147143" y="131040"/>
                    <a:pt x="142337" y="142924"/>
                    <a:pt x="131757" y="151064"/>
                  </a:cubicBezTo>
                  <a:cubicBezTo>
                    <a:pt x="130398" y="148698"/>
                    <a:pt x="132316" y="147208"/>
                    <a:pt x="133303" y="145532"/>
                  </a:cubicBezTo>
                  <a:cubicBezTo>
                    <a:pt x="137159" y="138975"/>
                    <a:pt x="136600" y="134021"/>
                    <a:pt x="132279" y="127855"/>
                  </a:cubicBezTo>
                  <a:cubicBezTo>
                    <a:pt x="126635" y="119846"/>
                    <a:pt x="122686" y="110849"/>
                    <a:pt x="118197" y="102169"/>
                  </a:cubicBezTo>
                  <a:cubicBezTo>
                    <a:pt x="109480" y="85275"/>
                    <a:pt x="101638" y="67766"/>
                    <a:pt x="89195" y="53237"/>
                  </a:cubicBezTo>
                  <a:cubicBezTo>
                    <a:pt x="78597" y="40850"/>
                    <a:pt x="68352" y="27942"/>
                    <a:pt x="54773" y="18442"/>
                  </a:cubicBezTo>
                  <a:cubicBezTo>
                    <a:pt x="49949" y="15071"/>
                    <a:pt x="45683" y="13264"/>
                    <a:pt x="39332" y="16561"/>
                  </a:cubicBezTo>
                  <a:cubicBezTo>
                    <a:pt x="34601" y="19020"/>
                    <a:pt x="29720" y="20603"/>
                    <a:pt x="25418" y="24310"/>
                  </a:cubicBezTo>
                  <a:cubicBezTo>
                    <a:pt x="16104" y="32338"/>
                    <a:pt x="18265" y="41353"/>
                    <a:pt x="22102" y="49288"/>
                  </a:cubicBezTo>
                  <a:cubicBezTo>
                    <a:pt x="24300" y="53852"/>
                    <a:pt x="26982" y="58266"/>
                    <a:pt x="30130" y="62234"/>
                  </a:cubicBezTo>
                  <a:cubicBezTo>
                    <a:pt x="36892" y="70746"/>
                    <a:pt x="42517" y="80041"/>
                    <a:pt x="49074" y="88702"/>
                  </a:cubicBezTo>
                  <a:cubicBezTo>
                    <a:pt x="54550" y="95948"/>
                    <a:pt x="60976" y="102150"/>
                    <a:pt x="66806" y="108949"/>
                  </a:cubicBezTo>
                  <a:cubicBezTo>
                    <a:pt x="72357" y="115413"/>
                    <a:pt x="77833" y="122360"/>
                    <a:pt x="86942" y="124353"/>
                  </a:cubicBezTo>
                  <a:cubicBezTo>
                    <a:pt x="87463" y="124465"/>
                    <a:pt x="87724" y="125117"/>
                    <a:pt x="87836" y="125695"/>
                  </a:cubicBezTo>
                  <a:cubicBezTo>
                    <a:pt x="84408" y="128731"/>
                    <a:pt x="80646" y="131301"/>
                    <a:pt x="76641" y="133555"/>
                  </a:cubicBezTo>
                  <a:cubicBezTo>
                    <a:pt x="79156" y="132344"/>
                    <a:pt x="81577" y="131022"/>
                    <a:pt x="83607" y="129029"/>
                  </a:cubicBezTo>
                  <a:cubicBezTo>
                    <a:pt x="84799" y="127874"/>
                    <a:pt x="86308" y="126905"/>
                    <a:pt x="88022" y="128339"/>
                  </a:cubicBezTo>
                  <a:cubicBezTo>
                    <a:pt x="91989" y="138398"/>
                    <a:pt x="99626" y="145513"/>
                    <a:pt x="107599" y="152219"/>
                  </a:cubicBezTo>
                  <a:cubicBezTo>
                    <a:pt x="111845" y="155795"/>
                    <a:pt x="119389" y="155423"/>
                    <a:pt x="124344" y="152312"/>
                  </a:cubicBezTo>
                  <a:cubicBezTo>
                    <a:pt x="126635" y="150934"/>
                    <a:pt x="128833" y="148587"/>
                    <a:pt x="131832" y="151045"/>
                  </a:cubicBezTo>
                  <a:close/>
                </a:path>
              </a:pathLst>
            </a:custGeom>
            <a:solidFill>
              <a:srgbClr val="88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7541DC18-CDFD-CCC0-0290-43E49E774DAC}"/>
                </a:ext>
              </a:extLst>
            </p:cNvPr>
            <p:cNvSpPr/>
            <p:nvPr/>
          </p:nvSpPr>
          <p:spPr>
            <a:xfrm>
              <a:off x="1536984" y="5229512"/>
              <a:ext cx="114919" cy="158584"/>
            </a:xfrm>
            <a:custGeom>
              <a:avLst/>
              <a:gdLst>
                <a:gd name="csX0" fmla="*/ 0 w 114919"/>
                <a:gd name="csY0" fmla="*/ 107122 h 158584"/>
                <a:gd name="csX1" fmla="*/ 21756 w 114919"/>
                <a:gd name="csY1" fmla="*/ 74805 h 158584"/>
                <a:gd name="csX2" fmla="*/ 40494 w 114919"/>
                <a:gd name="csY2" fmla="*/ 53198 h 158584"/>
                <a:gd name="csX3" fmla="*/ 69142 w 114919"/>
                <a:gd name="csY3" fmla="*/ 21383 h 158584"/>
                <a:gd name="csX4" fmla="*/ 100677 w 114919"/>
                <a:gd name="csY4" fmla="*/ 0 h 158584"/>
                <a:gd name="csX5" fmla="*/ 109748 w 114919"/>
                <a:gd name="csY5" fmla="*/ 8214 h 158584"/>
                <a:gd name="csX6" fmla="*/ 114517 w 114919"/>
                <a:gd name="csY6" fmla="*/ 20303 h 158584"/>
                <a:gd name="csX7" fmla="*/ 111332 w 114919"/>
                <a:gd name="csY7" fmla="*/ 33323 h 158584"/>
                <a:gd name="csX8" fmla="*/ 103676 w 114919"/>
                <a:gd name="csY8" fmla="*/ 31516 h 158584"/>
                <a:gd name="csX9" fmla="*/ 96542 w 114919"/>
                <a:gd name="csY9" fmla="*/ 27884 h 158584"/>
                <a:gd name="csX10" fmla="*/ 111145 w 114919"/>
                <a:gd name="csY10" fmla="*/ 33584 h 158584"/>
                <a:gd name="csX11" fmla="*/ 110531 w 114919"/>
                <a:gd name="csY11" fmla="*/ 36937 h 158584"/>
                <a:gd name="csX12" fmla="*/ 97231 w 114919"/>
                <a:gd name="csY12" fmla="*/ 46678 h 158584"/>
                <a:gd name="csX13" fmla="*/ 76965 w 114919"/>
                <a:gd name="csY13" fmla="*/ 70558 h 158584"/>
                <a:gd name="csX14" fmla="*/ 72700 w 114919"/>
                <a:gd name="csY14" fmla="*/ 81249 h 158584"/>
                <a:gd name="csX15" fmla="*/ 67894 w 114919"/>
                <a:gd name="csY15" fmla="*/ 80765 h 158584"/>
                <a:gd name="csX16" fmla="*/ 45915 w 114919"/>
                <a:gd name="csY16" fmla="*/ 67354 h 158584"/>
                <a:gd name="csX17" fmla="*/ 70353 w 114919"/>
                <a:gd name="csY17" fmla="*/ 82311 h 158584"/>
                <a:gd name="csX18" fmla="*/ 69813 w 114919"/>
                <a:gd name="csY18" fmla="*/ 84379 h 158584"/>
                <a:gd name="csX19" fmla="*/ 52322 w 114919"/>
                <a:gd name="csY19" fmla="*/ 108798 h 158584"/>
                <a:gd name="csX20" fmla="*/ 35167 w 114919"/>
                <a:gd name="csY20" fmla="*/ 135900 h 158584"/>
                <a:gd name="csX21" fmla="*/ 22818 w 114919"/>
                <a:gd name="csY21" fmla="*/ 158420 h 158584"/>
                <a:gd name="csX22" fmla="*/ 11511 w 114919"/>
                <a:gd name="csY22" fmla="*/ 153074 h 158584"/>
                <a:gd name="csX23" fmla="*/ 13355 w 114919"/>
                <a:gd name="csY23" fmla="*/ 141823 h 158584"/>
                <a:gd name="csX24" fmla="*/ 31330 w 114919"/>
                <a:gd name="csY24" fmla="*/ 102428 h 158584"/>
                <a:gd name="csX25" fmla="*/ 25835 w 114919"/>
                <a:gd name="csY25" fmla="*/ 98982 h 158584"/>
                <a:gd name="csX26" fmla="*/ 6203 w 114919"/>
                <a:gd name="csY26" fmla="*/ 108388 h 158584"/>
                <a:gd name="csX27" fmla="*/ 0 w 114919"/>
                <a:gd name="csY27" fmla="*/ 107122 h 15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4919" h="158584">
                  <a:moveTo>
                    <a:pt x="0" y="107122"/>
                  </a:moveTo>
                  <a:cubicBezTo>
                    <a:pt x="5625" y="95257"/>
                    <a:pt x="14473" y="85552"/>
                    <a:pt x="21756" y="74805"/>
                  </a:cubicBezTo>
                  <a:cubicBezTo>
                    <a:pt x="27158" y="66832"/>
                    <a:pt x="33416" y="59605"/>
                    <a:pt x="40494" y="53198"/>
                  </a:cubicBezTo>
                  <a:cubicBezTo>
                    <a:pt x="51149" y="43530"/>
                    <a:pt x="60295" y="32652"/>
                    <a:pt x="69142" y="21383"/>
                  </a:cubicBezTo>
                  <a:cubicBezTo>
                    <a:pt x="77338" y="10971"/>
                    <a:pt x="87322" y="2924"/>
                    <a:pt x="100677" y="0"/>
                  </a:cubicBezTo>
                  <a:cubicBezTo>
                    <a:pt x="102726" y="3800"/>
                    <a:pt x="106470" y="5793"/>
                    <a:pt x="109748" y="8214"/>
                  </a:cubicBezTo>
                  <a:cubicBezTo>
                    <a:pt x="113958" y="11344"/>
                    <a:pt x="115802" y="14864"/>
                    <a:pt x="114517" y="20303"/>
                  </a:cubicBezTo>
                  <a:cubicBezTo>
                    <a:pt x="113492" y="24662"/>
                    <a:pt x="112691" y="29058"/>
                    <a:pt x="111332" y="33323"/>
                  </a:cubicBezTo>
                  <a:cubicBezTo>
                    <a:pt x="108277" y="34962"/>
                    <a:pt x="106097" y="32578"/>
                    <a:pt x="103676" y="31516"/>
                  </a:cubicBezTo>
                  <a:cubicBezTo>
                    <a:pt x="101236" y="30436"/>
                    <a:pt x="99057" y="28797"/>
                    <a:pt x="96542" y="27884"/>
                  </a:cubicBezTo>
                  <a:cubicBezTo>
                    <a:pt x="101571" y="29374"/>
                    <a:pt x="105148" y="34534"/>
                    <a:pt x="111145" y="33584"/>
                  </a:cubicBezTo>
                  <a:cubicBezTo>
                    <a:pt x="113846" y="35242"/>
                    <a:pt x="112244" y="36639"/>
                    <a:pt x="110531" y="36937"/>
                  </a:cubicBezTo>
                  <a:cubicBezTo>
                    <a:pt x="104421" y="38017"/>
                    <a:pt x="100845" y="42525"/>
                    <a:pt x="97231" y="46678"/>
                  </a:cubicBezTo>
                  <a:cubicBezTo>
                    <a:pt x="90395" y="54557"/>
                    <a:pt x="82479" y="61505"/>
                    <a:pt x="76965" y="70558"/>
                  </a:cubicBezTo>
                  <a:cubicBezTo>
                    <a:pt x="74898" y="73948"/>
                    <a:pt x="72923" y="77207"/>
                    <a:pt x="72700" y="81249"/>
                  </a:cubicBezTo>
                  <a:cubicBezTo>
                    <a:pt x="71005" y="82181"/>
                    <a:pt x="69217" y="81529"/>
                    <a:pt x="67894" y="80765"/>
                  </a:cubicBezTo>
                  <a:cubicBezTo>
                    <a:pt x="60444" y="76518"/>
                    <a:pt x="52378" y="73240"/>
                    <a:pt x="45915" y="67354"/>
                  </a:cubicBezTo>
                  <a:cubicBezTo>
                    <a:pt x="52956" y="74134"/>
                    <a:pt x="62194" y="77338"/>
                    <a:pt x="70353" y="82311"/>
                  </a:cubicBezTo>
                  <a:cubicBezTo>
                    <a:pt x="70539" y="83093"/>
                    <a:pt x="70446" y="83932"/>
                    <a:pt x="69813" y="84379"/>
                  </a:cubicBezTo>
                  <a:cubicBezTo>
                    <a:pt x="61207" y="90525"/>
                    <a:pt x="57184" y="99988"/>
                    <a:pt x="52322" y="108798"/>
                  </a:cubicBezTo>
                  <a:cubicBezTo>
                    <a:pt x="47144" y="118186"/>
                    <a:pt x="39973" y="126326"/>
                    <a:pt x="35167" y="135900"/>
                  </a:cubicBezTo>
                  <a:cubicBezTo>
                    <a:pt x="31311" y="143574"/>
                    <a:pt x="25221" y="149982"/>
                    <a:pt x="22818" y="158420"/>
                  </a:cubicBezTo>
                  <a:cubicBezTo>
                    <a:pt x="17751" y="159370"/>
                    <a:pt x="14715" y="156035"/>
                    <a:pt x="11511" y="153074"/>
                  </a:cubicBezTo>
                  <a:cubicBezTo>
                    <a:pt x="8978" y="148808"/>
                    <a:pt x="10580" y="145400"/>
                    <a:pt x="13355" y="141823"/>
                  </a:cubicBezTo>
                  <a:cubicBezTo>
                    <a:pt x="22445" y="130144"/>
                    <a:pt x="29076" y="117255"/>
                    <a:pt x="31330" y="102428"/>
                  </a:cubicBezTo>
                  <a:cubicBezTo>
                    <a:pt x="32112" y="97306"/>
                    <a:pt x="28238" y="98367"/>
                    <a:pt x="25835" y="98982"/>
                  </a:cubicBezTo>
                  <a:cubicBezTo>
                    <a:pt x="18738" y="100863"/>
                    <a:pt x="11940" y="103620"/>
                    <a:pt x="6203" y="108388"/>
                  </a:cubicBezTo>
                  <a:cubicBezTo>
                    <a:pt x="3502" y="110605"/>
                    <a:pt x="1155" y="112039"/>
                    <a:pt x="0" y="107122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22FCFE39-F39F-75F1-1F15-2CFE37376D38}"/>
                </a:ext>
              </a:extLst>
            </p:cNvPr>
            <p:cNvSpPr/>
            <p:nvPr/>
          </p:nvSpPr>
          <p:spPr>
            <a:xfrm>
              <a:off x="1613297" y="5220548"/>
              <a:ext cx="140818" cy="210001"/>
            </a:xfrm>
            <a:custGeom>
              <a:avLst/>
              <a:gdLst>
                <a:gd name="csX0" fmla="*/ 104551 w 140818"/>
                <a:gd name="csY0" fmla="*/ 91480 h 210001"/>
                <a:gd name="csX1" fmla="*/ 100994 w 140818"/>
                <a:gd name="csY1" fmla="*/ 107611 h 210001"/>
                <a:gd name="csX2" fmla="*/ 98554 w 140818"/>
                <a:gd name="csY2" fmla="*/ 115602 h 210001"/>
                <a:gd name="csX3" fmla="*/ 81864 w 140818"/>
                <a:gd name="csY3" fmla="*/ 148440 h 210001"/>
                <a:gd name="csX4" fmla="*/ 73929 w 140818"/>
                <a:gd name="csY4" fmla="*/ 153619 h 210001"/>
                <a:gd name="csX5" fmla="*/ 65603 w 140818"/>
                <a:gd name="csY5" fmla="*/ 152147 h 210001"/>
                <a:gd name="csX6" fmla="*/ 53757 w 140818"/>
                <a:gd name="csY6" fmla="*/ 143858 h 210001"/>
                <a:gd name="csX7" fmla="*/ 66665 w 140818"/>
                <a:gd name="csY7" fmla="*/ 152818 h 210001"/>
                <a:gd name="csX8" fmla="*/ 71787 w 140818"/>
                <a:gd name="csY8" fmla="*/ 155910 h 210001"/>
                <a:gd name="csX9" fmla="*/ 67931 w 140818"/>
                <a:gd name="csY9" fmla="*/ 165130 h 210001"/>
                <a:gd name="csX10" fmla="*/ 31442 w 140818"/>
                <a:gd name="csY10" fmla="*/ 197708 h 210001"/>
                <a:gd name="csX11" fmla="*/ 14175 w 140818"/>
                <a:gd name="csY11" fmla="*/ 210001 h 210001"/>
                <a:gd name="csX12" fmla="*/ 0 w 140818"/>
                <a:gd name="csY12" fmla="*/ 199980 h 210001"/>
                <a:gd name="csX13" fmla="*/ 23749 w 140818"/>
                <a:gd name="csY13" fmla="*/ 171109 h 210001"/>
                <a:gd name="csX14" fmla="*/ 46455 w 140818"/>
                <a:gd name="csY14" fmla="*/ 139760 h 210001"/>
                <a:gd name="csX15" fmla="*/ 49938 w 140818"/>
                <a:gd name="csY15" fmla="*/ 134713 h 210001"/>
                <a:gd name="csX16" fmla="*/ 63889 w 140818"/>
                <a:gd name="csY16" fmla="*/ 117166 h 210001"/>
                <a:gd name="csX17" fmla="*/ 73277 w 140818"/>
                <a:gd name="csY17" fmla="*/ 105301 h 210001"/>
                <a:gd name="csX18" fmla="*/ 90079 w 140818"/>
                <a:gd name="csY18" fmla="*/ 83545 h 210001"/>
                <a:gd name="csX19" fmla="*/ 107904 w 140818"/>
                <a:gd name="csY19" fmla="*/ 64825 h 210001"/>
                <a:gd name="csX20" fmla="*/ 120496 w 140818"/>
                <a:gd name="csY20" fmla="*/ 50427 h 210001"/>
                <a:gd name="csX21" fmla="*/ 117478 w 140818"/>
                <a:gd name="csY21" fmla="*/ 17216 h 210001"/>
                <a:gd name="csX22" fmla="*/ 107643 w 140818"/>
                <a:gd name="csY22" fmla="*/ 6449 h 210001"/>
                <a:gd name="csX23" fmla="*/ 120161 w 140818"/>
                <a:gd name="csY23" fmla="*/ 843 h 210001"/>
                <a:gd name="csX24" fmla="*/ 127667 w 140818"/>
                <a:gd name="csY24" fmla="*/ 2519 h 210001"/>
                <a:gd name="csX25" fmla="*/ 138191 w 140818"/>
                <a:gd name="csY25" fmla="*/ 13416 h 210001"/>
                <a:gd name="csX26" fmla="*/ 139644 w 140818"/>
                <a:gd name="csY26" fmla="*/ 17942 h 210001"/>
                <a:gd name="csX27" fmla="*/ 133646 w 140818"/>
                <a:gd name="csY27" fmla="*/ 38040 h 210001"/>
                <a:gd name="csX28" fmla="*/ 140743 w 140818"/>
                <a:gd name="csY28" fmla="*/ 62050 h 210001"/>
                <a:gd name="csX29" fmla="*/ 134429 w 140818"/>
                <a:gd name="csY29" fmla="*/ 67135 h 210001"/>
                <a:gd name="csX30" fmla="*/ 123066 w 140818"/>
                <a:gd name="csY30" fmla="*/ 70488 h 210001"/>
                <a:gd name="csX31" fmla="*/ 110680 w 140818"/>
                <a:gd name="csY31" fmla="*/ 83843 h 210001"/>
                <a:gd name="csX32" fmla="*/ 105669 w 140818"/>
                <a:gd name="csY32" fmla="*/ 88034 h 210001"/>
                <a:gd name="csX33" fmla="*/ 100938 w 140818"/>
                <a:gd name="csY33" fmla="*/ 85110 h 210001"/>
                <a:gd name="csX34" fmla="*/ 104551 w 140818"/>
                <a:gd name="csY34" fmla="*/ 91480 h 210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40818" h="210001">
                  <a:moveTo>
                    <a:pt x="104551" y="91480"/>
                  </a:moveTo>
                  <a:cubicBezTo>
                    <a:pt x="105185" y="97254"/>
                    <a:pt x="104272" y="102712"/>
                    <a:pt x="100994" y="107611"/>
                  </a:cubicBezTo>
                  <a:cubicBezTo>
                    <a:pt x="99373" y="110032"/>
                    <a:pt x="99168" y="112845"/>
                    <a:pt x="98554" y="115602"/>
                  </a:cubicBezTo>
                  <a:cubicBezTo>
                    <a:pt x="95834" y="127970"/>
                    <a:pt x="88365" y="137972"/>
                    <a:pt x="81864" y="148440"/>
                  </a:cubicBezTo>
                  <a:cubicBezTo>
                    <a:pt x="80113" y="151272"/>
                    <a:pt x="76723" y="152091"/>
                    <a:pt x="73929" y="153619"/>
                  </a:cubicBezTo>
                  <a:cubicBezTo>
                    <a:pt x="70725" y="155649"/>
                    <a:pt x="68211" y="153078"/>
                    <a:pt x="65603" y="152147"/>
                  </a:cubicBezTo>
                  <a:cubicBezTo>
                    <a:pt x="60444" y="150284"/>
                    <a:pt x="56346" y="146745"/>
                    <a:pt x="53757" y="143858"/>
                  </a:cubicBezTo>
                  <a:cubicBezTo>
                    <a:pt x="56569" y="147192"/>
                    <a:pt x="61133" y="150620"/>
                    <a:pt x="66665" y="152818"/>
                  </a:cubicBezTo>
                  <a:cubicBezTo>
                    <a:pt x="68527" y="153563"/>
                    <a:pt x="70688" y="153861"/>
                    <a:pt x="71787" y="155910"/>
                  </a:cubicBezTo>
                  <a:cubicBezTo>
                    <a:pt x="72197" y="159710"/>
                    <a:pt x="70409" y="162150"/>
                    <a:pt x="67931" y="165130"/>
                  </a:cubicBezTo>
                  <a:cubicBezTo>
                    <a:pt x="57370" y="177852"/>
                    <a:pt x="43959" y="187258"/>
                    <a:pt x="31442" y="197708"/>
                  </a:cubicBezTo>
                  <a:cubicBezTo>
                    <a:pt x="26040" y="202234"/>
                    <a:pt x="19949" y="205941"/>
                    <a:pt x="14175" y="210001"/>
                  </a:cubicBezTo>
                  <a:cubicBezTo>
                    <a:pt x="7171" y="209871"/>
                    <a:pt x="2924" y="205866"/>
                    <a:pt x="0" y="199980"/>
                  </a:cubicBezTo>
                  <a:cubicBezTo>
                    <a:pt x="9332" y="191561"/>
                    <a:pt x="15497" y="180515"/>
                    <a:pt x="23749" y="171109"/>
                  </a:cubicBezTo>
                  <a:cubicBezTo>
                    <a:pt x="32150" y="161535"/>
                    <a:pt x="40383" y="151290"/>
                    <a:pt x="46455" y="139760"/>
                  </a:cubicBezTo>
                  <a:cubicBezTo>
                    <a:pt x="47423" y="137916"/>
                    <a:pt x="48224" y="135942"/>
                    <a:pt x="49938" y="134713"/>
                  </a:cubicBezTo>
                  <a:cubicBezTo>
                    <a:pt x="56271" y="130205"/>
                    <a:pt x="59661" y="123294"/>
                    <a:pt x="63889" y="117166"/>
                  </a:cubicBezTo>
                  <a:cubicBezTo>
                    <a:pt x="66795" y="112957"/>
                    <a:pt x="70111" y="109231"/>
                    <a:pt x="73277" y="105301"/>
                  </a:cubicBezTo>
                  <a:cubicBezTo>
                    <a:pt x="79014" y="98167"/>
                    <a:pt x="84584" y="90865"/>
                    <a:pt x="90079" y="83545"/>
                  </a:cubicBezTo>
                  <a:cubicBezTo>
                    <a:pt x="95331" y="76542"/>
                    <a:pt x="102074" y="71159"/>
                    <a:pt x="107904" y="64825"/>
                  </a:cubicBezTo>
                  <a:cubicBezTo>
                    <a:pt x="112226" y="60131"/>
                    <a:pt x="116659" y="55512"/>
                    <a:pt x="120496" y="50427"/>
                  </a:cubicBezTo>
                  <a:cubicBezTo>
                    <a:pt x="129176" y="38916"/>
                    <a:pt x="128040" y="27237"/>
                    <a:pt x="117478" y="17216"/>
                  </a:cubicBezTo>
                  <a:cubicBezTo>
                    <a:pt x="113939" y="13863"/>
                    <a:pt x="110605" y="10324"/>
                    <a:pt x="107643" y="6449"/>
                  </a:cubicBezTo>
                  <a:cubicBezTo>
                    <a:pt x="111816" y="4587"/>
                    <a:pt x="115988" y="2706"/>
                    <a:pt x="120161" y="843"/>
                  </a:cubicBezTo>
                  <a:cubicBezTo>
                    <a:pt x="123160" y="-778"/>
                    <a:pt x="125767" y="23"/>
                    <a:pt x="127667" y="2519"/>
                  </a:cubicBezTo>
                  <a:cubicBezTo>
                    <a:pt x="130759" y="6580"/>
                    <a:pt x="133963" y="10436"/>
                    <a:pt x="138191" y="13416"/>
                  </a:cubicBezTo>
                  <a:cubicBezTo>
                    <a:pt x="139607" y="14403"/>
                    <a:pt x="140296" y="16061"/>
                    <a:pt x="139644" y="17942"/>
                  </a:cubicBezTo>
                  <a:cubicBezTo>
                    <a:pt x="133367" y="23362"/>
                    <a:pt x="131281" y="30031"/>
                    <a:pt x="133646" y="38040"/>
                  </a:cubicBezTo>
                  <a:cubicBezTo>
                    <a:pt x="136031" y="46031"/>
                    <a:pt x="138378" y="54041"/>
                    <a:pt x="140743" y="62050"/>
                  </a:cubicBezTo>
                  <a:cubicBezTo>
                    <a:pt x="141004" y="66651"/>
                    <a:pt x="140948" y="69855"/>
                    <a:pt x="134429" y="67135"/>
                  </a:cubicBezTo>
                  <a:cubicBezTo>
                    <a:pt x="130796" y="65626"/>
                    <a:pt x="126252" y="67936"/>
                    <a:pt x="123066" y="70488"/>
                  </a:cubicBezTo>
                  <a:cubicBezTo>
                    <a:pt x="118317" y="74288"/>
                    <a:pt x="113269" y="78032"/>
                    <a:pt x="110680" y="83843"/>
                  </a:cubicBezTo>
                  <a:cubicBezTo>
                    <a:pt x="109655" y="86153"/>
                    <a:pt x="107699" y="87066"/>
                    <a:pt x="105669" y="88034"/>
                  </a:cubicBezTo>
                  <a:cubicBezTo>
                    <a:pt x="102894" y="88630"/>
                    <a:pt x="102205" y="86172"/>
                    <a:pt x="100938" y="85110"/>
                  </a:cubicBezTo>
                  <a:cubicBezTo>
                    <a:pt x="101795" y="87103"/>
                    <a:pt x="104924" y="88332"/>
                    <a:pt x="104551" y="91480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F8BF6DEC-DC0D-8AF4-F3C1-B13BD15CAB09}"/>
                </a:ext>
              </a:extLst>
            </p:cNvPr>
            <p:cNvSpPr/>
            <p:nvPr/>
          </p:nvSpPr>
          <p:spPr>
            <a:xfrm>
              <a:off x="1916972" y="5151058"/>
              <a:ext cx="108374" cy="70742"/>
            </a:xfrm>
            <a:custGeom>
              <a:avLst/>
              <a:gdLst>
                <a:gd name="csX0" fmla="*/ 108310 w 108374"/>
                <a:gd name="csY0" fmla="*/ 70743 h 70742"/>
                <a:gd name="csX1" fmla="*/ 59489 w 108374"/>
                <a:gd name="csY1" fmla="*/ 66887 h 70742"/>
                <a:gd name="csX2" fmla="*/ 22236 w 108374"/>
                <a:gd name="csY2" fmla="*/ 50291 h 70742"/>
                <a:gd name="csX3" fmla="*/ 2957 w 108374"/>
                <a:gd name="csY3" fmla="*/ 24716 h 70742"/>
                <a:gd name="csX4" fmla="*/ 256 w 108374"/>
                <a:gd name="csY4" fmla="*/ 13131 h 70742"/>
                <a:gd name="csX5" fmla="*/ 554 w 108374"/>
                <a:gd name="csY5" fmla="*/ 10337 h 70742"/>
                <a:gd name="csX6" fmla="*/ 11768 w 108374"/>
                <a:gd name="csY6" fmla="*/ 371 h 70742"/>
                <a:gd name="csX7" fmla="*/ 64369 w 108374"/>
                <a:gd name="csY7" fmla="*/ 16353 h 70742"/>
                <a:gd name="csX8" fmla="*/ 84039 w 108374"/>
                <a:gd name="csY8" fmla="*/ 26132 h 70742"/>
                <a:gd name="csX9" fmla="*/ 108310 w 108374"/>
                <a:gd name="csY9" fmla="*/ 70743 h 70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8374" h="70742">
                  <a:moveTo>
                    <a:pt x="108310" y="70743"/>
                  </a:moveTo>
                  <a:cubicBezTo>
                    <a:pt x="92384" y="63590"/>
                    <a:pt x="75806" y="64391"/>
                    <a:pt x="59489" y="66887"/>
                  </a:cubicBezTo>
                  <a:cubicBezTo>
                    <a:pt x="43042" y="69402"/>
                    <a:pt x="32089" y="60796"/>
                    <a:pt x="22236" y="50291"/>
                  </a:cubicBezTo>
                  <a:cubicBezTo>
                    <a:pt x="14971" y="42561"/>
                    <a:pt x="8564" y="33881"/>
                    <a:pt x="2957" y="24716"/>
                  </a:cubicBezTo>
                  <a:cubicBezTo>
                    <a:pt x="648" y="20935"/>
                    <a:pt x="-563" y="17396"/>
                    <a:pt x="256" y="13131"/>
                  </a:cubicBezTo>
                  <a:cubicBezTo>
                    <a:pt x="424" y="12218"/>
                    <a:pt x="499" y="11268"/>
                    <a:pt x="554" y="10337"/>
                  </a:cubicBezTo>
                  <a:cubicBezTo>
                    <a:pt x="1150" y="-411"/>
                    <a:pt x="1169" y="-597"/>
                    <a:pt x="11768" y="371"/>
                  </a:cubicBezTo>
                  <a:cubicBezTo>
                    <a:pt x="30376" y="2066"/>
                    <a:pt x="47512" y="8865"/>
                    <a:pt x="64369" y="16353"/>
                  </a:cubicBezTo>
                  <a:cubicBezTo>
                    <a:pt x="71056" y="19315"/>
                    <a:pt x="77464" y="22910"/>
                    <a:pt x="84039" y="26132"/>
                  </a:cubicBezTo>
                  <a:cubicBezTo>
                    <a:pt x="102535" y="35222"/>
                    <a:pt x="109111" y="50812"/>
                    <a:pt x="108310" y="70743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F27BAB5E-8F57-3B0B-FBBA-FDC35202B7CE}"/>
                </a:ext>
              </a:extLst>
            </p:cNvPr>
            <p:cNvSpPr/>
            <p:nvPr/>
          </p:nvSpPr>
          <p:spPr>
            <a:xfrm>
              <a:off x="1517519" y="5383404"/>
              <a:ext cx="159649" cy="110090"/>
            </a:xfrm>
            <a:custGeom>
              <a:avLst/>
              <a:gdLst>
                <a:gd name="csX0" fmla="*/ 109953 w 159649"/>
                <a:gd name="csY0" fmla="*/ 50628 h 110090"/>
                <a:gd name="csX1" fmla="*/ 108985 w 159649"/>
                <a:gd name="csY1" fmla="*/ 57501 h 110090"/>
                <a:gd name="csX2" fmla="*/ 89259 w 159649"/>
                <a:gd name="csY2" fmla="*/ 76370 h 110090"/>
                <a:gd name="csX3" fmla="*/ 86633 w 159649"/>
                <a:gd name="csY3" fmla="*/ 88273 h 110090"/>
                <a:gd name="csX4" fmla="*/ 97343 w 159649"/>
                <a:gd name="csY4" fmla="*/ 93339 h 110090"/>
                <a:gd name="csX5" fmla="*/ 113064 w 159649"/>
                <a:gd name="csY5" fmla="*/ 89129 h 110090"/>
                <a:gd name="csX6" fmla="*/ 138955 w 159649"/>
                <a:gd name="csY6" fmla="*/ 75178 h 110090"/>
                <a:gd name="csX7" fmla="*/ 157023 w 159649"/>
                <a:gd name="csY7" fmla="*/ 61972 h 110090"/>
                <a:gd name="csX8" fmla="*/ 159649 w 159649"/>
                <a:gd name="csY8" fmla="*/ 65120 h 110090"/>
                <a:gd name="csX9" fmla="*/ 111350 w 159649"/>
                <a:gd name="csY9" fmla="*/ 95891 h 110090"/>
                <a:gd name="csX10" fmla="*/ 99802 w 159649"/>
                <a:gd name="csY10" fmla="*/ 100063 h 110090"/>
                <a:gd name="csX11" fmla="*/ 59289 w 159649"/>
                <a:gd name="csY11" fmla="*/ 109433 h 110090"/>
                <a:gd name="csX12" fmla="*/ 21700 w 159649"/>
                <a:gd name="csY12" fmla="*/ 108259 h 110090"/>
                <a:gd name="csX13" fmla="*/ 3558 w 159649"/>
                <a:gd name="csY13" fmla="*/ 93935 h 110090"/>
                <a:gd name="csX14" fmla="*/ 279 w 159649"/>
                <a:gd name="csY14" fmla="*/ 84957 h 110090"/>
                <a:gd name="csX15" fmla="*/ 559 w 159649"/>
                <a:gd name="csY15" fmla="*/ 82312 h 110090"/>
                <a:gd name="csX16" fmla="*/ 3595 w 159649"/>
                <a:gd name="csY16" fmla="*/ 82685 h 110090"/>
                <a:gd name="csX17" fmla="*/ 11679 w 159649"/>
                <a:gd name="csY17" fmla="*/ 86466 h 110090"/>
                <a:gd name="csX18" fmla="*/ 12368 w 159649"/>
                <a:gd name="csY18" fmla="*/ 51951 h 110090"/>
                <a:gd name="csX19" fmla="*/ 14622 w 159649"/>
                <a:gd name="csY19" fmla="*/ 19391 h 110090"/>
                <a:gd name="csX20" fmla="*/ 21644 w 159649"/>
                <a:gd name="csY20" fmla="*/ 3521 h 110090"/>
                <a:gd name="csX21" fmla="*/ 28927 w 159649"/>
                <a:gd name="csY21" fmla="*/ 1 h 110090"/>
                <a:gd name="csX22" fmla="*/ 39302 w 159649"/>
                <a:gd name="csY22" fmla="*/ 6390 h 110090"/>
                <a:gd name="csX23" fmla="*/ 26189 w 159649"/>
                <a:gd name="csY23" fmla="*/ 49473 h 110090"/>
                <a:gd name="csX24" fmla="*/ 27214 w 159649"/>
                <a:gd name="csY24" fmla="*/ 70168 h 110090"/>
                <a:gd name="csX25" fmla="*/ 47628 w 159649"/>
                <a:gd name="csY25" fmla="*/ 85628 h 110090"/>
                <a:gd name="csX26" fmla="*/ 75177 w 159649"/>
                <a:gd name="csY26" fmla="*/ 72347 h 110090"/>
                <a:gd name="csX27" fmla="*/ 86875 w 159649"/>
                <a:gd name="csY27" fmla="*/ 59420 h 110090"/>
                <a:gd name="csX28" fmla="*/ 95071 w 159649"/>
                <a:gd name="csY28" fmla="*/ 51783 h 110090"/>
                <a:gd name="csX29" fmla="*/ 100472 w 159649"/>
                <a:gd name="csY29" fmla="*/ 46158 h 110090"/>
                <a:gd name="csX30" fmla="*/ 109953 w 159649"/>
                <a:gd name="csY30" fmla="*/ 50628 h 1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9649" h="110090">
                  <a:moveTo>
                    <a:pt x="109953" y="50628"/>
                  </a:moveTo>
                  <a:cubicBezTo>
                    <a:pt x="112207" y="53273"/>
                    <a:pt x="112952" y="54931"/>
                    <a:pt x="108985" y="57501"/>
                  </a:cubicBezTo>
                  <a:cubicBezTo>
                    <a:pt x="101310" y="62475"/>
                    <a:pt x="94530" y="68677"/>
                    <a:pt x="89259" y="76370"/>
                  </a:cubicBezTo>
                  <a:cubicBezTo>
                    <a:pt x="86726" y="80077"/>
                    <a:pt x="84453" y="83802"/>
                    <a:pt x="86633" y="88273"/>
                  </a:cubicBezTo>
                  <a:cubicBezTo>
                    <a:pt x="88756" y="92594"/>
                    <a:pt x="93431" y="92370"/>
                    <a:pt x="97343" y="93339"/>
                  </a:cubicBezTo>
                  <a:cubicBezTo>
                    <a:pt x="103359" y="94829"/>
                    <a:pt x="107848" y="90638"/>
                    <a:pt x="113064" y="89129"/>
                  </a:cubicBezTo>
                  <a:cubicBezTo>
                    <a:pt x="122750" y="86298"/>
                    <a:pt x="130871" y="80766"/>
                    <a:pt x="138955" y="75178"/>
                  </a:cubicBezTo>
                  <a:cubicBezTo>
                    <a:pt x="145083" y="70931"/>
                    <a:pt x="150727" y="65939"/>
                    <a:pt x="157023" y="61972"/>
                  </a:cubicBezTo>
                  <a:cubicBezTo>
                    <a:pt x="161102" y="59401"/>
                    <a:pt x="158923" y="63890"/>
                    <a:pt x="159649" y="65120"/>
                  </a:cubicBezTo>
                  <a:cubicBezTo>
                    <a:pt x="146555" y="80096"/>
                    <a:pt x="130349" y="90173"/>
                    <a:pt x="111350" y="95891"/>
                  </a:cubicBezTo>
                  <a:cubicBezTo>
                    <a:pt x="107215" y="96487"/>
                    <a:pt x="103285" y="97623"/>
                    <a:pt x="99802" y="100063"/>
                  </a:cubicBezTo>
                  <a:cubicBezTo>
                    <a:pt x="86707" y="104906"/>
                    <a:pt x="73296" y="108483"/>
                    <a:pt x="59289" y="109433"/>
                  </a:cubicBezTo>
                  <a:cubicBezTo>
                    <a:pt x="46734" y="110010"/>
                    <a:pt x="34143" y="110997"/>
                    <a:pt x="21700" y="108259"/>
                  </a:cubicBezTo>
                  <a:cubicBezTo>
                    <a:pt x="13616" y="106061"/>
                    <a:pt x="7060" y="101926"/>
                    <a:pt x="3558" y="93935"/>
                  </a:cubicBezTo>
                  <a:cubicBezTo>
                    <a:pt x="2086" y="91085"/>
                    <a:pt x="1248" y="87993"/>
                    <a:pt x="279" y="84957"/>
                  </a:cubicBezTo>
                  <a:cubicBezTo>
                    <a:pt x="0" y="84100"/>
                    <a:pt x="-279" y="83057"/>
                    <a:pt x="559" y="82312"/>
                  </a:cubicBezTo>
                  <a:cubicBezTo>
                    <a:pt x="1639" y="81381"/>
                    <a:pt x="2682" y="82033"/>
                    <a:pt x="3595" y="82685"/>
                  </a:cubicBezTo>
                  <a:cubicBezTo>
                    <a:pt x="5867" y="84305"/>
                    <a:pt x="8158" y="85870"/>
                    <a:pt x="11679" y="86466"/>
                  </a:cubicBezTo>
                  <a:cubicBezTo>
                    <a:pt x="10897" y="74675"/>
                    <a:pt x="11567" y="63294"/>
                    <a:pt x="12368" y="51951"/>
                  </a:cubicBezTo>
                  <a:cubicBezTo>
                    <a:pt x="13150" y="41110"/>
                    <a:pt x="12964" y="30195"/>
                    <a:pt x="14622" y="19391"/>
                  </a:cubicBezTo>
                  <a:cubicBezTo>
                    <a:pt x="15535" y="13431"/>
                    <a:pt x="18683" y="8513"/>
                    <a:pt x="21644" y="3521"/>
                  </a:cubicBezTo>
                  <a:cubicBezTo>
                    <a:pt x="23172" y="951"/>
                    <a:pt x="25910" y="-36"/>
                    <a:pt x="28927" y="1"/>
                  </a:cubicBezTo>
                  <a:cubicBezTo>
                    <a:pt x="32802" y="1435"/>
                    <a:pt x="36918" y="2534"/>
                    <a:pt x="39302" y="6390"/>
                  </a:cubicBezTo>
                  <a:cubicBezTo>
                    <a:pt x="30380" y="19354"/>
                    <a:pt x="28070" y="34404"/>
                    <a:pt x="26189" y="49473"/>
                  </a:cubicBezTo>
                  <a:cubicBezTo>
                    <a:pt x="25332" y="56347"/>
                    <a:pt x="25649" y="63406"/>
                    <a:pt x="27214" y="70168"/>
                  </a:cubicBezTo>
                  <a:cubicBezTo>
                    <a:pt x="29281" y="79183"/>
                    <a:pt x="38632" y="85032"/>
                    <a:pt x="47628" y="85628"/>
                  </a:cubicBezTo>
                  <a:cubicBezTo>
                    <a:pt x="59661" y="86410"/>
                    <a:pt x="67224" y="79202"/>
                    <a:pt x="75177" y="72347"/>
                  </a:cubicBezTo>
                  <a:cubicBezTo>
                    <a:pt x="79592" y="68547"/>
                    <a:pt x="83783" y="64449"/>
                    <a:pt x="86875" y="59420"/>
                  </a:cubicBezTo>
                  <a:cubicBezTo>
                    <a:pt x="88905" y="56123"/>
                    <a:pt x="91941" y="53869"/>
                    <a:pt x="95071" y="51783"/>
                  </a:cubicBezTo>
                  <a:cubicBezTo>
                    <a:pt x="97324" y="50293"/>
                    <a:pt x="99168" y="48505"/>
                    <a:pt x="100472" y="46158"/>
                  </a:cubicBezTo>
                  <a:cubicBezTo>
                    <a:pt x="104738" y="45375"/>
                    <a:pt x="107662" y="47331"/>
                    <a:pt x="109953" y="50628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F33CDCDB-2D6C-316A-DAF6-3CFFEEDA2466}"/>
                </a:ext>
              </a:extLst>
            </p:cNvPr>
            <p:cNvSpPr/>
            <p:nvPr/>
          </p:nvSpPr>
          <p:spPr>
            <a:xfrm>
              <a:off x="1914186" y="5263114"/>
              <a:ext cx="101149" cy="123515"/>
            </a:xfrm>
            <a:custGeom>
              <a:avLst/>
              <a:gdLst>
                <a:gd name="csX0" fmla="*/ 8146 w 101149"/>
                <a:gd name="csY0" fmla="*/ 0 h 123515"/>
                <a:gd name="csX1" fmla="*/ 16677 w 101149"/>
                <a:gd name="csY1" fmla="*/ 12778 h 123515"/>
                <a:gd name="csX2" fmla="*/ 30219 w 101149"/>
                <a:gd name="csY2" fmla="*/ 40904 h 123515"/>
                <a:gd name="csX3" fmla="*/ 58904 w 101149"/>
                <a:gd name="csY3" fmla="*/ 79107 h 123515"/>
                <a:gd name="csX4" fmla="*/ 85857 w 101149"/>
                <a:gd name="csY4" fmla="*/ 98777 h 123515"/>
                <a:gd name="csX5" fmla="*/ 90420 w 101149"/>
                <a:gd name="csY5" fmla="*/ 118186 h 123515"/>
                <a:gd name="csX6" fmla="*/ 93270 w 101149"/>
                <a:gd name="csY6" fmla="*/ 122228 h 123515"/>
                <a:gd name="csX7" fmla="*/ 101149 w 101149"/>
                <a:gd name="csY7" fmla="*/ 122358 h 123515"/>
                <a:gd name="csX8" fmla="*/ 84479 w 101149"/>
                <a:gd name="csY8" fmla="*/ 122657 h 123515"/>
                <a:gd name="csX9" fmla="*/ 19173 w 101149"/>
                <a:gd name="csY9" fmla="*/ 83596 h 123515"/>
                <a:gd name="csX10" fmla="*/ 416 w 101149"/>
                <a:gd name="csY10" fmla="*/ 23824 h 123515"/>
                <a:gd name="csX11" fmla="*/ 8146 w 101149"/>
                <a:gd name="csY11" fmla="*/ 0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1149" h="123515">
                  <a:moveTo>
                    <a:pt x="8146" y="0"/>
                  </a:moveTo>
                  <a:cubicBezTo>
                    <a:pt x="8594" y="5867"/>
                    <a:pt x="13362" y="8810"/>
                    <a:pt x="16677" y="12778"/>
                  </a:cubicBezTo>
                  <a:cubicBezTo>
                    <a:pt x="23551" y="20992"/>
                    <a:pt x="25711" y="31535"/>
                    <a:pt x="30219" y="40904"/>
                  </a:cubicBezTo>
                  <a:cubicBezTo>
                    <a:pt x="37279" y="55582"/>
                    <a:pt x="45884" y="69422"/>
                    <a:pt x="58904" y="79107"/>
                  </a:cubicBezTo>
                  <a:cubicBezTo>
                    <a:pt x="67808" y="85720"/>
                    <a:pt x="77978" y="90693"/>
                    <a:pt x="85857" y="98777"/>
                  </a:cubicBezTo>
                  <a:cubicBezTo>
                    <a:pt x="91221" y="104291"/>
                    <a:pt x="93028" y="110866"/>
                    <a:pt x="90420" y="118186"/>
                  </a:cubicBezTo>
                  <a:cubicBezTo>
                    <a:pt x="89266" y="121446"/>
                    <a:pt x="90253" y="122265"/>
                    <a:pt x="93270" y="122228"/>
                  </a:cubicBezTo>
                  <a:cubicBezTo>
                    <a:pt x="95897" y="122191"/>
                    <a:pt x="98523" y="122303"/>
                    <a:pt x="101149" y="122358"/>
                  </a:cubicBezTo>
                  <a:cubicBezTo>
                    <a:pt x="95636" y="124109"/>
                    <a:pt x="89992" y="123588"/>
                    <a:pt x="84479" y="122657"/>
                  </a:cubicBezTo>
                  <a:cubicBezTo>
                    <a:pt x="57656" y="118130"/>
                    <a:pt x="37092" y="103434"/>
                    <a:pt x="19173" y="83596"/>
                  </a:cubicBezTo>
                  <a:cubicBezTo>
                    <a:pt x="3527" y="66274"/>
                    <a:pt x="-1595" y="46306"/>
                    <a:pt x="416" y="23824"/>
                  </a:cubicBezTo>
                  <a:cubicBezTo>
                    <a:pt x="1199" y="15348"/>
                    <a:pt x="3229" y="7190"/>
                    <a:pt x="8146" y="0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29E6C829-4E51-69FB-509E-91688776FC24}"/>
                </a:ext>
              </a:extLst>
            </p:cNvPr>
            <p:cNvSpPr/>
            <p:nvPr/>
          </p:nvSpPr>
          <p:spPr>
            <a:xfrm>
              <a:off x="1507969" y="5326535"/>
              <a:ext cx="62752" cy="150767"/>
            </a:xfrm>
            <a:custGeom>
              <a:avLst/>
              <a:gdLst>
                <a:gd name="csX0" fmla="*/ 39073 w 62752"/>
                <a:gd name="csY0" fmla="*/ 57708 h 150767"/>
                <a:gd name="csX1" fmla="*/ 27078 w 62752"/>
                <a:gd name="csY1" fmla="*/ 71641 h 150767"/>
                <a:gd name="csX2" fmla="*/ 24731 w 62752"/>
                <a:gd name="csY2" fmla="*/ 83078 h 150767"/>
                <a:gd name="csX3" fmla="*/ 23352 w 62752"/>
                <a:gd name="csY3" fmla="*/ 111185 h 150767"/>
                <a:gd name="csX4" fmla="*/ 22254 w 62752"/>
                <a:gd name="csY4" fmla="*/ 137878 h 150767"/>
                <a:gd name="csX5" fmla="*/ 22011 w 62752"/>
                <a:gd name="csY5" fmla="*/ 145719 h 150767"/>
                <a:gd name="csX6" fmla="*/ 10929 w 62752"/>
                <a:gd name="csY6" fmla="*/ 139722 h 150767"/>
                <a:gd name="csX7" fmla="*/ 13108 w 62752"/>
                <a:gd name="csY7" fmla="*/ 150767 h 150767"/>
                <a:gd name="csX8" fmla="*/ 870 w 62752"/>
                <a:gd name="csY8" fmla="*/ 118040 h 150767"/>
                <a:gd name="csX9" fmla="*/ 28978 w 62752"/>
                <a:gd name="csY9" fmla="*/ 10117 h 150767"/>
                <a:gd name="csX10" fmla="*/ 33281 w 62752"/>
                <a:gd name="csY10" fmla="*/ 11533 h 150767"/>
                <a:gd name="csX11" fmla="*/ 53528 w 62752"/>
                <a:gd name="csY11" fmla="*/ 525 h 150767"/>
                <a:gd name="csX12" fmla="*/ 60196 w 62752"/>
                <a:gd name="csY12" fmla="*/ 245 h 150767"/>
                <a:gd name="csX13" fmla="*/ 62673 w 62752"/>
                <a:gd name="csY13" fmla="*/ 3859 h 150767"/>
                <a:gd name="csX14" fmla="*/ 46356 w 62752"/>
                <a:gd name="csY14" fmla="*/ 42807 h 150767"/>
                <a:gd name="csX15" fmla="*/ 41458 w 62752"/>
                <a:gd name="csY15" fmla="*/ 55548 h 150767"/>
                <a:gd name="csX16" fmla="*/ 30729 w 62752"/>
                <a:gd name="csY16" fmla="*/ 49289 h 150767"/>
                <a:gd name="csX17" fmla="*/ 37583 w 62752"/>
                <a:gd name="csY17" fmla="*/ 54691 h 150767"/>
                <a:gd name="csX18" fmla="*/ 39073 w 62752"/>
                <a:gd name="csY18" fmla="*/ 57708 h 150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752" h="150767">
                  <a:moveTo>
                    <a:pt x="39073" y="57708"/>
                  </a:moveTo>
                  <a:cubicBezTo>
                    <a:pt x="30598" y="58435"/>
                    <a:pt x="29965" y="66239"/>
                    <a:pt x="27078" y="71641"/>
                  </a:cubicBezTo>
                  <a:cubicBezTo>
                    <a:pt x="25308" y="74957"/>
                    <a:pt x="24619" y="79260"/>
                    <a:pt x="24731" y="83078"/>
                  </a:cubicBezTo>
                  <a:cubicBezTo>
                    <a:pt x="25029" y="92503"/>
                    <a:pt x="23371" y="101779"/>
                    <a:pt x="23352" y="111185"/>
                  </a:cubicBezTo>
                  <a:cubicBezTo>
                    <a:pt x="23334" y="120089"/>
                    <a:pt x="22850" y="128993"/>
                    <a:pt x="22254" y="137878"/>
                  </a:cubicBezTo>
                  <a:cubicBezTo>
                    <a:pt x="22067" y="140690"/>
                    <a:pt x="25290" y="145663"/>
                    <a:pt x="22011" y="145719"/>
                  </a:cubicBezTo>
                  <a:cubicBezTo>
                    <a:pt x="18621" y="145775"/>
                    <a:pt x="13536" y="143931"/>
                    <a:pt x="10929" y="139722"/>
                  </a:cubicBezTo>
                  <a:cubicBezTo>
                    <a:pt x="11655" y="143410"/>
                    <a:pt x="12381" y="147079"/>
                    <a:pt x="13108" y="150767"/>
                  </a:cubicBezTo>
                  <a:cubicBezTo>
                    <a:pt x="6235" y="140914"/>
                    <a:pt x="2211" y="130185"/>
                    <a:pt x="870" y="118040"/>
                  </a:cubicBezTo>
                  <a:cubicBezTo>
                    <a:pt x="-3526" y="78365"/>
                    <a:pt x="9178" y="43366"/>
                    <a:pt x="28978" y="10117"/>
                  </a:cubicBezTo>
                  <a:cubicBezTo>
                    <a:pt x="30021" y="11868"/>
                    <a:pt x="31548" y="13694"/>
                    <a:pt x="33281" y="11533"/>
                  </a:cubicBezTo>
                  <a:cubicBezTo>
                    <a:pt x="38533" y="4976"/>
                    <a:pt x="46524" y="3673"/>
                    <a:pt x="53528" y="525"/>
                  </a:cubicBezTo>
                  <a:cubicBezTo>
                    <a:pt x="55428" y="-314"/>
                    <a:pt x="57979" y="59"/>
                    <a:pt x="60196" y="245"/>
                  </a:cubicBezTo>
                  <a:cubicBezTo>
                    <a:pt x="62189" y="413"/>
                    <a:pt x="63027" y="1810"/>
                    <a:pt x="62673" y="3859"/>
                  </a:cubicBezTo>
                  <a:cubicBezTo>
                    <a:pt x="60233" y="18090"/>
                    <a:pt x="53714" y="30700"/>
                    <a:pt x="46356" y="42807"/>
                  </a:cubicBezTo>
                  <a:cubicBezTo>
                    <a:pt x="43860" y="46924"/>
                    <a:pt x="38105" y="49308"/>
                    <a:pt x="41458" y="55548"/>
                  </a:cubicBezTo>
                  <a:cubicBezTo>
                    <a:pt x="36168" y="55827"/>
                    <a:pt x="34249" y="50574"/>
                    <a:pt x="30729" y="49289"/>
                  </a:cubicBezTo>
                  <a:cubicBezTo>
                    <a:pt x="32349" y="51133"/>
                    <a:pt x="35329" y="52474"/>
                    <a:pt x="37583" y="54691"/>
                  </a:cubicBezTo>
                  <a:cubicBezTo>
                    <a:pt x="38477" y="55473"/>
                    <a:pt x="40023" y="56013"/>
                    <a:pt x="39073" y="5770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E1FD39CD-99DA-4F44-D685-B9890B22F4E8}"/>
                </a:ext>
              </a:extLst>
            </p:cNvPr>
            <p:cNvSpPr/>
            <p:nvPr/>
          </p:nvSpPr>
          <p:spPr>
            <a:xfrm>
              <a:off x="1977542" y="5217879"/>
              <a:ext cx="97882" cy="116743"/>
            </a:xfrm>
            <a:custGeom>
              <a:avLst/>
              <a:gdLst>
                <a:gd name="csX0" fmla="*/ 30715 w 97882"/>
                <a:gd name="csY0" fmla="*/ 27056 h 116743"/>
                <a:gd name="csX1" fmla="*/ 27176 w 97882"/>
                <a:gd name="csY1" fmla="*/ 4723 h 116743"/>
                <a:gd name="csX2" fmla="*/ 22929 w 97882"/>
                <a:gd name="csY2" fmla="*/ 2543 h 116743"/>
                <a:gd name="csX3" fmla="*/ 0 w 97882"/>
                <a:gd name="csY3" fmla="*/ 2394 h 116743"/>
                <a:gd name="csX4" fmla="*/ 68285 w 97882"/>
                <a:gd name="csY4" fmla="*/ 24951 h 116743"/>
                <a:gd name="csX5" fmla="*/ 91569 w 97882"/>
                <a:gd name="csY5" fmla="*/ 79397 h 116743"/>
                <a:gd name="csX6" fmla="*/ 97678 w 97882"/>
                <a:gd name="csY6" fmla="*/ 108007 h 116743"/>
                <a:gd name="csX7" fmla="*/ 96561 w 97882"/>
                <a:gd name="csY7" fmla="*/ 116743 h 116743"/>
                <a:gd name="csX8" fmla="*/ 88551 w 97882"/>
                <a:gd name="csY8" fmla="*/ 111099 h 116743"/>
                <a:gd name="csX9" fmla="*/ 69478 w 97882"/>
                <a:gd name="csY9" fmla="*/ 93609 h 116743"/>
                <a:gd name="csX10" fmla="*/ 57109 w 97882"/>
                <a:gd name="csY10" fmla="*/ 65129 h 116743"/>
                <a:gd name="csX11" fmla="*/ 37216 w 97882"/>
                <a:gd name="csY11" fmla="*/ 32793 h 116743"/>
                <a:gd name="csX12" fmla="*/ 31945 w 97882"/>
                <a:gd name="csY12" fmla="*/ 29664 h 116743"/>
                <a:gd name="csX13" fmla="*/ 30715 w 97882"/>
                <a:gd name="csY13" fmla="*/ 27056 h 116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882" h="116743">
                  <a:moveTo>
                    <a:pt x="30715" y="27056"/>
                  </a:moveTo>
                  <a:cubicBezTo>
                    <a:pt x="29784" y="19587"/>
                    <a:pt x="26096" y="12602"/>
                    <a:pt x="27176" y="4723"/>
                  </a:cubicBezTo>
                  <a:cubicBezTo>
                    <a:pt x="27530" y="2078"/>
                    <a:pt x="24680" y="2562"/>
                    <a:pt x="22929" y="2543"/>
                  </a:cubicBezTo>
                  <a:cubicBezTo>
                    <a:pt x="15292" y="2450"/>
                    <a:pt x="7656" y="2432"/>
                    <a:pt x="0" y="2394"/>
                  </a:cubicBezTo>
                  <a:cubicBezTo>
                    <a:pt x="25370" y="-4740"/>
                    <a:pt x="51000" y="4443"/>
                    <a:pt x="68285" y="24951"/>
                  </a:cubicBezTo>
                  <a:cubicBezTo>
                    <a:pt x="81771" y="40951"/>
                    <a:pt x="86092" y="60342"/>
                    <a:pt x="91569" y="79397"/>
                  </a:cubicBezTo>
                  <a:cubicBezTo>
                    <a:pt x="94270" y="88747"/>
                    <a:pt x="97753" y="98024"/>
                    <a:pt x="97678" y="108007"/>
                  </a:cubicBezTo>
                  <a:cubicBezTo>
                    <a:pt x="97660" y="110950"/>
                    <a:pt x="98610" y="114042"/>
                    <a:pt x="96561" y="116743"/>
                  </a:cubicBezTo>
                  <a:cubicBezTo>
                    <a:pt x="94400" y="114154"/>
                    <a:pt x="92072" y="111695"/>
                    <a:pt x="88551" y="111099"/>
                  </a:cubicBezTo>
                  <a:cubicBezTo>
                    <a:pt x="78381" y="109404"/>
                    <a:pt x="74190" y="101283"/>
                    <a:pt x="69478" y="93609"/>
                  </a:cubicBezTo>
                  <a:cubicBezTo>
                    <a:pt x="63983" y="84687"/>
                    <a:pt x="61189" y="74628"/>
                    <a:pt x="57109" y="65129"/>
                  </a:cubicBezTo>
                  <a:cubicBezTo>
                    <a:pt x="52136" y="53543"/>
                    <a:pt x="46008" y="42218"/>
                    <a:pt x="37216" y="32793"/>
                  </a:cubicBezTo>
                  <a:cubicBezTo>
                    <a:pt x="35875" y="31359"/>
                    <a:pt x="33733" y="30688"/>
                    <a:pt x="31945" y="29664"/>
                  </a:cubicBezTo>
                  <a:cubicBezTo>
                    <a:pt x="31051" y="29030"/>
                    <a:pt x="33547" y="26739"/>
                    <a:pt x="30715" y="27056"/>
                  </a:cubicBezTo>
                  <a:close/>
                </a:path>
              </a:pathLst>
            </a:custGeom>
            <a:solidFill>
              <a:srgbClr val="7AB0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5CFED63C-00B6-C06F-9C2A-F7F94A9021D0}"/>
                </a:ext>
              </a:extLst>
            </p:cNvPr>
            <p:cNvSpPr/>
            <p:nvPr/>
          </p:nvSpPr>
          <p:spPr>
            <a:xfrm>
              <a:off x="1559577" y="5227079"/>
              <a:ext cx="145065" cy="162808"/>
            </a:xfrm>
            <a:custGeom>
              <a:avLst/>
              <a:gdLst>
                <a:gd name="csX0" fmla="*/ 57 w 145065"/>
                <a:gd name="csY0" fmla="*/ 160648 h 162808"/>
                <a:gd name="csX1" fmla="*/ 3540 w 145065"/>
                <a:gd name="csY1" fmla="*/ 150496 h 162808"/>
                <a:gd name="csX2" fmla="*/ 11996 w 145065"/>
                <a:gd name="csY2" fmla="*/ 136601 h 162808"/>
                <a:gd name="csX3" fmla="*/ 39526 w 145065"/>
                <a:gd name="csY3" fmla="*/ 91580 h 162808"/>
                <a:gd name="csX4" fmla="*/ 47573 w 145065"/>
                <a:gd name="csY4" fmla="*/ 84968 h 162808"/>
                <a:gd name="csX5" fmla="*/ 49827 w 145065"/>
                <a:gd name="csY5" fmla="*/ 83590 h 162808"/>
                <a:gd name="csX6" fmla="*/ 51075 w 145065"/>
                <a:gd name="csY6" fmla="*/ 75357 h 162808"/>
                <a:gd name="csX7" fmla="*/ 79965 w 145065"/>
                <a:gd name="csY7" fmla="*/ 41680 h 162808"/>
                <a:gd name="csX8" fmla="*/ 86931 w 145065"/>
                <a:gd name="csY8" fmla="*/ 38476 h 162808"/>
                <a:gd name="csX9" fmla="*/ 88347 w 145065"/>
                <a:gd name="csY9" fmla="*/ 36203 h 162808"/>
                <a:gd name="csX10" fmla="*/ 88272 w 145065"/>
                <a:gd name="csY10" fmla="*/ 36147 h 162808"/>
                <a:gd name="csX11" fmla="*/ 90247 w 145065"/>
                <a:gd name="csY11" fmla="*/ 24245 h 162808"/>
                <a:gd name="csX12" fmla="*/ 81641 w 145065"/>
                <a:gd name="csY12" fmla="*/ 8468 h 162808"/>
                <a:gd name="csX13" fmla="*/ 78065 w 145065"/>
                <a:gd name="csY13" fmla="*/ 2433 h 162808"/>
                <a:gd name="csX14" fmla="*/ 85646 w 145065"/>
                <a:gd name="csY14" fmla="*/ 1092 h 162808"/>
                <a:gd name="csX15" fmla="*/ 113344 w 145065"/>
                <a:gd name="csY15" fmla="*/ 1111 h 162808"/>
                <a:gd name="csX16" fmla="*/ 135696 w 145065"/>
                <a:gd name="csY16" fmla="*/ 105 h 162808"/>
                <a:gd name="csX17" fmla="*/ 145065 w 145065"/>
                <a:gd name="csY17" fmla="*/ 1111 h 162808"/>
                <a:gd name="csX18" fmla="*/ 123775 w 145065"/>
                <a:gd name="csY18" fmla="*/ 11393 h 162808"/>
                <a:gd name="csX19" fmla="*/ 108333 w 145065"/>
                <a:gd name="csY19" fmla="*/ 27374 h 162808"/>
                <a:gd name="csX20" fmla="*/ 89465 w 145065"/>
                <a:gd name="csY20" fmla="*/ 47901 h 162808"/>
                <a:gd name="csX21" fmla="*/ 50945 w 145065"/>
                <a:gd name="csY21" fmla="*/ 93816 h 162808"/>
                <a:gd name="csX22" fmla="*/ 6110 w 145065"/>
                <a:gd name="csY22" fmla="*/ 160909 h 162808"/>
                <a:gd name="csX23" fmla="*/ 3558 w 145065"/>
                <a:gd name="csY23" fmla="*/ 162809 h 162808"/>
                <a:gd name="csX24" fmla="*/ 57 w 145065"/>
                <a:gd name="csY24" fmla="*/ 160648 h 1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065" h="162808">
                  <a:moveTo>
                    <a:pt x="57" y="160648"/>
                  </a:moveTo>
                  <a:cubicBezTo>
                    <a:pt x="-279" y="156736"/>
                    <a:pt x="876" y="153700"/>
                    <a:pt x="3540" y="150496"/>
                  </a:cubicBezTo>
                  <a:cubicBezTo>
                    <a:pt x="6986" y="146380"/>
                    <a:pt x="9165" y="141239"/>
                    <a:pt x="11996" y="136601"/>
                  </a:cubicBezTo>
                  <a:cubicBezTo>
                    <a:pt x="21179" y="121606"/>
                    <a:pt x="30567" y="106724"/>
                    <a:pt x="39526" y="91580"/>
                  </a:cubicBezTo>
                  <a:cubicBezTo>
                    <a:pt x="41557" y="88153"/>
                    <a:pt x="45450" y="87818"/>
                    <a:pt x="47573" y="84968"/>
                  </a:cubicBezTo>
                  <a:cubicBezTo>
                    <a:pt x="47946" y="83888"/>
                    <a:pt x="49473" y="84688"/>
                    <a:pt x="49827" y="83590"/>
                  </a:cubicBezTo>
                  <a:cubicBezTo>
                    <a:pt x="48281" y="80535"/>
                    <a:pt x="49361" y="78076"/>
                    <a:pt x="51075" y="75357"/>
                  </a:cubicBezTo>
                  <a:cubicBezTo>
                    <a:pt x="59084" y="62709"/>
                    <a:pt x="69590" y="52260"/>
                    <a:pt x="79965" y="41680"/>
                  </a:cubicBezTo>
                  <a:cubicBezTo>
                    <a:pt x="81884" y="39724"/>
                    <a:pt x="84100" y="38494"/>
                    <a:pt x="86931" y="38476"/>
                  </a:cubicBezTo>
                  <a:cubicBezTo>
                    <a:pt x="88384" y="38457"/>
                    <a:pt x="89818" y="38159"/>
                    <a:pt x="88347" y="36203"/>
                  </a:cubicBezTo>
                  <a:lnTo>
                    <a:pt x="88272" y="36147"/>
                  </a:lnTo>
                  <a:cubicBezTo>
                    <a:pt x="87062" y="31901"/>
                    <a:pt x="88980" y="27765"/>
                    <a:pt x="90247" y="24245"/>
                  </a:cubicBezTo>
                  <a:cubicBezTo>
                    <a:pt x="93525" y="15118"/>
                    <a:pt x="87062" y="11896"/>
                    <a:pt x="81641" y="8468"/>
                  </a:cubicBezTo>
                  <a:cubicBezTo>
                    <a:pt x="78922" y="6755"/>
                    <a:pt x="77804" y="5339"/>
                    <a:pt x="78065" y="2433"/>
                  </a:cubicBezTo>
                  <a:cubicBezTo>
                    <a:pt x="80505" y="1446"/>
                    <a:pt x="82964" y="608"/>
                    <a:pt x="85646" y="1092"/>
                  </a:cubicBezTo>
                  <a:cubicBezTo>
                    <a:pt x="94885" y="384"/>
                    <a:pt x="104105" y="366"/>
                    <a:pt x="113344" y="1111"/>
                  </a:cubicBezTo>
                  <a:cubicBezTo>
                    <a:pt x="120850" y="2117"/>
                    <a:pt x="128227" y="142"/>
                    <a:pt x="135696" y="105"/>
                  </a:cubicBezTo>
                  <a:cubicBezTo>
                    <a:pt x="138862" y="86"/>
                    <a:pt x="142066" y="-454"/>
                    <a:pt x="145065" y="1111"/>
                  </a:cubicBezTo>
                  <a:cubicBezTo>
                    <a:pt x="136068" y="626"/>
                    <a:pt x="130685" y="7556"/>
                    <a:pt x="123775" y="11393"/>
                  </a:cubicBezTo>
                  <a:cubicBezTo>
                    <a:pt x="116995" y="15174"/>
                    <a:pt x="113996" y="22438"/>
                    <a:pt x="108333" y="27374"/>
                  </a:cubicBezTo>
                  <a:cubicBezTo>
                    <a:pt x="101367" y="33447"/>
                    <a:pt x="95965" y="41270"/>
                    <a:pt x="89465" y="47901"/>
                  </a:cubicBezTo>
                  <a:cubicBezTo>
                    <a:pt x="75401" y="62206"/>
                    <a:pt x="62642" y="77555"/>
                    <a:pt x="50945" y="93816"/>
                  </a:cubicBezTo>
                  <a:cubicBezTo>
                    <a:pt x="35224" y="115665"/>
                    <a:pt x="19689" y="137625"/>
                    <a:pt x="6110" y="160909"/>
                  </a:cubicBezTo>
                  <a:cubicBezTo>
                    <a:pt x="5496" y="161970"/>
                    <a:pt x="4825" y="162716"/>
                    <a:pt x="3558" y="162809"/>
                  </a:cubicBezTo>
                  <a:cubicBezTo>
                    <a:pt x="1994" y="162734"/>
                    <a:pt x="150" y="163125"/>
                    <a:pt x="57" y="160648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36457402-08D6-A4A4-D101-D21F5AC505B5}"/>
                </a:ext>
              </a:extLst>
            </p:cNvPr>
            <p:cNvSpPr/>
            <p:nvPr/>
          </p:nvSpPr>
          <p:spPr>
            <a:xfrm>
              <a:off x="1910207" y="5134176"/>
              <a:ext cx="113808" cy="41318"/>
            </a:xfrm>
            <a:custGeom>
              <a:avLst/>
              <a:gdLst>
                <a:gd name="csX0" fmla="*/ 113809 w 113808"/>
                <a:gd name="csY0" fmla="*/ 3488 h 41318"/>
                <a:gd name="csX1" fmla="*/ 102987 w 113808"/>
                <a:gd name="csY1" fmla="*/ 25784 h 41318"/>
                <a:gd name="csX2" fmla="*/ 96039 w 113808"/>
                <a:gd name="csY2" fmla="*/ 32899 h 41318"/>
                <a:gd name="csX3" fmla="*/ 93487 w 113808"/>
                <a:gd name="csY3" fmla="*/ 41319 h 41318"/>
                <a:gd name="csX4" fmla="*/ 33025 w 113808"/>
                <a:gd name="csY4" fmla="*/ 16787 h 41318"/>
                <a:gd name="csX5" fmla="*/ 11884 w 113808"/>
                <a:gd name="csY5" fmla="*/ 13956 h 41318"/>
                <a:gd name="csX6" fmla="*/ 4694 w 113808"/>
                <a:gd name="csY6" fmla="*/ 9542 h 41318"/>
                <a:gd name="csX7" fmla="*/ 0 w 113808"/>
                <a:gd name="csY7" fmla="*/ 154 h 41318"/>
                <a:gd name="csX8" fmla="*/ 53440 w 113808"/>
                <a:gd name="csY8" fmla="*/ 2352 h 41318"/>
                <a:gd name="csX9" fmla="*/ 93972 w 113808"/>
                <a:gd name="csY9" fmla="*/ 8871 h 41318"/>
                <a:gd name="csX10" fmla="*/ 113809 w 113808"/>
                <a:gd name="csY10" fmla="*/ 3488 h 41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808" h="41318">
                  <a:moveTo>
                    <a:pt x="113809" y="3488"/>
                  </a:moveTo>
                  <a:cubicBezTo>
                    <a:pt x="110978" y="11293"/>
                    <a:pt x="107960" y="18985"/>
                    <a:pt x="102987" y="25784"/>
                  </a:cubicBezTo>
                  <a:cubicBezTo>
                    <a:pt x="100975" y="28522"/>
                    <a:pt x="98926" y="31242"/>
                    <a:pt x="96039" y="32899"/>
                  </a:cubicBezTo>
                  <a:cubicBezTo>
                    <a:pt x="92314" y="35041"/>
                    <a:pt x="91848" y="37761"/>
                    <a:pt x="93487" y="41319"/>
                  </a:cubicBezTo>
                  <a:cubicBezTo>
                    <a:pt x="74134" y="31167"/>
                    <a:pt x="54408" y="21984"/>
                    <a:pt x="33025" y="16787"/>
                  </a:cubicBezTo>
                  <a:cubicBezTo>
                    <a:pt x="26040" y="15092"/>
                    <a:pt x="19055" y="13639"/>
                    <a:pt x="11884" y="13956"/>
                  </a:cubicBezTo>
                  <a:cubicBezTo>
                    <a:pt x="8233" y="14124"/>
                    <a:pt x="5905" y="13379"/>
                    <a:pt x="4694" y="9542"/>
                  </a:cubicBezTo>
                  <a:cubicBezTo>
                    <a:pt x="3763" y="6580"/>
                    <a:pt x="1937" y="3916"/>
                    <a:pt x="0" y="154"/>
                  </a:cubicBezTo>
                  <a:cubicBezTo>
                    <a:pt x="18403" y="1197"/>
                    <a:pt x="36154" y="-1970"/>
                    <a:pt x="53440" y="2352"/>
                  </a:cubicBezTo>
                  <a:cubicBezTo>
                    <a:pt x="66814" y="5686"/>
                    <a:pt x="80504" y="6431"/>
                    <a:pt x="93972" y="8871"/>
                  </a:cubicBezTo>
                  <a:cubicBezTo>
                    <a:pt x="101087" y="10156"/>
                    <a:pt x="107401" y="6096"/>
                    <a:pt x="113809" y="3488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FE83FFA7-AF49-377D-036F-A924D564325F}"/>
                </a:ext>
              </a:extLst>
            </p:cNvPr>
            <p:cNvSpPr/>
            <p:nvPr/>
          </p:nvSpPr>
          <p:spPr>
            <a:xfrm>
              <a:off x="1810321" y="5090529"/>
              <a:ext cx="65650" cy="41636"/>
            </a:xfrm>
            <a:custGeom>
              <a:avLst/>
              <a:gdLst>
                <a:gd name="csX0" fmla="*/ 22697 w 65650"/>
                <a:gd name="csY0" fmla="*/ 34766 h 41636"/>
                <a:gd name="csX1" fmla="*/ 1369 w 65650"/>
                <a:gd name="csY1" fmla="*/ 36015 h 41636"/>
                <a:gd name="csX2" fmla="*/ 289 w 65650"/>
                <a:gd name="csY2" fmla="*/ 27893 h 41636"/>
                <a:gd name="csX3" fmla="*/ 9267 w 65650"/>
                <a:gd name="csY3" fmla="*/ 6417 h 41636"/>
                <a:gd name="csX4" fmla="*/ 19959 w 65650"/>
                <a:gd name="csY4" fmla="*/ 1090 h 41636"/>
                <a:gd name="csX5" fmla="*/ 35661 w 65650"/>
                <a:gd name="csY5" fmla="*/ 9 h 41636"/>
                <a:gd name="csX6" fmla="*/ 64495 w 65650"/>
                <a:gd name="csY6" fmla="*/ 24727 h 41636"/>
                <a:gd name="csX7" fmla="*/ 65650 w 65650"/>
                <a:gd name="csY7" fmla="*/ 35847 h 41636"/>
                <a:gd name="csX8" fmla="*/ 57287 w 65650"/>
                <a:gd name="csY8" fmla="*/ 40615 h 41636"/>
                <a:gd name="csX9" fmla="*/ 22771 w 65650"/>
                <a:gd name="csY9" fmla="*/ 34804 h 41636"/>
                <a:gd name="csX10" fmla="*/ 22697 w 65650"/>
                <a:gd name="csY10" fmla="*/ 34766 h 4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650" h="41636">
                  <a:moveTo>
                    <a:pt x="22697" y="34766"/>
                  </a:moveTo>
                  <a:cubicBezTo>
                    <a:pt x="15582" y="35176"/>
                    <a:pt x="8466" y="35605"/>
                    <a:pt x="1369" y="36015"/>
                  </a:cubicBezTo>
                  <a:cubicBezTo>
                    <a:pt x="-642" y="33518"/>
                    <a:pt x="103" y="30669"/>
                    <a:pt x="289" y="27893"/>
                  </a:cubicBezTo>
                  <a:cubicBezTo>
                    <a:pt x="811" y="19698"/>
                    <a:pt x="4573" y="12768"/>
                    <a:pt x="9267" y="6417"/>
                  </a:cubicBezTo>
                  <a:cubicBezTo>
                    <a:pt x="11689" y="3120"/>
                    <a:pt x="15377" y="1145"/>
                    <a:pt x="19959" y="1090"/>
                  </a:cubicBezTo>
                  <a:cubicBezTo>
                    <a:pt x="25193" y="1034"/>
                    <a:pt x="30408" y="158"/>
                    <a:pt x="35661" y="9"/>
                  </a:cubicBezTo>
                  <a:cubicBezTo>
                    <a:pt x="48663" y="-382"/>
                    <a:pt x="62782" y="11800"/>
                    <a:pt x="64495" y="24727"/>
                  </a:cubicBezTo>
                  <a:cubicBezTo>
                    <a:pt x="64979" y="28415"/>
                    <a:pt x="65278" y="32140"/>
                    <a:pt x="65650" y="35847"/>
                  </a:cubicBezTo>
                  <a:cubicBezTo>
                    <a:pt x="64421" y="41938"/>
                    <a:pt x="63117" y="42646"/>
                    <a:pt x="57287" y="40615"/>
                  </a:cubicBezTo>
                  <a:cubicBezTo>
                    <a:pt x="46111" y="36722"/>
                    <a:pt x="34767" y="33798"/>
                    <a:pt x="22771" y="34804"/>
                  </a:cubicBezTo>
                  <a:lnTo>
                    <a:pt x="22697" y="34766"/>
                  </a:lnTo>
                  <a:close/>
                </a:path>
              </a:pathLst>
            </a:custGeom>
            <a:solidFill>
              <a:srgbClr val="81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BD363C2E-A7CB-D6AB-D77C-44FF3D757B85}"/>
                </a:ext>
              </a:extLst>
            </p:cNvPr>
            <p:cNvSpPr/>
            <p:nvPr/>
          </p:nvSpPr>
          <p:spPr>
            <a:xfrm>
              <a:off x="1612430" y="5226979"/>
              <a:ext cx="129139" cy="193541"/>
            </a:xfrm>
            <a:custGeom>
              <a:avLst/>
              <a:gdLst>
                <a:gd name="csX0" fmla="*/ 108511 w 129139"/>
                <a:gd name="csY0" fmla="*/ 0 h 193541"/>
                <a:gd name="csX1" fmla="*/ 123226 w 129139"/>
                <a:gd name="csY1" fmla="*/ 15311 h 193541"/>
                <a:gd name="csX2" fmla="*/ 127957 w 129139"/>
                <a:gd name="csY2" fmla="*/ 23507 h 193541"/>
                <a:gd name="csX3" fmla="*/ 124120 w 129139"/>
                <a:gd name="csY3" fmla="*/ 42525 h 193541"/>
                <a:gd name="csX4" fmla="*/ 99961 w 129139"/>
                <a:gd name="csY4" fmla="*/ 68770 h 193541"/>
                <a:gd name="csX5" fmla="*/ 87630 w 129139"/>
                <a:gd name="csY5" fmla="*/ 83261 h 193541"/>
                <a:gd name="csX6" fmla="*/ 69991 w 129139"/>
                <a:gd name="csY6" fmla="*/ 105557 h 193541"/>
                <a:gd name="csX7" fmla="*/ 57790 w 129139"/>
                <a:gd name="csY7" fmla="*/ 122880 h 193541"/>
                <a:gd name="csX8" fmla="*/ 27727 w 129139"/>
                <a:gd name="csY8" fmla="*/ 163505 h 193541"/>
                <a:gd name="csX9" fmla="*/ 6027 w 129139"/>
                <a:gd name="csY9" fmla="*/ 190401 h 193541"/>
                <a:gd name="csX10" fmla="*/ 1482 w 129139"/>
                <a:gd name="csY10" fmla="*/ 193438 h 193541"/>
                <a:gd name="csX11" fmla="*/ 308 w 129139"/>
                <a:gd name="csY11" fmla="*/ 192469 h 193541"/>
                <a:gd name="csX12" fmla="*/ 550 w 129139"/>
                <a:gd name="csY12" fmla="*/ 189377 h 193541"/>
                <a:gd name="csX13" fmla="*/ 33445 w 129139"/>
                <a:gd name="csY13" fmla="*/ 144785 h 193541"/>
                <a:gd name="csX14" fmla="*/ 55685 w 129139"/>
                <a:gd name="csY14" fmla="*/ 115988 h 193541"/>
                <a:gd name="csX15" fmla="*/ 65725 w 129139"/>
                <a:gd name="csY15" fmla="*/ 103210 h 193541"/>
                <a:gd name="csX16" fmla="*/ 91914 w 129139"/>
                <a:gd name="csY16" fmla="*/ 71843 h 193541"/>
                <a:gd name="csX17" fmla="*/ 116315 w 129139"/>
                <a:gd name="csY17" fmla="*/ 45430 h 193541"/>
                <a:gd name="csX18" fmla="*/ 107095 w 129139"/>
                <a:gd name="csY18" fmla="*/ 5979 h 193541"/>
                <a:gd name="csX19" fmla="*/ 100948 w 129139"/>
                <a:gd name="csY19" fmla="*/ 1267 h 193541"/>
                <a:gd name="csX20" fmla="*/ 108511 w 129139"/>
                <a:gd name="csY20" fmla="*/ 0 h 193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9139" h="193541">
                  <a:moveTo>
                    <a:pt x="108511" y="0"/>
                  </a:moveTo>
                  <a:cubicBezTo>
                    <a:pt x="114527" y="4042"/>
                    <a:pt x="119538" y="9053"/>
                    <a:pt x="123226" y="15311"/>
                  </a:cubicBezTo>
                  <a:cubicBezTo>
                    <a:pt x="124828" y="18031"/>
                    <a:pt x="126765" y="20620"/>
                    <a:pt x="127957" y="23507"/>
                  </a:cubicBezTo>
                  <a:cubicBezTo>
                    <a:pt x="130881" y="30585"/>
                    <a:pt x="127920" y="37142"/>
                    <a:pt x="124120" y="42525"/>
                  </a:cubicBezTo>
                  <a:cubicBezTo>
                    <a:pt x="117247" y="52248"/>
                    <a:pt x="108976" y="60853"/>
                    <a:pt x="99961" y="68770"/>
                  </a:cubicBezTo>
                  <a:cubicBezTo>
                    <a:pt x="95248" y="72905"/>
                    <a:pt x="91858" y="78530"/>
                    <a:pt x="87630" y="83261"/>
                  </a:cubicBezTo>
                  <a:cubicBezTo>
                    <a:pt x="81316" y="90339"/>
                    <a:pt x="76920" y="98814"/>
                    <a:pt x="69991" y="105557"/>
                  </a:cubicBezTo>
                  <a:cubicBezTo>
                    <a:pt x="65017" y="110381"/>
                    <a:pt x="62317" y="117478"/>
                    <a:pt x="57790" y="122880"/>
                  </a:cubicBezTo>
                  <a:cubicBezTo>
                    <a:pt x="46931" y="135844"/>
                    <a:pt x="38605" y="150745"/>
                    <a:pt x="27727" y="163505"/>
                  </a:cubicBezTo>
                  <a:cubicBezTo>
                    <a:pt x="20220" y="172296"/>
                    <a:pt x="13384" y="181535"/>
                    <a:pt x="6027" y="190401"/>
                  </a:cubicBezTo>
                  <a:cubicBezTo>
                    <a:pt x="4909" y="191743"/>
                    <a:pt x="3009" y="192450"/>
                    <a:pt x="1482" y="193438"/>
                  </a:cubicBezTo>
                  <a:cubicBezTo>
                    <a:pt x="569" y="193754"/>
                    <a:pt x="252" y="193326"/>
                    <a:pt x="308" y="192469"/>
                  </a:cubicBezTo>
                  <a:cubicBezTo>
                    <a:pt x="85" y="191426"/>
                    <a:pt x="-362" y="190569"/>
                    <a:pt x="550" y="189377"/>
                  </a:cubicBezTo>
                  <a:cubicBezTo>
                    <a:pt x="11950" y="174830"/>
                    <a:pt x="23238" y="160245"/>
                    <a:pt x="33445" y="144785"/>
                  </a:cubicBezTo>
                  <a:cubicBezTo>
                    <a:pt x="40095" y="134708"/>
                    <a:pt x="47583" y="125078"/>
                    <a:pt x="55685" y="115988"/>
                  </a:cubicBezTo>
                  <a:cubicBezTo>
                    <a:pt x="59280" y="111946"/>
                    <a:pt x="62838" y="107774"/>
                    <a:pt x="65725" y="103210"/>
                  </a:cubicBezTo>
                  <a:cubicBezTo>
                    <a:pt x="73083" y="91569"/>
                    <a:pt x="83588" y="82628"/>
                    <a:pt x="91914" y="71843"/>
                  </a:cubicBezTo>
                  <a:cubicBezTo>
                    <a:pt x="99290" y="62306"/>
                    <a:pt x="109032" y="55023"/>
                    <a:pt x="116315" y="45430"/>
                  </a:cubicBezTo>
                  <a:cubicBezTo>
                    <a:pt x="126169" y="32448"/>
                    <a:pt x="121717" y="13840"/>
                    <a:pt x="107095" y="5979"/>
                  </a:cubicBezTo>
                  <a:cubicBezTo>
                    <a:pt x="104841" y="4768"/>
                    <a:pt x="102345" y="3707"/>
                    <a:pt x="100948" y="1267"/>
                  </a:cubicBezTo>
                  <a:cubicBezTo>
                    <a:pt x="103444" y="857"/>
                    <a:pt x="105977" y="428"/>
                    <a:pt x="108511" y="0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DF3655A7-5153-8963-51D9-B4E5B4249C33}"/>
                </a:ext>
              </a:extLst>
            </p:cNvPr>
            <p:cNvSpPr/>
            <p:nvPr/>
          </p:nvSpPr>
          <p:spPr>
            <a:xfrm>
              <a:off x="1733439" y="5182014"/>
              <a:ext cx="55991" cy="56457"/>
            </a:xfrm>
            <a:custGeom>
              <a:avLst/>
              <a:gdLst>
                <a:gd name="csX0" fmla="*/ 19483 w 55991"/>
                <a:gd name="csY0" fmla="*/ 56457 h 56457"/>
                <a:gd name="csX1" fmla="*/ 4768 w 55991"/>
                <a:gd name="csY1" fmla="*/ 40308 h 56457"/>
                <a:gd name="csX2" fmla="*/ 0 w 55991"/>
                <a:gd name="csY2" fmla="*/ 39339 h 56457"/>
                <a:gd name="csX3" fmla="*/ 55992 w 55991"/>
                <a:gd name="csY3" fmla="*/ 0 h 56457"/>
                <a:gd name="csX4" fmla="*/ 51167 w 55991"/>
                <a:gd name="csY4" fmla="*/ 29188 h 56457"/>
                <a:gd name="csX5" fmla="*/ 48671 w 55991"/>
                <a:gd name="csY5" fmla="*/ 32094 h 56457"/>
                <a:gd name="csX6" fmla="*/ 20955 w 55991"/>
                <a:gd name="csY6" fmla="*/ 55731 h 56457"/>
                <a:gd name="csX7" fmla="*/ 19483 w 55991"/>
                <a:gd name="csY7" fmla="*/ 56457 h 56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991" h="56457">
                  <a:moveTo>
                    <a:pt x="19483" y="56457"/>
                  </a:moveTo>
                  <a:cubicBezTo>
                    <a:pt x="15237" y="50478"/>
                    <a:pt x="8922" y="46418"/>
                    <a:pt x="4768" y="40308"/>
                  </a:cubicBezTo>
                  <a:cubicBezTo>
                    <a:pt x="3781" y="38855"/>
                    <a:pt x="1621" y="39637"/>
                    <a:pt x="0" y="39339"/>
                  </a:cubicBezTo>
                  <a:cubicBezTo>
                    <a:pt x="18664" y="26226"/>
                    <a:pt x="37328" y="13113"/>
                    <a:pt x="55992" y="0"/>
                  </a:cubicBezTo>
                  <a:cubicBezTo>
                    <a:pt x="53086" y="9649"/>
                    <a:pt x="52360" y="19446"/>
                    <a:pt x="51167" y="29188"/>
                  </a:cubicBezTo>
                  <a:cubicBezTo>
                    <a:pt x="51000" y="30585"/>
                    <a:pt x="49789" y="31423"/>
                    <a:pt x="48671" y="32094"/>
                  </a:cubicBezTo>
                  <a:cubicBezTo>
                    <a:pt x="38147" y="38464"/>
                    <a:pt x="28946" y="46380"/>
                    <a:pt x="20955" y="55731"/>
                  </a:cubicBezTo>
                  <a:cubicBezTo>
                    <a:pt x="20620" y="56122"/>
                    <a:pt x="19986" y="56234"/>
                    <a:pt x="19483" y="56457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3DC36C29-A392-AE72-88CF-A902E24B1909}"/>
                </a:ext>
              </a:extLst>
            </p:cNvPr>
            <p:cNvSpPr/>
            <p:nvPr/>
          </p:nvSpPr>
          <p:spPr>
            <a:xfrm>
              <a:off x="1914602" y="5175849"/>
              <a:ext cx="37439" cy="59288"/>
            </a:xfrm>
            <a:custGeom>
              <a:avLst/>
              <a:gdLst>
                <a:gd name="csX0" fmla="*/ 37440 w 37439"/>
                <a:gd name="csY0" fmla="*/ 39898 h 59288"/>
                <a:gd name="csX1" fmla="*/ 15665 w 37439"/>
                <a:gd name="csY1" fmla="*/ 59289 h 59288"/>
                <a:gd name="csX2" fmla="*/ 10916 w 37439"/>
                <a:gd name="csY2" fmla="*/ 37365 h 59288"/>
                <a:gd name="csX3" fmla="*/ 4545 w 37439"/>
                <a:gd name="csY3" fmla="*/ 23712 h 59288"/>
                <a:gd name="csX4" fmla="*/ 2124 w 37439"/>
                <a:gd name="csY4" fmla="*/ 0 h 59288"/>
                <a:gd name="csX5" fmla="*/ 37440 w 37439"/>
                <a:gd name="csY5" fmla="*/ 39898 h 59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7439" h="59288">
                  <a:moveTo>
                    <a:pt x="37440" y="39898"/>
                  </a:moveTo>
                  <a:cubicBezTo>
                    <a:pt x="29691" y="45803"/>
                    <a:pt x="22259" y="52080"/>
                    <a:pt x="15665" y="59289"/>
                  </a:cubicBezTo>
                  <a:cubicBezTo>
                    <a:pt x="14101" y="51968"/>
                    <a:pt x="12760" y="44611"/>
                    <a:pt x="10916" y="37365"/>
                  </a:cubicBezTo>
                  <a:cubicBezTo>
                    <a:pt x="9668" y="32466"/>
                    <a:pt x="7898" y="27679"/>
                    <a:pt x="4545" y="23712"/>
                  </a:cubicBezTo>
                  <a:cubicBezTo>
                    <a:pt x="-1341" y="16764"/>
                    <a:pt x="-782" y="9015"/>
                    <a:pt x="2124" y="0"/>
                  </a:cubicBezTo>
                  <a:cubicBezTo>
                    <a:pt x="12741" y="14845"/>
                    <a:pt x="22539" y="29710"/>
                    <a:pt x="37440" y="39898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A3EA937E-8AE6-79B3-F971-6BFF2666A0F2}"/>
                </a:ext>
              </a:extLst>
            </p:cNvPr>
            <p:cNvSpPr/>
            <p:nvPr/>
          </p:nvSpPr>
          <p:spPr>
            <a:xfrm>
              <a:off x="1833055" y="5123768"/>
              <a:ext cx="44145" cy="10483"/>
            </a:xfrm>
            <a:custGeom>
              <a:avLst/>
              <a:gdLst>
                <a:gd name="csX0" fmla="*/ 0 w 44145"/>
                <a:gd name="csY0" fmla="*/ 1546 h 10483"/>
                <a:gd name="csX1" fmla="*/ 28741 w 44145"/>
                <a:gd name="csY1" fmla="*/ 4191 h 10483"/>
                <a:gd name="csX2" fmla="*/ 34515 w 44145"/>
                <a:gd name="csY2" fmla="*/ 6296 h 10483"/>
                <a:gd name="csX3" fmla="*/ 42879 w 44145"/>
                <a:gd name="csY3" fmla="*/ 2608 h 10483"/>
                <a:gd name="csX4" fmla="*/ 44145 w 44145"/>
                <a:gd name="csY4" fmla="*/ 6166 h 10483"/>
                <a:gd name="csX5" fmla="*/ 35950 w 44145"/>
                <a:gd name="csY5" fmla="*/ 9463 h 10483"/>
                <a:gd name="csX6" fmla="*/ 8829 w 44145"/>
                <a:gd name="csY6" fmla="*/ 2813 h 10483"/>
                <a:gd name="csX7" fmla="*/ 3371 w 44145"/>
                <a:gd name="csY7" fmla="*/ 3781 h 10483"/>
                <a:gd name="csX8" fmla="*/ 0 w 44145"/>
                <a:gd name="csY8" fmla="*/ 1546 h 10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145" h="10483">
                  <a:moveTo>
                    <a:pt x="0" y="1546"/>
                  </a:moveTo>
                  <a:cubicBezTo>
                    <a:pt x="10021" y="-2347"/>
                    <a:pt x="19279" y="2086"/>
                    <a:pt x="28741" y="4191"/>
                  </a:cubicBezTo>
                  <a:cubicBezTo>
                    <a:pt x="30734" y="4638"/>
                    <a:pt x="32690" y="5383"/>
                    <a:pt x="34515" y="6296"/>
                  </a:cubicBezTo>
                  <a:cubicBezTo>
                    <a:pt x="38892" y="8494"/>
                    <a:pt x="41593" y="7246"/>
                    <a:pt x="42879" y="2608"/>
                  </a:cubicBezTo>
                  <a:cubicBezTo>
                    <a:pt x="43233" y="3819"/>
                    <a:pt x="42674" y="5346"/>
                    <a:pt x="44145" y="6166"/>
                  </a:cubicBezTo>
                  <a:cubicBezTo>
                    <a:pt x="42674" y="10394"/>
                    <a:pt x="40141" y="11567"/>
                    <a:pt x="35950" y="9463"/>
                  </a:cubicBezTo>
                  <a:cubicBezTo>
                    <a:pt x="27456" y="5160"/>
                    <a:pt x="18105" y="4079"/>
                    <a:pt x="8829" y="2813"/>
                  </a:cubicBezTo>
                  <a:cubicBezTo>
                    <a:pt x="6948" y="2552"/>
                    <a:pt x="5085" y="2869"/>
                    <a:pt x="3371" y="3781"/>
                  </a:cubicBezTo>
                  <a:cubicBezTo>
                    <a:pt x="3409" y="1304"/>
                    <a:pt x="1453" y="1826"/>
                    <a:pt x="0" y="1546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F95F7077-5805-2B94-117F-DA7908E07F1C}"/>
                </a:ext>
              </a:extLst>
            </p:cNvPr>
            <p:cNvSpPr/>
            <p:nvPr/>
          </p:nvSpPr>
          <p:spPr>
            <a:xfrm>
              <a:off x="1539238" y="5491626"/>
              <a:ext cx="37588" cy="2832"/>
            </a:xfrm>
            <a:custGeom>
              <a:avLst/>
              <a:gdLst>
                <a:gd name="csX0" fmla="*/ 0 w 37588"/>
                <a:gd name="csY0" fmla="*/ 0 h 2832"/>
                <a:gd name="csX1" fmla="*/ 37589 w 37588"/>
                <a:gd name="csY1" fmla="*/ 1173 h 2832"/>
                <a:gd name="csX2" fmla="*/ 0 w 37588"/>
                <a:gd name="csY2" fmla="*/ 0 h 2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588" h="2832">
                  <a:moveTo>
                    <a:pt x="0" y="0"/>
                  </a:moveTo>
                  <a:cubicBezTo>
                    <a:pt x="12499" y="1192"/>
                    <a:pt x="25053" y="1024"/>
                    <a:pt x="37589" y="1173"/>
                  </a:cubicBezTo>
                  <a:cubicBezTo>
                    <a:pt x="25034" y="2142"/>
                    <a:pt x="12405" y="4917"/>
                    <a:pt x="0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D5BCA32F-B356-32FA-D52D-B6D1A0EF6352}"/>
                </a:ext>
              </a:extLst>
            </p:cNvPr>
            <p:cNvSpPr/>
            <p:nvPr/>
          </p:nvSpPr>
          <p:spPr>
            <a:xfrm>
              <a:off x="1645242" y="5227032"/>
              <a:ext cx="27697" cy="1139"/>
            </a:xfrm>
            <a:custGeom>
              <a:avLst/>
              <a:gdLst>
                <a:gd name="csX0" fmla="*/ 27698 w 27697"/>
                <a:gd name="csY0" fmla="*/ 1139 h 1139"/>
                <a:gd name="csX1" fmla="*/ 0 w 27697"/>
                <a:gd name="csY1" fmla="*/ 1120 h 1139"/>
                <a:gd name="csX2" fmla="*/ 27698 w 27697"/>
                <a:gd name="csY2" fmla="*/ 1139 h 1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697" h="1139">
                  <a:moveTo>
                    <a:pt x="27698" y="1139"/>
                  </a:moveTo>
                  <a:cubicBezTo>
                    <a:pt x="18459" y="1139"/>
                    <a:pt x="9239" y="1139"/>
                    <a:pt x="0" y="1120"/>
                  </a:cubicBezTo>
                  <a:cubicBezTo>
                    <a:pt x="9239" y="-891"/>
                    <a:pt x="18478" y="245"/>
                    <a:pt x="27698" y="1139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4548A86B-4718-84BB-C41D-FA23FDAF0BCF}"/>
                </a:ext>
              </a:extLst>
            </p:cNvPr>
            <p:cNvSpPr/>
            <p:nvPr/>
          </p:nvSpPr>
          <p:spPr>
            <a:xfrm>
              <a:off x="1617339" y="5479125"/>
              <a:ext cx="11548" cy="4323"/>
            </a:xfrm>
            <a:custGeom>
              <a:avLst/>
              <a:gdLst>
                <a:gd name="csX0" fmla="*/ 0 w 11548"/>
                <a:gd name="csY0" fmla="*/ 4324 h 4323"/>
                <a:gd name="csX1" fmla="*/ 11549 w 11548"/>
                <a:gd name="csY1" fmla="*/ 151 h 4323"/>
                <a:gd name="csX2" fmla="*/ 0 w 11548"/>
                <a:gd name="csY2" fmla="*/ 4324 h 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548" h="4323">
                  <a:moveTo>
                    <a:pt x="0" y="4324"/>
                  </a:moveTo>
                  <a:cubicBezTo>
                    <a:pt x="2757" y="-54"/>
                    <a:pt x="7041" y="-277"/>
                    <a:pt x="11549" y="151"/>
                  </a:cubicBezTo>
                  <a:cubicBezTo>
                    <a:pt x="7916" y="2107"/>
                    <a:pt x="4042" y="3411"/>
                    <a:pt x="0" y="4324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A22C8AF-AE86-253D-FA56-6DC8DD8932CD}"/>
                </a:ext>
              </a:extLst>
            </p:cNvPr>
            <p:cNvSpPr/>
            <p:nvPr/>
          </p:nvSpPr>
          <p:spPr>
            <a:xfrm>
              <a:off x="1930025" y="5235100"/>
              <a:ext cx="1773" cy="14584"/>
            </a:xfrm>
            <a:custGeom>
              <a:avLst/>
              <a:gdLst>
                <a:gd name="csX0" fmla="*/ 205 w 1773"/>
                <a:gd name="csY0" fmla="*/ 0 h 14584"/>
                <a:gd name="csX1" fmla="*/ 0 w 1773"/>
                <a:gd name="csY1" fmla="*/ 14585 h 14584"/>
                <a:gd name="csX2" fmla="*/ 205 w 1773"/>
                <a:gd name="csY2" fmla="*/ 0 h 1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3" h="14584">
                  <a:moveTo>
                    <a:pt x="205" y="0"/>
                  </a:moveTo>
                  <a:cubicBezTo>
                    <a:pt x="2086" y="4880"/>
                    <a:pt x="2570" y="9760"/>
                    <a:pt x="0" y="14585"/>
                  </a:cubicBezTo>
                  <a:cubicBezTo>
                    <a:pt x="689" y="9723"/>
                    <a:pt x="447" y="4862"/>
                    <a:pt x="205" y="0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3F7C9F1D-5EFA-04DE-6599-5244BEAB5E2C}"/>
                </a:ext>
              </a:extLst>
            </p:cNvPr>
            <p:cNvSpPr/>
            <p:nvPr/>
          </p:nvSpPr>
          <p:spPr>
            <a:xfrm>
              <a:off x="1775573" y="5007725"/>
              <a:ext cx="76516" cy="79566"/>
            </a:xfrm>
            <a:custGeom>
              <a:avLst/>
              <a:gdLst>
                <a:gd name="csX0" fmla="*/ 0 w 76516"/>
                <a:gd name="csY0" fmla="*/ 2347 h 79566"/>
                <a:gd name="csX1" fmla="*/ 1285 w 76516"/>
                <a:gd name="csY1" fmla="*/ 0 h 79566"/>
                <a:gd name="csX2" fmla="*/ 24047 w 76516"/>
                <a:gd name="csY2" fmla="*/ 12238 h 79566"/>
                <a:gd name="csX3" fmla="*/ 30846 w 76516"/>
                <a:gd name="csY3" fmla="*/ 16168 h 79566"/>
                <a:gd name="csX4" fmla="*/ 40941 w 76516"/>
                <a:gd name="csY4" fmla="*/ 18049 h 79566"/>
                <a:gd name="csX5" fmla="*/ 42562 w 76516"/>
                <a:gd name="csY5" fmla="*/ 17565 h 79566"/>
                <a:gd name="csX6" fmla="*/ 67242 w 76516"/>
                <a:gd name="csY6" fmla="*/ 29188 h 79566"/>
                <a:gd name="csX7" fmla="*/ 75736 w 76516"/>
                <a:gd name="csY7" fmla="*/ 45728 h 79566"/>
                <a:gd name="csX8" fmla="*/ 73966 w 76516"/>
                <a:gd name="csY8" fmla="*/ 49919 h 79566"/>
                <a:gd name="csX9" fmla="*/ 47517 w 76516"/>
                <a:gd name="csY9" fmla="*/ 59587 h 79566"/>
                <a:gd name="csX10" fmla="*/ 34813 w 76516"/>
                <a:gd name="csY10" fmla="*/ 75829 h 79566"/>
                <a:gd name="csX11" fmla="*/ 29784 w 76516"/>
                <a:gd name="csY11" fmla="*/ 77878 h 79566"/>
                <a:gd name="csX12" fmla="*/ 10524 w 76516"/>
                <a:gd name="csY12" fmla="*/ 64150 h 79566"/>
                <a:gd name="csX13" fmla="*/ 1714 w 76516"/>
                <a:gd name="csY13" fmla="*/ 39582 h 79566"/>
                <a:gd name="csX14" fmla="*/ 4116 w 76516"/>
                <a:gd name="csY14" fmla="*/ 24010 h 79566"/>
                <a:gd name="csX15" fmla="*/ 0 w 76516"/>
                <a:gd name="csY15" fmla="*/ 2347 h 79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6516" h="79566">
                  <a:moveTo>
                    <a:pt x="0" y="2347"/>
                  </a:moveTo>
                  <a:cubicBezTo>
                    <a:pt x="149" y="1416"/>
                    <a:pt x="242" y="447"/>
                    <a:pt x="1285" y="0"/>
                  </a:cubicBezTo>
                  <a:cubicBezTo>
                    <a:pt x="8270" y="5197"/>
                    <a:pt x="16205" y="8643"/>
                    <a:pt x="24047" y="12238"/>
                  </a:cubicBezTo>
                  <a:cubicBezTo>
                    <a:pt x="26450" y="13337"/>
                    <a:pt x="28741" y="14529"/>
                    <a:pt x="30846" y="16168"/>
                  </a:cubicBezTo>
                  <a:cubicBezTo>
                    <a:pt x="33826" y="18496"/>
                    <a:pt x="37235" y="19204"/>
                    <a:pt x="40941" y="18049"/>
                  </a:cubicBezTo>
                  <a:cubicBezTo>
                    <a:pt x="41482" y="17882"/>
                    <a:pt x="42003" y="17677"/>
                    <a:pt x="42562" y="17565"/>
                  </a:cubicBezTo>
                  <a:cubicBezTo>
                    <a:pt x="56551" y="14641"/>
                    <a:pt x="60518" y="16503"/>
                    <a:pt x="67242" y="29188"/>
                  </a:cubicBezTo>
                  <a:cubicBezTo>
                    <a:pt x="70148" y="34664"/>
                    <a:pt x="72830" y="40252"/>
                    <a:pt x="75736" y="45728"/>
                  </a:cubicBezTo>
                  <a:cubicBezTo>
                    <a:pt x="76984" y="48075"/>
                    <a:pt x="76965" y="48951"/>
                    <a:pt x="73966" y="49919"/>
                  </a:cubicBezTo>
                  <a:cubicBezTo>
                    <a:pt x="65044" y="52807"/>
                    <a:pt x="56253" y="56159"/>
                    <a:pt x="47517" y="59587"/>
                  </a:cubicBezTo>
                  <a:cubicBezTo>
                    <a:pt x="40178" y="62455"/>
                    <a:pt x="35111" y="67428"/>
                    <a:pt x="34813" y="75829"/>
                  </a:cubicBezTo>
                  <a:cubicBezTo>
                    <a:pt x="34646" y="80691"/>
                    <a:pt x="32690" y="80169"/>
                    <a:pt x="29784" y="77878"/>
                  </a:cubicBezTo>
                  <a:cubicBezTo>
                    <a:pt x="23600" y="72979"/>
                    <a:pt x="17025" y="68565"/>
                    <a:pt x="10524" y="64150"/>
                  </a:cubicBezTo>
                  <a:cubicBezTo>
                    <a:pt x="1211" y="57798"/>
                    <a:pt x="-75" y="49491"/>
                    <a:pt x="1714" y="39582"/>
                  </a:cubicBezTo>
                  <a:cubicBezTo>
                    <a:pt x="2645" y="34422"/>
                    <a:pt x="3446" y="29225"/>
                    <a:pt x="4116" y="24010"/>
                  </a:cubicBezTo>
                  <a:cubicBezTo>
                    <a:pt x="5122" y="16373"/>
                    <a:pt x="4191" y="9034"/>
                    <a:pt x="0" y="2347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451A0AB0-38E4-066F-EABD-D4823A3909D8}"/>
                </a:ext>
              </a:extLst>
            </p:cNvPr>
            <p:cNvSpPr/>
            <p:nvPr/>
          </p:nvSpPr>
          <p:spPr>
            <a:xfrm>
              <a:off x="1862504" y="5075674"/>
              <a:ext cx="4638" cy="13969"/>
            </a:xfrm>
            <a:custGeom>
              <a:avLst/>
              <a:gdLst>
                <a:gd name="csX0" fmla="*/ 1173 w 4638"/>
                <a:gd name="csY0" fmla="*/ 0 h 13969"/>
                <a:gd name="csX1" fmla="*/ 4638 w 4638"/>
                <a:gd name="csY1" fmla="*/ 13970 h 13969"/>
                <a:gd name="csX2" fmla="*/ 0 w 4638"/>
                <a:gd name="csY2" fmla="*/ 4582 h 13969"/>
                <a:gd name="csX3" fmla="*/ 1173 w 4638"/>
                <a:gd name="csY3" fmla="*/ 0 h 13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8" h="13969">
                  <a:moveTo>
                    <a:pt x="1173" y="0"/>
                  </a:moveTo>
                  <a:cubicBezTo>
                    <a:pt x="2813" y="4135"/>
                    <a:pt x="4005" y="8382"/>
                    <a:pt x="4638" y="13970"/>
                  </a:cubicBezTo>
                  <a:cubicBezTo>
                    <a:pt x="559" y="11027"/>
                    <a:pt x="559" y="7674"/>
                    <a:pt x="0" y="4582"/>
                  </a:cubicBezTo>
                  <a:cubicBezTo>
                    <a:pt x="1937" y="3465"/>
                    <a:pt x="820" y="1546"/>
                    <a:pt x="1173" y="0"/>
                  </a:cubicBezTo>
                  <a:close/>
                </a:path>
              </a:pathLst>
            </a:custGeom>
            <a:solidFill>
              <a:srgbClr val="516F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1501E5CB-8478-8D40-06FF-BE1CB36C6272}"/>
                </a:ext>
              </a:extLst>
            </p:cNvPr>
            <p:cNvSpPr/>
            <p:nvPr/>
          </p:nvSpPr>
          <p:spPr>
            <a:xfrm>
              <a:off x="1759704" y="4831993"/>
              <a:ext cx="112433" cy="181201"/>
            </a:xfrm>
            <a:custGeom>
              <a:avLst/>
              <a:gdLst>
                <a:gd name="csX0" fmla="*/ 14510 w 112433"/>
                <a:gd name="csY0" fmla="*/ 106944 h 181201"/>
                <a:gd name="csX1" fmla="*/ 5979 w 112433"/>
                <a:gd name="csY1" fmla="*/ 98953 h 181201"/>
                <a:gd name="csX2" fmla="*/ 18 w 112433"/>
                <a:gd name="csY2" fmla="*/ 70007 h 181201"/>
                <a:gd name="csX3" fmla="*/ 8400 w 112433"/>
                <a:gd name="csY3" fmla="*/ 58011 h 181201"/>
                <a:gd name="csX4" fmla="*/ 12591 w 112433"/>
                <a:gd name="csY4" fmla="*/ 55385 h 181201"/>
                <a:gd name="csX5" fmla="*/ 7841 w 112433"/>
                <a:gd name="csY5" fmla="*/ 55199 h 181201"/>
                <a:gd name="csX6" fmla="*/ 1490 w 112433"/>
                <a:gd name="csY6" fmla="*/ 49126 h 181201"/>
                <a:gd name="csX7" fmla="*/ 9983 w 112433"/>
                <a:gd name="csY7" fmla="*/ 18411 h 181201"/>
                <a:gd name="csX8" fmla="*/ 20917 w 112433"/>
                <a:gd name="csY8" fmla="*/ 3659 h 181201"/>
                <a:gd name="csX9" fmla="*/ 41071 w 112433"/>
                <a:gd name="csY9" fmla="*/ 2169 h 181201"/>
                <a:gd name="csX10" fmla="*/ 66124 w 112433"/>
                <a:gd name="csY10" fmla="*/ 18877 h 181201"/>
                <a:gd name="csX11" fmla="*/ 74897 w 112433"/>
                <a:gd name="csY11" fmla="*/ 27445 h 181201"/>
                <a:gd name="csX12" fmla="*/ 73798 w 112433"/>
                <a:gd name="csY12" fmla="*/ 35156 h 181201"/>
                <a:gd name="csX13" fmla="*/ 72141 w 112433"/>
                <a:gd name="csY13" fmla="*/ 38155 h 181201"/>
                <a:gd name="csX14" fmla="*/ 75456 w 112433"/>
                <a:gd name="csY14" fmla="*/ 37801 h 181201"/>
                <a:gd name="csX15" fmla="*/ 82609 w 112433"/>
                <a:gd name="csY15" fmla="*/ 39180 h 181201"/>
                <a:gd name="csX16" fmla="*/ 98255 w 112433"/>
                <a:gd name="csY16" fmla="*/ 79730 h 181201"/>
                <a:gd name="csX17" fmla="*/ 97100 w 112433"/>
                <a:gd name="csY17" fmla="*/ 85486 h 181201"/>
                <a:gd name="csX18" fmla="*/ 102930 w 112433"/>
                <a:gd name="csY18" fmla="*/ 90310 h 181201"/>
                <a:gd name="csX19" fmla="*/ 111629 w 112433"/>
                <a:gd name="csY19" fmla="*/ 121137 h 181201"/>
                <a:gd name="csX20" fmla="*/ 107308 w 112433"/>
                <a:gd name="csY20" fmla="*/ 131661 h 181201"/>
                <a:gd name="csX21" fmla="*/ 100528 w 112433"/>
                <a:gd name="csY21" fmla="*/ 134548 h 181201"/>
                <a:gd name="csX22" fmla="*/ 96728 w 112433"/>
                <a:gd name="csY22" fmla="*/ 118175 h 181201"/>
                <a:gd name="csX23" fmla="*/ 66515 w 112433"/>
                <a:gd name="csY23" fmla="*/ 40055 h 181201"/>
                <a:gd name="csX24" fmla="*/ 39432 w 112433"/>
                <a:gd name="csY24" fmla="*/ 16921 h 181201"/>
                <a:gd name="csX25" fmla="*/ 31255 w 112433"/>
                <a:gd name="csY25" fmla="*/ 18877 h 181201"/>
                <a:gd name="csX26" fmla="*/ 29392 w 112433"/>
                <a:gd name="csY26" fmla="*/ 21801 h 181201"/>
                <a:gd name="csX27" fmla="*/ 26431 w 112433"/>
                <a:gd name="csY27" fmla="*/ 38435 h 181201"/>
                <a:gd name="csX28" fmla="*/ 35856 w 112433"/>
                <a:gd name="csY28" fmla="*/ 58924 h 181201"/>
                <a:gd name="csX29" fmla="*/ 60611 w 112433"/>
                <a:gd name="csY29" fmla="*/ 127079 h 181201"/>
                <a:gd name="csX30" fmla="*/ 72215 w 112433"/>
                <a:gd name="csY30" fmla="*/ 154348 h 181201"/>
                <a:gd name="csX31" fmla="*/ 84341 w 112433"/>
                <a:gd name="csY31" fmla="*/ 162879 h 181201"/>
                <a:gd name="csX32" fmla="*/ 87917 w 112433"/>
                <a:gd name="csY32" fmla="*/ 165394 h 181201"/>
                <a:gd name="csX33" fmla="*/ 87079 w 112433"/>
                <a:gd name="csY33" fmla="*/ 176942 h 181201"/>
                <a:gd name="csX34" fmla="*/ 82702 w 112433"/>
                <a:gd name="csY34" fmla="*/ 181152 h 181201"/>
                <a:gd name="csX35" fmla="*/ 68173 w 112433"/>
                <a:gd name="csY35" fmla="*/ 178246 h 181201"/>
                <a:gd name="csX36" fmla="*/ 48801 w 112433"/>
                <a:gd name="csY36" fmla="*/ 164146 h 181201"/>
                <a:gd name="csX37" fmla="*/ 46287 w 112433"/>
                <a:gd name="csY37" fmla="*/ 156583 h 181201"/>
                <a:gd name="csX38" fmla="*/ 49248 w 112433"/>
                <a:gd name="csY38" fmla="*/ 152728 h 181201"/>
                <a:gd name="csX39" fmla="*/ 43958 w 112433"/>
                <a:gd name="csY39" fmla="*/ 154404 h 181201"/>
                <a:gd name="csX40" fmla="*/ 39469 w 112433"/>
                <a:gd name="csY40" fmla="*/ 152616 h 181201"/>
                <a:gd name="csX41" fmla="*/ 21178 w 112433"/>
                <a:gd name="csY41" fmla="*/ 128085 h 181201"/>
                <a:gd name="csX42" fmla="*/ 14193 w 112433"/>
                <a:gd name="csY42" fmla="*/ 116071 h 181201"/>
                <a:gd name="csX43" fmla="*/ 15869 w 112433"/>
                <a:gd name="csY43" fmla="*/ 109365 h 181201"/>
                <a:gd name="csX44" fmla="*/ 21588 w 112433"/>
                <a:gd name="csY44" fmla="*/ 103814 h 181201"/>
                <a:gd name="csX45" fmla="*/ 14510 w 112433"/>
                <a:gd name="csY45" fmla="*/ 106944 h 18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12433" h="181201">
                  <a:moveTo>
                    <a:pt x="14510" y="106944"/>
                  </a:moveTo>
                  <a:cubicBezTo>
                    <a:pt x="8326" y="107931"/>
                    <a:pt x="7376" y="102380"/>
                    <a:pt x="5979" y="98953"/>
                  </a:cubicBezTo>
                  <a:cubicBezTo>
                    <a:pt x="2216" y="89770"/>
                    <a:pt x="298" y="79991"/>
                    <a:pt x="18" y="70007"/>
                  </a:cubicBezTo>
                  <a:cubicBezTo>
                    <a:pt x="-187" y="62426"/>
                    <a:pt x="1266" y="60712"/>
                    <a:pt x="8400" y="58011"/>
                  </a:cubicBezTo>
                  <a:cubicBezTo>
                    <a:pt x="9928" y="57434"/>
                    <a:pt x="13187" y="57788"/>
                    <a:pt x="12591" y="55385"/>
                  </a:cubicBezTo>
                  <a:cubicBezTo>
                    <a:pt x="11902" y="52610"/>
                    <a:pt x="9369" y="54826"/>
                    <a:pt x="7841" y="55199"/>
                  </a:cubicBezTo>
                  <a:cubicBezTo>
                    <a:pt x="2831" y="56372"/>
                    <a:pt x="-280" y="53876"/>
                    <a:pt x="1490" y="49126"/>
                  </a:cubicBezTo>
                  <a:cubicBezTo>
                    <a:pt x="5215" y="39124"/>
                    <a:pt x="5178" y="28171"/>
                    <a:pt x="9983" y="18411"/>
                  </a:cubicBezTo>
                  <a:cubicBezTo>
                    <a:pt x="12796" y="12730"/>
                    <a:pt x="16465" y="7682"/>
                    <a:pt x="20917" y="3659"/>
                  </a:cubicBezTo>
                  <a:cubicBezTo>
                    <a:pt x="26729" y="-1575"/>
                    <a:pt x="34217" y="-365"/>
                    <a:pt x="41071" y="2169"/>
                  </a:cubicBezTo>
                  <a:cubicBezTo>
                    <a:pt x="50720" y="5726"/>
                    <a:pt x="58301" y="12525"/>
                    <a:pt x="66124" y="18877"/>
                  </a:cubicBezTo>
                  <a:cubicBezTo>
                    <a:pt x="69309" y="21466"/>
                    <a:pt x="72439" y="23980"/>
                    <a:pt x="74897" y="27445"/>
                  </a:cubicBezTo>
                  <a:cubicBezTo>
                    <a:pt x="77282" y="30779"/>
                    <a:pt x="77691" y="32996"/>
                    <a:pt x="73798" y="35156"/>
                  </a:cubicBezTo>
                  <a:cubicBezTo>
                    <a:pt x="72793" y="35715"/>
                    <a:pt x="71135" y="36591"/>
                    <a:pt x="72141" y="38155"/>
                  </a:cubicBezTo>
                  <a:cubicBezTo>
                    <a:pt x="73165" y="39739"/>
                    <a:pt x="74450" y="38714"/>
                    <a:pt x="75456" y="37801"/>
                  </a:cubicBezTo>
                  <a:cubicBezTo>
                    <a:pt x="78474" y="35026"/>
                    <a:pt x="81454" y="37094"/>
                    <a:pt x="82609" y="39180"/>
                  </a:cubicBezTo>
                  <a:cubicBezTo>
                    <a:pt x="89650" y="51958"/>
                    <a:pt x="96430" y="64922"/>
                    <a:pt x="98255" y="79730"/>
                  </a:cubicBezTo>
                  <a:cubicBezTo>
                    <a:pt x="99149" y="81909"/>
                    <a:pt x="94679" y="83008"/>
                    <a:pt x="97100" y="85486"/>
                  </a:cubicBezTo>
                  <a:cubicBezTo>
                    <a:pt x="100434" y="85430"/>
                    <a:pt x="102055" y="86994"/>
                    <a:pt x="102930" y="90310"/>
                  </a:cubicBezTo>
                  <a:cubicBezTo>
                    <a:pt x="105631" y="100648"/>
                    <a:pt x="108407" y="110967"/>
                    <a:pt x="111629" y="121137"/>
                  </a:cubicBezTo>
                  <a:cubicBezTo>
                    <a:pt x="113268" y="126278"/>
                    <a:pt x="112672" y="129761"/>
                    <a:pt x="107308" y="131661"/>
                  </a:cubicBezTo>
                  <a:cubicBezTo>
                    <a:pt x="105762" y="134325"/>
                    <a:pt x="103638" y="135591"/>
                    <a:pt x="100528" y="134548"/>
                  </a:cubicBezTo>
                  <a:cubicBezTo>
                    <a:pt x="98069" y="129370"/>
                    <a:pt x="97976" y="123652"/>
                    <a:pt x="96728" y="118175"/>
                  </a:cubicBezTo>
                  <a:cubicBezTo>
                    <a:pt x="90395" y="90682"/>
                    <a:pt x="80783" y="64456"/>
                    <a:pt x="66515" y="40055"/>
                  </a:cubicBezTo>
                  <a:cubicBezTo>
                    <a:pt x="60182" y="29233"/>
                    <a:pt x="52434" y="20032"/>
                    <a:pt x="39432" y="16921"/>
                  </a:cubicBezTo>
                  <a:cubicBezTo>
                    <a:pt x="36247" y="16157"/>
                    <a:pt x="33490" y="16139"/>
                    <a:pt x="31255" y="18877"/>
                  </a:cubicBezTo>
                  <a:cubicBezTo>
                    <a:pt x="29243" y="18970"/>
                    <a:pt x="29597" y="20553"/>
                    <a:pt x="29392" y="21801"/>
                  </a:cubicBezTo>
                  <a:cubicBezTo>
                    <a:pt x="24121" y="26588"/>
                    <a:pt x="24419" y="32418"/>
                    <a:pt x="26431" y="38435"/>
                  </a:cubicBezTo>
                  <a:cubicBezTo>
                    <a:pt x="28815" y="45587"/>
                    <a:pt x="32317" y="52274"/>
                    <a:pt x="35856" y="58924"/>
                  </a:cubicBezTo>
                  <a:cubicBezTo>
                    <a:pt x="47293" y="80494"/>
                    <a:pt x="55302" y="103274"/>
                    <a:pt x="60611" y="127079"/>
                  </a:cubicBezTo>
                  <a:cubicBezTo>
                    <a:pt x="62790" y="136839"/>
                    <a:pt x="65752" y="146302"/>
                    <a:pt x="72215" y="154348"/>
                  </a:cubicBezTo>
                  <a:cubicBezTo>
                    <a:pt x="75512" y="158446"/>
                    <a:pt x="78958" y="161873"/>
                    <a:pt x="84341" y="162879"/>
                  </a:cubicBezTo>
                  <a:cubicBezTo>
                    <a:pt x="85813" y="163159"/>
                    <a:pt x="87210" y="163867"/>
                    <a:pt x="87917" y="165394"/>
                  </a:cubicBezTo>
                  <a:cubicBezTo>
                    <a:pt x="88811" y="169343"/>
                    <a:pt x="89501" y="173254"/>
                    <a:pt x="87079" y="176942"/>
                  </a:cubicBezTo>
                  <a:cubicBezTo>
                    <a:pt x="86967" y="179774"/>
                    <a:pt x="84583" y="181525"/>
                    <a:pt x="82702" y="181152"/>
                  </a:cubicBezTo>
                  <a:cubicBezTo>
                    <a:pt x="77896" y="180183"/>
                    <a:pt x="72867" y="181133"/>
                    <a:pt x="68173" y="178246"/>
                  </a:cubicBezTo>
                  <a:cubicBezTo>
                    <a:pt x="61281" y="174055"/>
                    <a:pt x="55134" y="169007"/>
                    <a:pt x="48801" y="164146"/>
                  </a:cubicBezTo>
                  <a:cubicBezTo>
                    <a:pt x="46063" y="162041"/>
                    <a:pt x="46380" y="159340"/>
                    <a:pt x="46287" y="156583"/>
                  </a:cubicBezTo>
                  <a:cubicBezTo>
                    <a:pt x="45914" y="154237"/>
                    <a:pt x="47963" y="153696"/>
                    <a:pt x="49248" y="152728"/>
                  </a:cubicBezTo>
                  <a:cubicBezTo>
                    <a:pt x="47404" y="152914"/>
                    <a:pt x="46343" y="155578"/>
                    <a:pt x="43958" y="154404"/>
                  </a:cubicBezTo>
                  <a:cubicBezTo>
                    <a:pt x="42133" y="154628"/>
                    <a:pt x="40587" y="154088"/>
                    <a:pt x="39469" y="152616"/>
                  </a:cubicBezTo>
                  <a:cubicBezTo>
                    <a:pt x="33304" y="144495"/>
                    <a:pt x="24996" y="138069"/>
                    <a:pt x="21178" y="128085"/>
                  </a:cubicBezTo>
                  <a:cubicBezTo>
                    <a:pt x="19539" y="123801"/>
                    <a:pt x="16819" y="119889"/>
                    <a:pt x="14193" y="116071"/>
                  </a:cubicBezTo>
                  <a:cubicBezTo>
                    <a:pt x="11995" y="112885"/>
                    <a:pt x="13038" y="111023"/>
                    <a:pt x="15869" y="109365"/>
                  </a:cubicBezTo>
                  <a:cubicBezTo>
                    <a:pt x="16559" y="106068"/>
                    <a:pt x="19818" y="105528"/>
                    <a:pt x="21588" y="103814"/>
                  </a:cubicBezTo>
                  <a:cubicBezTo>
                    <a:pt x="19315" y="104541"/>
                    <a:pt x="17527" y="107186"/>
                    <a:pt x="14510" y="106944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8A476531-2788-48AA-0F0E-B3D181C39385}"/>
                </a:ext>
              </a:extLst>
            </p:cNvPr>
            <p:cNvSpPr/>
            <p:nvPr/>
          </p:nvSpPr>
          <p:spPr>
            <a:xfrm>
              <a:off x="1790214" y="4846599"/>
              <a:ext cx="76264" cy="156502"/>
            </a:xfrm>
            <a:custGeom>
              <a:avLst/>
              <a:gdLst>
                <a:gd name="csX0" fmla="*/ 0 w 76264"/>
                <a:gd name="csY0" fmla="*/ 4159 h 156502"/>
                <a:gd name="csX1" fmla="*/ 7078 w 76264"/>
                <a:gd name="csY1" fmla="*/ 284 h 156502"/>
                <a:gd name="csX2" fmla="*/ 37645 w 76264"/>
                <a:gd name="csY2" fmla="*/ 25356 h 156502"/>
                <a:gd name="csX3" fmla="*/ 69831 w 76264"/>
                <a:gd name="csY3" fmla="*/ 113981 h 156502"/>
                <a:gd name="csX4" fmla="*/ 70055 w 76264"/>
                <a:gd name="csY4" fmla="*/ 119607 h 156502"/>
                <a:gd name="csX5" fmla="*/ 68937 w 76264"/>
                <a:gd name="csY5" fmla="*/ 120668 h 156502"/>
                <a:gd name="csX6" fmla="*/ 70185 w 76264"/>
                <a:gd name="csY6" fmla="*/ 122866 h 156502"/>
                <a:gd name="csX7" fmla="*/ 76258 w 76264"/>
                <a:gd name="csY7" fmla="*/ 128920 h 156502"/>
                <a:gd name="csX8" fmla="*/ 68881 w 76264"/>
                <a:gd name="csY8" fmla="*/ 152837 h 156502"/>
                <a:gd name="csX9" fmla="*/ 59978 w 76264"/>
                <a:gd name="csY9" fmla="*/ 151123 h 156502"/>
                <a:gd name="csX10" fmla="*/ 57538 w 76264"/>
                <a:gd name="csY10" fmla="*/ 137563 h 156502"/>
                <a:gd name="csX11" fmla="*/ 19670 w 76264"/>
                <a:gd name="csY11" fmla="*/ 27759 h 156502"/>
                <a:gd name="csX12" fmla="*/ 2757 w 76264"/>
                <a:gd name="csY12" fmla="*/ 7530 h 156502"/>
                <a:gd name="csX13" fmla="*/ 0 w 76264"/>
                <a:gd name="csY13" fmla="*/ 4159 h 156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4" h="156502">
                  <a:moveTo>
                    <a:pt x="0" y="4159"/>
                  </a:moveTo>
                  <a:cubicBezTo>
                    <a:pt x="913" y="191"/>
                    <a:pt x="3129" y="-498"/>
                    <a:pt x="7078" y="284"/>
                  </a:cubicBezTo>
                  <a:cubicBezTo>
                    <a:pt x="21868" y="3171"/>
                    <a:pt x="30641" y="13118"/>
                    <a:pt x="37645" y="25356"/>
                  </a:cubicBezTo>
                  <a:cubicBezTo>
                    <a:pt x="53514" y="53035"/>
                    <a:pt x="63964" y="82670"/>
                    <a:pt x="69831" y="113981"/>
                  </a:cubicBezTo>
                  <a:cubicBezTo>
                    <a:pt x="70167" y="115807"/>
                    <a:pt x="69999" y="117725"/>
                    <a:pt x="70055" y="119607"/>
                  </a:cubicBezTo>
                  <a:cubicBezTo>
                    <a:pt x="70241" y="120557"/>
                    <a:pt x="70055" y="121115"/>
                    <a:pt x="68937" y="120668"/>
                  </a:cubicBezTo>
                  <a:cubicBezTo>
                    <a:pt x="67280" y="122587"/>
                    <a:pt x="68863" y="123071"/>
                    <a:pt x="70185" y="122866"/>
                  </a:cubicBezTo>
                  <a:cubicBezTo>
                    <a:pt x="75121" y="122084"/>
                    <a:pt x="76220" y="125530"/>
                    <a:pt x="76258" y="128920"/>
                  </a:cubicBezTo>
                  <a:cubicBezTo>
                    <a:pt x="76369" y="137600"/>
                    <a:pt x="75159" y="146056"/>
                    <a:pt x="68881" y="152837"/>
                  </a:cubicBezTo>
                  <a:cubicBezTo>
                    <a:pt x="64001" y="158108"/>
                    <a:pt x="62679" y="157828"/>
                    <a:pt x="59978" y="151123"/>
                  </a:cubicBezTo>
                  <a:cubicBezTo>
                    <a:pt x="56998" y="147006"/>
                    <a:pt x="58115" y="142052"/>
                    <a:pt x="57538" y="137563"/>
                  </a:cubicBezTo>
                  <a:cubicBezTo>
                    <a:pt x="52564" y="98298"/>
                    <a:pt x="40587" y="61492"/>
                    <a:pt x="19670" y="27759"/>
                  </a:cubicBezTo>
                  <a:cubicBezTo>
                    <a:pt x="14994" y="20233"/>
                    <a:pt x="9444" y="13398"/>
                    <a:pt x="2757" y="7530"/>
                  </a:cubicBezTo>
                  <a:cubicBezTo>
                    <a:pt x="1695" y="6562"/>
                    <a:pt x="298" y="5816"/>
                    <a:pt x="0" y="4159"/>
                  </a:cubicBezTo>
                  <a:close/>
                </a:path>
              </a:pathLst>
            </a:custGeom>
            <a:solidFill>
              <a:srgbClr val="9AC6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609F71E4-3D34-705B-B2C5-9ED494C618C9}"/>
                </a:ext>
              </a:extLst>
            </p:cNvPr>
            <p:cNvSpPr/>
            <p:nvPr/>
          </p:nvSpPr>
          <p:spPr>
            <a:xfrm>
              <a:off x="1788750" y="4850758"/>
              <a:ext cx="61478" cy="158335"/>
            </a:xfrm>
            <a:custGeom>
              <a:avLst/>
              <a:gdLst>
                <a:gd name="csX0" fmla="*/ 1464 w 61478"/>
                <a:gd name="csY0" fmla="*/ 0 h 158335"/>
                <a:gd name="csX1" fmla="*/ 25175 w 61478"/>
                <a:gd name="csY1" fmla="*/ 27381 h 158335"/>
                <a:gd name="csX2" fmla="*/ 61050 w 61478"/>
                <a:gd name="csY2" fmla="*/ 137371 h 158335"/>
                <a:gd name="csX3" fmla="*/ 61479 w 61478"/>
                <a:gd name="csY3" fmla="*/ 146946 h 158335"/>
                <a:gd name="csX4" fmla="*/ 61293 w 61478"/>
                <a:gd name="csY4" fmla="*/ 155234 h 158335"/>
                <a:gd name="csX5" fmla="*/ 58014 w 61478"/>
                <a:gd name="csY5" fmla="*/ 158140 h 158335"/>
                <a:gd name="csX6" fmla="*/ 57958 w 61478"/>
                <a:gd name="csY6" fmla="*/ 145828 h 158335"/>
                <a:gd name="csX7" fmla="*/ 55611 w 61478"/>
                <a:gd name="csY7" fmla="*/ 131579 h 158335"/>
                <a:gd name="csX8" fmla="*/ 41008 w 61478"/>
                <a:gd name="csY8" fmla="*/ 70353 h 158335"/>
                <a:gd name="csX9" fmla="*/ 12975 w 61478"/>
                <a:gd name="csY9" fmla="*/ 15926 h 158335"/>
                <a:gd name="csX10" fmla="*/ 551 w 61478"/>
                <a:gd name="csY10" fmla="*/ 2179 h 158335"/>
                <a:gd name="csX11" fmla="*/ 1464 w 61478"/>
                <a:gd name="csY11" fmla="*/ 0 h 158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1478" h="158335">
                  <a:moveTo>
                    <a:pt x="1464" y="0"/>
                  </a:moveTo>
                  <a:cubicBezTo>
                    <a:pt x="12379" y="6519"/>
                    <a:pt x="18898" y="16913"/>
                    <a:pt x="25175" y="27381"/>
                  </a:cubicBezTo>
                  <a:cubicBezTo>
                    <a:pt x="45478" y="61300"/>
                    <a:pt x="56599" y="98256"/>
                    <a:pt x="61050" y="137371"/>
                  </a:cubicBezTo>
                  <a:cubicBezTo>
                    <a:pt x="61404" y="140538"/>
                    <a:pt x="61348" y="143760"/>
                    <a:pt x="61479" y="146946"/>
                  </a:cubicBezTo>
                  <a:cubicBezTo>
                    <a:pt x="61404" y="149702"/>
                    <a:pt x="61311" y="152478"/>
                    <a:pt x="61293" y="155234"/>
                  </a:cubicBezTo>
                  <a:cubicBezTo>
                    <a:pt x="61293" y="157488"/>
                    <a:pt x="60622" y="158867"/>
                    <a:pt x="58014" y="158140"/>
                  </a:cubicBezTo>
                  <a:cubicBezTo>
                    <a:pt x="57996" y="154042"/>
                    <a:pt x="57977" y="149926"/>
                    <a:pt x="57958" y="145828"/>
                  </a:cubicBezTo>
                  <a:cubicBezTo>
                    <a:pt x="55332" y="141395"/>
                    <a:pt x="55928" y="136291"/>
                    <a:pt x="55611" y="131579"/>
                  </a:cubicBezTo>
                  <a:cubicBezTo>
                    <a:pt x="54233" y="110288"/>
                    <a:pt x="48142" y="90190"/>
                    <a:pt x="41008" y="70353"/>
                  </a:cubicBezTo>
                  <a:cubicBezTo>
                    <a:pt x="34042" y="51018"/>
                    <a:pt x="25809" y="32299"/>
                    <a:pt x="12975" y="15926"/>
                  </a:cubicBezTo>
                  <a:cubicBezTo>
                    <a:pt x="9138" y="11046"/>
                    <a:pt x="3922" y="7451"/>
                    <a:pt x="551" y="2179"/>
                  </a:cubicBezTo>
                  <a:cubicBezTo>
                    <a:pt x="-287" y="987"/>
                    <a:pt x="-306" y="112"/>
                    <a:pt x="1464" y="0"/>
                  </a:cubicBezTo>
                  <a:close/>
                </a:path>
              </a:pathLst>
            </a:custGeom>
            <a:solidFill>
              <a:srgbClr val="45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BAA425DE-B33C-AED5-7E4C-8608E3EEC193}"/>
                </a:ext>
              </a:extLst>
            </p:cNvPr>
            <p:cNvSpPr/>
            <p:nvPr/>
          </p:nvSpPr>
          <p:spPr>
            <a:xfrm>
              <a:off x="1853595" y="4908575"/>
              <a:ext cx="9839" cy="10673"/>
            </a:xfrm>
            <a:custGeom>
              <a:avLst/>
              <a:gdLst>
                <a:gd name="csX0" fmla="*/ 3227 w 9839"/>
                <a:gd name="csY0" fmla="*/ 8904 h 10673"/>
                <a:gd name="csX1" fmla="*/ 768 w 9839"/>
                <a:gd name="csY1" fmla="*/ 10543 h 10673"/>
                <a:gd name="csX2" fmla="*/ 731 w 9839"/>
                <a:gd name="csY2" fmla="*/ 7767 h 10673"/>
                <a:gd name="csX3" fmla="*/ 4382 w 9839"/>
                <a:gd name="csY3" fmla="*/ 3129 h 10673"/>
                <a:gd name="csX4" fmla="*/ 9839 w 9839"/>
                <a:gd name="csY4" fmla="*/ 0 h 10673"/>
                <a:gd name="csX5" fmla="*/ 3227 w 9839"/>
                <a:gd name="csY5" fmla="*/ 8904 h 10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839" h="10673">
                  <a:moveTo>
                    <a:pt x="3227" y="8904"/>
                  </a:moveTo>
                  <a:cubicBezTo>
                    <a:pt x="2221" y="9220"/>
                    <a:pt x="2072" y="11195"/>
                    <a:pt x="768" y="10543"/>
                  </a:cubicBezTo>
                  <a:cubicBezTo>
                    <a:pt x="-480" y="9928"/>
                    <a:pt x="5" y="8587"/>
                    <a:pt x="731" y="7767"/>
                  </a:cubicBezTo>
                  <a:cubicBezTo>
                    <a:pt x="2035" y="6277"/>
                    <a:pt x="2370" y="4042"/>
                    <a:pt x="4382" y="3129"/>
                  </a:cubicBezTo>
                  <a:cubicBezTo>
                    <a:pt x="5946" y="2235"/>
                    <a:pt x="7511" y="1322"/>
                    <a:pt x="9839" y="0"/>
                  </a:cubicBezTo>
                  <a:cubicBezTo>
                    <a:pt x="8685" y="4452"/>
                    <a:pt x="4736" y="5793"/>
                    <a:pt x="3227" y="8904"/>
                  </a:cubicBezTo>
                  <a:close/>
                </a:path>
              </a:pathLst>
            </a:custGeom>
            <a:solidFill>
              <a:srgbClr val="5E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ADE71D03-2AEF-7673-A2EB-61889965F6BC}"/>
                </a:ext>
              </a:extLst>
            </p:cNvPr>
            <p:cNvSpPr/>
            <p:nvPr/>
          </p:nvSpPr>
          <p:spPr>
            <a:xfrm>
              <a:off x="1773964" y="4933386"/>
              <a:ext cx="11648" cy="7990"/>
            </a:xfrm>
            <a:custGeom>
              <a:avLst/>
              <a:gdLst>
                <a:gd name="csX0" fmla="*/ 249 w 11648"/>
                <a:gd name="csY0" fmla="*/ 5551 h 7990"/>
                <a:gd name="csX1" fmla="*/ 11648 w 11648"/>
                <a:gd name="csY1" fmla="*/ 0 h 7990"/>
                <a:gd name="csX2" fmla="*/ 1590 w 11648"/>
                <a:gd name="csY2" fmla="*/ 7991 h 7990"/>
                <a:gd name="csX3" fmla="*/ 249 w 11648"/>
                <a:gd name="csY3" fmla="*/ 5551 h 7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48" h="7990">
                  <a:moveTo>
                    <a:pt x="249" y="5551"/>
                  </a:moveTo>
                  <a:cubicBezTo>
                    <a:pt x="3415" y="3073"/>
                    <a:pt x="6619" y="671"/>
                    <a:pt x="11648" y="0"/>
                  </a:cubicBezTo>
                  <a:cubicBezTo>
                    <a:pt x="8575" y="3967"/>
                    <a:pt x="4701" y="5495"/>
                    <a:pt x="1590" y="7991"/>
                  </a:cubicBezTo>
                  <a:cubicBezTo>
                    <a:pt x="-273" y="7954"/>
                    <a:pt x="-161" y="6836"/>
                    <a:pt x="249" y="5551"/>
                  </a:cubicBezTo>
                  <a:close/>
                </a:path>
              </a:pathLst>
            </a:custGeom>
            <a:solidFill>
              <a:srgbClr val="5B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3510DFE9-7A8F-E4CE-8EF0-C77FB16665BB}"/>
                </a:ext>
              </a:extLst>
            </p:cNvPr>
            <p:cNvSpPr/>
            <p:nvPr/>
          </p:nvSpPr>
          <p:spPr>
            <a:xfrm>
              <a:off x="1803625" y="4982299"/>
              <a:ext cx="8437" cy="6298"/>
            </a:xfrm>
            <a:custGeom>
              <a:avLst/>
              <a:gdLst>
                <a:gd name="csX0" fmla="*/ 0 w 8437"/>
                <a:gd name="csY0" fmla="*/ 4098 h 6298"/>
                <a:gd name="csX1" fmla="*/ 8438 w 8437"/>
                <a:gd name="csY1" fmla="*/ 0 h 6298"/>
                <a:gd name="csX2" fmla="*/ 2347 w 8437"/>
                <a:gd name="csY2" fmla="*/ 6277 h 6298"/>
                <a:gd name="csX3" fmla="*/ 0 w 8437"/>
                <a:gd name="csY3" fmla="*/ 4098 h 6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37" h="6298">
                  <a:moveTo>
                    <a:pt x="0" y="4098"/>
                  </a:moveTo>
                  <a:cubicBezTo>
                    <a:pt x="2608" y="2496"/>
                    <a:pt x="5048" y="559"/>
                    <a:pt x="8438" y="0"/>
                  </a:cubicBezTo>
                  <a:cubicBezTo>
                    <a:pt x="7358" y="3297"/>
                    <a:pt x="3967" y="3930"/>
                    <a:pt x="2347" y="6277"/>
                  </a:cubicBezTo>
                  <a:cubicBezTo>
                    <a:pt x="726" y="6445"/>
                    <a:pt x="37" y="5625"/>
                    <a:pt x="0" y="4098"/>
                  </a:cubicBezTo>
                  <a:close/>
                </a:path>
              </a:pathLst>
            </a:custGeom>
            <a:solidFill>
              <a:srgbClr val="59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B1101AA1-D1C7-0D4E-409C-7DC94555C002}"/>
                </a:ext>
              </a:extLst>
            </p:cNvPr>
            <p:cNvSpPr/>
            <p:nvPr/>
          </p:nvSpPr>
          <p:spPr>
            <a:xfrm>
              <a:off x="1859188" y="4963635"/>
              <a:ext cx="9592" cy="4611"/>
            </a:xfrm>
            <a:custGeom>
              <a:avLst/>
              <a:gdLst>
                <a:gd name="csX0" fmla="*/ 0 w 9592"/>
                <a:gd name="csY0" fmla="*/ 3614 h 4611"/>
                <a:gd name="csX1" fmla="*/ 1118 w 9592"/>
                <a:gd name="csY1" fmla="*/ 2552 h 4611"/>
                <a:gd name="csX2" fmla="*/ 7842 w 9592"/>
                <a:gd name="csY2" fmla="*/ 0 h 4611"/>
                <a:gd name="csX3" fmla="*/ 9593 w 9592"/>
                <a:gd name="csY3" fmla="*/ 1062 h 4611"/>
                <a:gd name="csX4" fmla="*/ 0 w 9592"/>
                <a:gd name="csY4" fmla="*/ 3614 h 4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92" h="4611">
                  <a:moveTo>
                    <a:pt x="0" y="3614"/>
                  </a:moveTo>
                  <a:cubicBezTo>
                    <a:pt x="373" y="3260"/>
                    <a:pt x="745" y="2906"/>
                    <a:pt x="1118" y="2552"/>
                  </a:cubicBezTo>
                  <a:cubicBezTo>
                    <a:pt x="3725" y="2664"/>
                    <a:pt x="5774" y="1341"/>
                    <a:pt x="7842" y="0"/>
                  </a:cubicBezTo>
                  <a:cubicBezTo>
                    <a:pt x="8419" y="354"/>
                    <a:pt x="9015" y="708"/>
                    <a:pt x="9593" y="1062"/>
                  </a:cubicBezTo>
                  <a:cubicBezTo>
                    <a:pt x="6706" y="3129"/>
                    <a:pt x="4117" y="6221"/>
                    <a:pt x="0" y="3614"/>
                  </a:cubicBezTo>
                  <a:close/>
                </a:path>
              </a:pathLst>
            </a:custGeom>
            <a:solidFill>
              <a:srgbClr val="5672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19A9BE6-B605-83F1-F410-C5809479872C}"/>
                </a:ext>
              </a:extLst>
            </p:cNvPr>
            <p:cNvSpPr/>
            <p:nvPr/>
          </p:nvSpPr>
          <p:spPr>
            <a:xfrm>
              <a:off x="1661430" y="5017946"/>
              <a:ext cx="95479" cy="63612"/>
            </a:xfrm>
            <a:custGeom>
              <a:avLst/>
              <a:gdLst>
                <a:gd name="csX0" fmla="*/ 85811 w 95479"/>
                <a:gd name="csY0" fmla="*/ 54562 h 63612"/>
                <a:gd name="csX1" fmla="*/ 84880 w 95479"/>
                <a:gd name="csY1" fmla="*/ 61081 h 63612"/>
                <a:gd name="csX2" fmla="*/ 60479 w 95479"/>
                <a:gd name="csY2" fmla="*/ 62999 h 63612"/>
                <a:gd name="csX3" fmla="*/ 37755 w 95479"/>
                <a:gd name="csY3" fmla="*/ 57113 h 63612"/>
                <a:gd name="csX4" fmla="*/ 1861 w 95479"/>
                <a:gd name="csY4" fmla="*/ 27236 h 63612"/>
                <a:gd name="csX5" fmla="*/ 18532 w 95479"/>
                <a:gd name="csY5" fmla="*/ 41 h 63612"/>
                <a:gd name="csX6" fmla="*/ 56120 w 95479"/>
                <a:gd name="csY6" fmla="*/ 15036 h 63612"/>
                <a:gd name="csX7" fmla="*/ 58784 w 95479"/>
                <a:gd name="csY7" fmla="*/ 17066 h 63612"/>
                <a:gd name="csX8" fmla="*/ 59771 w 95479"/>
                <a:gd name="csY8" fmla="*/ 17048 h 63612"/>
                <a:gd name="csX9" fmla="*/ 86854 w 95479"/>
                <a:gd name="csY9" fmla="*/ 31055 h 63612"/>
                <a:gd name="csX10" fmla="*/ 95125 w 95479"/>
                <a:gd name="csY10" fmla="*/ 42920 h 63612"/>
                <a:gd name="csX11" fmla="*/ 88661 w 95479"/>
                <a:gd name="csY11" fmla="*/ 50967 h 63612"/>
                <a:gd name="csX12" fmla="*/ 85849 w 95479"/>
                <a:gd name="csY12" fmla="*/ 50985 h 63612"/>
                <a:gd name="csX13" fmla="*/ 69830 w 95479"/>
                <a:gd name="csY13" fmla="*/ 46198 h 63612"/>
                <a:gd name="csX14" fmla="*/ 68135 w 95479"/>
                <a:gd name="csY14" fmla="*/ 39437 h 63612"/>
                <a:gd name="csX15" fmla="*/ 30080 w 95479"/>
                <a:gd name="csY15" fmla="*/ 17457 h 63612"/>
                <a:gd name="csX16" fmla="*/ 26169 w 95479"/>
                <a:gd name="csY16" fmla="*/ 20456 h 63612"/>
                <a:gd name="csX17" fmla="*/ 20674 w 95479"/>
                <a:gd name="csY17" fmla="*/ 18649 h 63612"/>
                <a:gd name="csX18" fmla="*/ 21475 w 95479"/>
                <a:gd name="csY18" fmla="*/ 21965 h 63612"/>
                <a:gd name="csX19" fmla="*/ 21885 w 95479"/>
                <a:gd name="csY19" fmla="*/ 28391 h 63612"/>
                <a:gd name="csX20" fmla="*/ 51836 w 95479"/>
                <a:gd name="csY20" fmla="*/ 46012 h 63612"/>
                <a:gd name="csX21" fmla="*/ 58933 w 95479"/>
                <a:gd name="csY21" fmla="*/ 43702 h 63612"/>
                <a:gd name="csX22" fmla="*/ 63236 w 95479"/>
                <a:gd name="csY22" fmla="*/ 44280 h 63612"/>
                <a:gd name="csX23" fmla="*/ 85811 w 95479"/>
                <a:gd name="csY23" fmla="*/ 54562 h 6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5479" h="63612">
                  <a:moveTo>
                    <a:pt x="85811" y="54562"/>
                  </a:moveTo>
                  <a:cubicBezTo>
                    <a:pt x="89350" y="57281"/>
                    <a:pt x="88661" y="59442"/>
                    <a:pt x="84880" y="61081"/>
                  </a:cubicBezTo>
                  <a:cubicBezTo>
                    <a:pt x="76982" y="64508"/>
                    <a:pt x="68693" y="63689"/>
                    <a:pt x="60479" y="62999"/>
                  </a:cubicBezTo>
                  <a:cubicBezTo>
                    <a:pt x="52600" y="62329"/>
                    <a:pt x="44721" y="60392"/>
                    <a:pt x="37755" y="57113"/>
                  </a:cubicBezTo>
                  <a:cubicBezTo>
                    <a:pt x="23375" y="50333"/>
                    <a:pt x="9479" y="42324"/>
                    <a:pt x="1861" y="27236"/>
                  </a:cubicBezTo>
                  <a:cubicBezTo>
                    <a:pt x="-4155" y="15315"/>
                    <a:pt x="5214" y="600"/>
                    <a:pt x="18532" y="41"/>
                  </a:cubicBezTo>
                  <a:cubicBezTo>
                    <a:pt x="33433" y="-573"/>
                    <a:pt x="45317" y="5704"/>
                    <a:pt x="56120" y="15036"/>
                  </a:cubicBezTo>
                  <a:cubicBezTo>
                    <a:pt x="56959" y="15762"/>
                    <a:pt x="57890" y="16377"/>
                    <a:pt x="58784" y="17066"/>
                  </a:cubicBezTo>
                  <a:cubicBezTo>
                    <a:pt x="59101" y="16563"/>
                    <a:pt x="59436" y="16526"/>
                    <a:pt x="59771" y="17048"/>
                  </a:cubicBezTo>
                  <a:cubicBezTo>
                    <a:pt x="69550" y="20270"/>
                    <a:pt x="78491" y="25150"/>
                    <a:pt x="86854" y="31055"/>
                  </a:cubicBezTo>
                  <a:cubicBezTo>
                    <a:pt x="90971" y="33961"/>
                    <a:pt x="94324" y="37407"/>
                    <a:pt x="95125" y="42920"/>
                  </a:cubicBezTo>
                  <a:cubicBezTo>
                    <a:pt x="96112" y="49663"/>
                    <a:pt x="95367" y="50911"/>
                    <a:pt x="88661" y="50967"/>
                  </a:cubicBezTo>
                  <a:cubicBezTo>
                    <a:pt x="87730" y="50967"/>
                    <a:pt x="86799" y="50985"/>
                    <a:pt x="85849" y="50985"/>
                  </a:cubicBezTo>
                  <a:cubicBezTo>
                    <a:pt x="79441" y="52941"/>
                    <a:pt x="74728" y="49234"/>
                    <a:pt x="69830" y="46198"/>
                  </a:cubicBezTo>
                  <a:cubicBezTo>
                    <a:pt x="70724" y="43591"/>
                    <a:pt x="71096" y="41095"/>
                    <a:pt x="68135" y="39437"/>
                  </a:cubicBezTo>
                  <a:cubicBezTo>
                    <a:pt x="55357" y="32266"/>
                    <a:pt x="44032" y="22617"/>
                    <a:pt x="30080" y="17457"/>
                  </a:cubicBezTo>
                  <a:cubicBezTo>
                    <a:pt x="26951" y="16302"/>
                    <a:pt x="25033" y="16265"/>
                    <a:pt x="26169" y="20456"/>
                  </a:cubicBezTo>
                  <a:cubicBezTo>
                    <a:pt x="23580" y="22207"/>
                    <a:pt x="22350" y="19860"/>
                    <a:pt x="20674" y="18649"/>
                  </a:cubicBezTo>
                  <a:cubicBezTo>
                    <a:pt x="20879" y="19767"/>
                    <a:pt x="22332" y="20605"/>
                    <a:pt x="21475" y="21965"/>
                  </a:cubicBezTo>
                  <a:cubicBezTo>
                    <a:pt x="19240" y="24256"/>
                    <a:pt x="20134" y="26380"/>
                    <a:pt x="21885" y="28391"/>
                  </a:cubicBezTo>
                  <a:cubicBezTo>
                    <a:pt x="29913" y="37593"/>
                    <a:pt x="40101" y="43106"/>
                    <a:pt x="51836" y="46012"/>
                  </a:cubicBezTo>
                  <a:cubicBezTo>
                    <a:pt x="54668" y="46701"/>
                    <a:pt x="56959" y="45695"/>
                    <a:pt x="58933" y="43702"/>
                  </a:cubicBezTo>
                  <a:cubicBezTo>
                    <a:pt x="60460" y="43162"/>
                    <a:pt x="61895" y="43646"/>
                    <a:pt x="63236" y="44280"/>
                  </a:cubicBezTo>
                  <a:cubicBezTo>
                    <a:pt x="70705" y="47819"/>
                    <a:pt x="78677" y="50277"/>
                    <a:pt x="85811" y="54562"/>
                  </a:cubicBezTo>
                  <a:close/>
                </a:path>
              </a:pathLst>
            </a:custGeom>
            <a:solidFill>
              <a:srgbClr val="98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010F3BBA-F3ED-392B-B881-16B1FAF2FF10}"/>
                </a:ext>
              </a:extLst>
            </p:cNvPr>
            <p:cNvSpPr/>
            <p:nvPr/>
          </p:nvSpPr>
          <p:spPr>
            <a:xfrm>
              <a:off x="1678528" y="5034257"/>
              <a:ext cx="81566" cy="39357"/>
            </a:xfrm>
            <a:custGeom>
              <a:avLst/>
              <a:gdLst>
                <a:gd name="csX0" fmla="*/ 68714 w 81566"/>
                <a:gd name="csY0" fmla="*/ 38251 h 39357"/>
                <a:gd name="csX1" fmla="*/ 45319 w 81566"/>
                <a:gd name="csY1" fmla="*/ 29142 h 39357"/>
                <a:gd name="csX2" fmla="*/ 41612 w 81566"/>
                <a:gd name="csY2" fmla="*/ 28043 h 39357"/>
                <a:gd name="csX3" fmla="*/ 40532 w 81566"/>
                <a:gd name="csY3" fmla="*/ 28267 h 39357"/>
                <a:gd name="csX4" fmla="*/ 5029 w 81566"/>
                <a:gd name="csY4" fmla="*/ 6809 h 39357"/>
                <a:gd name="csX5" fmla="*/ 4452 w 81566"/>
                <a:gd name="csY5" fmla="*/ 5244 h 39357"/>
                <a:gd name="csX6" fmla="*/ 0 w 81566"/>
                <a:gd name="csY6" fmla="*/ 141 h 39357"/>
                <a:gd name="csX7" fmla="*/ 8773 w 81566"/>
                <a:gd name="csY7" fmla="*/ 4555 h 39357"/>
                <a:gd name="csX8" fmla="*/ 26599 w 81566"/>
                <a:gd name="csY8" fmla="*/ 15079 h 39357"/>
                <a:gd name="csX9" fmla="*/ 49715 w 81566"/>
                <a:gd name="csY9" fmla="*/ 26758 h 39357"/>
                <a:gd name="csX10" fmla="*/ 52769 w 81566"/>
                <a:gd name="csY10" fmla="*/ 29086 h 39357"/>
                <a:gd name="csX11" fmla="*/ 68751 w 81566"/>
                <a:gd name="csY11" fmla="*/ 34674 h 39357"/>
                <a:gd name="csX12" fmla="*/ 81566 w 81566"/>
                <a:gd name="csY12" fmla="*/ 38102 h 39357"/>
                <a:gd name="csX13" fmla="*/ 68714 w 81566"/>
                <a:gd name="csY13" fmla="*/ 38251 h 39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1566" h="39357">
                  <a:moveTo>
                    <a:pt x="68714" y="38251"/>
                  </a:moveTo>
                  <a:cubicBezTo>
                    <a:pt x="60313" y="36761"/>
                    <a:pt x="53198" y="31955"/>
                    <a:pt x="45319" y="29142"/>
                  </a:cubicBezTo>
                  <a:cubicBezTo>
                    <a:pt x="44108" y="28714"/>
                    <a:pt x="43046" y="27745"/>
                    <a:pt x="41612" y="28043"/>
                  </a:cubicBezTo>
                  <a:cubicBezTo>
                    <a:pt x="41258" y="28211"/>
                    <a:pt x="40848" y="28397"/>
                    <a:pt x="40532" y="28267"/>
                  </a:cubicBezTo>
                  <a:cubicBezTo>
                    <a:pt x="27530" y="23051"/>
                    <a:pt x="15516" y="16197"/>
                    <a:pt x="5029" y="6809"/>
                  </a:cubicBezTo>
                  <a:cubicBezTo>
                    <a:pt x="4619" y="6436"/>
                    <a:pt x="4526" y="5822"/>
                    <a:pt x="4452" y="5244"/>
                  </a:cubicBezTo>
                  <a:cubicBezTo>
                    <a:pt x="3763" y="2972"/>
                    <a:pt x="466" y="3084"/>
                    <a:pt x="0" y="141"/>
                  </a:cubicBezTo>
                  <a:cubicBezTo>
                    <a:pt x="4266" y="-865"/>
                    <a:pt x="5588" y="3829"/>
                    <a:pt x="8773" y="4555"/>
                  </a:cubicBezTo>
                  <a:cubicBezTo>
                    <a:pt x="15460" y="6790"/>
                    <a:pt x="20489" y="11801"/>
                    <a:pt x="26599" y="15079"/>
                  </a:cubicBezTo>
                  <a:cubicBezTo>
                    <a:pt x="34217" y="19158"/>
                    <a:pt x="41817" y="23238"/>
                    <a:pt x="49715" y="26758"/>
                  </a:cubicBezTo>
                  <a:cubicBezTo>
                    <a:pt x="50925" y="27298"/>
                    <a:pt x="52155" y="27783"/>
                    <a:pt x="52769" y="29086"/>
                  </a:cubicBezTo>
                  <a:cubicBezTo>
                    <a:pt x="57780" y="31825"/>
                    <a:pt x="63089" y="33780"/>
                    <a:pt x="68751" y="34674"/>
                  </a:cubicBezTo>
                  <a:cubicBezTo>
                    <a:pt x="72439" y="36910"/>
                    <a:pt x="77152" y="35550"/>
                    <a:pt x="81566" y="38102"/>
                  </a:cubicBezTo>
                  <a:cubicBezTo>
                    <a:pt x="76798" y="40952"/>
                    <a:pt x="72719" y="38027"/>
                    <a:pt x="68714" y="38251"/>
                  </a:cubicBezTo>
                  <a:close/>
                </a:path>
              </a:pathLst>
            </a:custGeom>
            <a:solidFill>
              <a:srgbClr val="4A5F2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6BDF9FE7-8278-C2ED-A356-D9486DA1A27C}"/>
                </a:ext>
              </a:extLst>
            </p:cNvPr>
            <p:cNvSpPr/>
            <p:nvPr/>
          </p:nvSpPr>
          <p:spPr>
            <a:xfrm>
              <a:off x="1720215" y="5015287"/>
              <a:ext cx="7785" cy="19725"/>
            </a:xfrm>
            <a:custGeom>
              <a:avLst/>
              <a:gdLst>
                <a:gd name="csX0" fmla="*/ 969 w 7785"/>
                <a:gd name="csY0" fmla="*/ 19707 h 19725"/>
                <a:gd name="csX1" fmla="*/ 484 w 7785"/>
                <a:gd name="csY1" fmla="*/ 19726 h 19725"/>
                <a:gd name="csX2" fmla="*/ 0 w 7785"/>
                <a:gd name="csY2" fmla="*/ 19726 h 19725"/>
                <a:gd name="csX3" fmla="*/ 7786 w 7785"/>
                <a:gd name="csY3" fmla="*/ 0 h 19725"/>
                <a:gd name="csX4" fmla="*/ 969 w 7785"/>
                <a:gd name="csY4" fmla="*/ 19707 h 1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85" h="19725">
                  <a:moveTo>
                    <a:pt x="969" y="19707"/>
                  </a:moveTo>
                  <a:lnTo>
                    <a:pt x="484" y="19726"/>
                  </a:lnTo>
                  <a:cubicBezTo>
                    <a:pt x="484" y="19726"/>
                    <a:pt x="0" y="19726"/>
                    <a:pt x="0" y="19726"/>
                  </a:cubicBezTo>
                  <a:cubicBezTo>
                    <a:pt x="540" y="12349"/>
                    <a:pt x="4955" y="6501"/>
                    <a:pt x="7786" y="0"/>
                  </a:cubicBezTo>
                  <a:cubicBezTo>
                    <a:pt x="7022" y="7097"/>
                    <a:pt x="4005" y="13411"/>
                    <a:pt x="969" y="19707"/>
                  </a:cubicBezTo>
                  <a:close/>
                </a:path>
              </a:pathLst>
            </a:custGeom>
            <a:solidFill>
              <a:srgbClr val="58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A0F9AD2C-B401-4A2B-4209-DEDAFA078662}"/>
                </a:ext>
              </a:extLst>
            </p:cNvPr>
            <p:cNvSpPr/>
            <p:nvPr/>
          </p:nvSpPr>
          <p:spPr>
            <a:xfrm>
              <a:off x="1685486" y="5082362"/>
              <a:ext cx="3845" cy="12312"/>
            </a:xfrm>
            <a:custGeom>
              <a:avLst/>
              <a:gdLst>
                <a:gd name="csX0" fmla="*/ 3846 w 3845"/>
                <a:gd name="csY0" fmla="*/ 0 h 12312"/>
                <a:gd name="csX1" fmla="*/ 381 w 3845"/>
                <a:gd name="csY1" fmla="*/ 12312 h 12312"/>
                <a:gd name="csX2" fmla="*/ 3846 w 3845"/>
                <a:gd name="csY2" fmla="*/ 0 h 1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45" h="12312">
                  <a:moveTo>
                    <a:pt x="3846" y="0"/>
                  </a:moveTo>
                  <a:cubicBezTo>
                    <a:pt x="3082" y="4340"/>
                    <a:pt x="3026" y="7805"/>
                    <a:pt x="381" y="12312"/>
                  </a:cubicBezTo>
                  <a:cubicBezTo>
                    <a:pt x="-680" y="6966"/>
                    <a:pt x="475" y="3744"/>
                    <a:pt x="3846" y="0"/>
                  </a:cubicBezTo>
                  <a:close/>
                </a:path>
              </a:pathLst>
            </a:custGeom>
            <a:solidFill>
              <a:srgbClr val="5274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FC2AF566-E10E-7ACC-3C57-810A99406BC4}"/>
                </a:ext>
              </a:extLst>
            </p:cNvPr>
            <p:cNvSpPr/>
            <p:nvPr/>
          </p:nvSpPr>
          <p:spPr>
            <a:xfrm>
              <a:off x="2024976" y="5143364"/>
              <a:ext cx="317636" cy="110940"/>
            </a:xfrm>
            <a:custGeom>
              <a:avLst/>
              <a:gdLst>
                <a:gd name="csX0" fmla="*/ 51063 w 317636"/>
                <a:gd name="csY0" fmla="*/ 37 h 110940"/>
                <a:gd name="csX1" fmla="*/ 123279 w 317636"/>
                <a:gd name="csY1" fmla="*/ 6575 h 110940"/>
                <a:gd name="csX2" fmla="*/ 162358 w 317636"/>
                <a:gd name="csY2" fmla="*/ 16316 h 110940"/>
                <a:gd name="csX3" fmla="*/ 209036 w 317636"/>
                <a:gd name="csY3" fmla="*/ 30212 h 110940"/>
                <a:gd name="csX4" fmla="*/ 249288 w 317636"/>
                <a:gd name="csY4" fmla="*/ 48634 h 110940"/>
                <a:gd name="csX5" fmla="*/ 273093 w 317636"/>
                <a:gd name="csY5" fmla="*/ 64559 h 110940"/>
                <a:gd name="csX6" fmla="*/ 301704 w 317636"/>
                <a:gd name="csY6" fmla="*/ 77263 h 110940"/>
                <a:gd name="csX7" fmla="*/ 313644 w 317636"/>
                <a:gd name="csY7" fmla="*/ 81901 h 110940"/>
                <a:gd name="csX8" fmla="*/ 315283 w 317636"/>
                <a:gd name="csY8" fmla="*/ 83354 h 110940"/>
                <a:gd name="csX9" fmla="*/ 314314 w 317636"/>
                <a:gd name="csY9" fmla="*/ 109040 h 110940"/>
                <a:gd name="csX10" fmla="*/ 308763 w 317636"/>
                <a:gd name="csY10" fmla="*/ 110940 h 110940"/>
                <a:gd name="csX11" fmla="*/ 271361 w 317636"/>
                <a:gd name="csY11" fmla="*/ 107587 h 110940"/>
                <a:gd name="csX12" fmla="*/ 223602 w 317636"/>
                <a:gd name="csY12" fmla="*/ 98367 h 110940"/>
                <a:gd name="csX13" fmla="*/ 196482 w 317636"/>
                <a:gd name="csY13" fmla="*/ 92406 h 110940"/>
                <a:gd name="csX14" fmla="*/ 178675 w 317636"/>
                <a:gd name="csY14" fmla="*/ 85906 h 110940"/>
                <a:gd name="csX15" fmla="*/ 157366 w 317636"/>
                <a:gd name="csY15" fmla="*/ 81621 h 110940"/>
                <a:gd name="csX16" fmla="*/ 149077 w 317636"/>
                <a:gd name="csY16" fmla="*/ 77859 h 110940"/>
                <a:gd name="csX17" fmla="*/ 136597 w 317636"/>
                <a:gd name="csY17" fmla="*/ 73854 h 110940"/>
                <a:gd name="csX18" fmla="*/ 114413 w 317636"/>
                <a:gd name="csY18" fmla="*/ 68210 h 110940"/>
                <a:gd name="csX19" fmla="*/ 104541 w 317636"/>
                <a:gd name="csY19" fmla="*/ 67186 h 110940"/>
                <a:gd name="csX20" fmla="*/ 81164 w 317636"/>
                <a:gd name="csY20" fmla="*/ 63330 h 110940"/>
                <a:gd name="csX21" fmla="*/ 23906 w 317636"/>
                <a:gd name="csY21" fmla="*/ 51912 h 110940"/>
                <a:gd name="csX22" fmla="*/ 7160 w 317636"/>
                <a:gd name="csY22" fmla="*/ 45355 h 110940"/>
                <a:gd name="csX23" fmla="*/ 809 w 317636"/>
                <a:gd name="csY23" fmla="*/ 28889 h 110940"/>
                <a:gd name="csX24" fmla="*/ 29531 w 317636"/>
                <a:gd name="csY24" fmla="*/ 3334 h 110940"/>
                <a:gd name="csX25" fmla="*/ 51063 w 317636"/>
                <a:gd name="csY25" fmla="*/ 37 h 11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17636" h="110940">
                  <a:moveTo>
                    <a:pt x="51063" y="37"/>
                  </a:moveTo>
                  <a:cubicBezTo>
                    <a:pt x="77513" y="558"/>
                    <a:pt x="100517" y="1769"/>
                    <a:pt x="123279" y="6575"/>
                  </a:cubicBezTo>
                  <a:cubicBezTo>
                    <a:pt x="136448" y="9369"/>
                    <a:pt x="149319" y="13262"/>
                    <a:pt x="162358" y="16316"/>
                  </a:cubicBezTo>
                  <a:cubicBezTo>
                    <a:pt x="178246" y="20042"/>
                    <a:pt x="193278" y="26207"/>
                    <a:pt x="209036" y="30212"/>
                  </a:cubicBezTo>
                  <a:cubicBezTo>
                    <a:pt x="223435" y="33863"/>
                    <a:pt x="236809" y="40457"/>
                    <a:pt x="249288" y="48634"/>
                  </a:cubicBezTo>
                  <a:cubicBezTo>
                    <a:pt x="257279" y="53868"/>
                    <a:pt x="265307" y="59027"/>
                    <a:pt x="273093" y="64559"/>
                  </a:cubicBezTo>
                  <a:cubicBezTo>
                    <a:pt x="281792" y="70762"/>
                    <a:pt x="291720" y="74152"/>
                    <a:pt x="301704" y="77263"/>
                  </a:cubicBezTo>
                  <a:cubicBezTo>
                    <a:pt x="305820" y="78548"/>
                    <a:pt x="309341" y="81174"/>
                    <a:pt x="313644" y="81901"/>
                  </a:cubicBezTo>
                  <a:cubicBezTo>
                    <a:pt x="314258" y="82013"/>
                    <a:pt x="314836" y="82776"/>
                    <a:pt x="315283" y="83354"/>
                  </a:cubicBezTo>
                  <a:cubicBezTo>
                    <a:pt x="318915" y="88085"/>
                    <a:pt x="318151" y="104197"/>
                    <a:pt x="314314" y="109040"/>
                  </a:cubicBezTo>
                  <a:cubicBezTo>
                    <a:pt x="312731" y="111052"/>
                    <a:pt x="310812" y="110940"/>
                    <a:pt x="308763" y="110940"/>
                  </a:cubicBezTo>
                  <a:cubicBezTo>
                    <a:pt x="296190" y="110940"/>
                    <a:pt x="283692" y="110269"/>
                    <a:pt x="271361" y="107587"/>
                  </a:cubicBezTo>
                  <a:cubicBezTo>
                    <a:pt x="255510" y="104122"/>
                    <a:pt x="239044" y="103470"/>
                    <a:pt x="223602" y="98367"/>
                  </a:cubicBezTo>
                  <a:cubicBezTo>
                    <a:pt x="214643" y="95386"/>
                    <a:pt x="205497" y="94437"/>
                    <a:pt x="196482" y="92406"/>
                  </a:cubicBezTo>
                  <a:cubicBezTo>
                    <a:pt x="190521" y="91065"/>
                    <a:pt x="184468" y="88476"/>
                    <a:pt x="178675" y="85906"/>
                  </a:cubicBezTo>
                  <a:cubicBezTo>
                    <a:pt x="171895" y="82888"/>
                    <a:pt x="164630" y="82106"/>
                    <a:pt x="157366" y="81621"/>
                  </a:cubicBezTo>
                  <a:cubicBezTo>
                    <a:pt x="154013" y="81398"/>
                    <a:pt x="151480" y="80634"/>
                    <a:pt x="149077" y="77859"/>
                  </a:cubicBezTo>
                  <a:cubicBezTo>
                    <a:pt x="145966" y="74264"/>
                    <a:pt x="140769" y="75233"/>
                    <a:pt x="136597" y="73854"/>
                  </a:cubicBezTo>
                  <a:cubicBezTo>
                    <a:pt x="129351" y="71470"/>
                    <a:pt x="121435" y="71712"/>
                    <a:pt x="114413" y="68210"/>
                  </a:cubicBezTo>
                  <a:cubicBezTo>
                    <a:pt x="111358" y="66683"/>
                    <a:pt x="107800" y="67484"/>
                    <a:pt x="104541" y="67186"/>
                  </a:cubicBezTo>
                  <a:cubicBezTo>
                    <a:pt x="96624" y="66441"/>
                    <a:pt x="88727" y="65360"/>
                    <a:pt x="81164" y="63330"/>
                  </a:cubicBezTo>
                  <a:cubicBezTo>
                    <a:pt x="62295" y="58264"/>
                    <a:pt x="42663" y="57239"/>
                    <a:pt x="23906" y="51912"/>
                  </a:cubicBezTo>
                  <a:cubicBezTo>
                    <a:pt x="18150" y="50273"/>
                    <a:pt x="12562" y="47926"/>
                    <a:pt x="7160" y="45355"/>
                  </a:cubicBezTo>
                  <a:cubicBezTo>
                    <a:pt x="1479" y="42636"/>
                    <a:pt x="-1557" y="34850"/>
                    <a:pt x="809" y="28889"/>
                  </a:cubicBezTo>
                  <a:cubicBezTo>
                    <a:pt x="6061" y="15646"/>
                    <a:pt x="14350" y="6128"/>
                    <a:pt x="29531" y="3334"/>
                  </a:cubicBezTo>
                  <a:cubicBezTo>
                    <a:pt x="37801" y="1732"/>
                    <a:pt x="45904" y="-299"/>
                    <a:pt x="51063" y="37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F644513E-5910-7B82-A894-C801BF026382}"/>
                </a:ext>
              </a:extLst>
            </p:cNvPr>
            <p:cNvSpPr/>
            <p:nvPr/>
          </p:nvSpPr>
          <p:spPr>
            <a:xfrm>
              <a:off x="2095393" y="5121417"/>
              <a:ext cx="4417" cy="19375"/>
            </a:xfrm>
            <a:custGeom>
              <a:avLst/>
              <a:gdLst>
                <a:gd name="csX0" fmla="*/ 0 w 4417"/>
                <a:gd name="csY0" fmla="*/ 15408 h 19375"/>
                <a:gd name="csX1" fmla="*/ 1565 w 4417"/>
                <a:gd name="csY1" fmla="*/ 2929 h 19375"/>
                <a:gd name="csX2" fmla="*/ 2142 w 4417"/>
                <a:gd name="csY2" fmla="*/ 79 h 19375"/>
                <a:gd name="csX3" fmla="*/ 4415 w 4417"/>
                <a:gd name="csY3" fmla="*/ 2500 h 19375"/>
                <a:gd name="csX4" fmla="*/ 3520 w 4417"/>
                <a:gd name="csY4" fmla="*/ 14235 h 19375"/>
                <a:gd name="csX5" fmla="*/ 1099 w 4417"/>
                <a:gd name="csY5" fmla="*/ 19376 h 19375"/>
                <a:gd name="csX6" fmla="*/ 0 w 4417"/>
                <a:gd name="csY6" fmla="*/ 15408 h 19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17" h="19375">
                  <a:moveTo>
                    <a:pt x="0" y="15408"/>
                  </a:moveTo>
                  <a:cubicBezTo>
                    <a:pt x="1267" y="11348"/>
                    <a:pt x="2570" y="7269"/>
                    <a:pt x="1565" y="2929"/>
                  </a:cubicBezTo>
                  <a:cubicBezTo>
                    <a:pt x="1304" y="1830"/>
                    <a:pt x="764" y="451"/>
                    <a:pt x="2142" y="79"/>
                  </a:cubicBezTo>
                  <a:cubicBezTo>
                    <a:pt x="3837" y="-368"/>
                    <a:pt x="4470" y="1178"/>
                    <a:pt x="4415" y="2500"/>
                  </a:cubicBezTo>
                  <a:cubicBezTo>
                    <a:pt x="4228" y="6412"/>
                    <a:pt x="3837" y="10323"/>
                    <a:pt x="3520" y="14235"/>
                  </a:cubicBezTo>
                  <a:cubicBezTo>
                    <a:pt x="3204" y="16154"/>
                    <a:pt x="2999" y="18146"/>
                    <a:pt x="1099" y="19376"/>
                  </a:cubicBezTo>
                  <a:cubicBezTo>
                    <a:pt x="-559" y="18333"/>
                    <a:pt x="317" y="16712"/>
                    <a:pt x="0" y="15408"/>
                  </a:cubicBezTo>
                  <a:close/>
                </a:path>
              </a:pathLst>
            </a:custGeom>
            <a:solidFill>
              <a:srgbClr val="53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E3F88F18-936B-2BE9-C007-60EA242F2201}"/>
                </a:ext>
              </a:extLst>
            </p:cNvPr>
            <p:cNvSpPr/>
            <p:nvPr/>
          </p:nvSpPr>
          <p:spPr>
            <a:xfrm>
              <a:off x="2236620" y="5241141"/>
              <a:ext cx="5259" cy="10692"/>
            </a:xfrm>
            <a:custGeom>
              <a:avLst/>
              <a:gdLst>
                <a:gd name="csX0" fmla="*/ 5234 w 5259"/>
                <a:gd name="csY0" fmla="*/ 9214 h 10692"/>
                <a:gd name="csX1" fmla="*/ 3949 w 5259"/>
                <a:gd name="csY1" fmla="*/ 10574 h 10692"/>
                <a:gd name="csX2" fmla="*/ 75 w 5259"/>
                <a:gd name="csY2" fmla="*/ 1856 h 10692"/>
                <a:gd name="csX3" fmla="*/ 1528 w 5259"/>
                <a:gd name="csY3" fmla="*/ 68 h 10692"/>
                <a:gd name="csX4" fmla="*/ 5234 w 5259"/>
                <a:gd name="csY4" fmla="*/ 9214 h 10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59" h="10692">
                  <a:moveTo>
                    <a:pt x="5234" y="9214"/>
                  </a:moveTo>
                  <a:cubicBezTo>
                    <a:pt x="5421" y="9866"/>
                    <a:pt x="4527" y="11077"/>
                    <a:pt x="3949" y="10574"/>
                  </a:cubicBezTo>
                  <a:cubicBezTo>
                    <a:pt x="1379" y="8357"/>
                    <a:pt x="1081" y="4893"/>
                    <a:pt x="75" y="1856"/>
                  </a:cubicBezTo>
                  <a:cubicBezTo>
                    <a:pt x="-242" y="925"/>
                    <a:pt x="485" y="-304"/>
                    <a:pt x="1528" y="68"/>
                  </a:cubicBezTo>
                  <a:cubicBezTo>
                    <a:pt x="5793" y="1596"/>
                    <a:pt x="3875" y="5843"/>
                    <a:pt x="5234" y="9214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668653E3-40C4-92DF-DB6E-F359F283387A}"/>
                </a:ext>
              </a:extLst>
            </p:cNvPr>
            <p:cNvSpPr/>
            <p:nvPr/>
          </p:nvSpPr>
          <p:spPr>
            <a:xfrm>
              <a:off x="2168689" y="5229236"/>
              <a:ext cx="2526" cy="14711"/>
            </a:xfrm>
            <a:custGeom>
              <a:avLst/>
              <a:gdLst>
                <a:gd name="csX0" fmla="*/ 2272 w 2526"/>
                <a:gd name="csY0" fmla="*/ 14711 h 14711"/>
                <a:gd name="csX1" fmla="*/ 205 w 2526"/>
                <a:gd name="csY1" fmla="*/ 9160 h 14711"/>
                <a:gd name="csX2" fmla="*/ 0 w 2526"/>
                <a:gd name="csY2" fmla="*/ 2399 h 14711"/>
                <a:gd name="csX3" fmla="*/ 1211 w 2526"/>
                <a:gd name="csY3" fmla="*/ 71 h 14711"/>
                <a:gd name="csX4" fmla="*/ 2515 w 2526"/>
                <a:gd name="csY4" fmla="*/ 1822 h 14711"/>
                <a:gd name="csX5" fmla="*/ 2272 w 2526"/>
                <a:gd name="csY5" fmla="*/ 14711 h 14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26" h="14711">
                  <a:moveTo>
                    <a:pt x="2272" y="14711"/>
                  </a:moveTo>
                  <a:cubicBezTo>
                    <a:pt x="-1248" y="13947"/>
                    <a:pt x="484" y="11098"/>
                    <a:pt x="205" y="9160"/>
                  </a:cubicBezTo>
                  <a:cubicBezTo>
                    <a:pt x="-112" y="6944"/>
                    <a:pt x="56" y="4653"/>
                    <a:pt x="0" y="2399"/>
                  </a:cubicBezTo>
                  <a:cubicBezTo>
                    <a:pt x="168" y="1505"/>
                    <a:pt x="130" y="350"/>
                    <a:pt x="1211" y="71"/>
                  </a:cubicBezTo>
                  <a:cubicBezTo>
                    <a:pt x="2738" y="-320"/>
                    <a:pt x="2515" y="1002"/>
                    <a:pt x="2515" y="1822"/>
                  </a:cubicBezTo>
                  <a:cubicBezTo>
                    <a:pt x="2459" y="6124"/>
                    <a:pt x="2347" y="10408"/>
                    <a:pt x="2272" y="14711"/>
                  </a:cubicBezTo>
                  <a:close/>
                </a:path>
              </a:pathLst>
            </a:custGeom>
            <a:solidFill>
              <a:srgbClr val="5F873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2402C30B-FAF2-F5A9-9ED9-A8A1DFAEE252}"/>
                </a:ext>
              </a:extLst>
            </p:cNvPr>
            <p:cNvSpPr/>
            <p:nvPr/>
          </p:nvSpPr>
          <p:spPr>
            <a:xfrm>
              <a:off x="2094630" y="5208031"/>
              <a:ext cx="4283" cy="13304"/>
            </a:xfrm>
            <a:custGeom>
              <a:avLst/>
              <a:gdLst>
                <a:gd name="csX0" fmla="*/ 4283 w 4283"/>
                <a:gd name="csY0" fmla="*/ 5518 h 13304"/>
                <a:gd name="csX1" fmla="*/ 4283 w 4283"/>
                <a:gd name="csY1" fmla="*/ 13304 h 13304"/>
                <a:gd name="csX2" fmla="*/ 1918 w 4283"/>
                <a:gd name="csY2" fmla="*/ 8815 h 13304"/>
                <a:gd name="csX3" fmla="*/ 688 w 4283"/>
                <a:gd name="csY3" fmla="*/ 2929 h 13304"/>
                <a:gd name="csX4" fmla="*/ 819 w 4283"/>
                <a:gd name="csY4" fmla="*/ 154 h 13304"/>
                <a:gd name="csX5" fmla="*/ 3091 w 4283"/>
                <a:gd name="csY5" fmla="*/ 1849 h 13304"/>
                <a:gd name="csX6" fmla="*/ 4283 w 4283"/>
                <a:gd name="csY6" fmla="*/ 5518 h 13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283" h="13304">
                  <a:moveTo>
                    <a:pt x="4283" y="5518"/>
                  </a:moveTo>
                  <a:cubicBezTo>
                    <a:pt x="4283" y="7735"/>
                    <a:pt x="4283" y="9970"/>
                    <a:pt x="4283" y="13304"/>
                  </a:cubicBezTo>
                  <a:cubicBezTo>
                    <a:pt x="3147" y="11144"/>
                    <a:pt x="2532" y="9970"/>
                    <a:pt x="1918" y="8815"/>
                  </a:cubicBezTo>
                  <a:cubicBezTo>
                    <a:pt x="1936" y="6766"/>
                    <a:pt x="1601" y="4810"/>
                    <a:pt x="688" y="2929"/>
                  </a:cubicBezTo>
                  <a:cubicBezTo>
                    <a:pt x="241" y="2016"/>
                    <a:pt x="-671" y="806"/>
                    <a:pt x="819" y="154"/>
                  </a:cubicBezTo>
                  <a:cubicBezTo>
                    <a:pt x="2160" y="-424"/>
                    <a:pt x="2719" y="731"/>
                    <a:pt x="3091" y="1849"/>
                  </a:cubicBezTo>
                  <a:cubicBezTo>
                    <a:pt x="3482" y="3078"/>
                    <a:pt x="3874" y="4308"/>
                    <a:pt x="4283" y="5518"/>
                  </a:cubicBezTo>
                  <a:close/>
                </a:path>
              </a:pathLst>
            </a:custGeom>
            <a:solidFill>
              <a:srgbClr val="5273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D08ECCA6-F740-6439-AB73-8EF6AE948A94}"/>
                </a:ext>
              </a:extLst>
            </p:cNvPr>
            <p:cNvSpPr/>
            <p:nvPr/>
          </p:nvSpPr>
          <p:spPr>
            <a:xfrm>
              <a:off x="2243446" y="5154914"/>
              <a:ext cx="4508" cy="13577"/>
            </a:xfrm>
            <a:custGeom>
              <a:avLst/>
              <a:gdLst>
                <a:gd name="csX0" fmla="*/ 1109 w 4508"/>
                <a:gd name="csY0" fmla="*/ 13577 h 13577"/>
                <a:gd name="csX1" fmla="*/ 848 w 4508"/>
                <a:gd name="csY1" fmla="*/ 7915 h 13577"/>
                <a:gd name="csX2" fmla="*/ 1500 w 4508"/>
                <a:gd name="csY2" fmla="*/ 2606 h 13577"/>
                <a:gd name="csX3" fmla="*/ 2077 w 4508"/>
                <a:gd name="csY3" fmla="*/ 36 h 13577"/>
                <a:gd name="csX4" fmla="*/ 4499 w 4508"/>
                <a:gd name="csY4" fmla="*/ 2364 h 13577"/>
                <a:gd name="csX5" fmla="*/ 1165 w 4508"/>
                <a:gd name="csY5" fmla="*/ 13522 h 13577"/>
                <a:gd name="csX6" fmla="*/ 1109 w 4508"/>
                <a:gd name="csY6" fmla="*/ 13577 h 13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08" h="13577">
                  <a:moveTo>
                    <a:pt x="1109" y="13577"/>
                  </a:moveTo>
                  <a:cubicBezTo>
                    <a:pt x="-1033" y="11771"/>
                    <a:pt x="531" y="9852"/>
                    <a:pt x="848" y="7915"/>
                  </a:cubicBezTo>
                  <a:cubicBezTo>
                    <a:pt x="1146" y="6145"/>
                    <a:pt x="2860" y="4413"/>
                    <a:pt x="1500" y="2606"/>
                  </a:cubicBezTo>
                  <a:cubicBezTo>
                    <a:pt x="494" y="1265"/>
                    <a:pt x="-139" y="353"/>
                    <a:pt x="2077" y="36"/>
                  </a:cubicBezTo>
                  <a:cubicBezTo>
                    <a:pt x="3716" y="-206"/>
                    <a:pt x="4443" y="800"/>
                    <a:pt x="4499" y="2364"/>
                  </a:cubicBezTo>
                  <a:cubicBezTo>
                    <a:pt x="4666" y="6462"/>
                    <a:pt x="2711" y="9927"/>
                    <a:pt x="1165" y="13522"/>
                  </a:cubicBezTo>
                  <a:cubicBezTo>
                    <a:pt x="1146" y="13522"/>
                    <a:pt x="1109" y="13577"/>
                    <a:pt x="1109" y="13577"/>
                  </a:cubicBezTo>
                  <a:close/>
                </a:path>
              </a:pathLst>
            </a:custGeom>
            <a:solidFill>
              <a:srgbClr val="54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197574E5-6B0C-833E-4289-6A42EDC33290}"/>
                </a:ext>
              </a:extLst>
            </p:cNvPr>
            <p:cNvSpPr/>
            <p:nvPr/>
          </p:nvSpPr>
          <p:spPr>
            <a:xfrm>
              <a:off x="2169896" y="5132542"/>
              <a:ext cx="2855" cy="13187"/>
            </a:xfrm>
            <a:custGeom>
              <a:avLst/>
              <a:gdLst>
                <a:gd name="csX0" fmla="*/ 96 w 2855"/>
                <a:gd name="csY0" fmla="*/ 13188 h 13187"/>
                <a:gd name="csX1" fmla="*/ 1698 w 2855"/>
                <a:gd name="csY1" fmla="*/ 0 h 13187"/>
                <a:gd name="csX2" fmla="*/ 78 w 2855"/>
                <a:gd name="csY2" fmla="*/ 13150 h 13187"/>
                <a:gd name="csX3" fmla="*/ 96 w 2855"/>
                <a:gd name="csY3" fmla="*/ 13188 h 1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5" h="13187">
                  <a:moveTo>
                    <a:pt x="96" y="13188"/>
                  </a:moveTo>
                  <a:cubicBezTo>
                    <a:pt x="-314" y="8717"/>
                    <a:pt x="655" y="4433"/>
                    <a:pt x="1698" y="0"/>
                  </a:cubicBezTo>
                  <a:cubicBezTo>
                    <a:pt x="3766" y="2868"/>
                    <a:pt x="2965" y="8773"/>
                    <a:pt x="78" y="13150"/>
                  </a:cubicBezTo>
                  <a:cubicBezTo>
                    <a:pt x="78" y="13150"/>
                    <a:pt x="96" y="13188"/>
                    <a:pt x="96" y="13188"/>
                  </a:cubicBezTo>
                  <a:close/>
                </a:path>
              </a:pathLst>
            </a:custGeom>
            <a:solidFill>
              <a:srgbClr val="4763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10E5AEC5-204E-FCC6-FAAE-368B17ABC773}"/>
                </a:ext>
              </a:extLst>
            </p:cNvPr>
            <p:cNvSpPr/>
            <p:nvPr/>
          </p:nvSpPr>
          <p:spPr>
            <a:xfrm>
              <a:off x="2004465" y="4840612"/>
              <a:ext cx="112301" cy="139911"/>
            </a:xfrm>
            <a:custGeom>
              <a:avLst/>
              <a:gdLst>
                <a:gd name="csX0" fmla="*/ 5263 w 112301"/>
                <a:gd name="csY0" fmla="*/ 135746 h 139911"/>
                <a:gd name="csX1" fmla="*/ 346 w 112301"/>
                <a:gd name="csY1" fmla="*/ 122502 h 139911"/>
                <a:gd name="csX2" fmla="*/ 14204 w 112301"/>
                <a:gd name="csY2" fmla="*/ 85882 h 139911"/>
                <a:gd name="csX3" fmla="*/ 57194 w 112301"/>
                <a:gd name="csY3" fmla="*/ 29891 h 139911"/>
                <a:gd name="csX4" fmla="*/ 88003 w 112301"/>
                <a:gd name="csY4" fmla="*/ 4596 h 139911"/>
                <a:gd name="csX5" fmla="*/ 102215 w 112301"/>
                <a:gd name="csY5" fmla="*/ 32 h 139911"/>
                <a:gd name="csX6" fmla="*/ 112031 w 112301"/>
                <a:gd name="csY6" fmla="*/ 12922 h 139911"/>
                <a:gd name="csX7" fmla="*/ 106518 w 112301"/>
                <a:gd name="csY7" fmla="*/ 25755 h 139911"/>
                <a:gd name="csX8" fmla="*/ 85339 w 112301"/>
                <a:gd name="csY8" fmla="*/ 50417 h 139911"/>
                <a:gd name="csX9" fmla="*/ 48310 w 112301"/>
                <a:gd name="csY9" fmla="*/ 99070 h 139911"/>
                <a:gd name="csX10" fmla="*/ 24710 w 112301"/>
                <a:gd name="csY10" fmla="*/ 132374 h 139911"/>
                <a:gd name="csX11" fmla="*/ 16085 w 112301"/>
                <a:gd name="csY11" fmla="*/ 138633 h 139911"/>
                <a:gd name="csX12" fmla="*/ 8299 w 112301"/>
                <a:gd name="csY12" fmla="*/ 136603 h 139911"/>
                <a:gd name="csX13" fmla="*/ 9790 w 112301"/>
                <a:gd name="csY13" fmla="*/ 129934 h 139911"/>
                <a:gd name="csX14" fmla="*/ 19345 w 112301"/>
                <a:gd name="csY14" fmla="*/ 112779 h 139911"/>
                <a:gd name="csX15" fmla="*/ 21971 w 112301"/>
                <a:gd name="csY15" fmla="*/ 117715 h 139911"/>
                <a:gd name="csX16" fmla="*/ 35979 w 112301"/>
                <a:gd name="csY16" fmla="*/ 98437 h 139911"/>
                <a:gd name="csX17" fmla="*/ 63975 w 112301"/>
                <a:gd name="csY17" fmla="*/ 59190 h 139911"/>
                <a:gd name="csX18" fmla="*/ 91486 w 112301"/>
                <a:gd name="csY18" fmla="*/ 27152 h 139911"/>
                <a:gd name="csX19" fmla="*/ 91952 w 112301"/>
                <a:gd name="csY19" fmla="*/ 18379 h 139911"/>
                <a:gd name="csX20" fmla="*/ 100818 w 112301"/>
                <a:gd name="csY20" fmla="*/ 10649 h 139911"/>
                <a:gd name="csX21" fmla="*/ 83290 w 112301"/>
                <a:gd name="csY21" fmla="*/ 23762 h 139911"/>
                <a:gd name="csX22" fmla="*/ 39611 w 112301"/>
                <a:gd name="csY22" fmla="*/ 77444 h 139911"/>
                <a:gd name="csX23" fmla="*/ 8542 w 112301"/>
                <a:gd name="csY23" fmla="*/ 132300 h 139911"/>
                <a:gd name="csX24" fmla="*/ 5263 w 112301"/>
                <a:gd name="csY24" fmla="*/ 135746 h 13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2301" h="139911">
                  <a:moveTo>
                    <a:pt x="5263" y="135746"/>
                  </a:moveTo>
                  <a:cubicBezTo>
                    <a:pt x="-1051" y="133101"/>
                    <a:pt x="-138" y="127271"/>
                    <a:pt x="346" y="122502"/>
                  </a:cubicBezTo>
                  <a:cubicBezTo>
                    <a:pt x="1668" y="109147"/>
                    <a:pt x="7648" y="97263"/>
                    <a:pt x="14204" y="85882"/>
                  </a:cubicBezTo>
                  <a:cubicBezTo>
                    <a:pt x="26051" y="65374"/>
                    <a:pt x="39350" y="45816"/>
                    <a:pt x="57194" y="29891"/>
                  </a:cubicBezTo>
                  <a:cubicBezTo>
                    <a:pt x="67104" y="21043"/>
                    <a:pt x="76771" y="11860"/>
                    <a:pt x="88003" y="4596"/>
                  </a:cubicBezTo>
                  <a:cubicBezTo>
                    <a:pt x="92343" y="1783"/>
                    <a:pt x="96888" y="-285"/>
                    <a:pt x="102215" y="32"/>
                  </a:cubicBezTo>
                  <a:cubicBezTo>
                    <a:pt x="109033" y="442"/>
                    <a:pt x="113466" y="6235"/>
                    <a:pt x="112031" y="12922"/>
                  </a:cubicBezTo>
                  <a:cubicBezTo>
                    <a:pt x="111026" y="17560"/>
                    <a:pt x="109014" y="21732"/>
                    <a:pt x="106518" y="25755"/>
                  </a:cubicBezTo>
                  <a:cubicBezTo>
                    <a:pt x="100725" y="35106"/>
                    <a:pt x="92269" y="42110"/>
                    <a:pt x="85339" y="50417"/>
                  </a:cubicBezTo>
                  <a:cubicBezTo>
                    <a:pt x="72282" y="66064"/>
                    <a:pt x="58051" y="80946"/>
                    <a:pt x="48310" y="99070"/>
                  </a:cubicBezTo>
                  <a:cubicBezTo>
                    <a:pt x="41790" y="111196"/>
                    <a:pt x="34470" y="122614"/>
                    <a:pt x="24710" y="132374"/>
                  </a:cubicBezTo>
                  <a:cubicBezTo>
                    <a:pt x="22139" y="134945"/>
                    <a:pt x="19122" y="136752"/>
                    <a:pt x="16085" y="138633"/>
                  </a:cubicBezTo>
                  <a:cubicBezTo>
                    <a:pt x="12677" y="140738"/>
                    <a:pt x="10088" y="140365"/>
                    <a:pt x="8299" y="136603"/>
                  </a:cubicBezTo>
                  <a:cubicBezTo>
                    <a:pt x="6772" y="133939"/>
                    <a:pt x="8914" y="131983"/>
                    <a:pt x="9790" y="129934"/>
                  </a:cubicBezTo>
                  <a:cubicBezTo>
                    <a:pt x="12360" y="123899"/>
                    <a:pt x="14651" y="117659"/>
                    <a:pt x="19345" y="112779"/>
                  </a:cubicBezTo>
                  <a:cubicBezTo>
                    <a:pt x="21450" y="113673"/>
                    <a:pt x="20314" y="116281"/>
                    <a:pt x="21971" y="117715"/>
                  </a:cubicBezTo>
                  <a:cubicBezTo>
                    <a:pt x="28193" y="112388"/>
                    <a:pt x="32645" y="105720"/>
                    <a:pt x="35979" y="98437"/>
                  </a:cubicBezTo>
                  <a:cubicBezTo>
                    <a:pt x="42815" y="83517"/>
                    <a:pt x="53357" y="71447"/>
                    <a:pt x="63975" y="59190"/>
                  </a:cubicBezTo>
                  <a:cubicBezTo>
                    <a:pt x="73195" y="48573"/>
                    <a:pt x="81707" y="37341"/>
                    <a:pt x="91486" y="27152"/>
                  </a:cubicBezTo>
                  <a:cubicBezTo>
                    <a:pt x="93777" y="24768"/>
                    <a:pt x="96888" y="21546"/>
                    <a:pt x="91952" y="18379"/>
                  </a:cubicBezTo>
                  <a:cubicBezTo>
                    <a:pt x="93051" y="13965"/>
                    <a:pt x="97242" y="13164"/>
                    <a:pt x="100818" y="10649"/>
                  </a:cubicBezTo>
                  <a:cubicBezTo>
                    <a:pt x="93759" y="14077"/>
                    <a:pt x="88487" y="18938"/>
                    <a:pt x="83290" y="23762"/>
                  </a:cubicBezTo>
                  <a:cubicBezTo>
                    <a:pt x="66228" y="39595"/>
                    <a:pt x="52445" y="58147"/>
                    <a:pt x="39611" y="77444"/>
                  </a:cubicBezTo>
                  <a:cubicBezTo>
                    <a:pt x="27951" y="94991"/>
                    <a:pt x="17129" y="113021"/>
                    <a:pt x="8542" y="132300"/>
                  </a:cubicBezTo>
                  <a:cubicBezTo>
                    <a:pt x="7871" y="133771"/>
                    <a:pt x="7368" y="135578"/>
                    <a:pt x="5263" y="135746"/>
                  </a:cubicBezTo>
                  <a:close/>
                </a:path>
              </a:pathLst>
            </a:custGeom>
            <a:solidFill>
              <a:srgbClr val="9A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7BD61795-ACDE-916E-FDB0-15F4FB5F07EC}"/>
                </a:ext>
              </a:extLst>
            </p:cNvPr>
            <p:cNvSpPr/>
            <p:nvPr/>
          </p:nvSpPr>
          <p:spPr>
            <a:xfrm>
              <a:off x="2008414" y="4848746"/>
              <a:ext cx="101396" cy="134465"/>
            </a:xfrm>
            <a:custGeom>
              <a:avLst/>
              <a:gdLst>
                <a:gd name="csX0" fmla="*/ 1315 w 101396"/>
                <a:gd name="csY0" fmla="*/ 127611 h 134465"/>
                <a:gd name="csX1" fmla="*/ 29404 w 101396"/>
                <a:gd name="csY1" fmla="*/ 76276 h 134465"/>
                <a:gd name="csX2" fmla="*/ 85601 w 101396"/>
                <a:gd name="csY2" fmla="*/ 8475 h 134465"/>
                <a:gd name="csX3" fmla="*/ 101396 w 101396"/>
                <a:gd name="csY3" fmla="*/ 0 h 134465"/>
                <a:gd name="csX4" fmla="*/ 88115 w 101396"/>
                <a:gd name="csY4" fmla="*/ 9984 h 134465"/>
                <a:gd name="csX5" fmla="*/ 79510 w 101396"/>
                <a:gd name="csY5" fmla="*/ 18627 h 134465"/>
                <a:gd name="csX6" fmla="*/ 30987 w 101396"/>
                <a:gd name="csY6" fmla="*/ 80579 h 134465"/>
                <a:gd name="csX7" fmla="*/ 15676 w 101396"/>
                <a:gd name="csY7" fmla="*/ 104738 h 134465"/>
                <a:gd name="csX8" fmla="*/ 4333 w 101396"/>
                <a:gd name="csY8" fmla="*/ 128431 h 134465"/>
                <a:gd name="csX9" fmla="*/ 458 w 101396"/>
                <a:gd name="csY9" fmla="*/ 134466 h 134465"/>
                <a:gd name="csX10" fmla="*/ 1315 w 101396"/>
                <a:gd name="csY10" fmla="*/ 127611 h 13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396" h="134465">
                  <a:moveTo>
                    <a:pt x="1315" y="127611"/>
                  </a:moveTo>
                  <a:cubicBezTo>
                    <a:pt x="9921" y="110102"/>
                    <a:pt x="18675" y="92649"/>
                    <a:pt x="29404" y="76276"/>
                  </a:cubicBezTo>
                  <a:cubicBezTo>
                    <a:pt x="45591" y="51577"/>
                    <a:pt x="62522" y="27456"/>
                    <a:pt x="85601" y="8475"/>
                  </a:cubicBezTo>
                  <a:cubicBezTo>
                    <a:pt x="89848" y="4992"/>
                    <a:pt x="94132" y="1378"/>
                    <a:pt x="101396" y="0"/>
                  </a:cubicBezTo>
                  <a:cubicBezTo>
                    <a:pt x="97205" y="5327"/>
                    <a:pt x="91356" y="6016"/>
                    <a:pt x="88115" y="9984"/>
                  </a:cubicBezTo>
                  <a:cubicBezTo>
                    <a:pt x="86607" y="14212"/>
                    <a:pt x="82378" y="15740"/>
                    <a:pt x="79510" y="18627"/>
                  </a:cubicBezTo>
                  <a:cubicBezTo>
                    <a:pt x="60902" y="37402"/>
                    <a:pt x="45106" y="58283"/>
                    <a:pt x="30987" y="80579"/>
                  </a:cubicBezTo>
                  <a:cubicBezTo>
                    <a:pt x="25884" y="88644"/>
                    <a:pt x="22047" y="97492"/>
                    <a:pt x="15676" y="104738"/>
                  </a:cubicBezTo>
                  <a:cubicBezTo>
                    <a:pt x="11224" y="112319"/>
                    <a:pt x="7406" y="120198"/>
                    <a:pt x="4333" y="128431"/>
                  </a:cubicBezTo>
                  <a:cubicBezTo>
                    <a:pt x="3066" y="130405"/>
                    <a:pt x="1799" y="132380"/>
                    <a:pt x="458" y="134466"/>
                  </a:cubicBezTo>
                  <a:cubicBezTo>
                    <a:pt x="-753" y="131858"/>
                    <a:pt x="756" y="129809"/>
                    <a:pt x="1315" y="127611"/>
                  </a:cubicBezTo>
                  <a:close/>
                </a:path>
              </a:pathLst>
            </a:custGeom>
            <a:solidFill>
              <a:srgbClr val="52682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5D72A6D5-E7B4-A699-F60C-1E5FDC50B79B}"/>
                </a:ext>
              </a:extLst>
            </p:cNvPr>
            <p:cNvSpPr/>
            <p:nvPr/>
          </p:nvSpPr>
          <p:spPr>
            <a:xfrm>
              <a:off x="2077389" y="4914495"/>
              <a:ext cx="12471" cy="8422"/>
            </a:xfrm>
            <a:custGeom>
              <a:avLst/>
              <a:gdLst>
                <a:gd name="csX0" fmla="*/ 12471 w 12471"/>
                <a:gd name="csY0" fmla="*/ 8422 h 8422"/>
                <a:gd name="csX1" fmla="*/ 1556 w 12471"/>
                <a:gd name="csY1" fmla="*/ 3244 h 8422"/>
                <a:gd name="csX2" fmla="*/ 234 w 12471"/>
                <a:gd name="csY2" fmla="*/ 618 h 8422"/>
                <a:gd name="csX3" fmla="*/ 2692 w 12471"/>
                <a:gd name="csY3" fmla="*/ 469 h 8422"/>
                <a:gd name="csX4" fmla="*/ 12471 w 12471"/>
                <a:gd name="csY4" fmla="*/ 8422 h 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71" h="8422">
                  <a:moveTo>
                    <a:pt x="12471" y="8422"/>
                  </a:moveTo>
                  <a:cubicBezTo>
                    <a:pt x="8839" y="6709"/>
                    <a:pt x="5188" y="4976"/>
                    <a:pt x="1556" y="3244"/>
                  </a:cubicBezTo>
                  <a:cubicBezTo>
                    <a:pt x="439" y="2723"/>
                    <a:pt x="-437" y="1866"/>
                    <a:pt x="234" y="618"/>
                  </a:cubicBezTo>
                  <a:cubicBezTo>
                    <a:pt x="792" y="-463"/>
                    <a:pt x="1817" y="133"/>
                    <a:pt x="2692" y="469"/>
                  </a:cubicBezTo>
                  <a:cubicBezTo>
                    <a:pt x="6679" y="2015"/>
                    <a:pt x="10404" y="3896"/>
                    <a:pt x="12471" y="8422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02EEAE95-07F0-E3DE-CF9C-E545E8BF3ADC}"/>
                </a:ext>
              </a:extLst>
            </p:cNvPr>
            <p:cNvSpPr/>
            <p:nvPr/>
          </p:nvSpPr>
          <p:spPr>
            <a:xfrm>
              <a:off x="2054058" y="4957165"/>
              <a:ext cx="13897" cy="5104"/>
            </a:xfrm>
            <a:custGeom>
              <a:avLst/>
              <a:gdLst>
                <a:gd name="csX0" fmla="*/ 10787 w 13897"/>
                <a:gd name="csY0" fmla="*/ 4533 h 5104"/>
                <a:gd name="csX1" fmla="*/ 2069 w 13897"/>
                <a:gd name="csY1" fmla="*/ 3192 h 5104"/>
                <a:gd name="csX2" fmla="*/ 20 w 13897"/>
                <a:gd name="csY2" fmla="*/ 1106 h 5104"/>
                <a:gd name="csX3" fmla="*/ 2274 w 13897"/>
                <a:gd name="csY3" fmla="*/ 7 h 5104"/>
                <a:gd name="csX4" fmla="*/ 13897 w 13897"/>
                <a:gd name="csY4" fmla="*/ 3378 h 5104"/>
                <a:gd name="csX5" fmla="*/ 10787 w 13897"/>
                <a:gd name="csY5" fmla="*/ 4533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897" h="5104">
                  <a:moveTo>
                    <a:pt x="10787" y="4533"/>
                  </a:moveTo>
                  <a:cubicBezTo>
                    <a:pt x="7974" y="3415"/>
                    <a:pt x="5106" y="2987"/>
                    <a:pt x="2069" y="3192"/>
                  </a:cubicBezTo>
                  <a:cubicBezTo>
                    <a:pt x="952" y="3266"/>
                    <a:pt x="-166" y="2447"/>
                    <a:pt x="20" y="1106"/>
                  </a:cubicBezTo>
                  <a:cubicBezTo>
                    <a:pt x="169" y="-68"/>
                    <a:pt x="1417" y="-12"/>
                    <a:pt x="2274" y="7"/>
                  </a:cubicBezTo>
                  <a:cubicBezTo>
                    <a:pt x="6428" y="100"/>
                    <a:pt x="10321" y="1199"/>
                    <a:pt x="13897" y="3378"/>
                  </a:cubicBezTo>
                  <a:cubicBezTo>
                    <a:pt x="13823" y="6358"/>
                    <a:pt x="11979" y="4589"/>
                    <a:pt x="10787" y="4533"/>
                  </a:cubicBezTo>
                  <a:close/>
                </a:path>
              </a:pathLst>
            </a:custGeom>
            <a:solidFill>
              <a:srgbClr val="4864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EE58D340-E325-D812-318F-A241AF254D12}"/>
                </a:ext>
              </a:extLst>
            </p:cNvPr>
            <p:cNvSpPr/>
            <p:nvPr/>
          </p:nvSpPr>
          <p:spPr>
            <a:xfrm>
              <a:off x="2064845" y="4960525"/>
              <a:ext cx="6095" cy="4070"/>
            </a:xfrm>
            <a:custGeom>
              <a:avLst/>
              <a:gdLst>
                <a:gd name="csX0" fmla="*/ 0 w 6095"/>
                <a:gd name="csY0" fmla="*/ 1173 h 4070"/>
                <a:gd name="csX1" fmla="*/ 3092 w 6095"/>
                <a:gd name="csY1" fmla="*/ 0 h 4070"/>
                <a:gd name="csX2" fmla="*/ 5756 w 6095"/>
                <a:gd name="csY2" fmla="*/ 3204 h 4070"/>
                <a:gd name="csX3" fmla="*/ 0 w 6095"/>
                <a:gd name="csY3" fmla="*/ 1173 h 4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5" h="4070">
                  <a:moveTo>
                    <a:pt x="0" y="1173"/>
                  </a:moveTo>
                  <a:cubicBezTo>
                    <a:pt x="1099" y="969"/>
                    <a:pt x="2515" y="1602"/>
                    <a:pt x="3092" y="0"/>
                  </a:cubicBezTo>
                  <a:cubicBezTo>
                    <a:pt x="4675" y="577"/>
                    <a:pt x="6966" y="1956"/>
                    <a:pt x="5756" y="3204"/>
                  </a:cubicBezTo>
                  <a:cubicBezTo>
                    <a:pt x="3297" y="5756"/>
                    <a:pt x="1956" y="1937"/>
                    <a:pt x="0" y="1173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5B7C3341-3AFE-4DF1-3D85-FAAC9E9B8570}"/>
                </a:ext>
              </a:extLst>
            </p:cNvPr>
            <p:cNvSpPr/>
            <p:nvPr/>
          </p:nvSpPr>
          <p:spPr>
            <a:xfrm>
              <a:off x="1610597" y="5419422"/>
              <a:ext cx="30715" cy="17844"/>
            </a:xfrm>
            <a:custGeom>
              <a:avLst/>
              <a:gdLst>
                <a:gd name="csX0" fmla="*/ 2142 w 30715"/>
                <a:gd name="csY0" fmla="*/ 26 h 17844"/>
                <a:gd name="csX1" fmla="*/ 3316 w 30715"/>
                <a:gd name="csY1" fmla="*/ 994 h 17844"/>
                <a:gd name="csX2" fmla="*/ 16876 w 30715"/>
                <a:gd name="csY2" fmla="*/ 11127 h 17844"/>
                <a:gd name="csX3" fmla="*/ 30715 w 30715"/>
                <a:gd name="csY3" fmla="*/ 17554 h 17844"/>
                <a:gd name="csX4" fmla="*/ 16857 w 30715"/>
                <a:gd name="csY4" fmla="*/ 14610 h 17844"/>
                <a:gd name="csX5" fmla="*/ 7842 w 30715"/>
                <a:gd name="csY5" fmla="*/ 9972 h 17844"/>
                <a:gd name="csX6" fmla="*/ 0 w 30715"/>
                <a:gd name="csY6" fmla="*/ 1907 h 17844"/>
                <a:gd name="csX7" fmla="*/ 2142 w 30715"/>
                <a:gd name="csY7" fmla="*/ 26 h 17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715" h="17844">
                  <a:moveTo>
                    <a:pt x="2142" y="26"/>
                  </a:moveTo>
                  <a:cubicBezTo>
                    <a:pt x="2533" y="343"/>
                    <a:pt x="2924" y="678"/>
                    <a:pt x="3316" y="994"/>
                  </a:cubicBezTo>
                  <a:cubicBezTo>
                    <a:pt x="6668" y="5931"/>
                    <a:pt x="11437" y="8985"/>
                    <a:pt x="16876" y="11127"/>
                  </a:cubicBezTo>
                  <a:cubicBezTo>
                    <a:pt x="20862" y="14350"/>
                    <a:pt x="26245" y="14536"/>
                    <a:pt x="30715" y="17554"/>
                  </a:cubicBezTo>
                  <a:cubicBezTo>
                    <a:pt x="25407" y="18820"/>
                    <a:pt x="21365" y="15598"/>
                    <a:pt x="16857" y="14610"/>
                  </a:cubicBezTo>
                  <a:cubicBezTo>
                    <a:pt x="13858" y="13064"/>
                    <a:pt x="10841" y="11519"/>
                    <a:pt x="7842" y="9972"/>
                  </a:cubicBezTo>
                  <a:cubicBezTo>
                    <a:pt x="3334" y="9134"/>
                    <a:pt x="1695" y="5502"/>
                    <a:pt x="0" y="1907"/>
                  </a:cubicBezTo>
                  <a:cubicBezTo>
                    <a:pt x="19" y="510"/>
                    <a:pt x="726" y="-142"/>
                    <a:pt x="2142" y="26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030330E5-7696-8483-A37D-53DFC9ADB705}"/>
                </a:ext>
              </a:extLst>
            </p:cNvPr>
            <p:cNvSpPr/>
            <p:nvPr/>
          </p:nvSpPr>
          <p:spPr>
            <a:xfrm>
              <a:off x="1712646" y="5300275"/>
              <a:ext cx="28859" cy="18986"/>
            </a:xfrm>
            <a:custGeom>
              <a:avLst/>
              <a:gdLst>
                <a:gd name="csX0" fmla="*/ 5203 w 28859"/>
                <a:gd name="csY0" fmla="*/ 11753 h 18986"/>
                <a:gd name="csX1" fmla="*/ 435 w 28859"/>
                <a:gd name="csY1" fmla="*/ 0 h 18986"/>
                <a:gd name="csX2" fmla="*/ 6302 w 28859"/>
                <a:gd name="csY2" fmla="*/ 8270 h 18986"/>
                <a:gd name="csX3" fmla="*/ 28859 w 28859"/>
                <a:gd name="csY3" fmla="*/ 18925 h 18986"/>
                <a:gd name="csX4" fmla="*/ 5203 w 28859"/>
                <a:gd name="csY4" fmla="*/ 11753 h 1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859" h="18986">
                  <a:moveTo>
                    <a:pt x="5203" y="11753"/>
                  </a:moveTo>
                  <a:cubicBezTo>
                    <a:pt x="3173" y="8363"/>
                    <a:pt x="-1428" y="6128"/>
                    <a:pt x="435" y="0"/>
                  </a:cubicBezTo>
                  <a:cubicBezTo>
                    <a:pt x="2223" y="3539"/>
                    <a:pt x="3210" y="6761"/>
                    <a:pt x="6302" y="8270"/>
                  </a:cubicBezTo>
                  <a:cubicBezTo>
                    <a:pt x="12039" y="14901"/>
                    <a:pt x="20663" y="15628"/>
                    <a:pt x="28859" y="18925"/>
                  </a:cubicBezTo>
                  <a:cubicBezTo>
                    <a:pt x="19490" y="19484"/>
                    <a:pt x="12188" y="16168"/>
                    <a:pt x="5203" y="11753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FEFD93C7-3B8C-A467-A9D5-959031CB7106}"/>
                </a:ext>
              </a:extLst>
            </p:cNvPr>
            <p:cNvSpPr/>
            <p:nvPr/>
          </p:nvSpPr>
          <p:spPr>
            <a:xfrm>
              <a:off x="1664204" y="5359116"/>
              <a:ext cx="24438" cy="17322"/>
            </a:xfrm>
            <a:custGeom>
              <a:avLst/>
              <a:gdLst>
                <a:gd name="csX0" fmla="*/ 20881 w 24438"/>
                <a:gd name="csY0" fmla="*/ 17323 h 17322"/>
                <a:gd name="csX1" fmla="*/ 0 w 24438"/>
                <a:gd name="csY1" fmla="*/ 0 h 17322"/>
                <a:gd name="csX2" fmla="*/ 23023 w 24438"/>
                <a:gd name="csY2" fmla="*/ 15050 h 17322"/>
                <a:gd name="csX3" fmla="*/ 24438 w 24438"/>
                <a:gd name="csY3" fmla="*/ 16987 h 17322"/>
                <a:gd name="csX4" fmla="*/ 20881 w 24438"/>
                <a:gd name="csY4" fmla="*/ 17323 h 17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38" h="17322">
                  <a:moveTo>
                    <a:pt x="20881" y="17323"/>
                  </a:moveTo>
                  <a:cubicBezTo>
                    <a:pt x="11586" y="14324"/>
                    <a:pt x="3073" y="10394"/>
                    <a:pt x="0" y="0"/>
                  </a:cubicBezTo>
                  <a:cubicBezTo>
                    <a:pt x="5104" y="8959"/>
                    <a:pt x="13672" y="12592"/>
                    <a:pt x="23023" y="15050"/>
                  </a:cubicBezTo>
                  <a:cubicBezTo>
                    <a:pt x="23488" y="15702"/>
                    <a:pt x="23973" y="16335"/>
                    <a:pt x="24438" y="16987"/>
                  </a:cubicBezTo>
                  <a:cubicBezTo>
                    <a:pt x="23246" y="17099"/>
                    <a:pt x="22073" y="17211"/>
                    <a:pt x="20881" y="17323"/>
                  </a:cubicBezTo>
                  <a:close/>
                </a:path>
              </a:pathLst>
            </a:custGeom>
            <a:solidFill>
              <a:srgbClr val="57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FCC3F15A-1CF3-FAC2-139B-EACF7719B48A}"/>
                </a:ext>
              </a:extLst>
            </p:cNvPr>
            <p:cNvSpPr/>
            <p:nvPr/>
          </p:nvSpPr>
          <p:spPr>
            <a:xfrm>
              <a:off x="1824530" y="5137454"/>
              <a:ext cx="60381" cy="122910"/>
            </a:xfrm>
            <a:custGeom>
              <a:avLst/>
              <a:gdLst>
                <a:gd name="csX0" fmla="*/ 34546 w 60381"/>
                <a:gd name="csY0" fmla="*/ 6264 h 122910"/>
                <a:gd name="csX1" fmla="*/ 41587 w 60381"/>
                <a:gd name="csY1" fmla="*/ 24 h 122910"/>
                <a:gd name="csX2" fmla="*/ 60065 w 60381"/>
                <a:gd name="csY2" fmla="*/ 19247 h 122910"/>
                <a:gd name="csX3" fmla="*/ 60307 w 60381"/>
                <a:gd name="csY3" fmla="*/ 33887 h 122910"/>
                <a:gd name="csX4" fmla="*/ 37806 w 60381"/>
                <a:gd name="csY4" fmla="*/ 106662 h 122910"/>
                <a:gd name="csX5" fmla="*/ 26630 w 60381"/>
                <a:gd name="csY5" fmla="*/ 119067 h 122910"/>
                <a:gd name="csX6" fmla="*/ 2546 w 60381"/>
                <a:gd name="csY6" fmla="*/ 111020 h 122910"/>
                <a:gd name="csX7" fmla="*/ 3533 w 60381"/>
                <a:gd name="csY7" fmla="*/ 80025 h 122910"/>
                <a:gd name="csX8" fmla="*/ 18844 w 60381"/>
                <a:gd name="csY8" fmla="*/ 28541 h 122910"/>
                <a:gd name="csX9" fmla="*/ 25978 w 60381"/>
                <a:gd name="csY9" fmla="*/ 10846 h 122910"/>
                <a:gd name="csX10" fmla="*/ 31194 w 60381"/>
                <a:gd name="csY10" fmla="*/ 7158 h 122910"/>
                <a:gd name="csX11" fmla="*/ 40395 w 60381"/>
                <a:gd name="csY11" fmla="*/ 14367 h 122910"/>
                <a:gd name="csX12" fmla="*/ 43338 w 60381"/>
                <a:gd name="csY12" fmla="*/ 39792 h 122910"/>
                <a:gd name="csX13" fmla="*/ 18751 w 60381"/>
                <a:gd name="csY13" fmla="*/ 100701 h 122910"/>
                <a:gd name="csX14" fmla="*/ 43375 w 60381"/>
                <a:gd name="csY14" fmla="*/ 40165 h 122910"/>
                <a:gd name="csX15" fmla="*/ 42202 w 60381"/>
                <a:gd name="csY15" fmla="*/ 18315 h 122910"/>
                <a:gd name="csX16" fmla="*/ 34546 w 60381"/>
                <a:gd name="csY16" fmla="*/ 6264 h 12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381" h="122910">
                  <a:moveTo>
                    <a:pt x="34546" y="6264"/>
                  </a:moveTo>
                  <a:cubicBezTo>
                    <a:pt x="33950" y="2222"/>
                    <a:pt x="36763" y="-274"/>
                    <a:pt x="41587" y="24"/>
                  </a:cubicBezTo>
                  <a:cubicBezTo>
                    <a:pt x="52018" y="657"/>
                    <a:pt x="61369" y="9151"/>
                    <a:pt x="60065" y="19247"/>
                  </a:cubicBezTo>
                  <a:cubicBezTo>
                    <a:pt x="59394" y="24481"/>
                    <a:pt x="60698" y="29212"/>
                    <a:pt x="60307" y="33887"/>
                  </a:cubicBezTo>
                  <a:cubicBezTo>
                    <a:pt x="58202" y="59704"/>
                    <a:pt x="54887" y="85278"/>
                    <a:pt x="37806" y="106662"/>
                  </a:cubicBezTo>
                  <a:cubicBezTo>
                    <a:pt x="34286" y="111058"/>
                    <a:pt x="31287" y="115826"/>
                    <a:pt x="26630" y="119067"/>
                  </a:cubicBezTo>
                  <a:cubicBezTo>
                    <a:pt x="16050" y="126462"/>
                    <a:pt x="7333" y="122867"/>
                    <a:pt x="2546" y="111020"/>
                  </a:cubicBezTo>
                  <a:cubicBezTo>
                    <a:pt x="-1850" y="100142"/>
                    <a:pt x="87" y="90550"/>
                    <a:pt x="3533" y="80025"/>
                  </a:cubicBezTo>
                  <a:cubicBezTo>
                    <a:pt x="9121" y="63038"/>
                    <a:pt x="15026" y="46088"/>
                    <a:pt x="18844" y="28541"/>
                  </a:cubicBezTo>
                  <a:cubicBezTo>
                    <a:pt x="20204" y="22283"/>
                    <a:pt x="23426" y="16676"/>
                    <a:pt x="25978" y="10846"/>
                  </a:cubicBezTo>
                  <a:cubicBezTo>
                    <a:pt x="26984" y="8555"/>
                    <a:pt x="28753" y="7382"/>
                    <a:pt x="31194" y="7158"/>
                  </a:cubicBezTo>
                  <a:cubicBezTo>
                    <a:pt x="36074" y="7233"/>
                    <a:pt x="38477" y="10567"/>
                    <a:pt x="40395" y="14367"/>
                  </a:cubicBezTo>
                  <a:cubicBezTo>
                    <a:pt x="44474" y="22469"/>
                    <a:pt x="44567" y="31317"/>
                    <a:pt x="43338" y="39792"/>
                  </a:cubicBezTo>
                  <a:cubicBezTo>
                    <a:pt x="40134" y="62014"/>
                    <a:pt x="32162" y="82503"/>
                    <a:pt x="18751" y="100701"/>
                  </a:cubicBezTo>
                  <a:cubicBezTo>
                    <a:pt x="32144" y="82633"/>
                    <a:pt x="40078" y="62274"/>
                    <a:pt x="43375" y="40165"/>
                  </a:cubicBezTo>
                  <a:cubicBezTo>
                    <a:pt x="44437" y="32975"/>
                    <a:pt x="44046" y="25561"/>
                    <a:pt x="42202" y="18315"/>
                  </a:cubicBezTo>
                  <a:cubicBezTo>
                    <a:pt x="40935" y="13417"/>
                    <a:pt x="36968" y="10380"/>
                    <a:pt x="34546" y="6264"/>
                  </a:cubicBezTo>
                  <a:close/>
                </a:path>
              </a:pathLst>
            </a:custGeom>
            <a:solidFill>
              <a:srgbClr val="96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423792C9-991D-565D-D52B-62FC1694B7D5}"/>
                </a:ext>
              </a:extLst>
            </p:cNvPr>
            <p:cNvSpPr/>
            <p:nvPr/>
          </p:nvSpPr>
          <p:spPr>
            <a:xfrm>
              <a:off x="1839207" y="5143567"/>
              <a:ext cx="30062" cy="99430"/>
            </a:xfrm>
            <a:custGeom>
              <a:avLst/>
              <a:gdLst>
                <a:gd name="csX0" fmla="*/ 19869 w 30062"/>
                <a:gd name="csY0" fmla="*/ 151 h 99430"/>
                <a:gd name="csX1" fmla="*/ 30058 w 30062"/>
                <a:gd name="csY1" fmla="*/ 23323 h 99430"/>
                <a:gd name="csX2" fmla="*/ 7557 w 30062"/>
                <a:gd name="csY2" fmla="*/ 91924 h 99430"/>
                <a:gd name="csX3" fmla="*/ 3292 w 30062"/>
                <a:gd name="csY3" fmla="*/ 97885 h 99430"/>
                <a:gd name="csX4" fmla="*/ 628 w 30062"/>
                <a:gd name="csY4" fmla="*/ 99133 h 99430"/>
                <a:gd name="csX5" fmla="*/ 1112 w 30062"/>
                <a:gd name="csY5" fmla="*/ 96358 h 99430"/>
                <a:gd name="csX6" fmla="*/ 21378 w 30062"/>
                <a:gd name="csY6" fmla="*/ 58825 h 99430"/>
                <a:gd name="csX7" fmla="*/ 26817 w 30062"/>
                <a:gd name="csY7" fmla="*/ 14140 h 99430"/>
                <a:gd name="csX8" fmla="*/ 16554 w 30062"/>
                <a:gd name="csY8" fmla="*/ 1120 h 99430"/>
                <a:gd name="csX9" fmla="*/ 19869 w 30062"/>
                <a:gd name="csY9" fmla="*/ 151 h 9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0062" h="99430">
                  <a:moveTo>
                    <a:pt x="19869" y="151"/>
                  </a:moveTo>
                  <a:cubicBezTo>
                    <a:pt x="28233" y="5683"/>
                    <a:pt x="29984" y="14363"/>
                    <a:pt x="30058" y="23323"/>
                  </a:cubicBezTo>
                  <a:cubicBezTo>
                    <a:pt x="30300" y="48655"/>
                    <a:pt x="21155" y="71044"/>
                    <a:pt x="7557" y="91924"/>
                  </a:cubicBezTo>
                  <a:cubicBezTo>
                    <a:pt x="6216" y="93973"/>
                    <a:pt x="4707" y="95911"/>
                    <a:pt x="3292" y="97885"/>
                  </a:cubicBezTo>
                  <a:cubicBezTo>
                    <a:pt x="2621" y="98816"/>
                    <a:pt x="1820" y="99990"/>
                    <a:pt x="628" y="99133"/>
                  </a:cubicBezTo>
                  <a:cubicBezTo>
                    <a:pt x="-713" y="98183"/>
                    <a:pt x="404" y="97196"/>
                    <a:pt x="1112" y="96358"/>
                  </a:cubicBezTo>
                  <a:cubicBezTo>
                    <a:pt x="10314" y="85163"/>
                    <a:pt x="16740" y="72441"/>
                    <a:pt x="21378" y="58825"/>
                  </a:cubicBezTo>
                  <a:cubicBezTo>
                    <a:pt x="26296" y="44352"/>
                    <a:pt x="30002" y="29656"/>
                    <a:pt x="26817" y="14140"/>
                  </a:cubicBezTo>
                  <a:cubicBezTo>
                    <a:pt x="25550" y="8011"/>
                    <a:pt x="22328" y="3616"/>
                    <a:pt x="16554" y="1120"/>
                  </a:cubicBezTo>
                  <a:cubicBezTo>
                    <a:pt x="17336" y="-240"/>
                    <a:pt x="18603" y="-72"/>
                    <a:pt x="19869" y="151"/>
                  </a:cubicBezTo>
                  <a:close/>
                </a:path>
              </a:pathLst>
            </a:custGeom>
            <a:solidFill>
              <a:srgbClr val="5B75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F148964B-B2C4-526F-4014-72F8A261B581}"/>
                </a:ext>
              </a:extLst>
            </p:cNvPr>
            <p:cNvSpPr/>
            <p:nvPr/>
          </p:nvSpPr>
          <p:spPr>
            <a:xfrm>
              <a:off x="1807531" y="5213581"/>
              <a:ext cx="14347" cy="4411"/>
            </a:xfrm>
            <a:custGeom>
              <a:avLst/>
              <a:gdLst>
                <a:gd name="csX0" fmla="*/ 14348 w 14347"/>
                <a:gd name="csY0" fmla="*/ 434 h 4411"/>
                <a:gd name="csX1" fmla="*/ 2315 w 14347"/>
                <a:gd name="csY1" fmla="*/ 4196 h 4411"/>
                <a:gd name="csX2" fmla="*/ 43 w 14347"/>
                <a:gd name="csY2" fmla="*/ 3451 h 4411"/>
                <a:gd name="csX3" fmla="*/ 1644 w 14347"/>
                <a:gd name="csY3" fmla="*/ 1477 h 4411"/>
                <a:gd name="csX4" fmla="*/ 14348 w 14347"/>
                <a:gd name="csY4" fmla="*/ 434 h 4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47" h="4411">
                  <a:moveTo>
                    <a:pt x="14348" y="434"/>
                  </a:moveTo>
                  <a:cubicBezTo>
                    <a:pt x="9691" y="1905"/>
                    <a:pt x="6022" y="3079"/>
                    <a:pt x="2315" y="4196"/>
                  </a:cubicBezTo>
                  <a:cubicBezTo>
                    <a:pt x="1440" y="4457"/>
                    <a:pt x="322" y="4718"/>
                    <a:pt x="43" y="3451"/>
                  </a:cubicBezTo>
                  <a:cubicBezTo>
                    <a:pt x="-218" y="2315"/>
                    <a:pt x="769" y="1682"/>
                    <a:pt x="1644" y="1477"/>
                  </a:cubicBezTo>
                  <a:cubicBezTo>
                    <a:pt x="5444" y="564"/>
                    <a:pt x="9226" y="-665"/>
                    <a:pt x="14348" y="434"/>
                  </a:cubicBezTo>
                  <a:close/>
                </a:path>
              </a:pathLst>
            </a:custGeom>
            <a:solidFill>
              <a:srgbClr val="5A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152FB8C0-A2A5-85F7-FF74-71C4715172E2}"/>
                </a:ext>
              </a:extLst>
            </p:cNvPr>
            <p:cNvSpPr/>
            <p:nvPr/>
          </p:nvSpPr>
          <p:spPr>
            <a:xfrm>
              <a:off x="1881447" y="5211966"/>
              <a:ext cx="9592" cy="6742"/>
            </a:xfrm>
            <a:custGeom>
              <a:avLst/>
              <a:gdLst>
                <a:gd name="csX0" fmla="*/ 0 w 9592"/>
                <a:gd name="csY0" fmla="*/ 6743 h 6742"/>
                <a:gd name="csX1" fmla="*/ 9593 w 9592"/>
                <a:gd name="csY1" fmla="*/ 0 h 6742"/>
                <a:gd name="csX2" fmla="*/ 0 w 9592"/>
                <a:gd name="csY2" fmla="*/ 6743 h 6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92" h="6742">
                  <a:moveTo>
                    <a:pt x="0" y="6743"/>
                  </a:moveTo>
                  <a:cubicBezTo>
                    <a:pt x="2161" y="3036"/>
                    <a:pt x="5681" y="1248"/>
                    <a:pt x="9593" y="0"/>
                  </a:cubicBezTo>
                  <a:cubicBezTo>
                    <a:pt x="7283" y="3446"/>
                    <a:pt x="3930" y="5476"/>
                    <a:pt x="0" y="6743"/>
                  </a:cubicBezTo>
                  <a:close/>
                </a:path>
              </a:pathLst>
            </a:custGeom>
            <a:solidFill>
              <a:srgbClr val="5E83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613C9B5B-0F98-C6D5-DA52-64046830A3C1}"/>
                </a:ext>
              </a:extLst>
            </p:cNvPr>
            <p:cNvSpPr/>
            <p:nvPr/>
          </p:nvSpPr>
          <p:spPr>
            <a:xfrm>
              <a:off x="1920470" y="5057998"/>
              <a:ext cx="69328" cy="39354"/>
            </a:xfrm>
            <a:custGeom>
              <a:avLst/>
              <a:gdLst>
                <a:gd name="csX0" fmla="*/ 69328 w 69328"/>
                <a:gd name="csY0" fmla="*/ 0 h 39354"/>
                <a:gd name="csX1" fmla="*/ 0 w 69328"/>
                <a:gd name="csY1" fmla="*/ 39265 h 39354"/>
                <a:gd name="csX2" fmla="*/ 69328 w 69328"/>
                <a:gd name="csY2" fmla="*/ 0 h 3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328" h="39354">
                  <a:moveTo>
                    <a:pt x="69328" y="0"/>
                  </a:moveTo>
                  <a:cubicBezTo>
                    <a:pt x="65696" y="12890"/>
                    <a:pt x="15553" y="41146"/>
                    <a:pt x="0" y="39265"/>
                  </a:cubicBezTo>
                  <a:cubicBezTo>
                    <a:pt x="26375" y="31162"/>
                    <a:pt x="49323" y="19204"/>
                    <a:pt x="69328" y="0"/>
                  </a:cubicBezTo>
                  <a:close/>
                </a:path>
              </a:pathLst>
            </a:custGeom>
            <a:solidFill>
              <a:srgbClr val="40532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6F786308-31BC-B184-134A-2A066119ED09}"/>
                </a:ext>
              </a:extLst>
            </p:cNvPr>
            <p:cNvSpPr/>
            <p:nvPr/>
          </p:nvSpPr>
          <p:spPr>
            <a:xfrm>
              <a:off x="1957202" y="5095530"/>
              <a:ext cx="6109" cy="11883"/>
            </a:xfrm>
            <a:custGeom>
              <a:avLst/>
              <a:gdLst>
                <a:gd name="csX0" fmla="*/ 0 w 6109"/>
                <a:gd name="csY0" fmla="*/ 0 h 11883"/>
                <a:gd name="csX1" fmla="*/ 6110 w 6109"/>
                <a:gd name="csY1" fmla="*/ 11884 h 11883"/>
                <a:gd name="csX2" fmla="*/ 0 w 6109"/>
                <a:gd name="csY2" fmla="*/ 0 h 11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09" h="11883">
                  <a:moveTo>
                    <a:pt x="0" y="0"/>
                  </a:moveTo>
                  <a:cubicBezTo>
                    <a:pt x="3912" y="2570"/>
                    <a:pt x="4955" y="6557"/>
                    <a:pt x="6110" y="11884"/>
                  </a:cubicBezTo>
                  <a:cubicBezTo>
                    <a:pt x="2459" y="7842"/>
                    <a:pt x="745" y="4191"/>
                    <a:pt x="0" y="0"/>
                  </a:cubicBezTo>
                  <a:close/>
                </a:path>
              </a:pathLst>
            </a:custGeom>
            <a:solidFill>
              <a:srgbClr val="6083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E2734D6E-C647-A58A-16B9-2BECA942CF2B}"/>
                </a:ext>
              </a:extLst>
            </p:cNvPr>
            <p:cNvSpPr/>
            <p:nvPr/>
          </p:nvSpPr>
          <p:spPr>
            <a:xfrm>
              <a:off x="1937763" y="5055651"/>
              <a:ext cx="3622" cy="11213"/>
            </a:xfrm>
            <a:custGeom>
              <a:avLst/>
              <a:gdLst>
                <a:gd name="csX0" fmla="*/ 3494 w 3622"/>
                <a:gd name="csY0" fmla="*/ 11213 h 11213"/>
                <a:gd name="csX1" fmla="*/ 235 w 3622"/>
                <a:gd name="csY1" fmla="*/ 0 h 11213"/>
                <a:gd name="csX2" fmla="*/ 3494 w 3622"/>
                <a:gd name="csY2" fmla="*/ 11213 h 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22" h="11213">
                  <a:moveTo>
                    <a:pt x="3494" y="11213"/>
                  </a:moveTo>
                  <a:cubicBezTo>
                    <a:pt x="1483" y="8177"/>
                    <a:pt x="-734" y="5234"/>
                    <a:pt x="235" y="0"/>
                  </a:cubicBezTo>
                  <a:cubicBezTo>
                    <a:pt x="2861" y="4172"/>
                    <a:pt x="4034" y="7451"/>
                    <a:pt x="3494" y="11213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E36C0375-A8A9-D474-4F03-DE771D76843F}"/>
                </a:ext>
              </a:extLst>
            </p:cNvPr>
            <p:cNvSpPr/>
            <p:nvPr/>
          </p:nvSpPr>
          <p:spPr>
            <a:xfrm>
              <a:off x="2055681" y="4842293"/>
              <a:ext cx="10617" cy="4497"/>
            </a:xfrm>
            <a:custGeom>
              <a:avLst/>
              <a:gdLst>
                <a:gd name="csX0" fmla="*/ 0 w 10617"/>
                <a:gd name="csY0" fmla="*/ 64 h 4497"/>
                <a:gd name="csX1" fmla="*/ 10617 w 10617"/>
                <a:gd name="csY1" fmla="*/ 4498 h 4497"/>
                <a:gd name="csX2" fmla="*/ 0 w 10617"/>
                <a:gd name="csY2" fmla="*/ 64 h 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7" h="4497">
                  <a:moveTo>
                    <a:pt x="0" y="64"/>
                  </a:moveTo>
                  <a:cubicBezTo>
                    <a:pt x="4489" y="-439"/>
                    <a:pt x="7525" y="2095"/>
                    <a:pt x="10617" y="4498"/>
                  </a:cubicBezTo>
                  <a:cubicBezTo>
                    <a:pt x="6445" y="4479"/>
                    <a:pt x="2962" y="2840"/>
                    <a:pt x="0" y="64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9D97E386-CD24-85E4-B5BB-9887D9A11761}"/>
                </a:ext>
              </a:extLst>
            </p:cNvPr>
            <p:cNvSpPr/>
            <p:nvPr/>
          </p:nvSpPr>
          <p:spPr>
            <a:xfrm>
              <a:off x="2014539" y="4877072"/>
              <a:ext cx="9178" cy="4224"/>
            </a:xfrm>
            <a:custGeom>
              <a:avLst/>
              <a:gdLst>
                <a:gd name="csX0" fmla="*/ 9178 w 9178"/>
                <a:gd name="csY0" fmla="*/ 3581 h 4224"/>
                <a:gd name="csX1" fmla="*/ 7875 w 9178"/>
                <a:gd name="csY1" fmla="*/ 4214 h 4224"/>
                <a:gd name="csX2" fmla="*/ 14 w 9178"/>
                <a:gd name="csY2" fmla="*/ 1216 h 4224"/>
                <a:gd name="csX3" fmla="*/ 796 w 9178"/>
                <a:gd name="csY3" fmla="*/ 42 h 4224"/>
                <a:gd name="csX4" fmla="*/ 9178 w 9178"/>
                <a:gd name="csY4" fmla="*/ 3581 h 4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78" h="4224">
                  <a:moveTo>
                    <a:pt x="9178" y="3581"/>
                  </a:moveTo>
                  <a:cubicBezTo>
                    <a:pt x="8489" y="3935"/>
                    <a:pt x="8117" y="4289"/>
                    <a:pt x="7875" y="4214"/>
                  </a:cubicBezTo>
                  <a:cubicBezTo>
                    <a:pt x="5174" y="3413"/>
                    <a:pt x="1895" y="4084"/>
                    <a:pt x="14" y="1216"/>
                  </a:cubicBezTo>
                  <a:cubicBezTo>
                    <a:pt x="-98" y="1048"/>
                    <a:pt x="480" y="79"/>
                    <a:pt x="796" y="42"/>
                  </a:cubicBezTo>
                  <a:cubicBezTo>
                    <a:pt x="4168" y="-293"/>
                    <a:pt x="6645" y="1420"/>
                    <a:pt x="9178" y="3581"/>
                  </a:cubicBezTo>
                  <a:close/>
                </a:path>
              </a:pathLst>
            </a:custGeom>
            <a:solidFill>
              <a:srgbClr val="5578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3E52133A-34E8-6CE8-6013-6581E8E00274}"/>
                </a:ext>
              </a:extLst>
            </p:cNvPr>
            <p:cNvSpPr/>
            <p:nvPr/>
          </p:nvSpPr>
          <p:spPr>
            <a:xfrm>
              <a:off x="1981360" y="4928131"/>
              <a:ext cx="9052" cy="3564"/>
            </a:xfrm>
            <a:custGeom>
              <a:avLst/>
              <a:gdLst>
                <a:gd name="csX0" fmla="*/ 0 w 9052"/>
                <a:gd name="csY0" fmla="*/ 169 h 3564"/>
                <a:gd name="csX1" fmla="*/ 9053 w 9052"/>
                <a:gd name="csY1" fmla="*/ 3261 h 3564"/>
                <a:gd name="csX2" fmla="*/ 0 w 9052"/>
                <a:gd name="csY2" fmla="*/ 169 h 3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52" h="3564">
                  <a:moveTo>
                    <a:pt x="0" y="169"/>
                  </a:moveTo>
                  <a:cubicBezTo>
                    <a:pt x="4750" y="-613"/>
                    <a:pt x="6836" y="1473"/>
                    <a:pt x="9053" y="3261"/>
                  </a:cubicBezTo>
                  <a:cubicBezTo>
                    <a:pt x="5905" y="4230"/>
                    <a:pt x="3558" y="2795"/>
                    <a:pt x="0" y="169"/>
                  </a:cubicBezTo>
                  <a:close/>
                </a:path>
              </a:pathLst>
            </a:custGeom>
            <a:solidFill>
              <a:srgbClr val="5579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8F28D015-25EF-8848-EAD8-B6ED1E22E400}"/>
                </a:ext>
              </a:extLst>
            </p:cNvPr>
            <p:cNvSpPr/>
            <p:nvPr/>
          </p:nvSpPr>
          <p:spPr>
            <a:xfrm>
              <a:off x="1558582" y="5242281"/>
              <a:ext cx="163965" cy="205329"/>
            </a:xfrm>
            <a:custGeom>
              <a:avLst/>
              <a:gdLst>
                <a:gd name="csX0" fmla="*/ 12339 w 163965"/>
                <a:gd name="csY0" fmla="*/ 205330 h 205329"/>
                <a:gd name="csX1" fmla="*/ 325 w 163965"/>
                <a:gd name="csY1" fmla="*/ 187541 h 205329"/>
                <a:gd name="csX2" fmla="*/ 23553 w 163965"/>
                <a:gd name="csY2" fmla="*/ 135443 h 205329"/>
                <a:gd name="csX3" fmla="*/ 55348 w 163965"/>
                <a:gd name="csY3" fmla="*/ 89062 h 205329"/>
                <a:gd name="csX4" fmla="*/ 87666 w 163965"/>
                <a:gd name="csY4" fmla="*/ 50189 h 205329"/>
                <a:gd name="csX5" fmla="*/ 114376 w 163965"/>
                <a:gd name="csY5" fmla="*/ 22696 h 205329"/>
                <a:gd name="csX6" fmla="*/ 138796 w 163965"/>
                <a:gd name="csY6" fmla="*/ 3044 h 205329"/>
                <a:gd name="csX7" fmla="*/ 153865 w 163965"/>
                <a:gd name="csY7" fmla="*/ 791 h 205329"/>
                <a:gd name="csX8" fmla="*/ 162489 w 163965"/>
                <a:gd name="csY8" fmla="*/ 21299 h 205329"/>
                <a:gd name="csX9" fmla="*/ 148742 w 163965"/>
                <a:gd name="csY9" fmla="*/ 38137 h 205329"/>
                <a:gd name="csX10" fmla="*/ 112551 w 163965"/>
                <a:gd name="csY10" fmla="*/ 74534 h 205329"/>
                <a:gd name="csX11" fmla="*/ 86008 w 163965"/>
                <a:gd name="csY11" fmla="*/ 108676 h 205329"/>
                <a:gd name="csX12" fmla="*/ 73453 w 163965"/>
                <a:gd name="csY12" fmla="*/ 126558 h 205329"/>
                <a:gd name="csX13" fmla="*/ 32624 w 163965"/>
                <a:gd name="csY13" fmla="*/ 191229 h 205329"/>
                <a:gd name="csX14" fmla="*/ 12339 w 163965"/>
                <a:gd name="csY14" fmla="*/ 205330 h 20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3965" h="205329">
                  <a:moveTo>
                    <a:pt x="12339" y="205330"/>
                  </a:moveTo>
                  <a:cubicBezTo>
                    <a:pt x="3827" y="205218"/>
                    <a:pt x="-1389" y="197078"/>
                    <a:pt x="325" y="187541"/>
                  </a:cubicBezTo>
                  <a:cubicBezTo>
                    <a:pt x="3808" y="168226"/>
                    <a:pt x="13122" y="151611"/>
                    <a:pt x="23553" y="135443"/>
                  </a:cubicBezTo>
                  <a:cubicBezTo>
                    <a:pt x="33741" y="119703"/>
                    <a:pt x="43856" y="103871"/>
                    <a:pt x="55348" y="89062"/>
                  </a:cubicBezTo>
                  <a:cubicBezTo>
                    <a:pt x="65667" y="75763"/>
                    <a:pt x="76992" y="63246"/>
                    <a:pt x="87666" y="50189"/>
                  </a:cubicBezTo>
                  <a:cubicBezTo>
                    <a:pt x="95787" y="40242"/>
                    <a:pt x="104988" y="31320"/>
                    <a:pt x="114376" y="22696"/>
                  </a:cubicBezTo>
                  <a:cubicBezTo>
                    <a:pt x="122050" y="15655"/>
                    <a:pt x="128812" y="7217"/>
                    <a:pt x="138796" y="3044"/>
                  </a:cubicBezTo>
                  <a:cubicBezTo>
                    <a:pt x="143546" y="1051"/>
                    <a:pt x="148277" y="-1240"/>
                    <a:pt x="153865" y="791"/>
                  </a:cubicBezTo>
                  <a:cubicBezTo>
                    <a:pt x="162154" y="3808"/>
                    <a:pt x="166419" y="13308"/>
                    <a:pt x="162489" y="21299"/>
                  </a:cubicBezTo>
                  <a:cubicBezTo>
                    <a:pt x="159229" y="27948"/>
                    <a:pt x="153976" y="33052"/>
                    <a:pt x="148742" y="38137"/>
                  </a:cubicBezTo>
                  <a:cubicBezTo>
                    <a:pt x="136467" y="50058"/>
                    <a:pt x="124360" y="62147"/>
                    <a:pt x="112551" y="74534"/>
                  </a:cubicBezTo>
                  <a:cubicBezTo>
                    <a:pt x="102511" y="85058"/>
                    <a:pt x="95656" y="97891"/>
                    <a:pt x="86008" y="108676"/>
                  </a:cubicBezTo>
                  <a:cubicBezTo>
                    <a:pt x="81183" y="114078"/>
                    <a:pt x="77775" y="120690"/>
                    <a:pt x="73453" y="126558"/>
                  </a:cubicBezTo>
                  <a:cubicBezTo>
                    <a:pt x="58235" y="147103"/>
                    <a:pt x="45402" y="169138"/>
                    <a:pt x="32624" y="191229"/>
                  </a:cubicBezTo>
                  <a:cubicBezTo>
                    <a:pt x="28433" y="198550"/>
                    <a:pt x="22193" y="205181"/>
                    <a:pt x="12339" y="205330"/>
                  </a:cubicBezTo>
                  <a:close/>
                </a:path>
              </a:pathLst>
            </a:custGeom>
            <a:solidFill>
              <a:srgbClr val="9E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4FE45FE1-0580-D38B-8FDC-F8D523072933}"/>
                </a:ext>
              </a:extLst>
            </p:cNvPr>
            <p:cNvSpPr/>
            <p:nvPr/>
          </p:nvSpPr>
          <p:spPr>
            <a:xfrm>
              <a:off x="1542214" y="5389310"/>
              <a:ext cx="76268" cy="81506"/>
            </a:xfrm>
            <a:custGeom>
              <a:avLst/>
              <a:gdLst>
                <a:gd name="csX0" fmla="*/ 68383 w 76268"/>
                <a:gd name="csY0" fmla="*/ 32019 h 81506"/>
                <a:gd name="csX1" fmla="*/ 76225 w 76268"/>
                <a:gd name="csY1" fmla="*/ 40084 h 81506"/>
                <a:gd name="csX2" fmla="*/ 73449 w 76268"/>
                <a:gd name="csY2" fmla="*/ 45579 h 81506"/>
                <a:gd name="csX3" fmla="*/ 61379 w 76268"/>
                <a:gd name="csY3" fmla="*/ 56997 h 81506"/>
                <a:gd name="csX4" fmla="*/ 35618 w 76268"/>
                <a:gd name="csY4" fmla="*/ 79088 h 81506"/>
                <a:gd name="csX5" fmla="*/ 4 w 76268"/>
                <a:gd name="csY5" fmla="*/ 54278 h 81506"/>
                <a:gd name="csX6" fmla="*/ 3022 w 76268"/>
                <a:gd name="csY6" fmla="*/ 25649 h 81506"/>
                <a:gd name="csX7" fmla="*/ 14049 w 76268"/>
                <a:gd name="csY7" fmla="*/ 540 h 81506"/>
                <a:gd name="csX8" fmla="*/ 20754 w 76268"/>
                <a:gd name="csY8" fmla="*/ 1564 h 81506"/>
                <a:gd name="csX9" fmla="*/ 6933 w 76268"/>
                <a:gd name="csY9" fmla="*/ 38687 h 81506"/>
                <a:gd name="csX10" fmla="*/ 8461 w 76268"/>
                <a:gd name="csY10" fmla="*/ 60089 h 81506"/>
                <a:gd name="csX11" fmla="*/ 35525 w 76268"/>
                <a:gd name="csY11" fmla="*/ 69663 h 81506"/>
                <a:gd name="csX12" fmla="*/ 58250 w 76268"/>
                <a:gd name="csY12" fmla="*/ 48559 h 81506"/>
                <a:gd name="csX13" fmla="*/ 68383 w 76268"/>
                <a:gd name="csY13" fmla="*/ 32019 h 81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8" h="81506">
                  <a:moveTo>
                    <a:pt x="68383" y="32019"/>
                  </a:moveTo>
                  <a:cubicBezTo>
                    <a:pt x="70990" y="34701"/>
                    <a:pt x="73617" y="37383"/>
                    <a:pt x="76225" y="40084"/>
                  </a:cubicBezTo>
                  <a:cubicBezTo>
                    <a:pt x="76448" y="42506"/>
                    <a:pt x="75871" y="44238"/>
                    <a:pt x="73449" y="45579"/>
                  </a:cubicBezTo>
                  <a:cubicBezTo>
                    <a:pt x="68495" y="48317"/>
                    <a:pt x="64825" y="52378"/>
                    <a:pt x="61379" y="56997"/>
                  </a:cubicBezTo>
                  <a:cubicBezTo>
                    <a:pt x="54487" y="66199"/>
                    <a:pt x="46143" y="74953"/>
                    <a:pt x="35618" y="79088"/>
                  </a:cubicBezTo>
                  <a:cubicBezTo>
                    <a:pt x="17048" y="86409"/>
                    <a:pt x="-312" y="76816"/>
                    <a:pt x="4" y="54278"/>
                  </a:cubicBezTo>
                  <a:cubicBezTo>
                    <a:pt x="135" y="44499"/>
                    <a:pt x="936" y="34943"/>
                    <a:pt x="3022" y="25649"/>
                  </a:cubicBezTo>
                  <a:cubicBezTo>
                    <a:pt x="5015" y="16764"/>
                    <a:pt x="6244" y="7059"/>
                    <a:pt x="14049" y="540"/>
                  </a:cubicBezTo>
                  <a:cubicBezTo>
                    <a:pt x="16545" y="-801"/>
                    <a:pt x="18612" y="670"/>
                    <a:pt x="20754" y="1564"/>
                  </a:cubicBezTo>
                  <a:cubicBezTo>
                    <a:pt x="13769" y="13057"/>
                    <a:pt x="9411" y="25555"/>
                    <a:pt x="6933" y="38687"/>
                  </a:cubicBezTo>
                  <a:cubicBezTo>
                    <a:pt x="5574" y="45840"/>
                    <a:pt x="5704" y="52806"/>
                    <a:pt x="8461" y="60089"/>
                  </a:cubicBezTo>
                  <a:cubicBezTo>
                    <a:pt x="12391" y="70520"/>
                    <a:pt x="26566" y="73333"/>
                    <a:pt x="35525" y="69663"/>
                  </a:cubicBezTo>
                  <a:cubicBezTo>
                    <a:pt x="45882" y="65416"/>
                    <a:pt x="52010" y="56867"/>
                    <a:pt x="58250" y="48559"/>
                  </a:cubicBezTo>
                  <a:cubicBezTo>
                    <a:pt x="62106" y="43418"/>
                    <a:pt x="67191" y="38836"/>
                    <a:pt x="68383" y="32019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985A431A-D035-337B-F12F-AA64FA803908}"/>
                </a:ext>
              </a:extLst>
            </p:cNvPr>
            <p:cNvSpPr/>
            <p:nvPr/>
          </p:nvSpPr>
          <p:spPr>
            <a:xfrm>
              <a:off x="1535028" y="5371652"/>
              <a:ext cx="28126" cy="19355"/>
            </a:xfrm>
            <a:custGeom>
              <a:avLst/>
              <a:gdLst>
                <a:gd name="csX0" fmla="*/ 27977 w 28126"/>
                <a:gd name="csY0" fmla="*/ 19204 h 19355"/>
                <a:gd name="csX1" fmla="*/ 21272 w 28126"/>
                <a:gd name="csY1" fmla="*/ 18180 h 19355"/>
                <a:gd name="csX2" fmla="*/ 12033 w 28126"/>
                <a:gd name="csY2" fmla="*/ 12610 h 19355"/>
                <a:gd name="csX3" fmla="*/ 0 w 28126"/>
                <a:gd name="csY3" fmla="*/ 0 h 19355"/>
                <a:gd name="csX4" fmla="*/ 14454 w 28126"/>
                <a:gd name="csY4" fmla="*/ 10412 h 19355"/>
                <a:gd name="csX5" fmla="*/ 24606 w 28126"/>
                <a:gd name="csY5" fmla="*/ 16075 h 19355"/>
                <a:gd name="csX6" fmla="*/ 28126 w 28126"/>
                <a:gd name="csY6" fmla="*/ 18235 h 19355"/>
                <a:gd name="csX7" fmla="*/ 27977 w 28126"/>
                <a:gd name="csY7" fmla="*/ 19204 h 1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126" h="19355">
                  <a:moveTo>
                    <a:pt x="27977" y="19204"/>
                  </a:moveTo>
                  <a:cubicBezTo>
                    <a:pt x="25593" y="19781"/>
                    <a:pt x="23507" y="18552"/>
                    <a:pt x="21272" y="18180"/>
                  </a:cubicBezTo>
                  <a:cubicBezTo>
                    <a:pt x="18198" y="16317"/>
                    <a:pt x="15106" y="14454"/>
                    <a:pt x="12033" y="12610"/>
                  </a:cubicBezTo>
                  <a:cubicBezTo>
                    <a:pt x="8792" y="8177"/>
                    <a:pt x="2515" y="6668"/>
                    <a:pt x="0" y="0"/>
                  </a:cubicBezTo>
                  <a:cubicBezTo>
                    <a:pt x="5793" y="3260"/>
                    <a:pt x="9164" y="8233"/>
                    <a:pt x="14454" y="10412"/>
                  </a:cubicBezTo>
                  <a:cubicBezTo>
                    <a:pt x="17453" y="13001"/>
                    <a:pt x="20731" y="15088"/>
                    <a:pt x="24606" y="16075"/>
                  </a:cubicBezTo>
                  <a:cubicBezTo>
                    <a:pt x="25779" y="16801"/>
                    <a:pt x="26953" y="17509"/>
                    <a:pt x="28126" y="18235"/>
                  </a:cubicBezTo>
                  <a:cubicBezTo>
                    <a:pt x="28033" y="18552"/>
                    <a:pt x="27977" y="18869"/>
                    <a:pt x="27977" y="19204"/>
                  </a:cubicBezTo>
                  <a:close/>
                </a:path>
              </a:pathLst>
            </a:custGeom>
            <a:solidFill>
              <a:srgbClr val="587C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47D1FC4C-7EBA-344D-9CC8-1CC118D347F6}"/>
                </a:ext>
              </a:extLst>
            </p:cNvPr>
            <p:cNvSpPr/>
            <p:nvPr/>
          </p:nvSpPr>
          <p:spPr>
            <a:xfrm>
              <a:off x="1939419" y="5227407"/>
              <a:ext cx="120029" cy="144068"/>
            </a:xfrm>
            <a:custGeom>
              <a:avLst/>
              <a:gdLst>
                <a:gd name="csX0" fmla="*/ 70068 w 120029"/>
                <a:gd name="csY0" fmla="*/ 113753 h 144068"/>
                <a:gd name="csX1" fmla="*/ 47231 w 120029"/>
                <a:gd name="csY1" fmla="*/ 96411 h 144068"/>
                <a:gd name="csX2" fmla="*/ 36707 w 120029"/>
                <a:gd name="csY2" fmla="*/ 86371 h 144068"/>
                <a:gd name="csX3" fmla="*/ 3887 w 120029"/>
                <a:gd name="csY3" fmla="*/ 39190 h 144068"/>
                <a:gd name="csX4" fmla="*/ 14169 w 120029"/>
                <a:gd name="csY4" fmla="*/ 5290 h 144068"/>
                <a:gd name="csX5" fmla="*/ 27096 w 120029"/>
                <a:gd name="csY5" fmla="*/ 447 h 144068"/>
                <a:gd name="csX6" fmla="*/ 31753 w 120029"/>
                <a:gd name="csY6" fmla="*/ 1546 h 144068"/>
                <a:gd name="csX7" fmla="*/ 57476 w 120029"/>
                <a:gd name="csY7" fmla="*/ 23097 h 144068"/>
                <a:gd name="csX8" fmla="*/ 75749 w 120029"/>
                <a:gd name="csY8" fmla="*/ 43679 h 144068"/>
                <a:gd name="csX9" fmla="*/ 96070 w 120029"/>
                <a:gd name="csY9" fmla="*/ 77933 h 144068"/>
                <a:gd name="csX10" fmla="*/ 112332 w 120029"/>
                <a:gd name="csY10" fmla="*/ 110083 h 144068"/>
                <a:gd name="csX11" fmla="*/ 115144 w 120029"/>
                <a:gd name="csY11" fmla="*/ 114293 h 144068"/>
                <a:gd name="csX12" fmla="*/ 115945 w 120029"/>
                <a:gd name="csY12" fmla="*/ 135415 h 144068"/>
                <a:gd name="csX13" fmla="*/ 114231 w 120029"/>
                <a:gd name="csY13" fmla="*/ 138954 h 144068"/>
                <a:gd name="csX14" fmla="*/ 114325 w 120029"/>
                <a:gd name="csY14" fmla="*/ 138917 h 144068"/>
                <a:gd name="csX15" fmla="*/ 109556 w 120029"/>
                <a:gd name="csY15" fmla="*/ 140016 h 144068"/>
                <a:gd name="csX16" fmla="*/ 93575 w 120029"/>
                <a:gd name="csY16" fmla="*/ 143499 h 144068"/>
                <a:gd name="csX17" fmla="*/ 84671 w 120029"/>
                <a:gd name="csY17" fmla="*/ 137315 h 144068"/>
                <a:gd name="csX18" fmla="*/ 69956 w 120029"/>
                <a:gd name="csY18" fmla="*/ 115969 h 144068"/>
                <a:gd name="csX19" fmla="*/ 70068 w 120029"/>
                <a:gd name="csY19" fmla="*/ 113753 h 144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029" h="144068">
                  <a:moveTo>
                    <a:pt x="70068" y="113753"/>
                  </a:moveTo>
                  <a:cubicBezTo>
                    <a:pt x="59618" y="111722"/>
                    <a:pt x="53490" y="103899"/>
                    <a:pt x="47231" y="96411"/>
                  </a:cubicBezTo>
                  <a:cubicBezTo>
                    <a:pt x="44065" y="92611"/>
                    <a:pt x="39464" y="90264"/>
                    <a:pt x="36707" y="86371"/>
                  </a:cubicBezTo>
                  <a:cubicBezTo>
                    <a:pt x="25643" y="70725"/>
                    <a:pt x="13796" y="55637"/>
                    <a:pt x="3887" y="39190"/>
                  </a:cubicBezTo>
                  <a:cubicBezTo>
                    <a:pt x="-3899" y="26245"/>
                    <a:pt x="255" y="11343"/>
                    <a:pt x="14169" y="5290"/>
                  </a:cubicBezTo>
                  <a:cubicBezTo>
                    <a:pt x="18341" y="3483"/>
                    <a:pt x="23222" y="3464"/>
                    <a:pt x="27096" y="447"/>
                  </a:cubicBezTo>
                  <a:cubicBezTo>
                    <a:pt x="28679" y="-801"/>
                    <a:pt x="30262" y="894"/>
                    <a:pt x="31753" y="1546"/>
                  </a:cubicBezTo>
                  <a:cubicBezTo>
                    <a:pt x="42370" y="6258"/>
                    <a:pt x="50118" y="14640"/>
                    <a:pt x="57476" y="23097"/>
                  </a:cubicBezTo>
                  <a:cubicBezTo>
                    <a:pt x="63492" y="30007"/>
                    <a:pt x="70366" y="36135"/>
                    <a:pt x="75749" y="43679"/>
                  </a:cubicBezTo>
                  <a:cubicBezTo>
                    <a:pt x="83497" y="54557"/>
                    <a:pt x="89905" y="66162"/>
                    <a:pt x="96070" y="77933"/>
                  </a:cubicBezTo>
                  <a:cubicBezTo>
                    <a:pt x="101640" y="88569"/>
                    <a:pt x="106893" y="99373"/>
                    <a:pt x="112332" y="110083"/>
                  </a:cubicBezTo>
                  <a:cubicBezTo>
                    <a:pt x="113095" y="111573"/>
                    <a:pt x="114101" y="112970"/>
                    <a:pt x="115144" y="114293"/>
                  </a:cubicBezTo>
                  <a:cubicBezTo>
                    <a:pt x="121421" y="122209"/>
                    <a:pt x="121608" y="127276"/>
                    <a:pt x="115945" y="135415"/>
                  </a:cubicBezTo>
                  <a:cubicBezTo>
                    <a:pt x="115200" y="136477"/>
                    <a:pt x="114790" y="137762"/>
                    <a:pt x="114231" y="138954"/>
                  </a:cubicBezTo>
                  <a:cubicBezTo>
                    <a:pt x="114231" y="138954"/>
                    <a:pt x="114306" y="138917"/>
                    <a:pt x="114325" y="138917"/>
                  </a:cubicBezTo>
                  <a:cubicBezTo>
                    <a:pt x="112574" y="138582"/>
                    <a:pt x="110692" y="138824"/>
                    <a:pt x="109556" y="140016"/>
                  </a:cubicBezTo>
                  <a:cubicBezTo>
                    <a:pt x="104955" y="144915"/>
                    <a:pt x="99572" y="144356"/>
                    <a:pt x="93575" y="143499"/>
                  </a:cubicBezTo>
                  <a:cubicBezTo>
                    <a:pt x="89216" y="142866"/>
                    <a:pt x="86664" y="139811"/>
                    <a:pt x="84671" y="137315"/>
                  </a:cubicBezTo>
                  <a:cubicBezTo>
                    <a:pt x="79288" y="130591"/>
                    <a:pt x="70384" y="126102"/>
                    <a:pt x="69956" y="115969"/>
                  </a:cubicBezTo>
                  <a:cubicBezTo>
                    <a:pt x="69341" y="115168"/>
                    <a:pt x="69360" y="114442"/>
                    <a:pt x="70068" y="113753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8AB44962-710B-FD71-3E27-1F189FD54AA9}"/>
                </a:ext>
              </a:extLst>
            </p:cNvPr>
            <p:cNvSpPr/>
            <p:nvPr/>
          </p:nvSpPr>
          <p:spPr>
            <a:xfrm>
              <a:off x="1995163" y="5341160"/>
              <a:ext cx="14323" cy="9304"/>
            </a:xfrm>
            <a:custGeom>
              <a:avLst/>
              <a:gdLst>
                <a:gd name="csX0" fmla="*/ 14324 w 14323"/>
                <a:gd name="csY0" fmla="*/ 0 h 9304"/>
                <a:gd name="csX1" fmla="*/ 14194 w 14323"/>
                <a:gd name="csY1" fmla="*/ 2179 h 9304"/>
                <a:gd name="csX2" fmla="*/ 0 w 14323"/>
                <a:gd name="csY2" fmla="*/ 9239 h 9304"/>
                <a:gd name="csX3" fmla="*/ 14324 w 14323"/>
                <a:gd name="csY3" fmla="*/ 0 h 9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323" h="9304">
                  <a:moveTo>
                    <a:pt x="14324" y="0"/>
                  </a:moveTo>
                  <a:cubicBezTo>
                    <a:pt x="14287" y="726"/>
                    <a:pt x="14249" y="1453"/>
                    <a:pt x="14194" y="2179"/>
                  </a:cubicBezTo>
                  <a:cubicBezTo>
                    <a:pt x="9313" y="4210"/>
                    <a:pt x="6352" y="9984"/>
                    <a:pt x="0" y="9239"/>
                  </a:cubicBezTo>
                  <a:cubicBezTo>
                    <a:pt x="4266" y="5364"/>
                    <a:pt x="8829" y="1993"/>
                    <a:pt x="14324" y="0"/>
                  </a:cubicBezTo>
                  <a:close/>
                </a:path>
              </a:pathLst>
            </a:custGeom>
            <a:solidFill>
              <a:srgbClr val="4E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24D625B6-817C-409C-4166-3578B9077DE3}"/>
                </a:ext>
              </a:extLst>
            </p:cNvPr>
            <p:cNvSpPr/>
            <p:nvPr/>
          </p:nvSpPr>
          <p:spPr>
            <a:xfrm>
              <a:off x="1949658" y="5289766"/>
              <a:ext cx="6848" cy="8459"/>
            </a:xfrm>
            <a:custGeom>
              <a:avLst/>
              <a:gdLst>
                <a:gd name="csX0" fmla="*/ 0 w 6848"/>
                <a:gd name="csY0" fmla="*/ 8460 h 8459"/>
                <a:gd name="csX1" fmla="*/ 4117 w 6848"/>
                <a:gd name="csY1" fmla="*/ 1344 h 8459"/>
                <a:gd name="csX2" fmla="*/ 6147 w 6848"/>
                <a:gd name="csY2" fmla="*/ 227 h 8459"/>
                <a:gd name="csX3" fmla="*/ 6557 w 6848"/>
                <a:gd name="csY3" fmla="*/ 2760 h 8459"/>
                <a:gd name="csX4" fmla="*/ 0 w 6848"/>
                <a:gd name="csY4" fmla="*/ 8460 h 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48" h="8459">
                  <a:moveTo>
                    <a:pt x="0" y="8460"/>
                  </a:moveTo>
                  <a:cubicBezTo>
                    <a:pt x="1378" y="6094"/>
                    <a:pt x="2775" y="3729"/>
                    <a:pt x="4117" y="1344"/>
                  </a:cubicBezTo>
                  <a:cubicBezTo>
                    <a:pt x="4582" y="506"/>
                    <a:pt x="5066" y="-444"/>
                    <a:pt x="6147" y="227"/>
                  </a:cubicBezTo>
                  <a:cubicBezTo>
                    <a:pt x="7041" y="786"/>
                    <a:pt x="6966" y="1903"/>
                    <a:pt x="6557" y="2760"/>
                  </a:cubicBezTo>
                  <a:cubicBezTo>
                    <a:pt x="5271" y="5479"/>
                    <a:pt x="3353" y="7659"/>
                    <a:pt x="0" y="8460"/>
                  </a:cubicBezTo>
                  <a:close/>
                </a:path>
              </a:pathLst>
            </a:custGeom>
            <a:solidFill>
              <a:srgbClr val="4E6D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417EF7CE-6CEB-051A-3747-E0EC92CBA6FB}"/>
                </a:ext>
              </a:extLst>
            </p:cNvPr>
            <p:cNvSpPr/>
            <p:nvPr/>
          </p:nvSpPr>
          <p:spPr>
            <a:xfrm>
              <a:off x="2005743" y="5242256"/>
              <a:ext cx="7737" cy="6237"/>
            </a:xfrm>
            <a:custGeom>
              <a:avLst/>
              <a:gdLst>
                <a:gd name="csX0" fmla="*/ 2515 w 7737"/>
                <a:gd name="csY0" fmla="*/ 2679 h 6237"/>
                <a:gd name="csX1" fmla="*/ 7693 w 7737"/>
                <a:gd name="csY1" fmla="*/ 71 h 6237"/>
                <a:gd name="csX2" fmla="*/ 3781 w 7737"/>
                <a:gd name="csY2" fmla="*/ 5268 h 6237"/>
                <a:gd name="csX3" fmla="*/ 0 w 7737"/>
                <a:gd name="csY3" fmla="*/ 5938 h 6237"/>
                <a:gd name="csX4" fmla="*/ 2515 w 7737"/>
                <a:gd name="csY4" fmla="*/ 2679 h 6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37" h="6237">
                  <a:moveTo>
                    <a:pt x="2515" y="2679"/>
                  </a:moveTo>
                  <a:cubicBezTo>
                    <a:pt x="4601" y="2623"/>
                    <a:pt x="5066" y="-506"/>
                    <a:pt x="7693" y="71"/>
                  </a:cubicBezTo>
                  <a:cubicBezTo>
                    <a:pt x="8158" y="3182"/>
                    <a:pt x="4880" y="3442"/>
                    <a:pt x="3781" y="5268"/>
                  </a:cubicBezTo>
                  <a:cubicBezTo>
                    <a:pt x="2552" y="5510"/>
                    <a:pt x="1527" y="6814"/>
                    <a:pt x="0" y="5938"/>
                  </a:cubicBezTo>
                  <a:cubicBezTo>
                    <a:pt x="112" y="4299"/>
                    <a:pt x="1453" y="3591"/>
                    <a:pt x="2515" y="2679"/>
                  </a:cubicBezTo>
                  <a:close/>
                </a:path>
              </a:pathLst>
            </a:custGeom>
            <a:solidFill>
              <a:srgbClr val="4D6D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93D156B3-4118-3070-1FD9-FD952BD9BC0C}"/>
                </a:ext>
              </a:extLst>
            </p:cNvPr>
            <p:cNvSpPr/>
            <p:nvPr/>
          </p:nvSpPr>
          <p:spPr>
            <a:xfrm>
              <a:off x="1580906" y="5295301"/>
              <a:ext cx="28579" cy="16745"/>
            </a:xfrm>
            <a:custGeom>
              <a:avLst/>
              <a:gdLst>
                <a:gd name="csX0" fmla="*/ 28517 w 28579"/>
                <a:gd name="csY0" fmla="*/ 15367 h 16745"/>
                <a:gd name="csX1" fmla="*/ 26264 w 28579"/>
                <a:gd name="csY1" fmla="*/ 16745 h 16745"/>
                <a:gd name="csX2" fmla="*/ 0 w 28579"/>
                <a:gd name="csY2" fmla="*/ 0 h 16745"/>
                <a:gd name="csX3" fmla="*/ 28517 w 28579"/>
                <a:gd name="csY3" fmla="*/ 15367 h 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79" h="16745">
                  <a:moveTo>
                    <a:pt x="28517" y="15367"/>
                  </a:moveTo>
                  <a:cubicBezTo>
                    <a:pt x="28964" y="17788"/>
                    <a:pt x="26878" y="16056"/>
                    <a:pt x="26264" y="16745"/>
                  </a:cubicBezTo>
                  <a:cubicBezTo>
                    <a:pt x="16410" y="12945"/>
                    <a:pt x="6761" y="8810"/>
                    <a:pt x="0" y="0"/>
                  </a:cubicBezTo>
                  <a:cubicBezTo>
                    <a:pt x="9500" y="5141"/>
                    <a:pt x="18254" y="11660"/>
                    <a:pt x="28517" y="15367"/>
                  </a:cubicBezTo>
                  <a:close/>
                </a:path>
              </a:pathLst>
            </a:custGeom>
            <a:solidFill>
              <a:srgbClr val="5C82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8271EA21-7366-4680-5032-18C44B9A1DC9}"/>
                </a:ext>
              </a:extLst>
            </p:cNvPr>
            <p:cNvSpPr/>
            <p:nvPr/>
          </p:nvSpPr>
          <p:spPr>
            <a:xfrm>
              <a:off x="1630583" y="5254658"/>
              <a:ext cx="17360" cy="9855"/>
            </a:xfrm>
            <a:custGeom>
              <a:avLst/>
              <a:gdLst>
                <a:gd name="csX0" fmla="*/ 17360 w 17360"/>
                <a:gd name="csY0" fmla="*/ 8605 h 9855"/>
                <a:gd name="csX1" fmla="*/ 14436 w 17360"/>
                <a:gd name="csY1" fmla="*/ 9704 h 9855"/>
                <a:gd name="csX2" fmla="*/ 0 w 17360"/>
                <a:gd name="csY2" fmla="*/ 0 h 9855"/>
                <a:gd name="csX3" fmla="*/ 17267 w 17360"/>
                <a:gd name="csY3" fmla="*/ 8550 h 9855"/>
                <a:gd name="csX4" fmla="*/ 17360 w 17360"/>
                <a:gd name="csY4" fmla="*/ 8605 h 9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60" h="9855">
                  <a:moveTo>
                    <a:pt x="17360" y="8605"/>
                  </a:moveTo>
                  <a:cubicBezTo>
                    <a:pt x="16689" y="9779"/>
                    <a:pt x="15516" y="10077"/>
                    <a:pt x="14436" y="9704"/>
                  </a:cubicBezTo>
                  <a:cubicBezTo>
                    <a:pt x="8829" y="7786"/>
                    <a:pt x="4116" y="4396"/>
                    <a:pt x="0" y="0"/>
                  </a:cubicBezTo>
                  <a:cubicBezTo>
                    <a:pt x="5756" y="2850"/>
                    <a:pt x="11511" y="5700"/>
                    <a:pt x="17267" y="8550"/>
                  </a:cubicBezTo>
                  <a:cubicBezTo>
                    <a:pt x="17286" y="8568"/>
                    <a:pt x="17360" y="8605"/>
                    <a:pt x="17360" y="8605"/>
                  </a:cubicBezTo>
                  <a:close/>
                </a:path>
              </a:pathLst>
            </a:custGeom>
            <a:solidFill>
              <a:srgbClr val="60893C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A544E88C-13FF-2610-7CD9-AE9E5D0B7B72}"/>
                </a:ext>
              </a:extLst>
            </p:cNvPr>
            <p:cNvSpPr/>
            <p:nvPr/>
          </p:nvSpPr>
          <p:spPr>
            <a:xfrm>
              <a:off x="2043816" y="5295488"/>
              <a:ext cx="5303" cy="7655"/>
            </a:xfrm>
            <a:custGeom>
              <a:avLst/>
              <a:gdLst>
                <a:gd name="csX0" fmla="*/ 0 w 5303"/>
                <a:gd name="csY0" fmla="*/ 7656 h 7655"/>
                <a:gd name="csX1" fmla="*/ 4657 w 5303"/>
                <a:gd name="csY1" fmla="*/ 0 h 7655"/>
                <a:gd name="csX2" fmla="*/ 0 w 5303"/>
                <a:gd name="csY2" fmla="*/ 7656 h 7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03" h="7655">
                  <a:moveTo>
                    <a:pt x="0" y="7656"/>
                  </a:moveTo>
                  <a:cubicBezTo>
                    <a:pt x="1546" y="5104"/>
                    <a:pt x="3111" y="2552"/>
                    <a:pt x="4657" y="0"/>
                  </a:cubicBezTo>
                  <a:cubicBezTo>
                    <a:pt x="6799" y="4713"/>
                    <a:pt x="3204" y="6072"/>
                    <a:pt x="0" y="7656"/>
                  </a:cubicBezTo>
                  <a:close/>
                </a:path>
              </a:pathLst>
            </a:custGeom>
            <a:solidFill>
              <a:srgbClr val="4D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5B575048-306B-386E-ECEF-59FD84AE91EB}"/>
                </a:ext>
              </a:extLst>
            </p:cNvPr>
            <p:cNvSpPr/>
            <p:nvPr/>
          </p:nvSpPr>
          <p:spPr>
            <a:xfrm>
              <a:off x="1783022" y="4852956"/>
              <a:ext cx="63955" cy="143648"/>
            </a:xfrm>
            <a:custGeom>
              <a:avLst/>
              <a:gdLst>
                <a:gd name="csX0" fmla="*/ 6279 w 63955"/>
                <a:gd name="csY0" fmla="*/ 0 h 143648"/>
                <a:gd name="csX1" fmla="*/ 26508 w 63955"/>
                <a:gd name="csY1" fmla="*/ 22259 h 143648"/>
                <a:gd name="csX2" fmla="*/ 62122 w 63955"/>
                <a:gd name="csY2" fmla="*/ 120775 h 143648"/>
                <a:gd name="csX3" fmla="*/ 63705 w 63955"/>
                <a:gd name="csY3" fmla="*/ 143649 h 143648"/>
                <a:gd name="csX4" fmla="*/ 39956 w 63955"/>
                <a:gd name="csY4" fmla="*/ 120328 h 143648"/>
                <a:gd name="csX5" fmla="*/ 32170 w 63955"/>
                <a:gd name="csY5" fmla="*/ 91047 h 143648"/>
                <a:gd name="csX6" fmla="*/ 11681 w 63955"/>
                <a:gd name="csY6" fmla="*/ 39433 h 143648"/>
                <a:gd name="csX7" fmla="*/ 1194 w 63955"/>
                <a:gd name="csY7" fmla="*/ 16373 h 143648"/>
                <a:gd name="csX8" fmla="*/ 6279 w 63955"/>
                <a:gd name="csY8" fmla="*/ 0 h 143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955" h="143648">
                  <a:moveTo>
                    <a:pt x="6279" y="0"/>
                  </a:moveTo>
                  <a:cubicBezTo>
                    <a:pt x="15369" y="5271"/>
                    <a:pt x="21218" y="13728"/>
                    <a:pt x="26508" y="22259"/>
                  </a:cubicBezTo>
                  <a:cubicBezTo>
                    <a:pt x="45284" y="52546"/>
                    <a:pt x="56366" y="85776"/>
                    <a:pt x="62122" y="120775"/>
                  </a:cubicBezTo>
                  <a:cubicBezTo>
                    <a:pt x="63351" y="128226"/>
                    <a:pt x="64469" y="135937"/>
                    <a:pt x="63705" y="143649"/>
                  </a:cubicBezTo>
                  <a:cubicBezTo>
                    <a:pt x="49400" y="142382"/>
                    <a:pt x="44818" y="131150"/>
                    <a:pt x="39956" y="120328"/>
                  </a:cubicBezTo>
                  <a:cubicBezTo>
                    <a:pt x="35765" y="111015"/>
                    <a:pt x="35356" y="100677"/>
                    <a:pt x="32170" y="91047"/>
                  </a:cubicBezTo>
                  <a:cubicBezTo>
                    <a:pt x="26322" y="73445"/>
                    <a:pt x="20789" y="55750"/>
                    <a:pt x="11681" y="39433"/>
                  </a:cubicBezTo>
                  <a:cubicBezTo>
                    <a:pt x="7565" y="32056"/>
                    <a:pt x="3709" y="24494"/>
                    <a:pt x="1194" y="16373"/>
                  </a:cubicBezTo>
                  <a:cubicBezTo>
                    <a:pt x="-1376" y="8103"/>
                    <a:pt x="151" y="3390"/>
                    <a:pt x="6279" y="0"/>
                  </a:cubicBezTo>
                  <a:close/>
                </a:path>
              </a:pathLst>
            </a:custGeom>
            <a:solidFill>
              <a:srgbClr val="9F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7BEB8581-F2D8-3764-1656-D0D04BCDA179}"/>
                </a:ext>
              </a:extLst>
            </p:cNvPr>
            <p:cNvSpPr/>
            <p:nvPr/>
          </p:nvSpPr>
          <p:spPr>
            <a:xfrm>
              <a:off x="1684742" y="5032650"/>
              <a:ext cx="49805" cy="30693"/>
            </a:xfrm>
            <a:custGeom>
              <a:avLst/>
              <a:gdLst>
                <a:gd name="csX0" fmla="*/ 46555 w 49805"/>
                <a:gd name="csY0" fmla="*/ 30694 h 30693"/>
                <a:gd name="csX1" fmla="*/ 2559 w 49805"/>
                <a:gd name="csY1" fmla="*/ 6162 h 30693"/>
                <a:gd name="csX2" fmla="*/ 454 w 49805"/>
                <a:gd name="csY2" fmla="*/ 1021 h 30693"/>
                <a:gd name="csX3" fmla="*/ 6750 w 49805"/>
                <a:gd name="csY3" fmla="*/ 1319 h 30693"/>
                <a:gd name="csX4" fmla="*/ 26625 w 49805"/>
                <a:gd name="csY4" fmla="*/ 11713 h 30693"/>
                <a:gd name="csX5" fmla="*/ 47803 w 49805"/>
                <a:gd name="csY5" fmla="*/ 25534 h 30693"/>
                <a:gd name="csX6" fmla="*/ 46555 w 49805"/>
                <a:gd name="csY6" fmla="*/ 30694 h 30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805" h="30693">
                  <a:moveTo>
                    <a:pt x="46555" y="30694"/>
                  </a:moveTo>
                  <a:cubicBezTo>
                    <a:pt x="30704" y="24659"/>
                    <a:pt x="15877" y="16761"/>
                    <a:pt x="2559" y="6162"/>
                  </a:cubicBezTo>
                  <a:cubicBezTo>
                    <a:pt x="2745" y="4020"/>
                    <a:pt x="-1334" y="3219"/>
                    <a:pt x="454" y="1021"/>
                  </a:cubicBezTo>
                  <a:cubicBezTo>
                    <a:pt x="2187" y="-1139"/>
                    <a:pt x="4664" y="705"/>
                    <a:pt x="6750" y="1319"/>
                  </a:cubicBezTo>
                  <a:cubicBezTo>
                    <a:pt x="14070" y="3443"/>
                    <a:pt x="20515" y="7429"/>
                    <a:pt x="26625" y="11713"/>
                  </a:cubicBezTo>
                  <a:cubicBezTo>
                    <a:pt x="33535" y="16575"/>
                    <a:pt x="41508" y="19760"/>
                    <a:pt x="47803" y="25534"/>
                  </a:cubicBezTo>
                  <a:cubicBezTo>
                    <a:pt x="50392" y="27918"/>
                    <a:pt x="50951" y="29911"/>
                    <a:pt x="46555" y="30694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2B141815-10B7-0EA1-2532-510F96B8D444}"/>
                </a:ext>
              </a:extLst>
            </p:cNvPr>
            <p:cNvSpPr/>
            <p:nvPr/>
          </p:nvSpPr>
          <p:spPr>
            <a:xfrm>
              <a:off x="1679505" y="5039517"/>
              <a:ext cx="40634" cy="26684"/>
            </a:xfrm>
            <a:custGeom>
              <a:avLst/>
              <a:gdLst>
                <a:gd name="csX0" fmla="*/ 3493 w 40634"/>
                <a:gd name="csY0" fmla="*/ 3 h 26684"/>
                <a:gd name="csX1" fmla="*/ 40635 w 40634"/>
                <a:gd name="csY1" fmla="*/ 22802 h 26684"/>
                <a:gd name="csX2" fmla="*/ 32812 w 40634"/>
                <a:gd name="csY2" fmla="*/ 25671 h 26684"/>
                <a:gd name="csX3" fmla="*/ 6381 w 40634"/>
                <a:gd name="csY3" fmla="*/ 11533 h 26684"/>
                <a:gd name="csX4" fmla="*/ 606 w 40634"/>
                <a:gd name="csY4" fmla="*/ 4716 h 26684"/>
                <a:gd name="csX5" fmla="*/ 3493 w 40634"/>
                <a:gd name="csY5" fmla="*/ 3 h 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0634" h="26684">
                  <a:moveTo>
                    <a:pt x="3493" y="3"/>
                  </a:moveTo>
                  <a:cubicBezTo>
                    <a:pt x="14837" y="9298"/>
                    <a:pt x="27727" y="16060"/>
                    <a:pt x="40635" y="22802"/>
                  </a:cubicBezTo>
                  <a:cubicBezTo>
                    <a:pt x="39909" y="28707"/>
                    <a:pt x="35177" y="26286"/>
                    <a:pt x="32812" y="25671"/>
                  </a:cubicBezTo>
                  <a:cubicBezTo>
                    <a:pt x="22940" y="23119"/>
                    <a:pt x="13813" y="18779"/>
                    <a:pt x="6381" y="11533"/>
                  </a:cubicBezTo>
                  <a:cubicBezTo>
                    <a:pt x="4257" y="9466"/>
                    <a:pt x="1798" y="7622"/>
                    <a:pt x="606" y="4716"/>
                  </a:cubicBezTo>
                  <a:cubicBezTo>
                    <a:pt x="-604" y="1754"/>
                    <a:pt x="-176" y="-90"/>
                    <a:pt x="3493" y="3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A881CB18-EC44-B252-9364-FBBF12EE84F4}"/>
                </a:ext>
              </a:extLst>
            </p:cNvPr>
            <p:cNvSpPr/>
            <p:nvPr/>
          </p:nvSpPr>
          <p:spPr>
            <a:xfrm>
              <a:off x="2039386" y="5151487"/>
              <a:ext cx="284050" cy="86928"/>
            </a:xfrm>
            <a:custGeom>
              <a:avLst/>
              <a:gdLst>
                <a:gd name="csX0" fmla="*/ 25441 w 284050"/>
                <a:gd name="csY0" fmla="*/ 16762 h 86928"/>
                <a:gd name="csX1" fmla="*/ 4840 w 284050"/>
                <a:gd name="csY1" fmla="*/ 15719 h 86928"/>
                <a:gd name="csX2" fmla="*/ 220 w 284050"/>
                <a:gd name="csY2" fmla="*/ 14825 h 86928"/>
                <a:gd name="csX3" fmla="*/ 2437 w 284050"/>
                <a:gd name="csY3" fmla="*/ 9405 h 86928"/>
                <a:gd name="csX4" fmla="*/ 22740 w 284050"/>
                <a:gd name="csY4" fmla="*/ 1190 h 86928"/>
                <a:gd name="csX5" fmla="*/ 48799 w 284050"/>
                <a:gd name="csY5" fmla="*/ 54 h 86928"/>
                <a:gd name="csX6" fmla="*/ 79533 w 284050"/>
                <a:gd name="csY6" fmla="*/ 2401 h 86928"/>
                <a:gd name="csX7" fmla="*/ 106150 w 284050"/>
                <a:gd name="csY7" fmla="*/ 5922 h 86928"/>
                <a:gd name="csX8" fmla="*/ 141522 w 284050"/>
                <a:gd name="csY8" fmla="*/ 14751 h 86928"/>
                <a:gd name="csX9" fmla="*/ 206566 w 284050"/>
                <a:gd name="csY9" fmla="*/ 34234 h 86928"/>
                <a:gd name="csX10" fmla="*/ 243689 w 284050"/>
                <a:gd name="csY10" fmla="*/ 51799 h 86928"/>
                <a:gd name="csX11" fmla="*/ 278447 w 284050"/>
                <a:gd name="csY11" fmla="*/ 75474 h 86928"/>
                <a:gd name="csX12" fmla="*/ 283215 w 284050"/>
                <a:gd name="csY12" fmla="*/ 81564 h 86928"/>
                <a:gd name="csX13" fmla="*/ 279881 w 284050"/>
                <a:gd name="csY13" fmla="*/ 86929 h 86928"/>
                <a:gd name="csX14" fmla="*/ 276416 w 284050"/>
                <a:gd name="csY14" fmla="*/ 85215 h 86928"/>
                <a:gd name="csX15" fmla="*/ 228211 w 284050"/>
                <a:gd name="csY15" fmla="*/ 58840 h 86928"/>
                <a:gd name="csX16" fmla="*/ 146514 w 284050"/>
                <a:gd name="csY16" fmla="*/ 35016 h 86928"/>
                <a:gd name="csX17" fmla="*/ 65376 w 284050"/>
                <a:gd name="csY17" fmla="*/ 21680 h 86928"/>
                <a:gd name="csX18" fmla="*/ 31196 w 284050"/>
                <a:gd name="csY18" fmla="*/ 18327 h 86928"/>
                <a:gd name="csX19" fmla="*/ 25441 w 284050"/>
                <a:gd name="csY19" fmla="*/ 16762 h 8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4050" h="86928">
                  <a:moveTo>
                    <a:pt x="25441" y="16762"/>
                  </a:moveTo>
                  <a:cubicBezTo>
                    <a:pt x="18661" y="14490"/>
                    <a:pt x="11694" y="16371"/>
                    <a:pt x="4840" y="15719"/>
                  </a:cubicBezTo>
                  <a:cubicBezTo>
                    <a:pt x="3238" y="15570"/>
                    <a:pt x="947" y="16613"/>
                    <a:pt x="220" y="14825"/>
                  </a:cubicBezTo>
                  <a:cubicBezTo>
                    <a:pt x="-618" y="12795"/>
                    <a:pt x="1114" y="10895"/>
                    <a:pt x="2437" y="9405"/>
                  </a:cubicBezTo>
                  <a:cubicBezTo>
                    <a:pt x="7838" y="3370"/>
                    <a:pt x="15308" y="1935"/>
                    <a:pt x="22740" y="1190"/>
                  </a:cubicBezTo>
                  <a:cubicBezTo>
                    <a:pt x="31383" y="315"/>
                    <a:pt x="40137" y="-169"/>
                    <a:pt x="48799" y="54"/>
                  </a:cubicBezTo>
                  <a:cubicBezTo>
                    <a:pt x="59062" y="334"/>
                    <a:pt x="69307" y="1414"/>
                    <a:pt x="79533" y="2401"/>
                  </a:cubicBezTo>
                  <a:cubicBezTo>
                    <a:pt x="88436" y="3258"/>
                    <a:pt x="97377" y="4432"/>
                    <a:pt x="106150" y="5922"/>
                  </a:cubicBezTo>
                  <a:cubicBezTo>
                    <a:pt x="118090" y="7933"/>
                    <a:pt x="129843" y="11398"/>
                    <a:pt x="141522" y="14751"/>
                  </a:cubicBezTo>
                  <a:cubicBezTo>
                    <a:pt x="163278" y="21009"/>
                    <a:pt x="185034" y="27268"/>
                    <a:pt x="206566" y="34234"/>
                  </a:cubicBezTo>
                  <a:cubicBezTo>
                    <a:pt x="219605" y="38462"/>
                    <a:pt x="232010" y="44646"/>
                    <a:pt x="243689" y="51799"/>
                  </a:cubicBezTo>
                  <a:cubicBezTo>
                    <a:pt x="255629" y="59119"/>
                    <a:pt x="267327" y="66868"/>
                    <a:pt x="278447" y="75474"/>
                  </a:cubicBezTo>
                  <a:cubicBezTo>
                    <a:pt x="280663" y="77187"/>
                    <a:pt x="282042" y="79199"/>
                    <a:pt x="283215" y="81564"/>
                  </a:cubicBezTo>
                  <a:cubicBezTo>
                    <a:pt x="285041" y="85197"/>
                    <a:pt x="283848" y="86910"/>
                    <a:pt x="279881" y="86929"/>
                  </a:cubicBezTo>
                  <a:cubicBezTo>
                    <a:pt x="278465" y="86910"/>
                    <a:pt x="277385" y="86109"/>
                    <a:pt x="276416" y="85215"/>
                  </a:cubicBezTo>
                  <a:cubicBezTo>
                    <a:pt x="262614" y="72288"/>
                    <a:pt x="245366" y="65639"/>
                    <a:pt x="228211" y="58840"/>
                  </a:cubicBezTo>
                  <a:cubicBezTo>
                    <a:pt x="201742" y="48335"/>
                    <a:pt x="174212" y="41275"/>
                    <a:pt x="146514" y="35016"/>
                  </a:cubicBezTo>
                  <a:cubicBezTo>
                    <a:pt x="119748" y="28981"/>
                    <a:pt x="92683" y="24604"/>
                    <a:pt x="65376" y="21680"/>
                  </a:cubicBezTo>
                  <a:cubicBezTo>
                    <a:pt x="53995" y="20450"/>
                    <a:pt x="42559" y="19780"/>
                    <a:pt x="31196" y="18327"/>
                  </a:cubicBezTo>
                  <a:cubicBezTo>
                    <a:pt x="29296" y="18085"/>
                    <a:pt x="27005" y="18644"/>
                    <a:pt x="25441" y="16762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F890D3D6-4259-57B4-6679-1675D463776A}"/>
                </a:ext>
              </a:extLst>
            </p:cNvPr>
            <p:cNvSpPr/>
            <p:nvPr/>
          </p:nvSpPr>
          <p:spPr>
            <a:xfrm>
              <a:off x="2041370" y="5170294"/>
              <a:ext cx="272178" cy="70945"/>
            </a:xfrm>
            <a:custGeom>
              <a:avLst/>
              <a:gdLst>
                <a:gd name="csX0" fmla="*/ 272178 w 272178"/>
                <a:gd name="csY0" fmla="*/ 67879 h 70945"/>
                <a:gd name="csX1" fmla="*/ 258171 w 272178"/>
                <a:gd name="csY1" fmla="*/ 69555 h 70945"/>
                <a:gd name="csX2" fmla="*/ 203353 w 272178"/>
                <a:gd name="csY2" fmla="*/ 52922 h 70945"/>
                <a:gd name="csX3" fmla="*/ 139706 w 272178"/>
                <a:gd name="csY3" fmla="*/ 32600 h 70945"/>
                <a:gd name="csX4" fmla="*/ 68477 w 272178"/>
                <a:gd name="csY4" fmla="*/ 17680 h 70945"/>
                <a:gd name="csX5" fmla="*/ 32397 w 272178"/>
                <a:gd name="csY5" fmla="*/ 13694 h 70945"/>
                <a:gd name="csX6" fmla="*/ 3638 w 272178"/>
                <a:gd name="csY6" fmla="*/ 7398 h 70945"/>
                <a:gd name="csX7" fmla="*/ 99 w 272178"/>
                <a:gd name="csY7" fmla="*/ 2928 h 70945"/>
                <a:gd name="csX8" fmla="*/ 4998 w 272178"/>
                <a:gd name="csY8" fmla="*/ 1531 h 70945"/>
                <a:gd name="csX9" fmla="*/ 28132 w 272178"/>
                <a:gd name="csY9" fmla="*/ 1400 h 70945"/>
                <a:gd name="csX10" fmla="*/ 35676 w 272178"/>
                <a:gd name="csY10" fmla="*/ 451 h 70945"/>
                <a:gd name="csX11" fmla="*/ 46945 w 272178"/>
                <a:gd name="csY11" fmla="*/ 1084 h 70945"/>
                <a:gd name="csX12" fmla="*/ 130448 w 272178"/>
                <a:gd name="csY12" fmla="*/ 13396 h 70945"/>
                <a:gd name="csX13" fmla="*/ 228424 w 272178"/>
                <a:gd name="csY13" fmla="*/ 40516 h 70945"/>
                <a:gd name="csX14" fmla="*/ 263703 w 272178"/>
                <a:gd name="csY14" fmla="*/ 57970 h 70945"/>
                <a:gd name="csX15" fmla="*/ 272178 w 272178"/>
                <a:gd name="csY15" fmla="*/ 67879 h 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72178" h="70945">
                  <a:moveTo>
                    <a:pt x="272178" y="67879"/>
                  </a:moveTo>
                  <a:cubicBezTo>
                    <a:pt x="268025" y="72517"/>
                    <a:pt x="262716" y="70859"/>
                    <a:pt x="258171" y="69555"/>
                  </a:cubicBezTo>
                  <a:cubicBezTo>
                    <a:pt x="239805" y="64303"/>
                    <a:pt x="221514" y="58789"/>
                    <a:pt x="203353" y="52922"/>
                  </a:cubicBezTo>
                  <a:cubicBezTo>
                    <a:pt x="182156" y="46086"/>
                    <a:pt x="161406" y="37797"/>
                    <a:pt x="139706" y="32600"/>
                  </a:cubicBezTo>
                  <a:cubicBezTo>
                    <a:pt x="116106" y="26956"/>
                    <a:pt x="92562" y="20828"/>
                    <a:pt x="68477" y="17680"/>
                  </a:cubicBezTo>
                  <a:cubicBezTo>
                    <a:pt x="56519" y="16116"/>
                    <a:pt x="44523" y="14402"/>
                    <a:pt x="32397" y="13694"/>
                  </a:cubicBezTo>
                  <a:cubicBezTo>
                    <a:pt x="22637" y="13117"/>
                    <a:pt x="12486" y="12875"/>
                    <a:pt x="3638" y="7398"/>
                  </a:cubicBezTo>
                  <a:cubicBezTo>
                    <a:pt x="1868" y="6299"/>
                    <a:pt x="-516" y="5312"/>
                    <a:pt x="99" y="2928"/>
                  </a:cubicBezTo>
                  <a:cubicBezTo>
                    <a:pt x="713" y="525"/>
                    <a:pt x="3284" y="1568"/>
                    <a:pt x="4998" y="1531"/>
                  </a:cubicBezTo>
                  <a:cubicBezTo>
                    <a:pt x="12709" y="1400"/>
                    <a:pt x="20420" y="1419"/>
                    <a:pt x="28132" y="1400"/>
                  </a:cubicBezTo>
                  <a:cubicBezTo>
                    <a:pt x="30442" y="-630"/>
                    <a:pt x="33068" y="22"/>
                    <a:pt x="35676" y="451"/>
                  </a:cubicBezTo>
                  <a:cubicBezTo>
                    <a:pt x="39382" y="1475"/>
                    <a:pt x="43182" y="953"/>
                    <a:pt x="46945" y="1084"/>
                  </a:cubicBezTo>
                  <a:cubicBezTo>
                    <a:pt x="74903" y="4399"/>
                    <a:pt x="102862" y="7696"/>
                    <a:pt x="130448" y="13396"/>
                  </a:cubicBezTo>
                  <a:cubicBezTo>
                    <a:pt x="163715" y="20251"/>
                    <a:pt x="196685" y="28186"/>
                    <a:pt x="228424" y="40516"/>
                  </a:cubicBezTo>
                  <a:cubicBezTo>
                    <a:pt x="240681" y="45285"/>
                    <a:pt x="252788" y="50482"/>
                    <a:pt x="263703" y="57970"/>
                  </a:cubicBezTo>
                  <a:cubicBezTo>
                    <a:pt x="267336" y="60428"/>
                    <a:pt x="271359" y="62868"/>
                    <a:pt x="272178" y="67879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EB607945-8619-5AD7-F01F-CDC94B9098B8}"/>
                </a:ext>
              </a:extLst>
            </p:cNvPr>
            <p:cNvSpPr/>
            <p:nvPr/>
          </p:nvSpPr>
          <p:spPr>
            <a:xfrm>
              <a:off x="2033925" y="5168113"/>
              <a:ext cx="285341" cy="72641"/>
            </a:xfrm>
            <a:custGeom>
              <a:avLst/>
              <a:gdLst>
                <a:gd name="csX0" fmla="*/ 279623 w 285341"/>
                <a:gd name="csY0" fmla="*/ 70060 h 72641"/>
                <a:gd name="csX1" fmla="*/ 252596 w 285341"/>
                <a:gd name="csY1" fmla="*/ 51247 h 72641"/>
                <a:gd name="csX2" fmla="*/ 182970 w 285341"/>
                <a:gd name="csY2" fmla="*/ 27349 h 72641"/>
                <a:gd name="csX3" fmla="*/ 123979 w 285341"/>
                <a:gd name="csY3" fmla="*/ 14236 h 72641"/>
                <a:gd name="csX4" fmla="*/ 72905 w 285341"/>
                <a:gd name="csY4" fmla="*/ 7084 h 72641"/>
                <a:gd name="csX5" fmla="*/ 54818 w 285341"/>
                <a:gd name="csY5" fmla="*/ 4718 h 72641"/>
                <a:gd name="csX6" fmla="*/ 43344 w 285341"/>
                <a:gd name="csY6" fmla="*/ 3693 h 72641"/>
                <a:gd name="csX7" fmla="*/ 35577 w 285341"/>
                <a:gd name="csY7" fmla="*/ 3563 h 72641"/>
                <a:gd name="csX8" fmla="*/ 8084 w 285341"/>
                <a:gd name="csY8" fmla="*/ 2483 h 72641"/>
                <a:gd name="csX9" fmla="*/ 0 w 285341"/>
                <a:gd name="csY9" fmla="*/ 844 h 72641"/>
                <a:gd name="csX10" fmla="*/ 30883 w 285341"/>
                <a:gd name="csY10" fmla="*/ 136 h 72641"/>
                <a:gd name="csX11" fmla="*/ 223054 w 285341"/>
                <a:gd name="csY11" fmla="*/ 36663 h 72641"/>
                <a:gd name="csX12" fmla="*/ 270310 w 285341"/>
                <a:gd name="csY12" fmla="*/ 57748 h 72641"/>
                <a:gd name="csX13" fmla="*/ 285342 w 285341"/>
                <a:gd name="csY13" fmla="*/ 70321 h 72641"/>
                <a:gd name="csX14" fmla="*/ 279623 w 285341"/>
                <a:gd name="csY14" fmla="*/ 70060 h 72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5341" h="72641">
                  <a:moveTo>
                    <a:pt x="279623" y="70060"/>
                  </a:moveTo>
                  <a:cubicBezTo>
                    <a:pt x="272545" y="61026"/>
                    <a:pt x="262655" y="55941"/>
                    <a:pt x="252596" y="51247"/>
                  </a:cubicBezTo>
                  <a:cubicBezTo>
                    <a:pt x="230244" y="40816"/>
                    <a:pt x="206905" y="33310"/>
                    <a:pt x="182970" y="27349"/>
                  </a:cubicBezTo>
                  <a:cubicBezTo>
                    <a:pt x="163412" y="22469"/>
                    <a:pt x="143816" y="17589"/>
                    <a:pt x="123979" y="14236"/>
                  </a:cubicBezTo>
                  <a:cubicBezTo>
                    <a:pt x="107047" y="11368"/>
                    <a:pt x="90079" y="8369"/>
                    <a:pt x="72905" y="7084"/>
                  </a:cubicBezTo>
                  <a:cubicBezTo>
                    <a:pt x="66851" y="6636"/>
                    <a:pt x="60835" y="5519"/>
                    <a:pt x="54818" y="4718"/>
                  </a:cubicBezTo>
                  <a:cubicBezTo>
                    <a:pt x="51093" y="3302"/>
                    <a:pt x="47070" y="5128"/>
                    <a:pt x="43344" y="3693"/>
                  </a:cubicBezTo>
                  <a:cubicBezTo>
                    <a:pt x="40755" y="3656"/>
                    <a:pt x="38166" y="3619"/>
                    <a:pt x="35577" y="3563"/>
                  </a:cubicBezTo>
                  <a:cubicBezTo>
                    <a:pt x="26487" y="1533"/>
                    <a:pt x="17248" y="3023"/>
                    <a:pt x="8084" y="2483"/>
                  </a:cubicBezTo>
                  <a:cubicBezTo>
                    <a:pt x="5774" y="2352"/>
                    <a:pt x="3297" y="3191"/>
                    <a:pt x="0" y="844"/>
                  </a:cubicBezTo>
                  <a:cubicBezTo>
                    <a:pt x="11008" y="-740"/>
                    <a:pt x="20974" y="452"/>
                    <a:pt x="30883" y="136"/>
                  </a:cubicBezTo>
                  <a:cubicBezTo>
                    <a:pt x="96542" y="3898"/>
                    <a:pt x="160711" y="15521"/>
                    <a:pt x="223054" y="36663"/>
                  </a:cubicBezTo>
                  <a:cubicBezTo>
                    <a:pt x="239427" y="42213"/>
                    <a:pt x="255483" y="48658"/>
                    <a:pt x="270310" y="57748"/>
                  </a:cubicBezTo>
                  <a:cubicBezTo>
                    <a:pt x="275935" y="61194"/>
                    <a:pt x="281039" y="65273"/>
                    <a:pt x="285342" y="70321"/>
                  </a:cubicBezTo>
                  <a:cubicBezTo>
                    <a:pt x="283218" y="75499"/>
                    <a:pt x="281523" y="70451"/>
                    <a:pt x="279623" y="70060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CAE0C6CA-1F98-843B-D298-1805C559738B}"/>
                </a:ext>
              </a:extLst>
            </p:cNvPr>
            <p:cNvSpPr/>
            <p:nvPr/>
          </p:nvSpPr>
          <p:spPr>
            <a:xfrm>
              <a:off x="2024090" y="4858700"/>
              <a:ext cx="76852" cy="102398"/>
            </a:xfrm>
            <a:custGeom>
              <a:avLst/>
              <a:gdLst>
                <a:gd name="csX0" fmla="*/ 0 w 76852"/>
                <a:gd name="csY0" fmla="*/ 94821 h 102398"/>
                <a:gd name="csX1" fmla="*/ 33044 w 76852"/>
                <a:gd name="csY1" fmla="*/ 42462 h 102398"/>
                <a:gd name="csX2" fmla="*/ 70092 w 76852"/>
                <a:gd name="csY2" fmla="*/ 1595 h 102398"/>
                <a:gd name="csX3" fmla="*/ 72420 w 76852"/>
                <a:gd name="csY3" fmla="*/ 49 h 102398"/>
                <a:gd name="csX4" fmla="*/ 75866 w 76852"/>
                <a:gd name="csY4" fmla="*/ 5413 h 102398"/>
                <a:gd name="csX5" fmla="*/ 73277 w 76852"/>
                <a:gd name="csY5" fmla="*/ 9735 h 102398"/>
                <a:gd name="csX6" fmla="*/ 52676 w 76852"/>
                <a:gd name="csY6" fmla="*/ 32776 h 102398"/>
                <a:gd name="csX7" fmla="*/ 13448 w 76852"/>
                <a:gd name="csY7" fmla="*/ 88451 h 102398"/>
                <a:gd name="csX8" fmla="*/ 3390 w 76852"/>
                <a:gd name="csY8" fmla="*/ 101173 h 102398"/>
                <a:gd name="csX9" fmla="*/ 1043 w 76852"/>
                <a:gd name="csY9" fmla="*/ 102309 h 102398"/>
                <a:gd name="csX10" fmla="*/ 74 w 76852"/>
                <a:gd name="csY10" fmla="*/ 99925 h 102398"/>
                <a:gd name="csX11" fmla="*/ 0 w 76852"/>
                <a:gd name="csY11" fmla="*/ 94821 h 102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852" h="102398">
                  <a:moveTo>
                    <a:pt x="0" y="94821"/>
                  </a:moveTo>
                  <a:cubicBezTo>
                    <a:pt x="9295" y="76288"/>
                    <a:pt x="20601" y="58984"/>
                    <a:pt x="33044" y="42462"/>
                  </a:cubicBezTo>
                  <a:cubicBezTo>
                    <a:pt x="44145" y="27747"/>
                    <a:pt x="55638" y="13311"/>
                    <a:pt x="70092" y="1595"/>
                  </a:cubicBezTo>
                  <a:cubicBezTo>
                    <a:pt x="70819" y="1017"/>
                    <a:pt x="71638" y="552"/>
                    <a:pt x="72420" y="49"/>
                  </a:cubicBezTo>
                  <a:cubicBezTo>
                    <a:pt x="76928" y="-342"/>
                    <a:pt x="77841" y="1632"/>
                    <a:pt x="75866" y="5413"/>
                  </a:cubicBezTo>
                  <a:cubicBezTo>
                    <a:pt x="75084" y="6903"/>
                    <a:pt x="74451" y="8617"/>
                    <a:pt x="73277" y="9735"/>
                  </a:cubicBezTo>
                  <a:cubicBezTo>
                    <a:pt x="65827" y="16906"/>
                    <a:pt x="59121" y="24729"/>
                    <a:pt x="52676" y="32776"/>
                  </a:cubicBezTo>
                  <a:cubicBezTo>
                    <a:pt x="38464" y="50508"/>
                    <a:pt x="22352" y="66937"/>
                    <a:pt x="13448" y="88451"/>
                  </a:cubicBezTo>
                  <a:cubicBezTo>
                    <a:pt x="11325" y="93573"/>
                    <a:pt x="6352" y="96609"/>
                    <a:pt x="3390" y="101173"/>
                  </a:cubicBezTo>
                  <a:cubicBezTo>
                    <a:pt x="2924" y="101899"/>
                    <a:pt x="2105" y="102663"/>
                    <a:pt x="1043" y="102309"/>
                  </a:cubicBezTo>
                  <a:cubicBezTo>
                    <a:pt x="-112" y="101918"/>
                    <a:pt x="112" y="100819"/>
                    <a:pt x="74" y="99925"/>
                  </a:cubicBezTo>
                  <a:cubicBezTo>
                    <a:pt x="0" y="98211"/>
                    <a:pt x="19" y="96516"/>
                    <a:pt x="0" y="94821"/>
                  </a:cubicBezTo>
                  <a:close/>
                </a:path>
              </a:pathLst>
            </a:custGeom>
            <a:solidFill>
              <a:srgbClr val="9DC8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FA16EFC6-E622-DC39-3E96-3F5537EF8BC2}"/>
                </a:ext>
              </a:extLst>
            </p:cNvPr>
            <p:cNvSpPr/>
            <p:nvPr/>
          </p:nvSpPr>
          <p:spPr>
            <a:xfrm>
              <a:off x="1574704" y="5263096"/>
              <a:ext cx="133552" cy="167828"/>
            </a:xfrm>
            <a:custGeom>
              <a:avLst/>
              <a:gdLst>
                <a:gd name="csX0" fmla="*/ 128299 w 133552"/>
                <a:gd name="csY0" fmla="*/ 149 h 167828"/>
                <a:gd name="csX1" fmla="*/ 133552 w 133552"/>
                <a:gd name="csY1" fmla="*/ 466 h 167828"/>
                <a:gd name="csX2" fmla="*/ 128765 w 133552"/>
                <a:gd name="csY2" fmla="*/ 8270 h 167828"/>
                <a:gd name="csX3" fmla="*/ 87265 w 133552"/>
                <a:gd name="csY3" fmla="*/ 47032 h 167828"/>
                <a:gd name="csX4" fmla="*/ 77635 w 133552"/>
                <a:gd name="csY4" fmla="*/ 60089 h 167828"/>
                <a:gd name="csX5" fmla="*/ 31031 w 133552"/>
                <a:gd name="csY5" fmla="*/ 126754 h 167828"/>
                <a:gd name="csX6" fmla="*/ 15962 w 133552"/>
                <a:gd name="csY6" fmla="*/ 153092 h 167828"/>
                <a:gd name="csX7" fmla="*/ 7990 w 133552"/>
                <a:gd name="csY7" fmla="*/ 164585 h 167828"/>
                <a:gd name="csX8" fmla="*/ 3277 w 133552"/>
                <a:gd name="csY8" fmla="*/ 167658 h 167828"/>
                <a:gd name="csX9" fmla="*/ 781 w 133552"/>
                <a:gd name="csY9" fmla="*/ 162368 h 167828"/>
                <a:gd name="csX10" fmla="*/ 763 w 133552"/>
                <a:gd name="csY10" fmla="*/ 159556 h 167828"/>
                <a:gd name="csX11" fmla="*/ 1433 w 133552"/>
                <a:gd name="csY11" fmla="*/ 153875 h 167828"/>
                <a:gd name="csX12" fmla="*/ 32856 w 133552"/>
                <a:gd name="csY12" fmla="*/ 101646 h 167828"/>
                <a:gd name="csX13" fmla="*/ 39469 w 133552"/>
                <a:gd name="csY13" fmla="*/ 92630 h 167828"/>
                <a:gd name="csX14" fmla="*/ 71581 w 133552"/>
                <a:gd name="csY14" fmla="*/ 53589 h 167828"/>
                <a:gd name="csX15" fmla="*/ 99912 w 133552"/>
                <a:gd name="csY15" fmla="*/ 23134 h 167828"/>
                <a:gd name="csX16" fmla="*/ 122842 w 133552"/>
                <a:gd name="csY16" fmla="*/ 2366 h 167828"/>
                <a:gd name="csX17" fmla="*/ 128299 w 133552"/>
                <a:gd name="csY17" fmla="*/ 149 h 16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3552" h="167828">
                  <a:moveTo>
                    <a:pt x="128299" y="149"/>
                  </a:moveTo>
                  <a:cubicBezTo>
                    <a:pt x="129938" y="242"/>
                    <a:pt x="131596" y="354"/>
                    <a:pt x="133552" y="466"/>
                  </a:cubicBezTo>
                  <a:cubicBezTo>
                    <a:pt x="132621" y="3763"/>
                    <a:pt x="131019" y="6407"/>
                    <a:pt x="128765" y="8270"/>
                  </a:cubicBezTo>
                  <a:cubicBezTo>
                    <a:pt x="114199" y="20415"/>
                    <a:pt x="101179" y="34180"/>
                    <a:pt x="87265" y="47032"/>
                  </a:cubicBezTo>
                  <a:cubicBezTo>
                    <a:pt x="83372" y="50627"/>
                    <a:pt x="80745" y="55656"/>
                    <a:pt x="77635" y="60089"/>
                  </a:cubicBezTo>
                  <a:cubicBezTo>
                    <a:pt x="62044" y="82274"/>
                    <a:pt x="46286" y="104346"/>
                    <a:pt x="31031" y="126754"/>
                  </a:cubicBezTo>
                  <a:cubicBezTo>
                    <a:pt x="25350" y="135099"/>
                    <a:pt x="20693" y="144152"/>
                    <a:pt x="15962" y="153092"/>
                  </a:cubicBezTo>
                  <a:cubicBezTo>
                    <a:pt x="13745" y="157302"/>
                    <a:pt x="11138" y="161065"/>
                    <a:pt x="7990" y="164585"/>
                  </a:cubicBezTo>
                  <a:cubicBezTo>
                    <a:pt x="6593" y="166150"/>
                    <a:pt x="5531" y="168478"/>
                    <a:pt x="3277" y="167658"/>
                  </a:cubicBezTo>
                  <a:cubicBezTo>
                    <a:pt x="1284" y="166932"/>
                    <a:pt x="856" y="164510"/>
                    <a:pt x="781" y="162368"/>
                  </a:cubicBezTo>
                  <a:cubicBezTo>
                    <a:pt x="744" y="161437"/>
                    <a:pt x="763" y="160487"/>
                    <a:pt x="763" y="159556"/>
                  </a:cubicBezTo>
                  <a:cubicBezTo>
                    <a:pt x="-970" y="157432"/>
                    <a:pt x="688" y="155644"/>
                    <a:pt x="1433" y="153875"/>
                  </a:cubicBezTo>
                  <a:cubicBezTo>
                    <a:pt x="9219" y="134857"/>
                    <a:pt x="20972" y="118205"/>
                    <a:pt x="32856" y="101646"/>
                  </a:cubicBezTo>
                  <a:cubicBezTo>
                    <a:pt x="35017" y="98628"/>
                    <a:pt x="36712" y="95219"/>
                    <a:pt x="39469" y="92630"/>
                  </a:cubicBezTo>
                  <a:cubicBezTo>
                    <a:pt x="49844" y="79349"/>
                    <a:pt x="60275" y="66143"/>
                    <a:pt x="71581" y="53589"/>
                  </a:cubicBezTo>
                  <a:cubicBezTo>
                    <a:pt x="80857" y="43270"/>
                    <a:pt x="90077" y="32932"/>
                    <a:pt x="99912" y="23134"/>
                  </a:cubicBezTo>
                  <a:cubicBezTo>
                    <a:pt x="107233" y="15833"/>
                    <a:pt x="115056" y="9127"/>
                    <a:pt x="122842" y="2366"/>
                  </a:cubicBezTo>
                  <a:cubicBezTo>
                    <a:pt x="124388" y="1024"/>
                    <a:pt x="125934" y="-484"/>
                    <a:pt x="128299" y="149"/>
                  </a:cubicBezTo>
                  <a:close/>
                </a:path>
              </a:pathLst>
            </a:custGeom>
            <a:solidFill>
              <a:srgbClr val="A1CA4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209E0CD5-B98A-64E1-CE22-F84EF5B86255}"/>
                </a:ext>
              </a:extLst>
            </p:cNvPr>
            <p:cNvSpPr/>
            <p:nvPr/>
          </p:nvSpPr>
          <p:spPr>
            <a:xfrm>
              <a:off x="1613686" y="5252296"/>
              <a:ext cx="100735" cy="103811"/>
            </a:xfrm>
            <a:custGeom>
              <a:avLst/>
              <a:gdLst>
                <a:gd name="csX0" fmla="*/ 89318 w 100735"/>
                <a:gd name="csY0" fmla="*/ 10949 h 103811"/>
                <a:gd name="csX1" fmla="*/ 44912 w 100735"/>
                <a:gd name="csY1" fmla="*/ 52225 h 103811"/>
                <a:gd name="csX2" fmla="*/ 1437 w 100735"/>
                <a:gd name="csY2" fmla="*/ 103747 h 103811"/>
                <a:gd name="csX3" fmla="*/ 77 w 100735"/>
                <a:gd name="csY3" fmla="*/ 102387 h 103811"/>
                <a:gd name="csX4" fmla="*/ 74882 w 100735"/>
                <a:gd name="csY4" fmla="*/ 18921 h 103811"/>
                <a:gd name="csX5" fmla="*/ 96470 w 100735"/>
                <a:gd name="csY5" fmla="*/ 1132 h 103811"/>
                <a:gd name="csX6" fmla="*/ 100736 w 100735"/>
                <a:gd name="csY6" fmla="*/ 630 h 103811"/>
                <a:gd name="csX7" fmla="*/ 89318 w 100735"/>
                <a:gd name="csY7" fmla="*/ 10949 h 103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0735" h="103811">
                  <a:moveTo>
                    <a:pt x="89318" y="10949"/>
                  </a:moveTo>
                  <a:cubicBezTo>
                    <a:pt x="72926" y="23000"/>
                    <a:pt x="58658" y="37361"/>
                    <a:pt x="44912" y="52225"/>
                  </a:cubicBezTo>
                  <a:cubicBezTo>
                    <a:pt x="29656" y="68729"/>
                    <a:pt x="15277" y="86014"/>
                    <a:pt x="1437" y="103747"/>
                  </a:cubicBezTo>
                  <a:cubicBezTo>
                    <a:pt x="282" y="103989"/>
                    <a:pt x="-202" y="103560"/>
                    <a:pt x="77" y="102387"/>
                  </a:cubicBezTo>
                  <a:cubicBezTo>
                    <a:pt x="22280" y="72119"/>
                    <a:pt x="47445" y="44495"/>
                    <a:pt x="74882" y="18921"/>
                  </a:cubicBezTo>
                  <a:cubicBezTo>
                    <a:pt x="81699" y="12569"/>
                    <a:pt x="88610" y="6255"/>
                    <a:pt x="96470" y="1132"/>
                  </a:cubicBezTo>
                  <a:cubicBezTo>
                    <a:pt x="97811" y="257"/>
                    <a:pt x="98873" y="-637"/>
                    <a:pt x="100736" y="630"/>
                  </a:cubicBezTo>
                  <a:cubicBezTo>
                    <a:pt x="97960" y="5230"/>
                    <a:pt x="92615" y="7018"/>
                    <a:pt x="89318" y="10949"/>
                  </a:cubicBezTo>
                  <a:close/>
                </a:path>
              </a:pathLst>
            </a:custGeom>
            <a:solidFill>
              <a:srgbClr val="46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1B6D0E2F-E36E-A305-F061-766D22456BAD}"/>
                </a:ext>
              </a:extLst>
            </p:cNvPr>
            <p:cNvSpPr/>
            <p:nvPr/>
          </p:nvSpPr>
          <p:spPr>
            <a:xfrm>
              <a:off x="1570678" y="5354683"/>
              <a:ext cx="44463" cy="80243"/>
            </a:xfrm>
            <a:custGeom>
              <a:avLst/>
              <a:gdLst>
                <a:gd name="csX0" fmla="*/ 43104 w 44463"/>
                <a:gd name="csY0" fmla="*/ 0 h 80243"/>
                <a:gd name="csX1" fmla="*/ 44464 w 44463"/>
                <a:gd name="csY1" fmla="*/ 1360 h 80243"/>
                <a:gd name="csX2" fmla="*/ 12705 w 44463"/>
                <a:gd name="csY2" fmla="*/ 49528 h 80243"/>
                <a:gd name="csX3" fmla="*/ 4826 w 44463"/>
                <a:gd name="csY3" fmla="*/ 67969 h 80243"/>
                <a:gd name="csX4" fmla="*/ 4621 w 44463"/>
                <a:gd name="csY4" fmla="*/ 80243 h 80243"/>
                <a:gd name="csX5" fmla="*/ 766 w 44463"/>
                <a:gd name="csY5" fmla="*/ 70912 h 80243"/>
                <a:gd name="csX6" fmla="*/ 41819 w 44463"/>
                <a:gd name="csY6" fmla="*/ 1062 h 80243"/>
                <a:gd name="csX7" fmla="*/ 43104 w 44463"/>
                <a:gd name="csY7" fmla="*/ 0 h 80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4463" h="80243">
                  <a:moveTo>
                    <a:pt x="43104" y="0"/>
                  </a:moveTo>
                  <a:cubicBezTo>
                    <a:pt x="43551" y="447"/>
                    <a:pt x="43998" y="913"/>
                    <a:pt x="44464" y="1360"/>
                  </a:cubicBezTo>
                  <a:cubicBezTo>
                    <a:pt x="33455" y="17136"/>
                    <a:pt x="21777" y="32466"/>
                    <a:pt x="12705" y="49528"/>
                  </a:cubicBezTo>
                  <a:cubicBezTo>
                    <a:pt x="9557" y="55433"/>
                    <a:pt x="6223" y="61300"/>
                    <a:pt x="4826" y="67969"/>
                  </a:cubicBezTo>
                  <a:cubicBezTo>
                    <a:pt x="2572" y="71768"/>
                    <a:pt x="3709" y="75792"/>
                    <a:pt x="4621" y="80243"/>
                  </a:cubicBezTo>
                  <a:cubicBezTo>
                    <a:pt x="-948" y="78306"/>
                    <a:pt x="-408" y="74153"/>
                    <a:pt x="766" y="70912"/>
                  </a:cubicBezTo>
                  <a:cubicBezTo>
                    <a:pt x="10098" y="45095"/>
                    <a:pt x="25725" y="22929"/>
                    <a:pt x="41819" y="1062"/>
                  </a:cubicBezTo>
                  <a:cubicBezTo>
                    <a:pt x="42135" y="633"/>
                    <a:pt x="42657" y="354"/>
                    <a:pt x="43104" y="0"/>
                  </a:cubicBezTo>
                  <a:close/>
                </a:path>
              </a:pathLst>
            </a:custGeom>
            <a:solidFill>
              <a:srgbClr val="5C74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2E820428-3067-32C5-E08D-AF4F35B3651D}"/>
                </a:ext>
              </a:extLst>
            </p:cNvPr>
            <p:cNvSpPr/>
            <p:nvPr/>
          </p:nvSpPr>
          <p:spPr>
            <a:xfrm>
              <a:off x="1951267" y="5249309"/>
              <a:ext cx="82415" cy="100510"/>
            </a:xfrm>
            <a:custGeom>
              <a:avLst/>
              <a:gdLst>
                <a:gd name="csX0" fmla="*/ 81950 w 82415"/>
                <a:gd name="csY0" fmla="*/ 96414 h 100510"/>
                <a:gd name="csX1" fmla="*/ 75487 w 82415"/>
                <a:gd name="csY1" fmla="*/ 98780 h 100510"/>
                <a:gd name="csX2" fmla="*/ 59803 w 82415"/>
                <a:gd name="csY2" fmla="*/ 82202 h 100510"/>
                <a:gd name="csX3" fmla="*/ 42182 w 82415"/>
                <a:gd name="csY3" fmla="*/ 62626 h 100510"/>
                <a:gd name="csX4" fmla="*/ 15993 w 82415"/>
                <a:gd name="csY4" fmla="*/ 32096 h 100510"/>
                <a:gd name="csX5" fmla="*/ 1539 w 82415"/>
                <a:gd name="csY5" fmla="*/ 11514 h 100510"/>
                <a:gd name="csX6" fmla="*/ 3942 w 82415"/>
                <a:gd name="csY6" fmla="*/ 413 h 100510"/>
                <a:gd name="csX7" fmla="*/ 14801 w 82415"/>
                <a:gd name="csY7" fmla="*/ 4734 h 100510"/>
                <a:gd name="csX8" fmla="*/ 45405 w 82415"/>
                <a:gd name="csY8" fmla="*/ 33717 h 100510"/>
                <a:gd name="csX9" fmla="*/ 79156 w 82415"/>
                <a:gd name="csY9" fmla="*/ 84810 h 100510"/>
                <a:gd name="csX10" fmla="*/ 81950 w 82415"/>
                <a:gd name="csY10" fmla="*/ 96414 h 10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415" h="100510">
                  <a:moveTo>
                    <a:pt x="81950" y="96414"/>
                  </a:moveTo>
                  <a:cubicBezTo>
                    <a:pt x="80926" y="100251"/>
                    <a:pt x="79659" y="102114"/>
                    <a:pt x="75487" y="98780"/>
                  </a:cubicBezTo>
                  <a:cubicBezTo>
                    <a:pt x="69470" y="93937"/>
                    <a:pt x="64180" y="88312"/>
                    <a:pt x="59803" y="82202"/>
                  </a:cubicBezTo>
                  <a:cubicBezTo>
                    <a:pt x="54606" y="74938"/>
                    <a:pt x="47826" y="69350"/>
                    <a:pt x="42182" y="62626"/>
                  </a:cubicBezTo>
                  <a:cubicBezTo>
                    <a:pt x="33558" y="52362"/>
                    <a:pt x="24562" y="42397"/>
                    <a:pt x="15993" y="32096"/>
                  </a:cubicBezTo>
                  <a:cubicBezTo>
                    <a:pt x="10629" y="25652"/>
                    <a:pt x="4855" y="19449"/>
                    <a:pt x="1539" y="11514"/>
                  </a:cubicBezTo>
                  <a:cubicBezTo>
                    <a:pt x="-1013" y="5367"/>
                    <a:pt x="-510" y="2722"/>
                    <a:pt x="3942" y="413"/>
                  </a:cubicBezTo>
                  <a:cubicBezTo>
                    <a:pt x="8766" y="-1245"/>
                    <a:pt x="11672" y="2480"/>
                    <a:pt x="14801" y="4734"/>
                  </a:cubicBezTo>
                  <a:cubicBezTo>
                    <a:pt x="26275" y="13023"/>
                    <a:pt x="36296" y="22858"/>
                    <a:pt x="45405" y="33717"/>
                  </a:cubicBezTo>
                  <a:cubicBezTo>
                    <a:pt x="58630" y="49475"/>
                    <a:pt x="70588" y="66034"/>
                    <a:pt x="79156" y="84810"/>
                  </a:cubicBezTo>
                  <a:cubicBezTo>
                    <a:pt x="80833" y="88423"/>
                    <a:pt x="83496" y="91963"/>
                    <a:pt x="81950" y="96414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24A93EB-9BD5-9600-6304-B23AC99A64D1}"/>
                </a:ext>
              </a:extLst>
            </p:cNvPr>
            <p:cNvSpPr/>
            <p:nvPr/>
          </p:nvSpPr>
          <p:spPr>
            <a:xfrm>
              <a:off x="1957367" y="5240771"/>
              <a:ext cx="86194" cy="108027"/>
            </a:xfrm>
            <a:custGeom>
              <a:avLst/>
              <a:gdLst>
                <a:gd name="csX0" fmla="*/ 3 w 86194"/>
                <a:gd name="csY0" fmla="*/ 5859 h 108027"/>
                <a:gd name="csX1" fmla="*/ 8459 w 86194"/>
                <a:gd name="csY1" fmla="*/ 234 h 108027"/>
                <a:gd name="csX2" fmla="*/ 27253 w 86194"/>
                <a:gd name="csY2" fmla="*/ 9771 h 108027"/>
                <a:gd name="csX3" fmla="*/ 78141 w 86194"/>
                <a:gd name="csY3" fmla="*/ 81241 h 108027"/>
                <a:gd name="csX4" fmla="*/ 83599 w 86194"/>
                <a:gd name="csY4" fmla="*/ 94802 h 108027"/>
                <a:gd name="csX5" fmla="*/ 85778 w 86194"/>
                <a:gd name="csY5" fmla="*/ 101153 h 108027"/>
                <a:gd name="csX6" fmla="*/ 84791 w 86194"/>
                <a:gd name="csY6" fmla="*/ 107505 h 108027"/>
                <a:gd name="csX7" fmla="*/ 79278 w 86194"/>
                <a:gd name="csY7" fmla="*/ 105046 h 108027"/>
                <a:gd name="csX8" fmla="*/ 72255 w 86194"/>
                <a:gd name="csY8" fmla="*/ 91933 h 108027"/>
                <a:gd name="csX9" fmla="*/ 43831 w 86194"/>
                <a:gd name="csY9" fmla="*/ 48086 h 108027"/>
                <a:gd name="csX10" fmla="*/ 1716 w 86194"/>
                <a:gd name="csY10" fmla="*/ 8597 h 108027"/>
                <a:gd name="csX11" fmla="*/ 3 w 86194"/>
                <a:gd name="csY11" fmla="*/ 5859 h 108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194" h="108027">
                  <a:moveTo>
                    <a:pt x="3" y="5859"/>
                  </a:moveTo>
                  <a:cubicBezTo>
                    <a:pt x="599" y="1054"/>
                    <a:pt x="3355" y="-679"/>
                    <a:pt x="8459" y="234"/>
                  </a:cubicBezTo>
                  <a:cubicBezTo>
                    <a:pt x="15705" y="1519"/>
                    <a:pt x="21703" y="5319"/>
                    <a:pt x="27253" y="9771"/>
                  </a:cubicBezTo>
                  <a:cubicBezTo>
                    <a:pt x="50984" y="28751"/>
                    <a:pt x="67226" y="53115"/>
                    <a:pt x="78141" y="81241"/>
                  </a:cubicBezTo>
                  <a:cubicBezTo>
                    <a:pt x="79911" y="85786"/>
                    <a:pt x="81289" y="90462"/>
                    <a:pt x="83599" y="94802"/>
                  </a:cubicBezTo>
                  <a:cubicBezTo>
                    <a:pt x="84642" y="96757"/>
                    <a:pt x="85462" y="98974"/>
                    <a:pt x="85778" y="101153"/>
                  </a:cubicBezTo>
                  <a:cubicBezTo>
                    <a:pt x="86095" y="103277"/>
                    <a:pt x="86896" y="106015"/>
                    <a:pt x="84791" y="107505"/>
                  </a:cubicBezTo>
                  <a:cubicBezTo>
                    <a:pt x="82090" y="109405"/>
                    <a:pt x="81289" y="105549"/>
                    <a:pt x="79278" y="105046"/>
                  </a:cubicBezTo>
                  <a:cubicBezTo>
                    <a:pt x="74938" y="101768"/>
                    <a:pt x="74397" y="96366"/>
                    <a:pt x="72255" y="91933"/>
                  </a:cubicBezTo>
                  <a:cubicBezTo>
                    <a:pt x="64581" y="76119"/>
                    <a:pt x="54765" y="61795"/>
                    <a:pt x="43831" y="48086"/>
                  </a:cubicBezTo>
                  <a:cubicBezTo>
                    <a:pt x="31686" y="32849"/>
                    <a:pt x="18052" y="19308"/>
                    <a:pt x="1716" y="8597"/>
                  </a:cubicBezTo>
                  <a:cubicBezTo>
                    <a:pt x="822" y="7946"/>
                    <a:pt x="-53" y="7182"/>
                    <a:pt x="3" y="5859"/>
                  </a:cubicBezTo>
                  <a:close/>
                </a:path>
              </a:pathLst>
            </a:custGeom>
            <a:solidFill>
              <a:srgbClr val="97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971AD7D3-4875-63C9-C678-3715B140CFD1}"/>
                </a:ext>
              </a:extLst>
            </p:cNvPr>
            <p:cNvSpPr/>
            <p:nvPr/>
          </p:nvSpPr>
          <p:spPr>
            <a:xfrm>
              <a:off x="1952209" y="5245596"/>
              <a:ext cx="85781" cy="107284"/>
            </a:xfrm>
            <a:custGeom>
              <a:avLst/>
              <a:gdLst>
                <a:gd name="csX0" fmla="*/ 5161 w 85781"/>
                <a:gd name="csY0" fmla="*/ 1034 h 107284"/>
                <a:gd name="csX1" fmla="*/ 84454 w 85781"/>
                <a:gd name="csY1" fmla="*/ 100202 h 107284"/>
                <a:gd name="csX2" fmla="*/ 84380 w 85781"/>
                <a:gd name="csY2" fmla="*/ 107224 h 107284"/>
                <a:gd name="csX3" fmla="*/ 81642 w 85781"/>
                <a:gd name="csY3" fmla="*/ 100984 h 107284"/>
                <a:gd name="csX4" fmla="*/ 80990 w 85781"/>
                <a:gd name="csY4" fmla="*/ 100128 h 107284"/>
                <a:gd name="csX5" fmla="*/ 61879 w 85781"/>
                <a:gd name="csY5" fmla="*/ 62632 h 107284"/>
                <a:gd name="csX6" fmla="*/ 13729 w 85781"/>
                <a:gd name="csY6" fmla="*/ 10030 h 107284"/>
                <a:gd name="csX7" fmla="*/ 3018 w 85781"/>
                <a:gd name="csY7" fmla="*/ 4126 h 107284"/>
                <a:gd name="csX8" fmla="*/ 1 w 85781"/>
                <a:gd name="csY8" fmla="*/ 643 h 107284"/>
                <a:gd name="csX9" fmla="*/ 5161 w 85781"/>
                <a:gd name="csY9" fmla="*/ 1034 h 107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781" h="107284">
                  <a:moveTo>
                    <a:pt x="5161" y="1034"/>
                  </a:moveTo>
                  <a:cubicBezTo>
                    <a:pt x="41836" y="25900"/>
                    <a:pt x="67225" y="59801"/>
                    <a:pt x="84454" y="100202"/>
                  </a:cubicBezTo>
                  <a:cubicBezTo>
                    <a:pt x="84268" y="102679"/>
                    <a:pt x="87584" y="106200"/>
                    <a:pt x="84380" y="107224"/>
                  </a:cubicBezTo>
                  <a:cubicBezTo>
                    <a:pt x="82387" y="107876"/>
                    <a:pt x="82834" y="103108"/>
                    <a:pt x="81642" y="100984"/>
                  </a:cubicBezTo>
                  <a:cubicBezTo>
                    <a:pt x="81474" y="100668"/>
                    <a:pt x="81213" y="100407"/>
                    <a:pt x="80990" y="100128"/>
                  </a:cubicBezTo>
                  <a:cubicBezTo>
                    <a:pt x="77115" y="86362"/>
                    <a:pt x="69776" y="74348"/>
                    <a:pt x="61879" y="62632"/>
                  </a:cubicBezTo>
                  <a:cubicBezTo>
                    <a:pt x="48449" y="42720"/>
                    <a:pt x="33007" y="24596"/>
                    <a:pt x="13729" y="10030"/>
                  </a:cubicBezTo>
                  <a:cubicBezTo>
                    <a:pt x="10469" y="7572"/>
                    <a:pt x="7358" y="4703"/>
                    <a:pt x="3018" y="4126"/>
                  </a:cubicBezTo>
                  <a:cubicBezTo>
                    <a:pt x="2478" y="2598"/>
                    <a:pt x="-55" y="2729"/>
                    <a:pt x="1" y="643"/>
                  </a:cubicBezTo>
                  <a:cubicBezTo>
                    <a:pt x="1957" y="-997"/>
                    <a:pt x="3484" y="1015"/>
                    <a:pt x="5161" y="1034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8D022E91-7A70-5562-CBB2-B510E8AFC267}"/>
                </a:ext>
              </a:extLst>
            </p:cNvPr>
            <p:cNvSpPr/>
            <p:nvPr/>
          </p:nvSpPr>
          <p:spPr>
            <a:xfrm>
              <a:off x="2077269" y="5171807"/>
              <a:ext cx="11474" cy="1235"/>
            </a:xfrm>
            <a:custGeom>
              <a:avLst/>
              <a:gdLst>
                <a:gd name="csX0" fmla="*/ 0 w 11474"/>
                <a:gd name="csY0" fmla="*/ 0 h 1235"/>
                <a:gd name="csX1" fmla="*/ 11474 w 11474"/>
                <a:gd name="csY1" fmla="*/ 1025 h 1235"/>
                <a:gd name="csX2" fmla="*/ 0 w 11474"/>
                <a:gd name="csY2" fmla="*/ 0 h 1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74" h="1235">
                  <a:moveTo>
                    <a:pt x="0" y="0"/>
                  </a:moveTo>
                  <a:cubicBezTo>
                    <a:pt x="3837" y="130"/>
                    <a:pt x="7730" y="-335"/>
                    <a:pt x="11474" y="1025"/>
                  </a:cubicBezTo>
                  <a:cubicBezTo>
                    <a:pt x="7637" y="708"/>
                    <a:pt x="3651" y="2217"/>
                    <a:pt x="0" y="0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</p:grpSp>
      <p:grpSp>
        <p:nvGrpSpPr>
          <p:cNvPr id="1122" name="Graphic 9">
            <a:extLst>
              <a:ext uri="{FF2B5EF4-FFF2-40B4-BE49-F238E27FC236}">
                <a16:creationId xmlns:a16="http://schemas.microsoft.com/office/drawing/2014/main" id="{6EEA2483-C02E-9BFB-E4C0-E5F3F3CFABE1}"/>
              </a:ext>
            </a:extLst>
          </p:cNvPr>
          <p:cNvGrpSpPr/>
          <p:nvPr/>
        </p:nvGrpSpPr>
        <p:grpSpPr>
          <a:xfrm>
            <a:off x="2908665" y="5832108"/>
            <a:ext cx="509030" cy="415498"/>
            <a:chOff x="1505087" y="4809315"/>
            <a:chExt cx="842483" cy="687679"/>
          </a:xfrm>
        </p:grpSpPr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6426AA79-C81D-CD7D-DD27-9469F645DC87}"/>
                </a:ext>
              </a:extLst>
            </p:cNvPr>
            <p:cNvSpPr/>
            <p:nvPr/>
          </p:nvSpPr>
          <p:spPr>
            <a:xfrm>
              <a:off x="1505087" y="4809315"/>
              <a:ext cx="842483" cy="687679"/>
            </a:xfrm>
            <a:custGeom>
              <a:avLst/>
              <a:gdLst>
                <a:gd name="csX0" fmla="*/ 320275 w 842483"/>
                <a:gd name="csY0" fmla="*/ 319221 h 687679"/>
                <a:gd name="csX1" fmla="*/ 309025 w 842483"/>
                <a:gd name="csY1" fmla="*/ 319799 h 687679"/>
                <a:gd name="csX2" fmla="*/ 302747 w 842483"/>
                <a:gd name="csY2" fmla="*/ 313633 h 687679"/>
                <a:gd name="csX3" fmla="*/ 303660 w 842483"/>
                <a:gd name="csY3" fmla="*/ 304693 h 687679"/>
                <a:gd name="csX4" fmla="*/ 299227 w 842483"/>
                <a:gd name="csY4" fmla="*/ 295789 h 687679"/>
                <a:gd name="csX5" fmla="*/ 269219 w 842483"/>
                <a:gd name="csY5" fmla="*/ 282844 h 687679"/>
                <a:gd name="csX6" fmla="*/ 260390 w 842483"/>
                <a:gd name="csY6" fmla="*/ 281167 h 687679"/>
                <a:gd name="csX7" fmla="*/ 257689 w 842483"/>
                <a:gd name="csY7" fmla="*/ 280199 h 687679"/>
                <a:gd name="csX8" fmla="*/ 267226 w 842483"/>
                <a:gd name="csY8" fmla="*/ 278094 h 687679"/>
                <a:gd name="csX9" fmla="*/ 294980 w 842483"/>
                <a:gd name="csY9" fmla="*/ 289084 h 687679"/>
                <a:gd name="csX10" fmla="*/ 296917 w 842483"/>
                <a:gd name="csY10" fmla="*/ 290238 h 687679"/>
                <a:gd name="csX11" fmla="*/ 309881 w 842483"/>
                <a:gd name="csY11" fmla="*/ 287314 h 687679"/>
                <a:gd name="csX12" fmla="*/ 315115 w 842483"/>
                <a:gd name="csY12" fmla="*/ 281745 h 687679"/>
                <a:gd name="csX13" fmla="*/ 331730 w 842483"/>
                <a:gd name="csY13" fmla="*/ 277684 h 687679"/>
                <a:gd name="csX14" fmla="*/ 369468 w 842483"/>
                <a:gd name="csY14" fmla="*/ 294280 h 687679"/>
                <a:gd name="csX15" fmla="*/ 374516 w 842483"/>
                <a:gd name="csY15" fmla="*/ 310821 h 687679"/>
                <a:gd name="csX16" fmla="*/ 380476 w 842483"/>
                <a:gd name="csY16" fmla="*/ 314826 h 687679"/>
                <a:gd name="csX17" fmla="*/ 417879 w 842483"/>
                <a:gd name="csY17" fmla="*/ 311864 h 687679"/>
                <a:gd name="csX18" fmla="*/ 442764 w 842483"/>
                <a:gd name="csY18" fmla="*/ 315012 h 687679"/>
                <a:gd name="csX19" fmla="*/ 470406 w 842483"/>
                <a:gd name="csY19" fmla="*/ 301042 h 687679"/>
                <a:gd name="csX20" fmla="*/ 492590 w 842483"/>
                <a:gd name="csY20" fmla="*/ 265968 h 687679"/>
                <a:gd name="csX21" fmla="*/ 494043 w 842483"/>
                <a:gd name="csY21" fmla="*/ 262317 h 687679"/>
                <a:gd name="csX22" fmla="*/ 478304 w 842483"/>
                <a:gd name="csY22" fmla="*/ 230652 h 687679"/>
                <a:gd name="csX23" fmla="*/ 454182 w 842483"/>
                <a:gd name="csY23" fmla="*/ 229124 h 687679"/>
                <a:gd name="csX24" fmla="*/ 452208 w 842483"/>
                <a:gd name="csY24" fmla="*/ 226535 h 687679"/>
                <a:gd name="csX25" fmla="*/ 468320 w 842483"/>
                <a:gd name="csY25" fmla="*/ 198819 h 687679"/>
                <a:gd name="csX26" fmla="*/ 466141 w 842483"/>
                <a:gd name="csY26" fmla="*/ 177286 h 687679"/>
                <a:gd name="csX27" fmla="*/ 454294 w 842483"/>
                <a:gd name="csY27" fmla="*/ 158064 h 687679"/>
                <a:gd name="csX28" fmla="*/ 450289 w 842483"/>
                <a:gd name="csY28" fmla="*/ 135879 h 687679"/>
                <a:gd name="csX29" fmla="*/ 463812 w 842483"/>
                <a:gd name="csY29" fmla="*/ 91138 h 687679"/>
                <a:gd name="csX30" fmla="*/ 492795 w 842483"/>
                <a:gd name="csY30" fmla="*/ 53270 h 687679"/>
                <a:gd name="csX31" fmla="*/ 529080 w 842483"/>
                <a:gd name="csY31" fmla="*/ 22797 h 687679"/>
                <a:gd name="csX32" fmla="*/ 575833 w 842483"/>
                <a:gd name="csY32" fmla="*/ 2624 h 687679"/>
                <a:gd name="csX33" fmla="*/ 638456 w 842483"/>
                <a:gd name="csY33" fmla="*/ 23579 h 687679"/>
                <a:gd name="csX34" fmla="*/ 645050 w 842483"/>
                <a:gd name="csY34" fmla="*/ 31291 h 687679"/>
                <a:gd name="csX35" fmla="*/ 655425 w 842483"/>
                <a:gd name="csY35" fmla="*/ 75641 h 687679"/>
                <a:gd name="csX36" fmla="*/ 607238 w 842483"/>
                <a:gd name="csY36" fmla="*/ 170711 h 687679"/>
                <a:gd name="csX37" fmla="*/ 574045 w 842483"/>
                <a:gd name="csY37" fmla="*/ 195988 h 687679"/>
                <a:gd name="csX38" fmla="*/ 537630 w 842483"/>
                <a:gd name="csY38" fmla="*/ 196286 h 687679"/>
                <a:gd name="csX39" fmla="*/ 515538 w 842483"/>
                <a:gd name="csY39" fmla="*/ 195596 h 687679"/>
                <a:gd name="csX40" fmla="*/ 481955 w 842483"/>
                <a:gd name="csY40" fmla="*/ 224281 h 687679"/>
                <a:gd name="csX41" fmla="*/ 483221 w 842483"/>
                <a:gd name="csY41" fmla="*/ 228100 h 687679"/>
                <a:gd name="csX42" fmla="*/ 500693 w 842483"/>
                <a:gd name="csY42" fmla="*/ 250415 h 687679"/>
                <a:gd name="csX43" fmla="*/ 500507 w 842483"/>
                <a:gd name="csY43" fmla="*/ 256543 h 687679"/>
                <a:gd name="csX44" fmla="*/ 487803 w 842483"/>
                <a:gd name="csY44" fmla="*/ 287780 h 687679"/>
                <a:gd name="csX45" fmla="*/ 432333 w 842483"/>
                <a:gd name="csY45" fmla="*/ 319650 h 687679"/>
                <a:gd name="csX46" fmla="*/ 414787 w 842483"/>
                <a:gd name="csY46" fmla="*/ 315627 h 687679"/>
                <a:gd name="csX47" fmla="*/ 399289 w 842483"/>
                <a:gd name="csY47" fmla="*/ 312888 h 687679"/>
                <a:gd name="csX48" fmla="*/ 387536 w 842483"/>
                <a:gd name="csY48" fmla="*/ 317452 h 687679"/>
                <a:gd name="csX49" fmla="*/ 408770 w 842483"/>
                <a:gd name="csY49" fmla="*/ 322928 h 687679"/>
                <a:gd name="csX50" fmla="*/ 454424 w 842483"/>
                <a:gd name="csY50" fmla="*/ 323841 h 687679"/>
                <a:gd name="csX51" fmla="*/ 497228 w 842483"/>
                <a:gd name="csY51" fmla="*/ 330751 h 687679"/>
                <a:gd name="csX52" fmla="*/ 522840 w 842483"/>
                <a:gd name="csY52" fmla="*/ 320265 h 687679"/>
                <a:gd name="csX53" fmla="*/ 546477 w 842483"/>
                <a:gd name="csY53" fmla="*/ 295398 h 687679"/>
                <a:gd name="csX54" fmla="*/ 587605 w 842483"/>
                <a:gd name="csY54" fmla="*/ 280832 h 687679"/>
                <a:gd name="csX55" fmla="*/ 665669 w 842483"/>
                <a:gd name="csY55" fmla="*/ 287985 h 687679"/>
                <a:gd name="csX56" fmla="*/ 752712 w 842483"/>
                <a:gd name="csY56" fmla="*/ 319911 h 687679"/>
                <a:gd name="csX57" fmla="*/ 817197 w 842483"/>
                <a:gd name="csY57" fmla="*/ 369532 h 687679"/>
                <a:gd name="csX58" fmla="*/ 840704 w 842483"/>
                <a:gd name="csY58" fmla="*/ 410883 h 687679"/>
                <a:gd name="csX59" fmla="*/ 834930 w 842483"/>
                <a:gd name="csY59" fmla="*/ 459201 h 687679"/>
                <a:gd name="csX60" fmla="*/ 803414 w 842483"/>
                <a:gd name="csY60" fmla="*/ 483471 h 687679"/>
                <a:gd name="csX61" fmla="*/ 679006 w 842483"/>
                <a:gd name="csY61" fmla="*/ 481609 h 687679"/>
                <a:gd name="csX62" fmla="*/ 578050 w 842483"/>
                <a:gd name="csY62" fmla="*/ 453184 h 687679"/>
                <a:gd name="csX63" fmla="*/ 553611 w 842483"/>
                <a:gd name="csY63" fmla="*/ 445957 h 687679"/>
                <a:gd name="csX64" fmla="*/ 561863 w 842483"/>
                <a:gd name="csY64" fmla="*/ 470135 h 687679"/>
                <a:gd name="csX65" fmla="*/ 572871 w 842483"/>
                <a:gd name="csY65" fmla="*/ 513255 h 687679"/>
                <a:gd name="csX66" fmla="*/ 570170 w 842483"/>
                <a:gd name="csY66" fmla="*/ 529628 h 687679"/>
                <a:gd name="csX67" fmla="*/ 550277 w 842483"/>
                <a:gd name="csY67" fmla="*/ 559449 h 687679"/>
                <a:gd name="csX68" fmla="*/ 464855 w 842483"/>
                <a:gd name="csY68" fmla="*/ 569843 h 687679"/>
                <a:gd name="csX69" fmla="*/ 411732 w 842483"/>
                <a:gd name="csY69" fmla="*/ 515863 h 687679"/>
                <a:gd name="csX70" fmla="*/ 414470 w 842483"/>
                <a:gd name="csY70" fmla="*/ 452551 h 687679"/>
                <a:gd name="csX71" fmla="*/ 420915 w 842483"/>
                <a:gd name="csY71" fmla="*/ 440630 h 687679"/>
                <a:gd name="csX72" fmla="*/ 422740 w 842483"/>
                <a:gd name="csY72" fmla="*/ 431391 h 687679"/>
                <a:gd name="csX73" fmla="*/ 414899 w 842483"/>
                <a:gd name="csY73" fmla="*/ 396187 h 687679"/>
                <a:gd name="csX74" fmla="*/ 408714 w 842483"/>
                <a:gd name="csY74" fmla="*/ 385979 h 687679"/>
                <a:gd name="csX75" fmla="*/ 406926 w 842483"/>
                <a:gd name="csY75" fmla="*/ 396652 h 687679"/>
                <a:gd name="csX76" fmla="*/ 366227 w 842483"/>
                <a:gd name="csY76" fmla="*/ 449552 h 687679"/>
                <a:gd name="csX77" fmla="*/ 347489 w 842483"/>
                <a:gd name="csY77" fmla="*/ 459964 h 687679"/>
                <a:gd name="csX78" fmla="*/ 324280 w 842483"/>
                <a:gd name="csY78" fmla="*/ 466465 h 687679"/>
                <a:gd name="csX79" fmla="*/ 299152 w 842483"/>
                <a:gd name="csY79" fmla="*/ 456872 h 687679"/>
                <a:gd name="csX80" fmla="*/ 279781 w 842483"/>
                <a:gd name="csY80" fmla="*/ 415111 h 687679"/>
                <a:gd name="csX81" fmla="*/ 279669 w 842483"/>
                <a:gd name="csY81" fmla="*/ 410585 h 687679"/>
                <a:gd name="csX82" fmla="*/ 276447 w 842483"/>
                <a:gd name="csY82" fmla="*/ 408592 h 687679"/>
                <a:gd name="csX83" fmla="*/ 245713 w 842483"/>
                <a:gd name="csY83" fmla="*/ 436607 h 687679"/>
                <a:gd name="csX84" fmla="*/ 245061 w 842483"/>
                <a:gd name="csY84" fmla="*/ 451266 h 687679"/>
                <a:gd name="csX85" fmla="*/ 260223 w 842483"/>
                <a:gd name="csY85" fmla="*/ 491928 h 687679"/>
                <a:gd name="csX86" fmla="*/ 267189 w 842483"/>
                <a:gd name="csY86" fmla="*/ 538718 h 687679"/>
                <a:gd name="csX87" fmla="*/ 262588 w 842483"/>
                <a:gd name="csY87" fmla="*/ 549484 h 687679"/>
                <a:gd name="csX88" fmla="*/ 201158 w 842483"/>
                <a:gd name="csY88" fmla="*/ 616074 h 687679"/>
                <a:gd name="csX89" fmla="*/ 170312 w 842483"/>
                <a:gd name="csY89" fmla="*/ 645746 h 687679"/>
                <a:gd name="csX90" fmla="*/ 134865 w 842483"/>
                <a:gd name="csY90" fmla="*/ 669123 h 687679"/>
                <a:gd name="csX91" fmla="*/ 74217 w 842483"/>
                <a:gd name="csY91" fmla="*/ 686148 h 687679"/>
                <a:gd name="csX92" fmla="*/ 29662 w 842483"/>
                <a:gd name="csY92" fmla="*/ 683708 h 687679"/>
                <a:gd name="csX93" fmla="*/ 14872 w 842483"/>
                <a:gd name="csY93" fmla="*/ 671973 h 687679"/>
                <a:gd name="csX94" fmla="*/ 269 w 842483"/>
                <a:gd name="csY94" fmla="*/ 625928 h 687679"/>
                <a:gd name="csX95" fmla="*/ 28079 w 842483"/>
                <a:gd name="csY95" fmla="*/ 528156 h 687679"/>
                <a:gd name="csX96" fmla="*/ 74645 w 842483"/>
                <a:gd name="csY96" fmla="*/ 467545 h 687679"/>
                <a:gd name="csX97" fmla="*/ 99661 w 842483"/>
                <a:gd name="csY97" fmla="*/ 439233 h 687679"/>
                <a:gd name="csX98" fmla="*/ 151350 w 842483"/>
                <a:gd name="csY98" fmla="*/ 415149 h 687679"/>
                <a:gd name="csX99" fmla="*/ 183406 w 842483"/>
                <a:gd name="csY99" fmla="*/ 415391 h 687679"/>
                <a:gd name="csX100" fmla="*/ 200841 w 842483"/>
                <a:gd name="csY100" fmla="*/ 415409 h 687679"/>
                <a:gd name="csX101" fmla="*/ 233959 w 842483"/>
                <a:gd name="csY101" fmla="*/ 404867 h 687679"/>
                <a:gd name="csX102" fmla="*/ 281550 w 842483"/>
                <a:gd name="csY102" fmla="*/ 371506 h 687679"/>
                <a:gd name="csX103" fmla="*/ 298277 w 842483"/>
                <a:gd name="csY103" fmla="*/ 354873 h 687679"/>
                <a:gd name="csX104" fmla="*/ 302617 w 842483"/>
                <a:gd name="csY104" fmla="*/ 351297 h 687679"/>
                <a:gd name="csX105" fmla="*/ 327893 w 842483"/>
                <a:gd name="csY105" fmla="*/ 318123 h 687679"/>
                <a:gd name="csX106" fmla="*/ 327577 w 842483"/>
                <a:gd name="csY106" fmla="*/ 316427 h 687679"/>
                <a:gd name="csX107" fmla="*/ 328936 w 842483"/>
                <a:gd name="csY107" fmla="*/ 315329 h 687679"/>
                <a:gd name="csX108" fmla="*/ 332308 w 842483"/>
                <a:gd name="csY108" fmla="*/ 318514 h 687679"/>
                <a:gd name="csX109" fmla="*/ 316922 w 842483"/>
                <a:gd name="csY109" fmla="*/ 345373 h 687679"/>
                <a:gd name="csX110" fmla="*/ 309006 w 842483"/>
                <a:gd name="csY110" fmla="*/ 352507 h 687679"/>
                <a:gd name="csX111" fmla="*/ 286058 w 842483"/>
                <a:gd name="csY111" fmla="*/ 386482 h 687679"/>
                <a:gd name="csX112" fmla="*/ 285425 w 842483"/>
                <a:gd name="csY112" fmla="*/ 427498 h 687679"/>
                <a:gd name="csX113" fmla="*/ 318859 w 842483"/>
                <a:gd name="csY113" fmla="*/ 461883 h 687679"/>
                <a:gd name="csX114" fmla="*/ 339740 w 842483"/>
                <a:gd name="csY114" fmla="*/ 458400 h 687679"/>
                <a:gd name="csX115" fmla="*/ 383848 w 842483"/>
                <a:gd name="csY115" fmla="*/ 430534 h 687679"/>
                <a:gd name="csX116" fmla="*/ 404673 w 842483"/>
                <a:gd name="csY116" fmla="*/ 383074 h 687679"/>
                <a:gd name="csX117" fmla="*/ 407932 w 842483"/>
                <a:gd name="csY117" fmla="*/ 347143 h 687679"/>
                <a:gd name="csX118" fmla="*/ 406870 w 842483"/>
                <a:gd name="csY118" fmla="*/ 338202 h 687679"/>
                <a:gd name="csX119" fmla="*/ 385841 w 842483"/>
                <a:gd name="csY119" fmla="*/ 322127 h 687679"/>
                <a:gd name="csX120" fmla="*/ 371778 w 842483"/>
                <a:gd name="csY120" fmla="*/ 321066 h 687679"/>
                <a:gd name="csX121" fmla="*/ 369543 w 842483"/>
                <a:gd name="csY121" fmla="*/ 317415 h 687679"/>
                <a:gd name="csX122" fmla="*/ 361477 w 842483"/>
                <a:gd name="csY122" fmla="*/ 292772 h 687679"/>
                <a:gd name="csX123" fmla="*/ 334785 w 842483"/>
                <a:gd name="csY123" fmla="*/ 282769 h 687679"/>
                <a:gd name="csX124" fmla="*/ 330892 w 842483"/>
                <a:gd name="csY124" fmla="*/ 283421 h 687679"/>
                <a:gd name="csX125" fmla="*/ 307032 w 842483"/>
                <a:gd name="csY125" fmla="*/ 308232 h 687679"/>
                <a:gd name="csX126" fmla="*/ 308354 w 842483"/>
                <a:gd name="csY126" fmla="*/ 315794 h 687679"/>
                <a:gd name="csX127" fmla="*/ 314687 w 842483"/>
                <a:gd name="csY127" fmla="*/ 316875 h 687679"/>
                <a:gd name="csX128" fmla="*/ 320275 w 842483"/>
                <a:gd name="csY128" fmla="*/ 319221 h 68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842483" h="687679">
                  <a:moveTo>
                    <a:pt x="320275" y="319221"/>
                  </a:moveTo>
                  <a:cubicBezTo>
                    <a:pt x="316531" y="319408"/>
                    <a:pt x="312769" y="319557"/>
                    <a:pt x="309025" y="319799"/>
                  </a:cubicBezTo>
                  <a:cubicBezTo>
                    <a:pt x="304573" y="320097"/>
                    <a:pt x="302803" y="317526"/>
                    <a:pt x="302747" y="313633"/>
                  </a:cubicBezTo>
                  <a:cubicBezTo>
                    <a:pt x="302710" y="310635"/>
                    <a:pt x="302673" y="307431"/>
                    <a:pt x="303660" y="304693"/>
                  </a:cubicBezTo>
                  <a:cubicBezTo>
                    <a:pt x="305467" y="299775"/>
                    <a:pt x="303511" y="297819"/>
                    <a:pt x="299227" y="295789"/>
                  </a:cubicBezTo>
                  <a:cubicBezTo>
                    <a:pt x="289373" y="291114"/>
                    <a:pt x="279594" y="286290"/>
                    <a:pt x="269219" y="282844"/>
                  </a:cubicBezTo>
                  <a:cubicBezTo>
                    <a:pt x="266332" y="281894"/>
                    <a:pt x="263426" y="281223"/>
                    <a:pt x="260390" y="281167"/>
                  </a:cubicBezTo>
                  <a:cubicBezTo>
                    <a:pt x="259124" y="281838"/>
                    <a:pt x="258155" y="281707"/>
                    <a:pt x="257689" y="280199"/>
                  </a:cubicBezTo>
                  <a:cubicBezTo>
                    <a:pt x="260111" y="276119"/>
                    <a:pt x="263892" y="277237"/>
                    <a:pt x="267226" y="278094"/>
                  </a:cubicBezTo>
                  <a:cubicBezTo>
                    <a:pt x="276931" y="280590"/>
                    <a:pt x="286058" y="284576"/>
                    <a:pt x="294980" y="289084"/>
                  </a:cubicBezTo>
                  <a:cubicBezTo>
                    <a:pt x="295651" y="289419"/>
                    <a:pt x="296265" y="289866"/>
                    <a:pt x="296917" y="290238"/>
                  </a:cubicBezTo>
                  <a:cubicBezTo>
                    <a:pt x="304536" y="294504"/>
                    <a:pt x="304983" y="294411"/>
                    <a:pt x="309881" y="287314"/>
                  </a:cubicBezTo>
                  <a:cubicBezTo>
                    <a:pt x="311073" y="284948"/>
                    <a:pt x="313029" y="283291"/>
                    <a:pt x="315115" y="281745"/>
                  </a:cubicBezTo>
                  <a:cubicBezTo>
                    <a:pt x="319809" y="277032"/>
                    <a:pt x="326124" y="278522"/>
                    <a:pt x="331730" y="277684"/>
                  </a:cubicBezTo>
                  <a:cubicBezTo>
                    <a:pt x="347619" y="275337"/>
                    <a:pt x="360658" y="279957"/>
                    <a:pt x="369468" y="294280"/>
                  </a:cubicBezTo>
                  <a:cubicBezTo>
                    <a:pt x="372635" y="299440"/>
                    <a:pt x="374125" y="304991"/>
                    <a:pt x="374516" y="310821"/>
                  </a:cubicBezTo>
                  <a:cubicBezTo>
                    <a:pt x="374814" y="315217"/>
                    <a:pt x="376323" y="316707"/>
                    <a:pt x="380476" y="314826"/>
                  </a:cubicBezTo>
                  <a:cubicBezTo>
                    <a:pt x="392453" y="307729"/>
                    <a:pt x="404859" y="307449"/>
                    <a:pt x="417879" y="311864"/>
                  </a:cubicBezTo>
                  <a:cubicBezTo>
                    <a:pt x="425870" y="314565"/>
                    <a:pt x="434010" y="316055"/>
                    <a:pt x="442764" y="315012"/>
                  </a:cubicBezTo>
                  <a:cubicBezTo>
                    <a:pt x="453903" y="313671"/>
                    <a:pt x="462303" y="308008"/>
                    <a:pt x="470406" y="301042"/>
                  </a:cubicBezTo>
                  <a:cubicBezTo>
                    <a:pt x="481396" y="291580"/>
                    <a:pt x="489349" y="280292"/>
                    <a:pt x="492590" y="265968"/>
                  </a:cubicBezTo>
                  <a:cubicBezTo>
                    <a:pt x="492870" y="264683"/>
                    <a:pt x="493298" y="263379"/>
                    <a:pt x="494043" y="262317"/>
                  </a:cubicBezTo>
                  <a:cubicBezTo>
                    <a:pt x="502258" y="250694"/>
                    <a:pt x="491082" y="232626"/>
                    <a:pt x="478304" y="230652"/>
                  </a:cubicBezTo>
                  <a:cubicBezTo>
                    <a:pt x="470220" y="229404"/>
                    <a:pt x="462192" y="230149"/>
                    <a:pt x="454182" y="229124"/>
                  </a:cubicBezTo>
                  <a:cubicBezTo>
                    <a:pt x="453046" y="228640"/>
                    <a:pt x="451686" y="228286"/>
                    <a:pt x="452208" y="226535"/>
                  </a:cubicBezTo>
                  <a:cubicBezTo>
                    <a:pt x="457460" y="217222"/>
                    <a:pt x="464520" y="208989"/>
                    <a:pt x="468320" y="198819"/>
                  </a:cubicBezTo>
                  <a:cubicBezTo>
                    <a:pt x="471170" y="191238"/>
                    <a:pt x="470536" y="184141"/>
                    <a:pt x="466141" y="177286"/>
                  </a:cubicBezTo>
                  <a:cubicBezTo>
                    <a:pt x="462080" y="170953"/>
                    <a:pt x="458280" y="164453"/>
                    <a:pt x="454294" y="158064"/>
                  </a:cubicBezTo>
                  <a:cubicBezTo>
                    <a:pt x="450010" y="151191"/>
                    <a:pt x="448278" y="143665"/>
                    <a:pt x="450289" y="135879"/>
                  </a:cubicBezTo>
                  <a:cubicBezTo>
                    <a:pt x="454182" y="120792"/>
                    <a:pt x="457609" y="105462"/>
                    <a:pt x="463812" y="91138"/>
                  </a:cubicBezTo>
                  <a:cubicBezTo>
                    <a:pt x="470238" y="76274"/>
                    <a:pt x="481265" y="64297"/>
                    <a:pt x="492795" y="53270"/>
                  </a:cubicBezTo>
                  <a:cubicBezTo>
                    <a:pt x="504176" y="42374"/>
                    <a:pt x="516824" y="32762"/>
                    <a:pt x="529080" y="22797"/>
                  </a:cubicBezTo>
                  <a:cubicBezTo>
                    <a:pt x="542733" y="11696"/>
                    <a:pt x="559311" y="7300"/>
                    <a:pt x="575833" y="2624"/>
                  </a:cubicBezTo>
                  <a:cubicBezTo>
                    <a:pt x="601612" y="-4659"/>
                    <a:pt x="621953" y="3500"/>
                    <a:pt x="638456" y="23579"/>
                  </a:cubicBezTo>
                  <a:cubicBezTo>
                    <a:pt x="640598" y="26187"/>
                    <a:pt x="642610" y="28981"/>
                    <a:pt x="645050" y="31291"/>
                  </a:cubicBezTo>
                  <a:cubicBezTo>
                    <a:pt x="658386" y="43808"/>
                    <a:pt x="656784" y="59845"/>
                    <a:pt x="655425" y="75641"/>
                  </a:cubicBezTo>
                  <a:cubicBezTo>
                    <a:pt x="652128" y="113714"/>
                    <a:pt x="633818" y="144522"/>
                    <a:pt x="607238" y="170711"/>
                  </a:cubicBezTo>
                  <a:cubicBezTo>
                    <a:pt x="597365" y="180434"/>
                    <a:pt x="585500" y="188053"/>
                    <a:pt x="574045" y="195988"/>
                  </a:cubicBezTo>
                  <a:cubicBezTo>
                    <a:pt x="561956" y="204351"/>
                    <a:pt x="549476" y="201874"/>
                    <a:pt x="537630" y="196286"/>
                  </a:cubicBezTo>
                  <a:cubicBezTo>
                    <a:pt x="529937" y="192653"/>
                    <a:pt x="522952" y="191964"/>
                    <a:pt x="515538" y="195596"/>
                  </a:cubicBezTo>
                  <a:cubicBezTo>
                    <a:pt x="501904" y="202265"/>
                    <a:pt x="490933" y="212118"/>
                    <a:pt x="481955" y="224281"/>
                  </a:cubicBezTo>
                  <a:cubicBezTo>
                    <a:pt x="480409" y="226368"/>
                    <a:pt x="480483" y="227206"/>
                    <a:pt x="483221" y="228100"/>
                  </a:cubicBezTo>
                  <a:cubicBezTo>
                    <a:pt x="493931" y="231602"/>
                    <a:pt x="498495" y="240189"/>
                    <a:pt x="500693" y="250415"/>
                  </a:cubicBezTo>
                  <a:cubicBezTo>
                    <a:pt x="501121" y="252370"/>
                    <a:pt x="501326" y="254848"/>
                    <a:pt x="500507" y="256543"/>
                  </a:cubicBezTo>
                  <a:cubicBezTo>
                    <a:pt x="495571" y="266694"/>
                    <a:pt x="494546" y="278615"/>
                    <a:pt x="487803" y="287780"/>
                  </a:cubicBezTo>
                  <a:cubicBezTo>
                    <a:pt x="474113" y="306406"/>
                    <a:pt x="457945" y="321419"/>
                    <a:pt x="432333" y="319650"/>
                  </a:cubicBezTo>
                  <a:cubicBezTo>
                    <a:pt x="426261" y="319240"/>
                    <a:pt x="420449" y="317694"/>
                    <a:pt x="414787" y="315627"/>
                  </a:cubicBezTo>
                  <a:cubicBezTo>
                    <a:pt x="409758" y="313801"/>
                    <a:pt x="404542" y="313280"/>
                    <a:pt x="399289" y="312888"/>
                  </a:cubicBezTo>
                  <a:cubicBezTo>
                    <a:pt x="395192" y="312590"/>
                    <a:pt x="391485" y="313708"/>
                    <a:pt x="387536" y="317452"/>
                  </a:cubicBezTo>
                  <a:cubicBezTo>
                    <a:pt x="395322" y="318458"/>
                    <a:pt x="401059" y="323021"/>
                    <a:pt x="408770" y="322928"/>
                  </a:cubicBezTo>
                  <a:cubicBezTo>
                    <a:pt x="423988" y="322742"/>
                    <a:pt x="439374" y="320991"/>
                    <a:pt x="454424" y="323841"/>
                  </a:cubicBezTo>
                  <a:cubicBezTo>
                    <a:pt x="468636" y="326523"/>
                    <a:pt x="482830" y="329243"/>
                    <a:pt x="497228" y="330751"/>
                  </a:cubicBezTo>
                  <a:cubicBezTo>
                    <a:pt x="507510" y="331832"/>
                    <a:pt x="515892" y="327734"/>
                    <a:pt x="522840" y="320265"/>
                  </a:cubicBezTo>
                  <a:cubicBezTo>
                    <a:pt x="530626" y="311883"/>
                    <a:pt x="538002" y="303016"/>
                    <a:pt x="546477" y="295398"/>
                  </a:cubicBezTo>
                  <a:cubicBezTo>
                    <a:pt x="557989" y="285060"/>
                    <a:pt x="572462" y="280590"/>
                    <a:pt x="587605" y="280832"/>
                  </a:cubicBezTo>
                  <a:cubicBezTo>
                    <a:pt x="613757" y="281260"/>
                    <a:pt x="639965" y="283309"/>
                    <a:pt x="665669" y="287985"/>
                  </a:cubicBezTo>
                  <a:cubicBezTo>
                    <a:pt x="696348" y="293573"/>
                    <a:pt x="725237" y="304898"/>
                    <a:pt x="752712" y="319911"/>
                  </a:cubicBezTo>
                  <a:cubicBezTo>
                    <a:pt x="776852" y="333117"/>
                    <a:pt x="798962" y="348875"/>
                    <a:pt x="817197" y="369532"/>
                  </a:cubicBezTo>
                  <a:cubicBezTo>
                    <a:pt x="827833" y="381583"/>
                    <a:pt x="836606" y="395013"/>
                    <a:pt x="840704" y="410883"/>
                  </a:cubicBezTo>
                  <a:cubicBezTo>
                    <a:pt x="845044" y="427722"/>
                    <a:pt x="840797" y="443219"/>
                    <a:pt x="834930" y="459201"/>
                  </a:cubicBezTo>
                  <a:cubicBezTo>
                    <a:pt x="829193" y="474847"/>
                    <a:pt x="817849" y="480435"/>
                    <a:pt x="803414" y="483471"/>
                  </a:cubicBezTo>
                  <a:cubicBezTo>
                    <a:pt x="761802" y="492244"/>
                    <a:pt x="720245" y="490531"/>
                    <a:pt x="679006" y="481609"/>
                  </a:cubicBezTo>
                  <a:cubicBezTo>
                    <a:pt x="644807" y="474214"/>
                    <a:pt x="611131" y="464751"/>
                    <a:pt x="578050" y="453184"/>
                  </a:cubicBezTo>
                  <a:cubicBezTo>
                    <a:pt x="570301" y="450483"/>
                    <a:pt x="562124" y="448881"/>
                    <a:pt x="553611" y="445957"/>
                  </a:cubicBezTo>
                  <a:cubicBezTo>
                    <a:pt x="556517" y="454395"/>
                    <a:pt x="559479" y="462181"/>
                    <a:pt x="561863" y="470135"/>
                  </a:cubicBezTo>
                  <a:cubicBezTo>
                    <a:pt x="566128" y="484347"/>
                    <a:pt x="570841" y="498466"/>
                    <a:pt x="572871" y="513255"/>
                  </a:cubicBezTo>
                  <a:cubicBezTo>
                    <a:pt x="573672" y="519048"/>
                    <a:pt x="572909" y="524413"/>
                    <a:pt x="570170" y="529628"/>
                  </a:cubicBezTo>
                  <a:cubicBezTo>
                    <a:pt x="564564" y="540264"/>
                    <a:pt x="560019" y="551757"/>
                    <a:pt x="550277" y="559449"/>
                  </a:cubicBezTo>
                  <a:cubicBezTo>
                    <a:pt x="524014" y="580144"/>
                    <a:pt x="496018" y="586626"/>
                    <a:pt x="464855" y="569843"/>
                  </a:cubicBezTo>
                  <a:cubicBezTo>
                    <a:pt x="441460" y="557233"/>
                    <a:pt x="422070" y="540543"/>
                    <a:pt x="411732" y="515863"/>
                  </a:cubicBezTo>
                  <a:cubicBezTo>
                    <a:pt x="402959" y="494889"/>
                    <a:pt x="403611" y="473227"/>
                    <a:pt x="414470" y="452551"/>
                  </a:cubicBezTo>
                  <a:cubicBezTo>
                    <a:pt x="416575" y="448546"/>
                    <a:pt x="418661" y="444542"/>
                    <a:pt x="420915" y="440630"/>
                  </a:cubicBezTo>
                  <a:cubicBezTo>
                    <a:pt x="422591" y="437724"/>
                    <a:pt x="423132" y="434632"/>
                    <a:pt x="422740" y="431391"/>
                  </a:cubicBezTo>
                  <a:cubicBezTo>
                    <a:pt x="421232" y="419414"/>
                    <a:pt x="418847" y="407605"/>
                    <a:pt x="414899" y="396187"/>
                  </a:cubicBezTo>
                  <a:cubicBezTo>
                    <a:pt x="413762" y="392927"/>
                    <a:pt x="411304" y="390133"/>
                    <a:pt x="408714" y="385979"/>
                  </a:cubicBezTo>
                  <a:cubicBezTo>
                    <a:pt x="407988" y="390338"/>
                    <a:pt x="407597" y="393523"/>
                    <a:pt x="406926" y="396652"/>
                  </a:cubicBezTo>
                  <a:cubicBezTo>
                    <a:pt x="401804" y="420774"/>
                    <a:pt x="386567" y="437184"/>
                    <a:pt x="366227" y="449552"/>
                  </a:cubicBezTo>
                  <a:cubicBezTo>
                    <a:pt x="360118" y="453259"/>
                    <a:pt x="353747" y="456518"/>
                    <a:pt x="347489" y="459964"/>
                  </a:cubicBezTo>
                  <a:cubicBezTo>
                    <a:pt x="340261" y="463932"/>
                    <a:pt x="332196" y="465329"/>
                    <a:pt x="324280" y="466465"/>
                  </a:cubicBezTo>
                  <a:cubicBezTo>
                    <a:pt x="314482" y="467881"/>
                    <a:pt x="306771" y="462311"/>
                    <a:pt x="299152" y="456872"/>
                  </a:cubicBezTo>
                  <a:cubicBezTo>
                    <a:pt x="284698" y="446553"/>
                    <a:pt x="280097" y="431875"/>
                    <a:pt x="279781" y="415111"/>
                  </a:cubicBezTo>
                  <a:cubicBezTo>
                    <a:pt x="279743" y="413603"/>
                    <a:pt x="279706" y="412094"/>
                    <a:pt x="279669" y="410585"/>
                  </a:cubicBezTo>
                  <a:cubicBezTo>
                    <a:pt x="279632" y="408257"/>
                    <a:pt x="279259" y="406878"/>
                    <a:pt x="276447" y="408592"/>
                  </a:cubicBezTo>
                  <a:cubicBezTo>
                    <a:pt x="264358" y="415912"/>
                    <a:pt x="254672" y="425915"/>
                    <a:pt x="245713" y="436607"/>
                  </a:cubicBezTo>
                  <a:cubicBezTo>
                    <a:pt x="242043" y="440965"/>
                    <a:pt x="243533" y="446441"/>
                    <a:pt x="245061" y="451266"/>
                  </a:cubicBezTo>
                  <a:cubicBezTo>
                    <a:pt x="249475" y="465050"/>
                    <a:pt x="254448" y="478610"/>
                    <a:pt x="260223" y="491928"/>
                  </a:cubicBezTo>
                  <a:cubicBezTo>
                    <a:pt x="266630" y="506736"/>
                    <a:pt x="269834" y="522382"/>
                    <a:pt x="267189" y="538718"/>
                  </a:cubicBezTo>
                  <a:cubicBezTo>
                    <a:pt x="266556" y="542685"/>
                    <a:pt x="264805" y="546094"/>
                    <a:pt x="262588" y="549484"/>
                  </a:cubicBezTo>
                  <a:cubicBezTo>
                    <a:pt x="245862" y="575152"/>
                    <a:pt x="222876" y="595008"/>
                    <a:pt x="201158" y="616074"/>
                  </a:cubicBezTo>
                  <a:cubicBezTo>
                    <a:pt x="190913" y="626002"/>
                    <a:pt x="179383" y="634589"/>
                    <a:pt x="170312" y="645746"/>
                  </a:cubicBezTo>
                  <a:cubicBezTo>
                    <a:pt x="160961" y="657239"/>
                    <a:pt x="148072" y="663759"/>
                    <a:pt x="134865" y="669123"/>
                  </a:cubicBezTo>
                  <a:cubicBezTo>
                    <a:pt x="115344" y="677058"/>
                    <a:pt x="95470" y="684378"/>
                    <a:pt x="74217" y="686148"/>
                  </a:cubicBezTo>
                  <a:cubicBezTo>
                    <a:pt x="59315" y="687377"/>
                    <a:pt x="44265" y="689817"/>
                    <a:pt x="29662" y="683708"/>
                  </a:cubicBezTo>
                  <a:cubicBezTo>
                    <a:pt x="23571" y="681156"/>
                    <a:pt x="18635" y="677430"/>
                    <a:pt x="14872" y="671973"/>
                  </a:cubicBezTo>
                  <a:cubicBezTo>
                    <a:pt x="5298" y="658096"/>
                    <a:pt x="1349" y="642822"/>
                    <a:pt x="269" y="625928"/>
                  </a:cubicBezTo>
                  <a:cubicBezTo>
                    <a:pt x="-2022" y="589829"/>
                    <a:pt x="10588" y="558276"/>
                    <a:pt x="28079" y="528156"/>
                  </a:cubicBezTo>
                  <a:cubicBezTo>
                    <a:pt x="40931" y="506009"/>
                    <a:pt x="55758" y="485203"/>
                    <a:pt x="74645" y="467545"/>
                  </a:cubicBezTo>
                  <a:cubicBezTo>
                    <a:pt x="83865" y="458921"/>
                    <a:pt x="91782" y="449105"/>
                    <a:pt x="99661" y="439233"/>
                  </a:cubicBezTo>
                  <a:cubicBezTo>
                    <a:pt x="112811" y="422748"/>
                    <a:pt x="130097" y="414553"/>
                    <a:pt x="151350" y="415149"/>
                  </a:cubicBezTo>
                  <a:cubicBezTo>
                    <a:pt x="162042" y="415447"/>
                    <a:pt x="172677" y="416881"/>
                    <a:pt x="183406" y="415391"/>
                  </a:cubicBezTo>
                  <a:cubicBezTo>
                    <a:pt x="189143" y="414609"/>
                    <a:pt x="194992" y="414571"/>
                    <a:pt x="200841" y="415409"/>
                  </a:cubicBezTo>
                  <a:cubicBezTo>
                    <a:pt x="213507" y="417235"/>
                    <a:pt x="224068" y="411572"/>
                    <a:pt x="233959" y="404867"/>
                  </a:cubicBezTo>
                  <a:cubicBezTo>
                    <a:pt x="249978" y="393989"/>
                    <a:pt x="265531" y="382403"/>
                    <a:pt x="281550" y="371506"/>
                  </a:cubicBezTo>
                  <a:cubicBezTo>
                    <a:pt x="288256" y="366943"/>
                    <a:pt x="292410" y="360107"/>
                    <a:pt x="298277" y="354873"/>
                  </a:cubicBezTo>
                  <a:cubicBezTo>
                    <a:pt x="299674" y="353625"/>
                    <a:pt x="300978" y="352079"/>
                    <a:pt x="302617" y="351297"/>
                  </a:cubicBezTo>
                  <a:cubicBezTo>
                    <a:pt x="316755" y="344554"/>
                    <a:pt x="320759" y="330155"/>
                    <a:pt x="327893" y="318123"/>
                  </a:cubicBezTo>
                  <a:cubicBezTo>
                    <a:pt x="327521" y="317601"/>
                    <a:pt x="327428" y="317042"/>
                    <a:pt x="327577" y="316427"/>
                  </a:cubicBezTo>
                  <a:cubicBezTo>
                    <a:pt x="327856" y="315869"/>
                    <a:pt x="328322" y="315496"/>
                    <a:pt x="328936" y="315329"/>
                  </a:cubicBezTo>
                  <a:cubicBezTo>
                    <a:pt x="331302" y="315086"/>
                    <a:pt x="332308" y="316260"/>
                    <a:pt x="332308" y="318514"/>
                  </a:cubicBezTo>
                  <a:cubicBezTo>
                    <a:pt x="328136" y="328013"/>
                    <a:pt x="322473" y="336675"/>
                    <a:pt x="316922" y="345373"/>
                  </a:cubicBezTo>
                  <a:cubicBezTo>
                    <a:pt x="315022" y="348335"/>
                    <a:pt x="312210" y="350812"/>
                    <a:pt x="309006" y="352507"/>
                  </a:cubicBezTo>
                  <a:cubicBezTo>
                    <a:pt x="295297" y="359753"/>
                    <a:pt x="288926" y="372363"/>
                    <a:pt x="286058" y="386482"/>
                  </a:cubicBezTo>
                  <a:cubicBezTo>
                    <a:pt x="283338" y="399931"/>
                    <a:pt x="283152" y="413808"/>
                    <a:pt x="285425" y="427498"/>
                  </a:cubicBezTo>
                  <a:cubicBezTo>
                    <a:pt x="288070" y="443517"/>
                    <a:pt x="302841" y="458791"/>
                    <a:pt x="318859" y="461883"/>
                  </a:cubicBezTo>
                  <a:cubicBezTo>
                    <a:pt x="326142" y="463299"/>
                    <a:pt x="333332" y="461026"/>
                    <a:pt x="339740" y="458400"/>
                  </a:cubicBezTo>
                  <a:cubicBezTo>
                    <a:pt x="355964" y="451713"/>
                    <a:pt x="371312" y="443275"/>
                    <a:pt x="383848" y="430534"/>
                  </a:cubicBezTo>
                  <a:cubicBezTo>
                    <a:pt x="396831" y="417328"/>
                    <a:pt x="403574" y="401607"/>
                    <a:pt x="404673" y="383074"/>
                  </a:cubicBezTo>
                  <a:cubicBezTo>
                    <a:pt x="405380" y="371078"/>
                    <a:pt x="408230" y="359250"/>
                    <a:pt x="407932" y="347143"/>
                  </a:cubicBezTo>
                  <a:cubicBezTo>
                    <a:pt x="407858" y="344125"/>
                    <a:pt x="407709" y="341126"/>
                    <a:pt x="406870" y="338202"/>
                  </a:cubicBezTo>
                  <a:cubicBezTo>
                    <a:pt x="403685" y="327287"/>
                    <a:pt x="397203" y="322202"/>
                    <a:pt x="385841" y="322127"/>
                  </a:cubicBezTo>
                  <a:cubicBezTo>
                    <a:pt x="381110" y="322090"/>
                    <a:pt x="376528" y="320786"/>
                    <a:pt x="371778" y="321066"/>
                  </a:cubicBezTo>
                  <a:cubicBezTo>
                    <a:pt x="370083" y="320432"/>
                    <a:pt x="369785" y="318942"/>
                    <a:pt x="369543" y="317415"/>
                  </a:cubicBezTo>
                  <a:cubicBezTo>
                    <a:pt x="368667" y="308623"/>
                    <a:pt x="367717" y="300148"/>
                    <a:pt x="361477" y="292772"/>
                  </a:cubicBezTo>
                  <a:cubicBezTo>
                    <a:pt x="354176" y="284148"/>
                    <a:pt x="345272" y="281856"/>
                    <a:pt x="334785" y="282769"/>
                  </a:cubicBezTo>
                  <a:cubicBezTo>
                    <a:pt x="333481" y="282881"/>
                    <a:pt x="332196" y="283253"/>
                    <a:pt x="330892" y="283421"/>
                  </a:cubicBezTo>
                  <a:cubicBezTo>
                    <a:pt x="316512" y="285228"/>
                    <a:pt x="308168" y="293852"/>
                    <a:pt x="307032" y="308232"/>
                  </a:cubicBezTo>
                  <a:cubicBezTo>
                    <a:pt x="306827" y="310821"/>
                    <a:pt x="306491" y="313522"/>
                    <a:pt x="308354" y="315794"/>
                  </a:cubicBezTo>
                  <a:cubicBezTo>
                    <a:pt x="310273" y="317396"/>
                    <a:pt x="312564" y="316577"/>
                    <a:pt x="314687" y="316875"/>
                  </a:cubicBezTo>
                  <a:cubicBezTo>
                    <a:pt x="316792" y="317173"/>
                    <a:pt x="319306" y="316390"/>
                    <a:pt x="320275" y="319221"/>
                  </a:cubicBezTo>
                  <a:close/>
                </a:path>
              </a:pathLst>
            </a:custGeom>
            <a:solidFill>
              <a:srgbClr val="32382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13C93ACD-1161-E185-9ADD-E908EC106134}"/>
                </a:ext>
              </a:extLst>
            </p:cNvPr>
            <p:cNvSpPr/>
            <p:nvPr/>
          </p:nvSpPr>
          <p:spPr>
            <a:xfrm>
              <a:off x="1687301" y="4813444"/>
              <a:ext cx="272564" cy="294707"/>
            </a:xfrm>
            <a:custGeom>
              <a:avLst/>
              <a:gdLst>
                <a:gd name="csX0" fmla="*/ 133367 w 272564"/>
                <a:gd name="csY0" fmla="*/ 279125 h 294707"/>
                <a:gd name="csX1" fmla="*/ 129008 w 272564"/>
                <a:gd name="csY1" fmla="*/ 283744 h 294707"/>
                <a:gd name="csX2" fmla="*/ 97715 w 272564"/>
                <a:gd name="csY2" fmla="*/ 262733 h 294707"/>
                <a:gd name="csX3" fmla="*/ 86037 w 272564"/>
                <a:gd name="csY3" fmla="*/ 232335 h 294707"/>
                <a:gd name="csX4" fmla="*/ 88253 w 272564"/>
                <a:gd name="csY4" fmla="*/ 217284 h 294707"/>
                <a:gd name="csX5" fmla="*/ 82777 w 272564"/>
                <a:gd name="csY5" fmla="*/ 196143 h 294707"/>
                <a:gd name="csX6" fmla="*/ 44965 w 272564"/>
                <a:gd name="csY6" fmla="*/ 165372 h 294707"/>
                <a:gd name="csX7" fmla="*/ 5327 w 272564"/>
                <a:gd name="csY7" fmla="*/ 160920 h 294707"/>
                <a:gd name="csX8" fmla="*/ 0 w 272564"/>
                <a:gd name="csY8" fmla="*/ 158405 h 294707"/>
                <a:gd name="csX9" fmla="*/ 21737 w 272564"/>
                <a:gd name="csY9" fmla="*/ 155220 h 294707"/>
                <a:gd name="csX10" fmla="*/ 53533 w 272564"/>
                <a:gd name="csY10" fmla="*/ 166005 h 294707"/>
                <a:gd name="csX11" fmla="*/ 75755 w 272564"/>
                <a:gd name="csY11" fmla="*/ 183179 h 294707"/>
                <a:gd name="csX12" fmla="*/ 89427 w 272564"/>
                <a:gd name="csY12" fmla="*/ 196646 h 294707"/>
                <a:gd name="csX13" fmla="*/ 93748 w 272564"/>
                <a:gd name="csY13" fmla="*/ 218849 h 294707"/>
                <a:gd name="csX14" fmla="*/ 90730 w 272564"/>
                <a:gd name="csY14" fmla="*/ 242356 h 294707"/>
                <a:gd name="csX15" fmla="*/ 95033 w 272564"/>
                <a:gd name="csY15" fmla="*/ 252973 h 294707"/>
                <a:gd name="csX16" fmla="*/ 118037 w 272564"/>
                <a:gd name="csY16" fmla="*/ 270240 h 294707"/>
                <a:gd name="csX17" fmla="*/ 121856 w 272564"/>
                <a:gd name="csY17" fmla="*/ 268694 h 294707"/>
                <a:gd name="csX18" fmla="*/ 136794 w 272564"/>
                <a:gd name="csY18" fmla="*/ 251892 h 294707"/>
                <a:gd name="csX19" fmla="*/ 158587 w 272564"/>
                <a:gd name="csY19" fmla="*/ 244051 h 294707"/>
                <a:gd name="csX20" fmla="*/ 160879 w 272564"/>
                <a:gd name="csY20" fmla="*/ 237494 h 294707"/>
                <a:gd name="csX21" fmla="*/ 151267 w 272564"/>
                <a:gd name="csY21" fmla="*/ 218979 h 294707"/>
                <a:gd name="csX22" fmla="*/ 136571 w 272564"/>
                <a:gd name="csY22" fmla="*/ 212534 h 294707"/>
                <a:gd name="csX23" fmla="*/ 113492 w 272564"/>
                <a:gd name="csY23" fmla="*/ 208958 h 294707"/>
                <a:gd name="csX24" fmla="*/ 89296 w 272564"/>
                <a:gd name="csY24" fmla="*/ 195677 h 294707"/>
                <a:gd name="csX25" fmla="*/ 77878 w 272564"/>
                <a:gd name="csY25" fmla="*/ 182341 h 294707"/>
                <a:gd name="csX26" fmla="*/ 55340 w 272564"/>
                <a:gd name="csY26" fmla="*/ 132421 h 294707"/>
                <a:gd name="csX27" fmla="*/ 46604 w 272564"/>
                <a:gd name="csY27" fmla="*/ 92206 h 294707"/>
                <a:gd name="csX28" fmla="*/ 50404 w 272564"/>
                <a:gd name="csY28" fmla="*/ 48694 h 294707"/>
                <a:gd name="csX29" fmla="*/ 58767 w 272564"/>
                <a:gd name="csY29" fmla="*/ 24759 h 294707"/>
                <a:gd name="csX30" fmla="*/ 94512 w 272564"/>
                <a:gd name="csY30" fmla="*/ 1346 h 294707"/>
                <a:gd name="csX31" fmla="*/ 162387 w 272564"/>
                <a:gd name="csY31" fmla="*/ 25467 h 294707"/>
                <a:gd name="csX32" fmla="*/ 194407 w 272564"/>
                <a:gd name="csY32" fmla="*/ 80900 h 294707"/>
                <a:gd name="csX33" fmla="*/ 202826 w 272564"/>
                <a:gd name="csY33" fmla="*/ 172673 h 294707"/>
                <a:gd name="csX34" fmla="*/ 191780 w 272564"/>
                <a:gd name="csY34" fmla="*/ 197708 h 294707"/>
                <a:gd name="csX35" fmla="*/ 183789 w 272564"/>
                <a:gd name="csY35" fmla="*/ 210653 h 294707"/>
                <a:gd name="csX36" fmla="*/ 182783 w 272564"/>
                <a:gd name="csY36" fmla="*/ 224828 h 294707"/>
                <a:gd name="csX37" fmla="*/ 202919 w 272564"/>
                <a:gd name="csY37" fmla="*/ 286762 h 294707"/>
                <a:gd name="csX38" fmla="*/ 204148 w 272564"/>
                <a:gd name="csY38" fmla="*/ 289444 h 294707"/>
                <a:gd name="csX39" fmla="*/ 207687 w 272564"/>
                <a:gd name="csY39" fmla="*/ 280261 h 294707"/>
                <a:gd name="csX40" fmla="*/ 221210 w 272564"/>
                <a:gd name="csY40" fmla="*/ 248149 h 294707"/>
                <a:gd name="csX41" fmla="*/ 270031 w 272564"/>
                <a:gd name="csY41" fmla="*/ 222444 h 294707"/>
                <a:gd name="csX42" fmla="*/ 272564 w 272564"/>
                <a:gd name="csY42" fmla="*/ 223953 h 294707"/>
                <a:gd name="csX43" fmla="*/ 267665 w 272564"/>
                <a:gd name="csY43" fmla="*/ 226784 h 294707"/>
                <a:gd name="csX44" fmla="*/ 219571 w 272564"/>
                <a:gd name="csY44" fmla="*/ 254891 h 294707"/>
                <a:gd name="csX45" fmla="*/ 211487 w 272564"/>
                <a:gd name="csY45" fmla="*/ 276796 h 294707"/>
                <a:gd name="csX46" fmla="*/ 206179 w 272564"/>
                <a:gd name="csY46" fmla="*/ 292610 h 294707"/>
                <a:gd name="csX47" fmla="*/ 202192 w 272564"/>
                <a:gd name="csY47" fmla="*/ 294622 h 294707"/>
                <a:gd name="csX48" fmla="*/ 198449 w 272564"/>
                <a:gd name="csY48" fmla="*/ 291828 h 294707"/>
                <a:gd name="csX49" fmla="*/ 181368 w 272564"/>
                <a:gd name="csY49" fmla="*/ 232111 h 294707"/>
                <a:gd name="csX50" fmla="*/ 183063 w 272564"/>
                <a:gd name="csY50" fmla="*/ 203053 h 294707"/>
                <a:gd name="csX51" fmla="*/ 199659 w 272564"/>
                <a:gd name="csY51" fmla="*/ 166582 h 294707"/>
                <a:gd name="csX52" fmla="*/ 198393 w 272564"/>
                <a:gd name="csY52" fmla="*/ 114297 h 294707"/>
                <a:gd name="csX53" fmla="*/ 161866 w 272564"/>
                <a:gd name="csY53" fmla="*/ 30906 h 294707"/>
                <a:gd name="csX54" fmla="*/ 85049 w 272564"/>
                <a:gd name="csY54" fmla="*/ 7306 h 294707"/>
                <a:gd name="csX55" fmla="*/ 59438 w 272564"/>
                <a:gd name="csY55" fmla="*/ 33123 h 294707"/>
                <a:gd name="csX56" fmla="*/ 50366 w 272564"/>
                <a:gd name="csY56" fmla="*/ 88853 h 294707"/>
                <a:gd name="csX57" fmla="*/ 60816 w 272564"/>
                <a:gd name="csY57" fmla="*/ 138475 h 294707"/>
                <a:gd name="csX58" fmla="*/ 76667 w 272564"/>
                <a:gd name="csY58" fmla="*/ 173232 h 294707"/>
                <a:gd name="csX59" fmla="*/ 108482 w 272564"/>
                <a:gd name="csY59" fmla="*/ 200110 h 294707"/>
                <a:gd name="csX60" fmla="*/ 111015 w 272564"/>
                <a:gd name="csY60" fmla="*/ 201340 h 294707"/>
                <a:gd name="csX61" fmla="*/ 138638 w 272564"/>
                <a:gd name="csY61" fmla="*/ 206779 h 294707"/>
                <a:gd name="csX62" fmla="*/ 153763 w 272564"/>
                <a:gd name="csY62" fmla="*/ 213056 h 294707"/>
                <a:gd name="csX63" fmla="*/ 161381 w 272564"/>
                <a:gd name="csY63" fmla="*/ 225554 h 294707"/>
                <a:gd name="csX64" fmla="*/ 177494 w 272564"/>
                <a:gd name="csY64" fmla="*/ 262193 h 294707"/>
                <a:gd name="csX65" fmla="*/ 175948 w 272564"/>
                <a:gd name="csY65" fmla="*/ 266999 h 294707"/>
                <a:gd name="csX66" fmla="*/ 172334 w 272564"/>
                <a:gd name="csY66" fmla="*/ 263199 h 294707"/>
                <a:gd name="csX67" fmla="*/ 167864 w 272564"/>
                <a:gd name="csY67" fmla="*/ 252265 h 294707"/>
                <a:gd name="csX68" fmla="*/ 160748 w 272564"/>
                <a:gd name="csY68" fmla="*/ 248838 h 294707"/>
                <a:gd name="csX69" fmla="*/ 136981 w 272564"/>
                <a:gd name="csY69" fmla="*/ 257536 h 294707"/>
                <a:gd name="csX70" fmla="*/ 127090 w 272564"/>
                <a:gd name="csY70" fmla="*/ 269066 h 294707"/>
                <a:gd name="csX71" fmla="*/ 131504 w 272564"/>
                <a:gd name="csY71" fmla="*/ 277877 h 294707"/>
                <a:gd name="csX72" fmla="*/ 133367 w 272564"/>
                <a:gd name="csY72" fmla="*/ 279125 h 294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</a:cxnLst>
              <a:rect l="l" t="t" r="r" b="b"/>
              <a:pathLst>
                <a:path w="272564" h="294707">
                  <a:moveTo>
                    <a:pt x="133367" y="279125"/>
                  </a:moveTo>
                  <a:cubicBezTo>
                    <a:pt x="131597" y="280354"/>
                    <a:pt x="129846" y="281621"/>
                    <a:pt x="129008" y="283744"/>
                  </a:cubicBezTo>
                  <a:cubicBezTo>
                    <a:pt x="118205" y="277299"/>
                    <a:pt x="108072" y="269867"/>
                    <a:pt x="97715" y="262733"/>
                  </a:cubicBezTo>
                  <a:cubicBezTo>
                    <a:pt x="86502" y="255003"/>
                    <a:pt x="83913" y="244777"/>
                    <a:pt x="86037" y="232335"/>
                  </a:cubicBezTo>
                  <a:cubicBezTo>
                    <a:pt x="86893" y="227343"/>
                    <a:pt x="87452" y="222295"/>
                    <a:pt x="88253" y="217284"/>
                  </a:cubicBezTo>
                  <a:cubicBezTo>
                    <a:pt x="89520" y="209331"/>
                    <a:pt x="87601" y="202364"/>
                    <a:pt x="82777" y="196143"/>
                  </a:cubicBezTo>
                  <a:cubicBezTo>
                    <a:pt x="72569" y="182955"/>
                    <a:pt x="58525" y="174499"/>
                    <a:pt x="44965" y="165372"/>
                  </a:cubicBezTo>
                  <a:cubicBezTo>
                    <a:pt x="32373" y="156897"/>
                    <a:pt x="18962" y="158722"/>
                    <a:pt x="5327" y="160920"/>
                  </a:cubicBezTo>
                  <a:cubicBezTo>
                    <a:pt x="3297" y="160622"/>
                    <a:pt x="726" y="161460"/>
                    <a:pt x="0" y="158405"/>
                  </a:cubicBezTo>
                  <a:cubicBezTo>
                    <a:pt x="7246" y="157325"/>
                    <a:pt x="14454" y="156021"/>
                    <a:pt x="21737" y="155220"/>
                  </a:cubicBezTo>
                  <a:cubicBezTo>
                    <a:pt x="33938" y="153898"/>
                    <a:pt x="43866" y="159616"/>
                    <a:pt x="53533" y="166005"/>
                  </a:cubicBezTo>
                  <a:cubicBezTo>
                    <a:pt x="61375" y="171183"/>
                    <a:pt x="68434" y="177349"/>
                    <a:pt x="75755" y="183179"/>
                  </a:cubicBezTo>
                  <a:cubicBezTo>
                    <a:pt x="82460" y="185489"/>
                    <a:pt x="85105" y="191915"/>
                    <a:pt x="89427" y="196646"/>
                  </a:cubicBezTo>
                  <a:cubicBezTo>
                    <a:pt x="93990" y="203426"/>
                    <a:pt x="94735" y="210933"/>
                    <a:pt x="93748" y="218849"/>
                  </a:cubicBezTo>
                  <a:cubicBezTo>
                    <a:pt x="92761" y="226691"/>
                    <a:pt x="90768" y="234383"/>
                    <a:pt x="90730" y="242356"/>
                  </a:cubicBezTo>
                  <a:cubicBezTo>
                    <a:pt x="90712" y="246584"/>
                    <a:pt x="91997" y="250011"/>
                    <a:pt x="95033" y="252973"/>
                  </a:cubicBezTo>
                  <a:cubicBezTo>
                    <a:pt x="101944" y="259753"/>
                    <a:pt x="110009" y="264968"/>
                    <a:pt x="118037" y="270240"/>
                  </a:cubicBezTo>
                  <a:cubicBezTo>
                    <a:pt x="120105" y="271600"/>
                    <a:pt x="121483" y="271581"/>
                    <a:pt x="121856" y="268694"/>
                  </a:cubicBezTo>
                  <a:cubicBezTo>
                    <a:pt x="122973" y="259678"/>
                    <a:pt x="129139" y="255134"/>
                    <a:pt x="136794" y="251892"/>
                  </a:cubicBezTo>
                  <a:cubicBezTo>
                    <a:pt x="143910" y="248875"/>
                    <a:pt x="151323" y="246677"/>
                    <a:pt x="158587" y="244051"/>
                  </a:cubicBezTo>
                  <a:cubicBezTo>
                    <a:pt x="162611" y="242598"/>
                    <a:pt x="162965" y="240921"/>
                    <a:pt x="160879" y="237494"/>
                  </a:cubicBezTo>
                  <a:cubicBezTo>
                    <a:pt x="157265" y="231552"/>
                    <a:pt x="155309" y="224735"/>
                    <a:pt x="151267" y="218979"/>
                  </a:cubicBezTo>
                  <a:cubicBezTo>
                    <a:pt x="147616" y="213782"/>
                    <a:pt x="143463" y="210597"/>
                    <a:pt x="136571" y="212534"/>
                  </a:cubicBezTo>
                  <a:cubicBezTo>
                    <a:pt x="128449" y="214825"/>
                    <a:pt x="120924" y="213727"/>
                    <a:pt x="113492" y="208958"/>
                  </a:cubicBezTo>
                  <a:cubicBezTo>
                    <a:pt x="105781" y="204003"/>
                    <a:pt x="96635" y="201452"/>
                    <a:pt x="89296" y="195677"/>
                  </a:cubicBezTo>
                  <a:cubicBezTo>
                    <a:pt x="85236" y="191449"/>
                    <a:pt x="81566" y="186886"/>
                    <a:pt x="77878" y="182341"/>
                  </a:cubicBezTo>
                  <a:cubicBezTo>
                    <a:pt x="65976" y="167700"/>
                    <a:pt x="60239" y="150154"/>
                    <a:pt x="55340" y="132421"/>
                  </a:cubicBezTo>
                  <a:cubicBezTo>
                    <a:pt x="51689" y="119215"/>
                    <a:pt x="48765" y="105748"/>
                    <a:pt x="46604" y="92206"/>
                  </a:cubicBezTo>
                  <a:cubicBezTo>
                    <a:pt x="44276" y="77547"/>
                    <a:pt x="46175" y="62944"/>
                    <a:pt x="50404" y="48694"/>
                  </a:cubicBezTo>
                  <a:cubicBezTo>
                    <a:pt x="52807" y="40592"/>
                    <a:pt x="55023" y="32415"/>
                    <a:pt x="58767" y="24759"/>
                  </a:cubicBezTo>
                  <a:cubicBezTo>
                    <a:pt x="66069" y="9895"/>
                    <a:pt x="79256" y="4084"/>
                    <a:pt x="94512" y="1346"/>
                  </a:cubicBezTo>
                  <a:cubicBezTo>
                    <a:pt x="121744" y="-3535"/>
                    <a:pt x="144915" y="4940"/>
                    <a:pt x="162387" y="25467"/>
                  </a:cubicBezTo>
                  <a:cubicBezTo>
                    <a:pt x="176246" y="41747"/>
                    <a:pt x="187161" y="60448"/>
                    <a:pt x="194407" y="80900"/>
                  </a:cubicBezTo>
                  <a:cubicBezTo>
                    <a:pt x="204986" y="110777"/>
                    <a:pt x="207687" y="141362"/>
                    <a:pt x="202826" y="172673"/>
                  </a:cubicBezTo>
                  <a:cubicBezTo>
                    <a:pt x="201373" y="182043"/>
                    <a:pt x="197070" y="190052"/>
                    <a:pt x="191780" y="197708"/>
                  </a:cubicBezTo>
                  <a:cubicBezTo>
                    <a:pt x="188893" y="201880"/>
                    <a:pt x="186155" y="206183"/>
                    <a:pt x="183789" y="210653"/>
                  </a:cubicBezTo>
                  <a:cubicBezTo>
                    <a:pt x="181405" y="215124"/>
                    <a:pt x="180343" y="220525"/>
                    <a:pt x="182783" y="224828"/>
                  </a:cubicBezTo>
                  <a:cubicBezTo>
                    <a:pt x="193736" y="244144"/>
                    <a:pt x="197312" y="265751"/>
                    <a:pt x="202919" y="286762"/>
                  </a:cubicBezTo>
                  <a:cubicBezTo>
                    <a:pt x="203142" y="287600"/>
                    <a:pt x="203645" y="288363"/>
                    <a:pt x="204148" y="289444"/>
                  </a:cubicBezTo>
                  <a:cubicBezTo>
                    <a:pt x="207780" y="287041"/>
                    <a:pt x="208209" y="283409"/>
                    <a:pt x="207687" y="280261"/>
                  </a:cubicBezTo>
                  <a:cubicBezTo>
                    <a:pt x="205415" y="266589"/>
                    <a:pt x="211059" y="256177"/>
                    <a:pt x="221210" y="248149"/>
                  </a:cubicBezTo>
                  <a:cubicBezTo>
                    <a:pt x="235814" y="236581"/>
                    <a:pt x="250734" y="225238"/>
                    <a:pt x="270031" y="222444"/>
                  </a:cubicBezTo>
                  <a:cubicBezTo>
                    <a:pt x="270515" y="223543"/>
                    <a:pt x="271521" y="223804"/>
                    <a:pt x="272564" y="223953"/>
                  </a:cubicBezTo>
                  <a:cubicBezTo>
                    <a:pt x="272042" y="226784"/>
                    <a:pt x="269491" y="226374"/>
                    <a:pt x="267665" y="226784"/>
                  </a:cubicBezTo>
                  <a:cubicBezTo>
                    <a:pt x="248685" y="231124"/>
                    <a:pt x="233597" y="242356"/>
                    <a:pt x="219571" y="254891"/>
                  </a:cubicBezTo>
                  <a:cubicBezTo>
                    <a:pt x="213536" y="260293"/>
                    <a:pt x="210295" y="267986"/>
                    <a:pt x="211487" y="276796"/>
                  </a:cubicBezTo>
                  <a:cubicBezTo>
                    <a:pt x="212307" y="282831"/>
                    <a:pt x="211208" y="288438"/>
                    <a:pt x="206179" y="292610"/>
                  </a:cubicBezTo>
                  <a:cubicBezTo>
                    <a:pt x="205005" y="293579"/>
                    <a:pt x="203701" y="294399"/>
                    <a:pt x="202192" y="294622"/>
                  </a:cubicBezTo>
                  <a:cubicBezTo>
                    <a:pt x="200069" y="294939"/>
                    <a:pt x="198933" y="294454"/>
                    <a:pt x="198449" y="291828"/>
                  </a:cubicBezTo>
                  <a:cubicBezTo>
                    <a:pt x="194798" y="271357"/>
                    <a:pt x="192060" y="250626"/>
                    <a:pt x="181368" y="232111"/>
                  </a:cubicBezTo>
                  <a:cubicBezTo>
                    <a:pt x="175649" y="222202"/>
                    <a:pt x="175985" y="212292"/>
                    <a:pt x="183063" y="203053"/>
                  </a:cubicBezTo>
                  <a:cubicBezTo>
                    <a:pt x="191408" y="192157"/>
                    <a:pt x="198225" y="180701"/>
                    <a:pt x="199659" y="166582"/>
                  </a:cubicBezTo>
                  <a:cubicBezTo>
                    <a:pt x="201429" y="149073"/>
                    <a:pt x="200833" y="131751"/>
                    <a:pt x="198393" y="114297"/>
                  </a:cubicBezTo>
                  <a:cubicBezTo>
                    <a:pt x="193997" y="82986"/>
                    <a:pt x="180772" y="55437"/>
                    <a:pt x="161866" y="30906"/>
                  </a:cubicBezTo>
                  <a:cubicBezTo>
                    <a:pt x="144096" y="7828"/>
                    <a:pt x="114163" y="-2752"/>
                    <a:pt x="85049" y="7306"/>
                  </a:cubicBezTo>
                  <a:cubicBezTo>
                    <a:pt x="72048" y="11795"/>
                    <a:pt x="64057" y="20587"/>
                    <a:pt x="59438" y="33123"/>
                  </a:cubicBezTo>
                  <a:cubicBezTo>
                    <a:pt x="52807" y="51135"/>
                    <a:pt x="47964" y="69575"/>
                    <a:pt x="50366" y="88853"/>
                  </a:cubicBezTo>
                  <a:cubicBezTo>
                    <a:pt x="52471" y="105617"/>
                    <a:pt x="55396" y="122381"/>
                    <a:pt x="60816" y="138475"/>
                  </a:cubicBezTo>
                  <a:cubicBezTo>
                    <a:pt x="64895" y="150564"/>
                    <a:pt x="68695" y="162876"/>
                    <a:pt x="76667" y="173232"/>
                  </a:cubicBezTo>
                  <a:cubicBezTo>
                    <a:pt x="85329" y="184501"/>
                    <a:pt x="94419" y="195249"/>
                    <a:pt x="108482" y="200110"/>
                  </a:cubicBezTo>
                  <a:cubicBezTo>
                    <a:pt x="109376" y="200408"/>
                    <a:pt x="110233" y="200837"/>
                    <a:pt x="111015" y="201340"/>
                  </a:cubicBezTo>
                  <a:cubicBezTo>
                    <a:pt x="119509" y="206816"/>
                    <a:pt x="128245" y="209778"/>
                    <a:pt x="138638" y="206779"/>
                  </a:cubicBezTo>
                  <a:cubicBezTo>
                    <a:pt x="144692" y="205028"/>
                    <a:pt x="149907" y="207636"/>
                    <a:pt x="153763" y="213056"/>
                  </a:cubicBezTo>
                  <a:cubicBezTo>
                    <a:pt x="156632" y="217061"/>
                    <a:pt x="159221" y="221159"/>
                    <a:pt x="161381" y="225554"/>
                  </a:cubicBezTo>
                  <a:cubicBezTo>
                    <a:pt x="167286" y="237531"/>
                    <a:pt x="173750" y="249266"/>
                    <a:pt x="177494" y="262193"/>
                  </a:cubicBezTo>
                  <a:cubicBezTo>
                    <a:pt x="177680" y="264018"/>
                    <a:pt x="177810" y="265844"/>
                    <a:pt x="175948" y="266999"/>
                  </a:cubicBezTo>
                  <a:cubicBezTo>
                    <a:pt x="173563" y="266868"/>
                    <a:pt x="173135" y="264819"/>
                    <a:pt x="172334" y="263199"/>
                  </a:cubicBezTo>
                  <a:cubicBezTo>
                    <a:pt x="170583" y="259660"/>
                    <a:pt x="169242" y="255953"/>
                    <a:pt x="167864" y="252265"/>
                  </a:cubicBezTo>
                  <a:cubicBezTo>
                    <a:pt x="166616" y="248912"/>
                    <a:pt x="164231" y="247571"/>
                    <a:pt x="160748" y="248838"/>
                  </a:cubicBezTo>
                  <a:cubicBezTo>
                    <a:pt x="152813" y="251706"/>
                    <a:pt x="144617" y="253867"/>
                    <a:pt x="136981" y="257536"/>
                  </a:cubicBezTo>
                  <a:cubicBezTo>
                    <a:pt x="131989" y="259939"/>
                    <a:pt x="128431" y="263534"/>
                    <a:pt x="127090" y="269066"/>
                  </a:cubicBezTo>
                  <a:cubicBezTo>
                    <a:pt x="125655" y="274971"/>
                    <a:pt x="125898" y="275548"/>
                    <a:pt x="131504" y="277877"/>
                  </a:cubicBezTo>
                  <a:cubicBezTo>
                    <a:pt x="132193" y="278231"/>
                    <a:pt x="132864" y="278529"/>
                    <a:pt x="133367" y="279125"/>
                  </a:cubicBezTo>
                  <a:close/>
                </a:path>
              </a:pathLst>
            </a:custGeom>
            <a:solidFill>
              <a:srgbClr val="3C44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3BB91F30-5900-2C3D-2125-2DD24C237E21}"/>
                </a:ext>
              </a:extLst>
            </p:cNvPr>
            <p:cNvSpPr/>
            <p:nvPr/>
          </p:nvSpPr>
          <p:spPr>
            <a:xfrm>
              <a:off x="1629077" y="5011338"/>
              <a:ext cx="136419" cy="111786"/>
            </a:xfrm>
            <a:custGeom>
              <a:avLst/>
              <a:gdLst>
                <a:gd name="csX0" fmla="*/ 133979 w 136419"/>
                <a:gd name="csY0" fmla="*/ 77953 h 111786"/>
                <a:gd name="csX1" fmla="*/ 136419 w 136419"/>
                <a:gd name="csY1" fmla="*/ 79163 h 111786"/>
                <a:gd name="csX2" fmla="*/ 126212 w 136419"/>
                <a:gd name="csY2" fmla="*/ 89240 h 111786"/>
                <a:gd name="csX3" fmla="*/ 100824 w 136419"/>
                <a:gd name="csY3" fmla="*/ 109655 h 111786"/>
                <a:gd name="csX4" fmla="*/ 75212 w 136419"/>
                <a:gd name="csY4" fmla="*/ 110884 h 111786"/>
                <a:gd name="csX5" fmla="*/ 45018 w 136419"/>
                <a:gd name="csY5" fmla="*/ 104570 h 111786"/>
                <a:gd name="csX6" fmla="*/ 11565 w 136419"/>
                <a:gd name="csY6" fmla="*/ 74730 h 111786"/>
                <a:gd name="csX7" fmla="*/ 6517 w 136419"/>
                <a:gd name="csY7" fmla="*/ 65305 h 111786"/>
                <a:gd name="csX8" fmla="*/ 2084 w 136419"/>
                <a:gd name="csY8" fmla="*/ 23935 h 111786"/>
                <a:gd name="csX9" fmla="*/ 7765 w 136419"/>
                <a:gd name="csY9" fmla="*/ 0 h 111786"/>
                <a:gd name="csX10" fmla="*/ 9646 w 136419"/>
                <a:gd name="csY10" fmla="*/ 2645 h 111786"/>
                <a:gd name="csX11" fmla="*/ 5083 w 136419"/>
                <a:gd name="csY11" fmla="*/ 32150 h 111786"/>
                <a:gd name="csX12" fmla="*/ 11043 w 136419"/>
                <a:gd name="csY12" fmla="*/ 65771 h 111786"/>
                <a:gd name="csX13" fmla="*/ 41144 w 136419"/>
                <a:gd name="csY13" fmla="*/ 98498 h 111786"/>
                <a:gd name="csX14" fmla="*/ 55505 w 136419"/>
                <a:gd name="csY14" fmla="*/ 103247 h 111786"/>
                <a:gd name="csX15" fmla="*/ 84544 w 136419"/>
                <a:gd name="csY15" fmla="*/ 107196 h 111786"/>
                <a:gd name="csX16" fmla="*/ 119823 w 136419"/>
                <a:gd name="csY16" fmla="*/ 90954 h 111786"/>
                <a:gd name="csX17" fmla="*/ 124982 w 136419"/>
                <a:gd name="csY17" fmla="*/ 83559 h 111786"/>
                <a:gd name="csX18" fmla="*/ 133979 w 136419"/>
                <a:gd name="csY18" fmla="*/ 77953 h 111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6419" h="111786">
                  <a:moveTo>
                    <a:pt x="133979" y="77953"/>
                  </a:moveTo>
                  <a:cubicBezTo>
                    <a:pt x="134482" y="78958"/>
                    <a:pt x="135507" y="78958"/>
                    <a:pt x="136419" y="79163"/>
                  </a:cubicBezTo>
                  <a:cubicBezTo>
                    <a:pt x="131763" y="81249"/>
                    <a:pt x="128875" y="85012"/>
                    <a:pt x="126212" y="89240"/>
                  </a:cubicBezTo>
                  <a:cubicBezTo>
                    <a:pt x="120121" y="98926"/>
                    <a:pt x="111627" y="106153"/>
                    <a:pt x="100824" y="109655"/>
                  </a:cubicBezTo>
                  <a:cubicBezTo>
                    <a:pt x="92628" y="112319"/>
                    <a:pt x="83929" y="112188"/>
                    <a:pt x="75212" y="110884"/>
                  </a:cubicBezTo>
                  <a:cubicBezTo>
                    <a:pt x="64986" y="109338"/>
                    <a:pt x="54257" y="109022"/>
                    <a:pt x="45018" y="104570"/>
                  </a:cubicBezTo>
                  <a:cubicBezTo>
                    <a:pt x="31253" y="97939"/>
                    <a:pt x="18848" y="89017"/>
                    <a:pt x="11565" y="74730"/>
                  </a:cubicBezTo>
                  <a:cubicBezTo>
                    <a:pt x="9944" y="71545"/>
                    <a:pt x="8435" y="68285"/>
                    <a:pt x="6517" y="65305"/>
                  </a:cubicBezTo>
                  <a:cubicBezTo>
                    <a:pt x="-1865" y="52229"/>
                    <a:pt x="-748" y="38185"/>
                    <a:pt x="2084" y="23935"/>
                  </a:cubicBezTo>
                  <a:cubicBezTo>
                    <a:pt x="3686" y="15889"/>
                    <a:pt x="3332" y="7376"/>
                    <a:pt x="7765" y="0"/>
                  </a:cubicBezTo>
                  <a:cubicBezTo>
                    <a:pt x="9385" y="168"/>
                    <a:pt x="9460" y="1453"/>
                    <a:pt x="9646" y="2645"/>
                  </a:cubicBezTo>
                  <a:cubicBezTo>
                    <a:pt x="7821" y="12443"/>
                    <a:pt x="6964" y="22408"/>
                    <a:pt x="5083" y="32150"/>
                  </a:cubicBezTo>
                  <a:cubicBezTo>
                    <a:pt x="2736" y="44387"/>
                    <a:pt x="5939" y="54855"/>
                    <a:pt x="11043" y="65771"/>
                  </a:cubicBezTo>
                  <a:cubicBezTo>
                    <a:pt x="17730" y="80095"/>
                    <a:pt x="28403" y="90078"/>
                    <a:pt x="41144" y="98498"/>
                  </a:cubicBezTo>
                  <a:cubicBezTo>
                    <a:pt x="45521" y="101385"/>
                    <a:pt x="50550" y="102372"/>
                    <a:pt x="55505" y="103247"/>
                  </a:cubicBezTo>
                  <a:cubicBezTo>
                    <a:pt x="65116" y="104961"/>
                    <a:pt x="74746" y="106451"/>
                    <a:pt x="84544" y="107196"/>
                  </a:cubicBezTo>
                  <a:cubicBezTo>
                    <a:pt x="99576" y="108351"/>
                    <a:pt x="110659" y="101981"/>
                    <a:pt x="119823" y="90954"/>
                  </a:cubicBezTo>
                  <a:cubicBezTo>
                    <a:pt x="121760" y="88626"/>
                    <a:pt x="123008" y="85794"/>
                    <a:pt x="124982" y="83559"/>
                  </a:cubicBezTo>
                  <a:cubicBezTo>
                    <a:pt x="127404" y="80877"/>
                    <a:pt x="129378" y="77226"/>
                    <a:pt x="133979" y="77953"/>
                  </a:cubicBezTo>
                  <a:close/>
                </a:path>
              </a:pathLst>
            </a:custGeom>
            <a:solidFill>
              <a:srgbClr val="434D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DF396AD4-0696-DE9C-4057-3D5CAC72B08E}"/>
                </a:ext>
              </a:extLst>
            </p:cNvPr>
            <p:cNvSpPr/>
            <p:nvPr/>
          </p:nvSpPr>
          <p:spPr>
            <a:xfrm>
              <a:off x="1636860" y="4971850"/>
              <a:ext cx="56162" cy="41760"/>
            </a:xfrm>
            <a:custGeom>
              <a:avLst/>
              <a:gdLst>
                <a:gd name="csX0" fmla="*/ 857 w 56162"/>
                <a:gd name="csY0" fmla="*/ 41761 h 41760"/>
                <a:gd name="csX1" fmla="*/ 0 w 56162"/>
                <a:gd name="csY1" fmla="*/ 39507 h 41760"/>
                <a:gd name="csX2" fmla="*/ 50478 w 56162"/>
                <a:gd name="csY2" fmla="*/ 0 h 41760"/>
                <a:gd name="csX3" fmla="*/ 56159 w 56162"/>
                <a:gd name="csY3" fmla="*/ 1099 h 41760"/>
                <a:gd name="csX4" fmla="*/ 53030 w 56162"/>
                <a:gd name="csY4" fmla="*/ 3483 h 41760"/>
                <a:gd name="csX5" fmla="*/ 5346 w 56162"/>
                <a:gd name="csY5" fmla="*/ 37272 h 41760"/>
                <a:gd name="csX6" fmla="*/ 857 w 56162"/>
                <a:gd name="csY6" fmla="*/ 41761 h 41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162" h="41760">
                  <a:moveTo>
                    <a:pt x="857" y="41761"/>
                  </a:moveTo>
                  <a:cubicBezTo>
                    <a:pt x="577" y="41016"/>
                    <a:pt x="279" y="40271"/>
                    <a:pt x="0" y="39507"/>
                  </a:cubicBezTo>
                  <a:cubicBezTo>
                    <a:pt x="11213" y="19167"/>
                    <a:pt x="28573" y="6668"/>
                    <a:pt x="50478" y="0"/>
                  </a:cubicBezTo>
                  <a:cubicBezTo>
                    <a:pt x="52099" y="1751"/>
                    <a:pt x="54297" y="615"/>
                    <a:pt x="56159" y="1099"/>
                  </a:cubicBezTo>
                  <a:cubicBezTo>
                    <a:pt x="56253" y="3371"/>
                    <a:pt x="54371" y="3148"/>
                    <a:pt x="53030" y="3483"/>
                  </a:cubicBezTo>
                  <a:cubicBezTo>
                    <a:pt x="32783" y="8624"/>
                    <a:pt x="17099" y="20154"/>
                    <a:pt x="5346" y="37272"/>
                  </a:cubicBezTo>
                  <a:cubicBezTo>
                    <a:pt x="4172" y="39004"/>
                    <a:pt x="3763" y="41705"/>
                    <a:pt x="857" y="41761"/>
                  </a:cubicBezTo>
                  <a:close/>
                </a:path>
              </a:pathLst>
            </a:custGeom>
            <a:solidFill>
              <a:srgbClr val="56654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93C14E94-708E-5821-4EE0-801BB5803294}"/>
                </a:ext>
              </a:extLst>
            </p:cNvPr>
            <p:cNvSpPr/>
            <p:nvPr/>
          </p:nvSpPr>
          <p:spPr>
            <a:xfrm>
              <a:off x="1763074" y="4995748"/>
              <a:ext cx="13783" cy="14323"/>
            </a:xfrm>
            <a:custGeom>
              <a:avLst/>
              <a:gdLst>
                <a:gd name="csX0" fmla="*/ 12499 w 13783"/>
                <a:gd name="csY0" fmla="*/ 14324 h 14323"/>
                <a:gd name="csX1" fmla="*/ 0 w 13783"/>
                <a:gd name="csY1" fmla="*/ 857 h 14323"/>
                <a:gd name="csX2" fmla="*/ 2086 w 13783"/>
                <a:gd name="csY2" fmla="*/ 0 h 14323"/>
                <a:gd name="csX3" fmla="*/ 13784 w 13783"/>
                <a:gd name="csY3" fmla="*/ 11977 h 14323"/>
                <a:gd name="csX4" fmla="*/ 12499 w 13783"/>
                <a:gd name="csY4" fmla="*/ 14324 h 1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83" h="14323">
                  <a:moveTo>
                    <a:pt x="12499" y="14324"/>
                  </a:moveTo>
                  <a:cubicBezTo>
                    <a:pt x="8568" y="9611"/>
                    <a:pt x="4675" y="4880"/>
                    <a:pt x="0" y="857"/>
                  </a:cubicBezTo>
                  <a:cubicBezTo>
                    <a:pt x="689" y="577"/>
                    <a:pt x="1397" y="279"/>
                    <a:pt x="2086" y="0"/>
                  </a:cubicBezTo>
                  <a:cubicBezTo>
                    <a:pt x="7022" y="2980"/>
                    <a:pt x="9723" y="8140"/>
                    <a:pt x="13784" y="11977"/>
                  </a:cubicBezTo>
                  <a:cubicBezTo>
                    <a:pt x="13635" y="12908"/>
                    <a:pt x="13393" y="13802"/>
                    <a:pt x="12499" y="14324"/>
                  </a:cubicBezTo>
                  <a:close/>
                </a:path>
              </a:pathLst>
            </a:custGeom>
            <a:solidFill>
              <a:srgbClr val="BABAB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776BFE5B-F8CA-39BB-D5A1-0CD8C295F56C}"/>
                </a:ext>
              </a:extLst>
            </p:cNvPr>
            <p:cNvSpPr/>
            <p:nvPr/>
          </p:nvSpPr>
          <p:spPr>
            <a:xfrm>
              <a:off x="1811690" y="5124260"/>
              <a:ext cx="21327" cy="4277"/>
            </a:xfrm>
            <a:custGeom>
              <a:avLst/>
              <a:gdLst>
                <a:gd name="csX0" fmla="*/ 13672 w 21327"/>
                <a:gd name="csY0" fmla="*/ 4277 h 4277"/>
                <a:gd name="csX1" fmla="*/ 0 w 21327"/>
                <a:gd name="csY1" fmla="*/ 2284 h 4277"/>
                <a:gd name="csX2" fmla="*/ 21328 w 21327"/>
                <a:gd name="csY2" fmla="*/ 1036 h 4277"/>
                <a:gd name="csX3" fmla="*/ 21328 w 21327"/>
                <a:gd name="csY3" fmla="*/ 3234 h 4277"/>
                <a:gd name="csX4" fmla="*/ 13672 w 21327"/>
                <a:gd name="csY4" fmla="*/ 4277 h 4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27" h="4277">
                  <a:moveTo>
                    <a:pt x="13672" y="4277"/>
                  </a:moveTo>
                  <a:cubicBezTo>
                    <a:pt x="9388" y="1763"/>
                    <a:pt x="4228" y="5227"/>
                    <a:pt x="0" y="2284"/>
                  </a:cubicBezTo>
                  <a:cubicBezTo>
                    <a:pt x="7004" y="86"/>
                    <a:pt x="14082" y="-901"/>
                    <a:pt x="21328" y="1036"/>
                  </a:cubicBezTo>
                  <a:cubicBezTo>
                    <a:pt x="21328" y="1763"/>
                    <a:pt x="21328" y="2508"/>
                    <a:pt x="21328" y="3234"/>
                  </a:cubicBezTo>
                  <a:cubicBezTo>
                    <a:pt x="18776" y="3588"/>
                    <a:pt x="16224" y="3942"/>
                    <a:pt x="13672" y="4277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4FA2F16A-9830-AA10-A2AA-0BA876BB48C2}"/>
                </a:ext>
              </a:extLst>
            </p:cNvPr>
            <p:cNvSpPr/>
            <p:nvPr/>
          </p:nvSpPr>
          <p:spPr>
            <a:xfrm>
              <a:off x="1735543" y="4815322"/>
              <a:ext cx="158087" cy="311143"/>
            </a:xfrm>
            <a:custGeom>
              <a:avLst/>
              <a:gdLst>
                <a:gd name="csX0" fmla="*/ 85125 w 158087"/>
                <a:gd name="csY0" fmla="*/ 277247 h 311143"/>
                <a:gd name="csX1" fmla="*/ 77208 w 158087"/>
                <a:gd name="csY1" fmla="*/ 267990 h 311143"/>
                <a:gd name="csX2" fmla="*/ 86820 w 158087"/>
                <a:gd name="csY2" fmla="*/ 255044 h 311143"/>
                <a:gd name="csX3" fmla="*/ 113605 w 158087"/>
                <a:gd name="csY3" fmla="*/ 245023 h 311143"/>
                <a:gd name="csX4" fmla="*/ 120534 w 158087"/>
                <a:gd name="csY4" fmla="*/ 248749 h 311143"/>
                <a:gd name="csX5" fmla="*/ 126923 w 158087"/>
                <a:gd name="csY5" fmla="*/ 264935 h 311143"/>
                <a:gd name="csX6" fmla="*/ 128935 w 158087"/>
                <a:gd name="csY6" fmla="*/ 268530 h 311143"/>
                <a:gd name="csX7" fmla="*/ 128115 w 158087"/>
                <a:gd name="csY7" fmla="*/ 260334 h 311143"/>
                <a:gd name="csX8" fmla="*/ 110550 w 158087"/>
                <a:gd name="csY8" fmla="*/ 221926 h 311143"/>
                <a:gd name="csX9" fmla="*/ 103919 w 158087"/>
                <a:gd name="csY9" fmla="*/ 211495 h 311143"/>
                <a:gd name="csX10" fmla="*/ 91868 w 158087"/>
                <a:gd name="csY10" fmla="*/ 206298 h 311143"/>
                <a:gd name="csX11" fmla="*/ 59643 w 158087"/>
                <a:gd name="csY11" fmla="*/ 199891 h 311143"/>
                <a:gd name="csX12" fmla="*/ 19466 w 158087"/>
                <a:gd name="csY12" fmla="*/ 158987 h 311143"/>
                <a:gd name="csX13" fmla="*/ 4006 w 158087"/>
                <a:gd name="csY13" fmla="*/ 106869 h 311143"/>
                <a:gd name="csX14" fmla="*/ 1 w 158087"/>
                <a:gd name="csY14" fmla="*/ 77365 h 311143"/>
                <a:gd name="csX15" fmla="*/ 12574 w 158087"/>
                <a:gd name="csY15" fmla="*/ 24540 h 311143"/>
                <a:gd name="csX16" fmla="*/ 40924 w 158087"/>
                <a:gd name="csY16" fmla="*/ 2579 h 311143"/>
                <a:gd name="csX17" fmla="*/ 100510 w 158087"/>
                <a:gd name="csY17" fmla="*/ 14519 h 311143"/>
                <a:gd name="csX18" fmla="*/ 141806 w 158087"/>
                <a:gd name="csY18" fmla="*/ 76061 h 311143"/>
                <a:gd name="csX19" fmla="*/ 152144 w 158087"/>
                <a:gd name="csY19" fmla="*/ 169176 h 311143"/>
                <a:gd name="csX20" fmla="*/ 136516 w 158087"/>
                <a:gd name="csY20" fmla="*/ 201232 h 311143"/>
                <a:gd name="csX21" fmla="*/ 135305 w 158087"/>
                <a:gd name="csY21" fmla="*/ 231016 h 311143"/>
                <a:gd name="csX22" fmla="*/ 148120 w 158087"/>
                <a:gd name="csY22" fmla="*/ 270393 h 311143"/>
                <a:gd name="csX23" fmla="*/ 152460 w 158087"/>
                <a:gd name="csY23" fmla="*/ 286095 h 311143"/>
                <a:gd name="csX24" fmla="*/ 151231 w 158087"/>
                <a:gd name="csY24" fmla="*/ 291068 h 311143"/>
                <a:gd name="csX25" fmla="*/ 157527 w 158087"/>
                <a:gd name="csY25" fmla="*/ 289802 h 311143"/>
                <a:gd name="csX26" fmla="*/ 155161 w 158087"/>
                <a:gd name="csY26" fmla="*/ 296451 h 311143"/>
                <a:gd name="csX27" fmla="*/ 150188 w 158087"/>
                <a:gd name="csY27" fmla="*/ 300847 h 311143"/>
                <a:gd name="csX28" fmla="*/ 151045 w 158087"/>
                <a:gd name="csY28" fmla="*/ 310198 h 311143"/>
                <a:gd name="csX29" fmla="*/ 142663 w 158087"/>
                <a:gd name="csY29" fmla="*/ 305057 h 311143"/>
                <a:gd name="csX30" fmla="*/ 116473 w 158087"/>
                <a:gd name="csY30" fmla="*/ 273373 h 311143"/>
                <a:gd name="csX31" fmla="*/ 85125 w 158087"/>
                <a:gd name="csY31" fmla="*/ 277247 h 311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58087" h="311143">
                  <a:moveTo>
                    <a:pt x="85125" y="277247"/>
                  </a:moveTo>
                  <a:cubicBezTo>
                    <a:pt x="77171" y="276931"/>
                    <a:pt x="76035" y="275422"/>
                    <a:pt x="77208" y="267990"/>
                  </a:cubicBezTo>
                  <a:cubicBezTo>
                    <a:pt x="78177" y="261880"/>
                    <a:pt x="81344" y="257354"/>
                    <a:pt x="86820" y="255044"/>
                  </a:cubicBezTo>
                  <a:cubicBezTo>
                    <a:pt x="95612" y="251356"/>
                    <a:pt x="104627" y="248227"/>
                    <a:pt x="113605" y="245023"/>
                  </a:cubicBezTo>
                  <a:cubicBezTo>
                    <a:pt x="117069" y="243794"/>
                    <a:pt x="119267" y="245359"/>
                    <a:pt x="120534" y="248749"/>
                  </a:cubicBezTo>
                  <a:cubicBezTo>
                    <a:pt x="122564" y="254188"/>
                    <a:pt x="124781" y="259552"/>
                    <a:pt x="126923" y="264935"/>
                  </a:cubicBezTo>
                  <a:cubicBezTo>
                    <a:pt x="128525" y="266071"/>
                    <a:pt x="128674" y="268046"/>
                    <a:pt x="128935" y="268530"/>
                  </a:cubicBezTo>
                  <a:cubicBezTo>
                    <a:pt x="127631" y="266742"/>
                    <a:pt x="129531" y="263277"/>
                    <a:pt x="128115" y="260334"/>
                  </a:cubicBezTo>
                  <a:cubicBezTo>
                    <a:pt x="123216" y="247091"/>
                    <a:pt x="116976" y="234462"/>
                    <a:pt x="110550" y="221926"/>
                  </a:cubicBezTo>
                  <a:cubicBezTo>
                    <a:pt x="108669" y="218238"/>
                    <a:pt x="106322" y="214885"/>
                    <a:pt x="103919" y="211495"/>
                  </a:cubicBezTo>
                  <a:cubicBezTo>
                    <a:pt x="100790" y="207081"/>
                    <a:pt x="96636" y="204771"/>
                    <a:pt x="91868" y="206298"/>
                  </a:cubicBezTo>
                  <a:cubicBezTo>
                    <a:pt x="79704" y="210191"/>
                    <a:pt x="70149" y="204510"/>
                    <a:pt x="59643" y="199891"/>
                  </a:cubicBezTo>
                  <a:cubicBezTo>
                    <a:pt x="40533" y="191509"/>
                    <a:pt x="28109" y="176906"/>
                    <a:pt x="19466" y="158987"/>
                  </a:cubicBezTo>
                  <a:cubicBezTo>
                    <a:pt x="11531" y="142595"/>
                    <a:pt x="6632" y="124993"/>
                    <a:pt x="4006" y="106869"/>
                  </a:cubicBezTo>
                  <a:cubicBezTo>
                    <a:pt x="2590" y="97053"/>
                    <a:pt x="-55" y="87498"/>
                    <a:pt x="1" y="77365"/>
                  </a:cubicBezTo>
                  <a:cubicBezTo>
                    <a:pt x="113" y="58682"/>
                    <a:pt x="5589" y="41490"/>
                    <a:pt x="12574" y="24540"/>
                  </a:cubicBezTo>
                  <a:cubicBezTo>
                    <a:pt x="17845" y="11780"/>
                    <a:pt x="28649" y="5932"/>
                    <a:pt x="40924" y="2579"/>
                  </a:cubicBezTo>
                  <a:cubicBezTo>
                    <a:pt x="62624" y="-3326"/>
                    <a:pt x="82592" y="1014"/>
                    <a:pt x="100510" y="14519"/>
                  </a:cubicBezTo>
                  <a:cubicBezTo>
                    <a:pt x="121354" y="30239"/>
                    <a:pt x="132418" y="52871"/>
                    <a:pt x="141806" y="76061"/>
                  </a:cubicBezTo>
                  <a:cubicBezTo>
                    <a:pt x="153894" y="105920"/>
                    <a:pt x="156726" y="137212"/>
                    <a:pt x="152144" y="169176"/>
                  </a:cubicBezTo>
                  <a:cubicBezTo>
                    <a:pt x="150355" y="181655"/>
                    <a:pt x="143575" y="191453"/>
                    <a:pt x="136516" y="201232"/>
                  </a:cubicBezTo>
                  <a:cubicBezTo>
                    <a:pt x="129009" y="211663"/>
                    <a:pt x="128618" y="220250"/>
                    <a:pt x="135305" y="231016"/>
                  </a:cubicBezTo>
                  <a:cubicBezTo>
                    <a:pt x="142793" y="243105"/>
                    <a:pt x="145047" y="256870"/>
                    <a:pt x="148120" y="270393"/>
                  </a:cubicBezTo>
                  <a:cubicBezTo>
                    <a:pt x="149331" y="275683"/>
                    <a:pt x="150076" y="281159"/>
                    <a:pt x="152460" y="286095"/>
                  </a:cubicBezTo>
                  <a:cubicBezTo>
                    <a:pt x="153503" y="288274"/>
                    <a:pt x="152162" y="289504"/>
                    <a:pt x="151231" y="291068"/>
                  </a:cubicBezTo>
                  <a:cubicBezTo>
                    <a:pt x="153876" y="292745"/>
                    <a:pt x="155478" y="290156"/>
                    <a:pt x="157527" y="289802"/>
                  </a:cubicBezTo>
                  <a:cubicBezTo>
                    <a:pt x="159147" y="292856"/>
                    <a:pt x="156912" y="294645"/>
                    <a:pt x="155161" y="296451"/>
                  </a:cubicBezTo>
                  <a:cubicBezTo>
                    <a:pt x="153634" y="298035"/>
                    <a:pt x="151641" y="299152"/>
                    <a:pt x="150188" y="300847"/>
                  </a:cubicBezTo>
                  <a:cubicBezTo>
                    <a:pt x="146649" y="304982"/>
                    <a:pt x="146816" y="306826"/>
                    <a:pt x="151045" y="310198"/>
                  </a:cubicBezTo>
                  <a:cubicBezTo>
                    <a:pt x="143948" y="312023"/>
                    <a:pt x="143333" y="311651"/>
                    <a:pt x="142663" y="305057"/>
                  </a:cubicBezTo>
                  <a:cubicBezTo>
                    <a:pt x="140949" y="288405"/>
                    <a:pt x="132008" y="276484"/>
                    <a:pt x="116473" y="273373"/>
                  </a:cubicBezTo>
                  <a:cubicBezTo>
                    <a:pt x="106024" y="271324"/>
                    <a:pt x="95034" y="271641"/>
                    <a:pt x="85125" y="277247"/>
                  </a:cubicBezTo>
                  <a:close/>
                </a:path>
              </a:pathLst>
            </a:custGeom>
            <a:solidFill>
              <a:srgbClr val="7D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0295208F-F5DE-C575-EA5E-2E0E0BA99FF1}"/>
                </a:ext>
              </a:extLst>
            </p:cNvPr>
            <p:cNvSpPr/>
            <p:nvPr/>
          </p:nvSpPr>
          <p:spPr>
            <a:xfrm>
              <a:off x="1631378" y="4971048"/>
              <a:ext cx="184967" cy="149354"/>
            </a:xfrm>
            <a:custGeom>
              <a:avLst/>
              <a:gdLst>
                <a:gd name="csX0" fmla="*/ 6339 w 184967"/>
                <a:gd name="csY0" fmla="*/ 42563 h 149354"/>
                <a:gd name="csX1" fmla="*/ 61642 w 184967"/>
                <a:gd name="csY1" fmla="*/ 1901 h 149354"/>
                <a:gd name="csX2" fmla="*/ 74997 w 184967"/>
                <a:gd name="csY2" fmla="*/ 57 h 149354"/>
                <a:gd name="csX3" fmla="*/ 97740 w 184967"/>
                <a:gd name="csY3" fmla="*/ 4378 h 149354"/>
                <a:gd name="csX4" fmla="*/ 132423 w 184967"/>
                <a:gd name="csY4" fmla="*/ 29319 h 149354"/>
                <a:gd name="csX5" fmla="*/ 144623 w 184967"/>
                <a:gd name="csY5" fmla="*/ 67709 h 149354"/>
                <a:gd name="csX6" fmla="*/ 142742 w 184967"/>
                <a:gd name="csY6" fmla="*/ 82759 h 149354"/>
                <a:gd name="csX7" fmla="*/ 151161 w 184967"/>
                <a:gd name="csY7" fmla="*/ 101125 h 149354"/>
                <a:gd name="csX8" fmla="*/ 182678 w 184967"/>
                <a:gd name="csY8" fmla="*/ 122732 h 149354"/>
                <a:gd name="csX9" fmla="*/ 184932 w 184967"/>
                <a:gd name="csY9" fmla="*/ 126141 h 149354"/>
                <a:gd name="csX10" fmla="*/ 184578 w 184967"/>
                <a:gd name="csY10" fmla="*/ 126588 h 149354"/>
                <a:gd name="csX11" fmla="*/ 169304 w 184967"/>
                <a:gd name="csY11" fmla="*/ 129437 h 149354"/>
                <a:gd name="csX12" fmla="*/ 139781 w 184967"/>
                <a:gd name="csY12" fmla="*/ 117479 h 149354"/>
                <a:gd name="csX13" fmla="*/ 131678 w 184967"/>
                <a:gd name="csY13" fmla="*/ 118243 h 149354"/>
                <a:gd name="csX14" fmla="*/ 122048 w 184967"/>
                <a:gd name="csY14" fmla="*/ 127295 h 149354"/>
                <a:gd name="csX15" fmla="*/ 86825 w 184967"/>
                <a:gd name="csY15" fmla="*/ 149331 h 149354"/>
                <a:gd name="csX16" fmla="*/ 51714 w 184967"/>
                <a:gd name="csY16" fmla="*/ 144711 h 149354"/>
                <a:gd name="csX17" fmla="*/ 9822 w 184967"/>
                <a:gd name="csY17" fmla="*/ 110960 h 149354"/>
                <a:gd name="csX18" fmla="*/ 3825 w 184967"/>
                <a:gd name="csY18" fmla="*/ 98853 h 149354"/>
                <a:gd name="csX19" fmla="*/ 379 w 184967"/>
                <a:gd name="csY19" fmla="*/ 79760 h 149354"/>
                <a:gd name="csX20" fmla="*/ 6339 w 184967"/>
                <a:gd name="csY20" fmla="*/ 42563 h 14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4967" h="149354">
                  <a:moveTo>
                    <a:pt x="6339" y="42563"/>
                  </a:moveTo>
                  <a:cubicBezTo>
                    <a:pt x="18875" y="20975"/>
                    <a:pt x="37427" y="7582"/>
                    <a:pt x="61642" y="1901"/>
                  </a:cubicBezTo>
                  <a:cubicBezTo>
                    <a:pt x="66093" y="1249"/>
                    <a:pt x="70527" y="187"/>
                    <a:pt x="74997" y="57"/>
                  </a:cubicBezTo>
                  <a:cubicBezTo>
                    <a:pt x="82839" y="-185"/>
                    <a:pt x="90401" y="187"/>
                    <a:pt x="97740" y="4378"/>
                  </a:cubicBezTo>
                  <a:cubicBezTo>
                    <a:pt x="110220" y="11512"/>
                    <a:pt x="121526" y="20043"/>
                    <a:pt x="132423" y="29319"/>
                  </a:cubicBezTo>
                  <a:cubicBezTo>
                    <a:pt x="144549" y="39657"/>
                    <a:pt x="148312" y="52416"/>
                    <a:pt x="144623" y="67709"/>
                  </a:cubicBezTo>
                  <a:cubicBezTo>
                    <a:pt x="143431" y="72626"/>
                    <a:pt x="143320" y="77730"/>
                    <a:pt x="142742" y="82759"/>
                  </a:cubicBezTo>
                  <a:cubicBezTo>
                    <a:pt x="141811" y="90824"/>
                    <a:pt x="145071" y="96301"/>
                    <a:pt x="151161" y="101125"/>
                  </a:cubicBezTo>
                  <a:cubicBezTo>
                    <a:pt x="161183" y="109060"/>
                    <a:pt x="171446" y="116622"/>
                    <a:pt x="182678" y="122732"/>
                  </a:cubicBezTo>
                  <a:cubicBezTo>
                    <a:pt x="184149" y="123533"/>
                    <a:pt x="185174" y="124334"/>
                    <a:pt x="184932" y="126141"/>
                  </a:cubicBezTo>
                  <a:cubicBezTo>
                    <a:pt x="184820" y="126290"/>
                    <a:pt x="184689" y="126420"/>
                    <a:pt x="184578" y="126588"/>
                  </a:cubicBezTo>
                  <a:cubicBezTo>
                    <a:pt x="178748" y="134970"/>
                    <a:pt x="178822" y="134821"/>
                    <a:pt x="169304" y="129437"/>
                  </a:cubicBezTo>
                  <a:cubicBezTo>
                    <a:pt x="160009" y="124185"/>
                    <a:pt x="150062" y="120348"/>
                    <a:pt x="139781" y="117479"/>
                  </a:cubicBezTo>
                  <a:cubicBezTo>
                    <a:pt x="137042" y="116715"/>
                    <a:pt x="134230" y="116492"/>
                    <a:pt x="131678" y="118243"/>
                  </a:cubicBezTo>
                  <a:cubicBezTo>
                    <a:pt x="127263" y="119994"/>
                    <a:pt x="124525" y="123365"/>
                    <a:pt x="122048" y="127295"/>
                  </a:cubicBezTo>
                  <a:cubicBezTo>
                    <a:pt x="113889" y="140278"/>
                    <a:pt x="102509" y="148958"/>
                    <a:pt x="86825" y="149331"/>
                  </a:cubicBezTo>
                  <a:cubicBezTo>
                    <a:pt x="75016" y="149610"/>
                    <a:pt x="63244" y="147375"/>
                    <a:pt x="51714" y="144711"/>
                  </a:cubicBezTo>
                  <a:cubicBezTo>
                    <a:pt x="32435" y="140241"/>
                    <a:pt x="18893" y="128264"/>
                    <a:pt x="9822" y="110960"/>
                  </a:cubicBezTo>
                  <a:cubicBezTo>
                    <a:pt x="7736" y="106974"/>
                    <a:pt x="5836" y="102876"/>
                    <a:pt x="3825" y="98853"/>
                  </a:cubicBezTo>
                  <a:cubicBezTo>
                    <a:pt x="807" y="92817"/>
                    <a:pt x="-776" y="86447"/>
                    <a:pt x="379" y="79760"/>
                  </a:cubicBezTo>
                  <a:cubicBezTo>
                    <a:pt x="2521" y="67373"/>
                    <a:pt x="2856" y="54707"/>
                    <a:pt x="6339" y="42563"/>
                  </a:cubicBezTo>
                  <a:close/>
                </a:path>
              </a:pathLst>
            </a:custGeom>
            <a:solidFill>
              <a:srgbClr val="82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DEF42EF6-BC3C-45FD-BB11-5B38E0A138DE}"/>
                </a:ext>
              </a:extLst>
            </p:cNvPr>
            <p:cNvSpPr/>
            <p:nvPr/>
          </p:nvSpPr>
          <p:spPr>
            <a:xfrm>
              <a:off x="2001601" y="5127937"/>
              <a:ext cx="343690" cy="155147"/>
            </a:xfrm>
            <a:custGeom>
              <a:avLst/>
              <a:gdLst>
                <a:gd name="csX0" fmla="*/ 333182 w 343690"/>
                <a:gd name="csY0" fmla="*/ 73244 h 155147"/>
                <a:gd name="csX1" fmla="*/ 335343 w 343690"/>
                <a:gd name="csY1" fmla="*/ 140728 h 155147"/>
                <a:gd name="csX2" fmla="*/ 326160 w 343690"/>
                <a:gd name="csY2" fmla="*/ 154530 h 155147"/>
                <a:gd name="csX3" fmla="*/ 320721 w 343690"/>
                <a:gd name="csY3" fmla="*/ 151736 h 155147"/>
                <a:gd name="csX4" fmla="*/ 306676 w 343690"/>
                <a:gd name="csY4" fmla="*/ 141194 h 155147"/>
                <a:gd name="csX5" fmla="*/ 298890 w 343690"/>
                <a:gd name="csY5" fmla="*/ 139853 h 155147"/>
                <a:gd name="csX6" fmla="*/ 291011 w 343690"/>
                <a:gd name="csY6" fmla="*/ 132365 h 155147"/>
                <a:gd name="csX7" fmla="*/ 281996 w 343690"/>
                <a:gd name="csY7" fmla="*/ 139070 h 155147"/>
                <a:gd name="csX8" fmla="*/ 240179 w 343690"/>
                <a:gd name="csY8" fmla="*/ 133836 h 155147"/>
                <a:gd name="csX9" fmla="*/ 201976 w 343690"/>
                <a:gd name="csY9" fmla="*/ 126963 h 155147"/>
                <a:gd name="csX10" fmla="*/ 173309 w 343690"/>
                <a:gd name="csY10" fmla="*/ 121282 h 155147"/>
                <a:gd name="csX11" fmla="*/ 168355 w 343690"/>
                <a:gd name="csY11" fmla="*/ 117147 h 155147"/>
                <a:gd name="csX12" fmla="*/ 168056 w 343690"/>
                <a:gd name="csY12" fmla="*/ 106529 h 155147"/>
                <a:gd name="csX13" fmla="*/ 167814 w 343690"/>
                <a:gd name="csY13" fmla="*/ 105598 h 155147"/>
                <a:gd name="csX14" fmla="*/ 167684 w 343690"/>
                <a:gd name="csY14" fmla="*/ 106045 h 155147"/>
                <a:gd name="csX15" fmla="*/ 167293 w 343690"/>
                <a:gd name="csY15" fmla="*/ 111167 h 155147"/>
                <a:gd name="csX16" fmla="*/ 157775 w 343690"/>
                <a:gd name="csY16" fmla="*/ 116811 h 155147"/>
                <a:gd name="csX17" fmla="*/ 106607 w 343690"/>
                <a:gd name="csY17" fmla="*/ 101780 h 155147"/>
                <a:gd name="csX18" fmla="*/ 96716 w 343690"/>
                <a:gd name="csY18" fmla="*/ 89579 h 155147"/>
                <a:gd name="csX19" fmla="*/ 96418 w 343690"/>
                <a:gd name="csY19" fmla="*/ 86785 h 155147"/>
                <a:gd name="csX20" fmla="*/ 95226 w 343690"/>
                <a:gd name="csY20" fmla="*/ 83414 h 155147"/>
                <a:gd name="csX21" fmla="*/ 96325 w 343690"/>
                <a:gd name="csY21" fmla="*/ 90101 h 155147"/>
                <a:gd name="csX22" fmla="*/ 86192 w 343690"/>
                <a:gd name="csY22" fmla="*/ 97421 h 155147"/>
                <a:gd name="csX23" fmla="*/ 30852 w 343690"/>
                <a:gd name="csY23" fmla="*/ 83358 h 155147"/>
                <a:gd name="csX24" fmla="*/ 25544 w 343690"/>
                <a:gd name="csY24" fmla="*/ 78999 h 155147"/>
                <a:gd name="csX25" fmla="*/ 2093 w 343690"/>
                <a:gd name="csY25" fmla="*/ 47558 h 155147"/>
                <a:gd name="csX26" fmla="*/ 2689 w 343690"/>
                <a:gd name="csY26" fmla="*/ 39008 h 155147"/>
                <a:gd name="csX27" fmla="*/ 19006 w 343690"/>
                <a:gd name="csY27" fmla="*/ 14048 h 155147"/>
                <a:gd name="csX28" fmla="*/ 22415 w 343690"/>
                <a:gd name="csY28" fmla="*/ 9745 h 155147"/>
                <a:gd name="csX29" fmla="*/ 22359 w 343690"/>
                <a:gd name="csY29" fmla="*/ 9783 h 155147"/>
                <a:gd name="csX30" fmla="*/ 31355 w 343690"/>
                <a:gd name="csY30" fmla="*/ 3338 h 155147"/>
                <a:gd name="csX31" fmla="*/ 41414 w 343690"/>
                <a:gd name="csY31" fmla="*/ 823 h 155147"/>
                <a:gd name="csX32" fmla="*/ 55738 w 343690"/>
                <a:gd name="csY32" fmla="*/ 2146 h 155147"/>
                <a:gd name="csX33" fmla="*/ 86472 w 343690"/>
                <a:gd name="csY33" fmla="*/ 1755 h 155147"/>
                <a:gd name="csX34" fmla="*/ 94891 w 343690"/>
                <a:gd name="csY34" fmla="*/ 7212 h 155147"/>
                <a:gd name="csX35" fmla="*/ 96120 w 343690"/>
                <a:gd name="csY35" fmla="*/ 8255 h 155147"/>
                <a:gd name="csX36" fmla="*/ 97219 w 343690"/>
                <a:gd name="csY36" fmla="*/ 6411 h 155147"/>
                <a:gd name="csX37" fmla="*/ 106384 w 343690"/>
                <a:gd name="csY37" fmla="*/ 3450 h 155147"/>
                <a:gd name="csX38" fmla="*/ 150864 w 343690"/>
                <a:gd name="csY38" fmla="*/ 8646 h 155147"/>
                <a:gd name="csX39" fmla="*/ 167628 w 343690"/>
                <a:gd name="csY39" fmla="*/ 15501 h 155147"/>
                <a:gd name="csX40" fmla="*/ 169081 w 343690"/>
                <a:gd name="csY40" fmla="*/ 16339 h 155147"/>
                <a:gd name="csX41" fmla="*/ 192551 w 343690"/>
                <a:gd name="csY41" fmla="*/ 19860 h 155147"/>
                <a:gd name="csX42" fmla="*/ 227792 w 343690"/>
                <a:gd name="csY42" fmla="*/ 31650 h 155147"/>
                <a:gd name="csX43" fmla="*/ 242768 w 343690"/>
                <a:gd name="csY43" fmla="*/ 39026 h 155147"/>
                <a:gd name="csX44" fmla="*/ 244389 w 343690"/>
                <a:gd name="csY44" fmla="*/ 39138 h 155147"/>
                <a:gd name="csX45" fmla="*/ 254764 w 343690"/>
                <a:gd name="csY45" fmla="*/ 41280 h 155147"/>
                <a:gd name="csX46" fmla="*/ 283411 w 343690"/>
                <a:gd name="csY46" fmla="*/ 58026 h 155147"/>
                <a:gd name="csX47" fmla="*/ 303510 w 343690"/>
                <a:gd name="csY47" fmla="*/ 71604 h 155147"/>
                <a:gd name="csX48" fmla="*/ 325806 w 343690"/>
                <a:gd name="csY48" fmla="*/ 73355 h 155147"/>
                <a:gd name="csX49" fmla="*/ 333182 w 343690"/>
                <a:gd name="csY49" fmla="*/ 73244 h 155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43690" h="155147">
                  <a:moveTo>
                    <a:pt x="333182" y="73244"/>
                  </a:moveTo>
                  <a:cubicBezTo>
                    <a:pt x="346966" y="95316"/>
                    <a:pt x="346668" y="117799"/>
                    <a:pt x="335343" y="140728"/>
                  </a:cubicBezTo>
                  <a:cubicBezTo>
                    <a:pt x="332865" y="145757"/>
                    <a:pt x="330723" y="150917"/>
                    <a:pt x="326160" y="154530"/>
                  </a:cubicBezTo>
                  <a:cubicBezTo>
                    <a:pt x="323012" y="156207"/>
                    <a:pt x="321615" y="154195"/>
                    <a:pt x="320721" y="151736"/>
                  </a:cubicBezTo>
                  <a:cubicBezTo>
                    <a:pt x="318336" y="145105"/>
                    <a:pt x="313382" y="142088"/>
                    <a:pt x="306676" y="141194"/>
                  </a:cubicBezTo>
                  <a:cubicBezTo>
                    <a:pt x="304068" y="140858"/>
                    <a:pt x="301461" y="140430"/>
                    <a:pt x="298890" y="139853"/>
                  </a:cubicBezTo>
                  <a:cubicBezTo>
                    <a:pt x="295221" y="139033"/>
                    <a:pt x="292240" y="137301"/>
                    <a:pt x="291011" y="132365"/>
                  </a:cubicBezTo>
                  <a:cubicBezTo>
                    <a:pt x="289819" y="138269"/>
                    <a:pt x="286094" y="139573"/>
                    <a:pt x="281996" y="139070"/>
                  </a:cubicBezTo>
                  <a:cubicBezTo>
                    <a:pt x="268082" y="137338"/>
                    <a:pt x="254056" y="137710"/>
                    <a:pt x="240179" y="133836"/>
                  </a:cubicBezTo>
                  <a:cubicBezTo>
                    <a:pt x="227848" y="130390"/>
                    <a:pt x="214828" y="128732"/>
                    <a:pt x="201976" y="126963"/>
                  </a:cubicBezTo>
                  <a:cubicBezTo>
                    <a:pt x="192327" y="125640"/>
                    <a:pt x="182678" y="124057"/>
                    <a:pt x="173309" y="121282"/>
                  </a:cubicBezTo>
                  <a:cubicBezTo>
                    <a:pt x="171055" y="120611"/>
                    <a:pt x="169100" y="119605"/>
                    <a:pt x="168355" y="117147"/>
                  </a:cubicBezTo>
                  <a:cubicBezTo>
                    <a:pt x="167703" y="113626"/>
                    <a:pt x="168112" y="110069"/>
                    <a:pt x="168056" y="106529"/>
                  </a:cubicBezTo>
                  <a:cubicBezTo>
                    <a:pt x="168056" y="106101"/>
                    <a:pt x="168056" y="105784"/>
                    <a:pt x="167814" y="105598"/>
                  </a:cubicBezTo>
                  <a:cubicBezTo>
                    <a:pt x="167777" y="105728"/>
                    <a:pt x="167721" y="105840"/>
                    <a:pt x="167684" y="106045"/>
                  </a:cubicBezTo>
                  <a:cubicBezTo>
                    <a:pt x="167572" y="107815"/>
                    <a:pt x="167647" y="109510"/>
                    <a:pt x="167293" y="111167"/>
                  </a:cubicBezTo>
                  <a:cubicBezTo>
                    <a:pt x="166194" y="116402"/>
                    <a:pt x="162692" y="118748"/>
                    <a:pt x="157775" y="116811"/>
                  </a:cubicBezTo>
                  <a:cubicBezTo>
                    <a:pt x="141141" y="110311"/>
                    <a:pt x="123874" y="106101"/>
                    <a:pt x="106607" y="101780"/>
                  </a:cubicBezTo>
                  <a:cubicBezTo>
                    <a:pt x="97517" y="99507"/>
                    <a:pt x="97108" y="98874"/>
                    <a:pt x="96716" y="89579"/>
                  </a:cubicBezTo>
                  <a:cubicBezTo>
                    <a:pt x="96679" y="88648"/>
                    <a:pt x="96623" y="87698"/>
                    <a:pt x="96418" y="86785"/>
                  </a:cubicBezTo>
                  <a:cubicBezTo>
                    <a:pt x="96083" y="85742"/>
                    <a:pt x="95934" y="84643"/>
                    <a:pt x="95226" y="83414"/>
                  </a:cubicBezTo>
                  <a:cubicBezTo>
                    <a:pt x="96008" y="85742"/>
                    <a:pt x="96362" y="87884"/>
                    <a:pt x="96325" y="90101"/>
                  </a:cubicBezTo>
                  <a:cubicBezTo>
                    <a:pt x="95357" y="97049"/>
                    <a:pt x="92730" y="98837"/>
                    <a:pt x="86192" y="97421"/>
                  </a:cubicBezTo>
                  <a:cubicBezTo>
                    <a:pt x="67584" y="93379"/>
                    <a:pt x="49423" y="87568"/>
                    <a:pt x="30852" y="83358"/>
                  </a:cubicBezTo>
                  <a:cubicBezTo>
                    <a:pt x="28207" y="82762"/>
                    <a:pt x="26885" y="80974"/>
                    <a:pt x="25544" y="78999"/>
                  </a:cubicBezTo>
                  <a:cubicBezTo>
                    <a:pt x="22564" y="64918"/>
                    <a:pt x="14666" y="54505"/>
                    <a:pt x="2093" y="47558"/>
                  </a:cubicBezTo>
                  <a:cubicBezTo>
                    <a:pt x="-1092" y="44465"/>
                    <a:pt x="-440" y="41523"/>
                    <a:pt x="2689" y="39008"/>
                  </a:cubicBezTo>
                  <a:cubicBezTo>
                    <a:pt x="10866" y="32451"/>
                    <a:pt x="15988" y="23920"/>
                    <a:pt x="19006" y="14048"/>
                  </a:cubicBezTo>
                  <a:cubicBezTo>
                    <a:pt x="19621" y="12036"/>
                    <a:pt x="21278" y="11161"/>
                    <a:pt x="22415" y="9745"/>
                  </a:cubicBezTo>
                  <a:lnTo>
                    <a:pt x="22359" y="9783"/>
                  </a:lnTo>
                  <a:cubicBezTo>
                    <a:pt x="26028" y="8572"/>
                    <a:pt x="28859" y="6225"/>
                    <a:pt x="31355" y="3338"/>
                  </a:cubicBezTo>
                  <a:cubicBezTo>
                    <a:pt x="34056" y="209"/>
                    <a:pt x="37353" y="-928"/>
                    <a:pt x="41414" y="823"/>
                  </a:cubicBezTo>
                  <a:cubicBezTo>
                    <a:pt x="46015" y="2798"/>
                    <a:pt x="50783" y="2593"/>
                    <a:pt x="55738" y="2146"/>
                  </a:cubicBezTo>
                  <a:cubicBezTo>
                    <a:pt x="65945" y="1214"/>
                    <a:pt x="76208" y="283"/>
                    <a:pt x="86472" y="1755"/>
                  </a:cubicBezTo>
                  <a:cubicBezTo>
                    <a:pt x="90067" y="2276"/>
                    <a:pt x="93513" y="3189"/>
                    <a:pt x="94891" y="7212"/>
                  </a:cubicBezTo>
                  <a:cubicBezTo>
                    <a:pt x="95394" y="9615"/>
                    <a:pt x="95412" y="9615"/>
                    <a:pt x="96120" y="8255"/>
                  </a:cubicBezTo>
                  <a:cubicBezTo>
                    <a:pt x="96456" y="7622"/>
                    <a:pt x="96772" y="6989"/>
                    <a:pt x="97219" y="6411"/>
                  </a:cubicBezTo>
                  <a:cubicBezTo>
                    <a:pt x="99715" y="3673"/>
                    <a:pt x="102770" y="3226"/>
                    <a:pt x="106384" y="3450"/>
                  </a:cubicBezTo>
                  <a:cubicBezTo>
                    <a:pt x="121304" y="4400"/>
                    <a:pt x="136093" y="6486"/>
                    <a:pt x="150864" y="8646"/>
                  </a:cubicBezTo>
                  <a:cubicBezTo>
                    <a:pt x="156992" y="9540"/>
                    <a:pt x="163102" y="10639"/>
                    <a:pt x="167628" y="15501"/>
                  </a:cubicBezTo>
                  <a:cubicBezTo>
                    <a:pt x="168075" y="15836"/>
                    <a:pt x="168559" y="16116"/>
                    <a:pt x="169081" y="16339"/>
                  </a:cubicBezTo>
                  <a:cubicBezTo>
                    <a:pt x="177370" y="14477"/>
                    <a:pt x="184914" y="17066"/>
                    <a:pt x="192551" y="19860"/>
                  </a:cubicBezTo>
                  <a:cubicBezTo>
                    <a:pt x="204174" y="24125"/>
                    <a:pt x="215927" y="28130"/>
                    <a:pt x="227792" y="31650"/>
                  </a:cubicBezTo>
                  <a:cubicBezTo>
                    <a:pt x="233287" y="33289"/>
                    <a:pt x="238391" y="35338"/>
                    <a:pt x="242768" y="39026"/>
                  </a:cubicBezTo>
                  <a:cubicBezTo>
                    <a:pt x="243308" y="39082"/>
                    <a:pt x="243848" y="39138"/>
                    <a:pt x="244389" y="39138"/>
                  </a:cubicBezTo>
                  <a:cubicBezTo>
                    <a:pt x="248058" y="38803"/>
                    <a:pt x="251374" y="39902"/>
                    <a:pt x="254764" y="41280"/>
                  </a:cubicBezTo>
                  <a:cubicBezTo>
                    <a:pt x="265157" y="45471"/>
                    <a:pt x="274676" y="51097"/>
                    <a:pt x="283411" y="58026"/>
                  </a:cubicBezTo>
                  <a:cubicBezTo>
                    <a:pt x="289763" y="63074"/>
                    <a:pt x="296618" y="67451"/>
                    <a:pt x="303510" y="71604"/>
                  </a:cubicBezTo>
                  <a:cubicBezTo>
                    <a:pt x="310290" y="75665"/>
                    <a:pt x="317871" y="78534"/>
                    <a:pt x="325806" y="73355"/>
                  </a:cubicBezTo>
                  <a:cubicBezTo>
                    <a:pt x="328078" y="71847"/>
                    <a:pt x="330704" y="71306"/>
                    <a:pt x="333182" y="73244"/>
                  </a:cubicBezTo>
                  <a:close/>
                </a:path>
              </a:pathLst>
            </a:custGeom>
            <a:solidFill>
              <a:srgbClr val="88BE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4AD0D8C6-62C3-4442-3473-7B8876640321}"/>
                </a:ext>
              </a:extLst>
            </p:cNvPr>
            <p:cNvSpPr/>
            <p:nvPr/>
          </p:nvSpPr>
          <p:spPr>
            <a:xfrm>
              <a:off x="2023960" y="5092760"/>
              <a:ext cx="310823" cy="112743"/>
            </a:xfrm>
            <a:custGeom>
              <a:avLst/>
              <a:gdLst>
                <a:gd name="csX0" fmla="*/ 310823 w 310823"/>
                <a:gd name="csY0" fmla="*/ 108421 h 112743"/>
                <a:gd name="csX1" fmla="*/ 304807 w 310823"/>
                <a:gd name="csY1" fmla="*/ 109259 h 112743"/>
                <a:gd name="csX2" fmla="*/ 277500 w 310823"/>
                <a:gd name="csY2" fmla="*/ 106130 h 112743"/>
                <a:gd name="csX3" fmla="*/ 230989 w 310823"/>
                <a:gd name="csY3" fmla="*/ 77296 h 112743"/>
                <a:gd name="csX4" fmla="*/ 220633 w 310823"/>
                <a:gd name="csY4" fmla="*/ 75676 h 112743"/>
                <a:gd name="csX5" fmla="*/ 222570 w 310823"/>
                <a:gd name="csY5" fmla="*/ 65114 h 112743"/>
                <a:gd name="csX6" fmla="*/ 220596 w 310823"/>
                <a:gd name="csY6" fmla="*/ 75732 h 112743"/>
                <a:gd name="csX7" fmla="*/ 220204 w 310823"/>
                <a:gd name="csY7" fmla="*/ 76141 h 112743"/>
                <a:gd name="csX8" fmla="*/ 190718 w 310823"/>
                <a:gd name="csY8" fmla="*/ 63773 h 112743"/>
                <a:gd name="csX9" fmla="*/ 156855 w 310823"/>
                <a:gd name="csY9" fmla="*/ 52430 h 112743"/>
                <a:gd name="csX10" fmla="*/ 145996 w 310823"/>
                <a:gd name="csY10" fmla="*/ 52933 h 112743"/>
                <a:gd name="csX11" fmla="*/ 147672 w 310823"/>
                <a:gd name="csY11" fmla="*/ 44420 h 112743"/>
                <a:gd name="csX12" fmla="*/ 146014 w 310823"/>
                <a:gd name="csY12" fmla="*/ 52970 h 112743"/>
                <a:gd name="csX13" fmla="*/ 120123 w 310823"/>
                <a:gd name="csY13" fmla="*/ 44290 h 112743"/>
                <a:gd name="csX14" fmla="*/ 81305 w 310823"/>
                <a:gd name="csY14" fmla="*/ 39670 h 112743"/>
                <a:gd name="csX15" fmla="*/ 74935 w 310823"/>
                <a:gd name="csY15" fmla="*/ 42893 h 112743"/>
                <a:gd name="csX16" fmla="*/ 74805 w 310823"/>
                <a:gd name="csY16" fmla="*/ 33933 h 112743"/>
                <a:gd name="csX17" fmla="*/ 71415 w 310823"/>
                <a:gd name="csY17" fmla="*/ 44066 h 112743"/>
                <a:gd name="csX18" fmla="*/ 65435 w 310823"/>
                <a:gd name="csY18" fmla="*/ 38609 h 112743"/>
                <a:gd name="csX19" fmla="*/ 52676 w 310823"/>
                <a:gd name="csY19" fmla="*/ 37547 h 112743"/>
                <a:gd name="csX20" fmla="*/ 31423 w 310823"/>
                <a:gd name="csY20" fmla="*/ 39205 h 112743"/>
                <a:gd name="csX21" fmla="*/ 18813 w 310823"/>
                <a:gd name="csY21" fmla="*/ 37677 h 112743"/>
                <a:gd name="csX22" fmla="*/ 9444 w 310823"/>
                <a:gd name="csY22" fmla="*/ 40285 h 112743"/>
                <a:gd name="csX23" fmla="*/ 0 w 310823"/>
                <a:gd name="csY23" fmla="*/ 44923 h 112743"/>
                <a:gd name="csX24" fmla="*/ 24271 w 310823"/>
                <a:gd name="csY24" fmla="*/ 18324 h 112743"/>
                <a:gd name="csX25" fmla="*/ 64765 w 310823"/>
                <a:gd name="csY25" fmla="*/ 89 h 112743"/>
                <a:gd name="csX26" fmla="*/ 149907 w 310823"/>
                <a:gd name="csY26" fmla="*/ 7744 h 112743"/>
                <a:gd name="csX27" fmla="*/ 230039 w 310823"/>
                <a:gd name="csY27" fmla="*/ 37174 h 112743"/>
                <a:gd name="csX28" fmla="*/ 296518 w 310823"/>
                <a:gd name="csY28" fmla="*/ 87559 h 112743"/>
                <a:gd name="csX29" fmla="*/ 310823 w 310823"/>
                <a:gd name="csY29" fmla="*/ 108421 h 112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10823" h="112743">
                  <a:moveTo>
                    <a:pt x="310823" y="108421"/>
                  </a:moveTo>
                  <a:cubicBezTo>
                    <a:pt x="308774" y="108459"/>
                    <a:pt x="306632" y="107993"/>
                    <a:pt x="304807" y="109259"/>
                  </a:cubicBezTo>
                  <a:cubicBezTo>
                    <a:pt x="294767" y="116207"/>
                    <a:pt x="286217" y="111495"/>
                    <a:pt x="277500" y="106130"/>
                  </a:cubicBezTo>
                  <a:cubicBezTo>
                    <a:pt x="261965" y="96593"/>
                    <a:pt x="248536" y="83685"/>
                    <a:pt x="230989" y="77296"/>
                  </a:cubicBezTo>
                  <a:cubicBezTo>
                    <a:pt x="227487" y="76030"/>
                    <a:pt x="224191" y="75564"/>
                    <a:pt x="220633" y="75676"/>
                  </a:cubicBezTo>
                  <a:cubicBezTo>
                    <a:pt x="219720" y="71876"/>
                    <a:pt x="223334" y="68896"/>
                    <a:pt x="222570" y="65114"/>
                  </a:cubicBezTo>
                  <a:cubicBezTo>
                    <a:pt x="223203" y="68896"/>
                    <a:pt x="219627" y="71894"/>
                    <a:pt x="220596" y="75732"/>
                  </a:cubicBezTo>
                  <a:cubicBezTo>
                    <a:pt x="220465" y="75862"/>
                    <a:pt x="220335" y="76011"/>
                    <a:pt x="220204" y="76141"/>
                  </a:cubicBezTo>
                  <a:cubicBezTo>
                    <a:pt x="212139" y="67871"/>
                    <a:pt x="200740" y="67312"/>
                    <a:pt x="190718" y="63773"/>
                  </a:cubicBezTo>
                  <a:cubicBezTo>
                    <a:pt x="179524" y="59824"/>
                    <a:pt x="168441" y="55447"/>
                    <a:pt x="156855" y="52430"/>
                  </a:cubicBezTo>
                  <a:cubicBezTo>
                    <a:pt x="152739" y="51349"/>
                    <a:pt x="149609" y="54143"/>
                    <a:pt x="145996" y="52933"/>
                  </a:cubicBezTo>
                  <a:cubicBezTo>
                    <a:pt x="147616" y="50306"/>
                    <a:pt x="146610" y="47158"/>
                    <a:pt x="147672" y="44420"/>
                  </a:cubicBezTo>
                  <a:cubicBezTo>
                    <a:pt x="146648" y="47177"/>
                    <a:pt x="147449" y="50288"/>
                    <a:pt x="146014" y="52970"/>
                  </a:cubicBezTo>
                  <a:cubicBezTo>
                    <a:pt x="138992" y="45333"/>
                    <a:pt x="129213" y="45575"/>
                    <a:pt x="120123" y="44290"/>
                  </a:cubicBezTo>
                  <a:cubicBezTo>
                    <a:pt x="107215" y="42446"/>
                    <a:pt x="94251" y="41086"/>
                    <a:pt x="81305" y="39670"/>
                  </a:cubicBezTo>
                  <a:cubicBezTo>
                    <a:pt x="78679" y="39391"/>
                    <a:pt x="76909" y="41496"/>
                    <a:pt x="74935" y="42893"/>
                  </a:cubicBezTo>
                  <a:cubicBezTo>
                    <a:pt x="72048" y="39763"/>
                    <a:pt x="76015" y="36541"/>
                    <a:pt x="74805" y="33933"/>
                  </a:cubicBezTo>
                  <a:cubicBezTo>
                    <a:pt x="73836" y="37007"/>
                    <a:pt x="75270" y="41365"/>
                    <a:pt x="71415" y="44066"/>
                  </a:cubicBezTo>
                  <a:cubicBezTo>
                    <a:pt x="71620" y="39875"/>
                    <a:pt x="68136" y="39018"/>
                    <a:pt x="65435" y="38609"/>
                  </a:cubicBezTo>
                  <a:cubicBezTo>
                    <a:pt x="61207" y="37957"/>
                    <a:pt x="56569" y="36876"/>
                    <a:pt x="52676" y="37547"/>
                  </a:cubicBezTo>
                  <a:cubicBezTo>
                    <a:pt x="45579" y="38795"/>
                    <a:pt x="38427" y="37286"/>
                    <a:pt x="31423" y="39205"/>
                  </a:cubicBezTo>
                  <a:cubicBezTo>
                    <a:pt x="27195" y="40360"/>
                    <a:pt x="22445" y="39819"/>
                    <a:pt x="18813" y="37677"/>
                  </a:cubicBezTo>
                  <a:cubicBezTo>
                    <a:pt x="14194" y="34976"/>
                    <a:pt x="11642" y="36969"/>
                    <a:pt x="9444" y="40285"/>
                  </a:cubicBezTo>
                  <a:cubicBezTo>
                    <a:pt x="7097" y="43805"/>
                    <a:pt x="4210" y="45519"/>
                    <a:pt x="0" y="44923"/>
                  </a:cubicBezTo>
                  <a:cubicBezTo>
                    <a:pt x="8103" y="36075"/>
                    <a:pt x="16317" y="27321"/>
                    <a:pt x="24271" y="18324"/>
                  </a:cubicBezTo>
                  <a:cubicBezTo>
                    <a:pt x="35055" y="6105"/>
                    <a:pt x="49435" y="443"/>
                    <a:pt x="64765" y="89"/>
                  </a:cubicBezTo>
                  <a:cubicBezTo>
                    <a:pt x="93320" y="-563"/>
                    <a:pt x="121874" y="2417"/>
                    <a:pt x="149907" y="7744"/>
                  </a:cubicBezTo>
                  <a:cubicBezTo>
                    <a:pt x="178071" y="13090"/>
                    <a:pt x="204577" y="23782"/>
                    <a:pt x="230039" y="37174"/>
                  </a:cubicBezTo>
                  <a:cubicBezTo>
                    <a:pt x="255055" y="50343"/>
                    <a:pt x="277630" y="66474"/>
                    <a:pt x="296518" y="87559"/>
                  </a:cubicBezTo>
                  <a:cubicBezTo>
                    <a:pt x="302180" y="93893"/>
                    <a:pt x="306967" y="100859"/>
                    <a:pt x="310823" y="108421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1562BAE1-42D7-3785-EED1-A8C7AC5B533A}"/>
                </a:ext>
              </a:extLst>
            </p:cNvPr>
            <p:cNvSpPr/>
            <p:nvPr/>
          </p:nvSpPr>
          <p:spPr>
            <a:xfrm>
              <a:off x="1976487" y="4813109"/>
              <a:ext cx="170493" cy="190557"/>
            </a:xfrm>
            <a:custGeom>
              <a:avLst/>
              <a:gdLst>
                <a:gd name="csX0" fmla="*/ 132615 w 170493"/>
                <a:gd name="csY0" fmla="*/ 339 h 190557"/>
                <a:gd name="csX1" fmla="*/ 168602 w 170493"/>
                <a:gd name="csY1" fmla="*/ 26342 h 190557"/>
                <a:gd name="csX2" fmla="*/ 166422 w 170493"/>
                <a:gd name="csY2" fmla="*/ 37797 h 190557"/>
                <a:gd name="csX3" fmla="*/ 160816 w 170493"/>
                <a:gd name="csY3" fmla="*/ 46776 h 190557"/>
                <a:gd name="csX4" fmla="*/ 156066 w 170493"/>
                <a:gd name="csY4" fmla="*/ 57002 h 190557"/>
                <a:gd name="csX5" fmla="*/ 147423 w 170493"/>
                <a:gd name="csY5" fmla="*/ 60783 h 190557"/>
                <a:gd name="csX6" fmla="*/ 149770 w 170493"/>
                <a:gd name="csY6" fmla="*/ 73579 h 190557"/>
                <a:gd name="csX7" fmla="*/ 138576 w 170493"/>
                <a:gd name="csY7" fmla="*/ 97514 h 190557"/>
                <a:gd name="csX8" fmla="*/ 110934 w 170493"/>
                <a:gd name="csY8" fmla="*/ 141324 h 190557"/>
                <a:gd name="csX9" fmla="*/ 83124 w 170493"/>
                <a:gd name="csY9" fmla="*/ 165669 h 190557"/>
                <a:gd name="csX10" fmla="*/ 52316 w 170493"/>
                <a:gd name="csY10" fmla="*/ 184315 h 190557"/>
                <a:gd name="csX11" fmla="*/ 45405 w 170493"/>
                <a:gd name="csY11" fmla="*/ 187947 h 190557"/>
                <a:gd name="csX12" fmla="*/ 42276 w 170493"/>
                <a:gd name="csY12" fmla="*/ 189269 h 190557"/>
                <a:gd name="csX13" fmla="*/ 26704 w 170493"/>
                <a:gd name="csY13" fmla="*/ 187947 h 190557"/>
                <a:gd name="csX14" fmla="*/ 8655 w 170493"/>
                <a:gd name="csY14" fmla="*/ 178671 h 190557"/>
                <a:gd name="csX15" fmla="*/ 1111 w 170493"/>
                <a:gd name="csY15" fmla="*/ 168035 h 190557"/>
                <a:gd name="csX16" fmla="*/ 1502 w 170493"/>
                <a:gd name="csY16" fmla="*/ 148570 h 190557"/>
                <a:gd name="csX17" fmla="*/ 3551 w 170493"/>
                <a:gd name="csY17" fmla="*/ 134675 h 190557"/>
                <a:gd name="csX18" fmla="*/ 12305 w 170493"/>
                <a:gd name="csY18" fmla="*/ 119941 h 190557"/>
                <a:gd name="csX19" fmla="*/ 13982 w 170493"/>
                <a:gd name="csY19" fmla="*/ 115601 h 190557"/>
                <a:gd name="csX20" fmla="*/ 16087 w 170493"/>
                <a:gd name="csY20" fmla="*/ 107070 h 190557"/>
                <a:gd name="csX21" fmla="*/ 30932 w 170493"/>
                <a:gd name="csY21" fmla="*/ 88034 h 190557"/>
                <a:gd name="csX22" fmla="*/ 82621 w 170493"/>
                <a:gd name="csY22" fmla="*/ 40964 h 190557"/>
                <a:gd name="csX23" fmla="*/ 112256 w 170493"/>
                <a:gd name="csY23" fmla="*/ 13322 h 190557"/>
                <a:gd name="csX24" fmla="*/ 115553 w 170493"/>
                <a:gd name="csY24" fmla="*/ 8777 h 190557"/>
                <a:gd name="csX25" fmla="*/ 132615 w 170493"/>
                <a:gd name="csY25" fmla="*/ 339 h 190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0493" h="190557">
                  <a:moveTo>
                    <a:pt x="132615" y="339"/>
                  </a:moveTo>
                  <a:cubicBezTo>
                    <a:pt x="148727" y="3320"/>
                    <a:pt x="159437" y="13769"/>
                    <a:pt x="168602" y="26342"/>
                  </a:cubicBezTo>
                  <a:cubicBezTo>
                    <a:pt x="171321" y="30812"/>
                    <a:pt x="171526" y="34463"/>
                    <a:pt x="166422" y="37797"/>
                  </a:cubicBezTo>
                  <a:cubicBezTo>
                    <a:pt x="163480" y="39716"/>
                    <a:pt x="162176" y="43460"/>
                    <a:pt x="160816" y="46776"/>
                  </a:cubicBezTo>
                  <a:cubicBezTo>
                    <a:pt x="159382" y="50259"/>
                    <a:pt x="157966" y="53723"/>
                    <a:pt x="156066" y="57002"/>
                  </a:cubicBezTo>
                  <a:cubicBezTo>
                    <a:pt x="154148" y="60280"/>
                    <a:pt x="151819" y="62310"/>
                    <a:pt x="147423" y="60783"/>
                  </a:cubicBezTo>
                  <a:cubicBezTo>
                    <a:pt x="152266" y="66203"/>
                    <a:pt x="152266" y="68047"/>
                    <a:pt x="149770" y="73579"/>
                  </a:cubicBezTo>
                  <a:cubicBezTo>
                    <a:pt x="146138" y="81607"/>
                    <a:pt x="143083" y="89859"/>
                    <a:pt x="138576" y="97514"/>
                  </a:cubicBezTo>
                  <a:cubicBezTo>
                    <a:pt x="129802" y="112416"/>
                    <a:pt x="121961" y="127969"/>
                    <a:pt x="110934" y="141324"/>
                  </a:cubicBezTo>
                  <a:cubicBezTo>
                    <a:pt x="103092" y="150824"/>
                    <a:pt x="94561" y="159839"/>
                    <a:pt x="83124" y="165669"/>
                  </a:cubicBezTo>
                  <a:cubicBezTo>
                    <a:pt x="72451" y="171108"/>
                    <a:pt x="62448" y="177888"/>
                    <a:pt x="52316" y="184315"/>
                  </a:cubicBezTo>
                  <a:cubicBezTo>
                    <a:pt x="50080" y="185730"/>
                    <a:pt x="47827" y="186960"/>
                    <a:pt x="45405" y="187947"/>
                  </a:cubicBezTo>
                  <a:cubicBezTo>
                    <a:pt x="44418" y="188524"/>
                    <a:pt x="43598" y="189474"/>
                    <a:pt x="42276" y="189269"/>
                  </a:cubicBezTo>
                  <a:cubicBezTo>
                    <a:pt x="36874" y="191300"/>
                    <a:pt x="31957" y="190983"/>
                    <a:pt x="26704" y="187947"/>
                  </a:cubicBezTo>
                  <a:cubicBezTo>
                    <a:pt x="20874" y="184575"/>
                    <a:pt x="14522" y="182117"/>
                    <a:pt x="8655" y="178671"/>
                  </a:cubicBezTo>
                  <a:cubicBezTo>
                    <a:pt x="4445" y="176193"/>
                    <a:pt x="2061" y="172785"/>
                    <a:pt x="1111" y="168035"/>
                  </a:cubicBezTo>
                  <a:cubicBezTo>
                    <a:pt x="-193" y="161497"/>
                    <a:pt x="-677" y="155127"/>
                    <a:pt x="1502" y="148570"/>
                  </a:cubicBezTo>
                  <a:cubicBezTo>
                    <a:pt x="2973" y="144156"/>
                    <a:pt x="1968" y="139201"/>
                    <a:pt x="3551" y="134675"/>
                  </a:cubicBezTo>
                  <a:cubicBezTo>
                    <a:pt x="5469" y="129143"/>
                    <a:pt x="7109" y="123480"/>
                    <a:pt x="12305" y="119941"/>
                  </a:cubicBezTo>
                  <a:cubicBezTo>
                    <a:pt x="13907" y="118842"/>
                    <a:pt x="14429" y="117501"/>
                    <a:pt x="13982" y="115601"/>
                  </a:cubicBezTo>
                  <a:cubicBezTo>
                    <a:pt x="13218" y="112434"/>
                    <a:pt x="14448" y="109659"/>
                    <a:pt x="16087" y="107070"/>
                  </a:cubicBezTo>
                  <a:cubicBezTo>
                    <a:pt x="20408" y="100234"/>
                    <a:pt x="24618" y="93342"/>
                    <a:pt x="30932" y="88034"/>
                  </a:cubicBezTo>
                  <a:cubicBezTo>
                    <a:pt x="48795" y="73039"/>
                    <a:pt x="64348" y="55456"/>
                    <a:pt x="82621" y="40964"/>
                  </a:cubicBezTo>
                  <a:cubicBezTo>
                    <a:pt x="93294" y="32508"/>
                    <a:pt x="101564" y="21648"/>
                    <a:pt x="112256" y="13322"/>
                  </a:cubicBezTo>
                  <a:cubicBezTo>
                    <a:pt x="113728" y="12167"/>
                    <a:pt x="114659" y="10435"/>
                    <a:pt x="115553" y="8777"/>
                  </a:cubicBezTo>
                  <a:cubicBezTo>
                    <a:pt x="119781" y="898"/>
                    <a:pt x="123302" y="-853"/>
                    <a:pt x="132615" y="339"/>
                  </a:cubicBezTo>
                  <a:close/>
                </a:path>
              </a:pathLst>
            </a:custGeom>
            <a:solidFill>
              <a:srgbClr val="8B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DDAA0A4B-3A20-FCA6-2451-7A0F277398E6}"/>
                </a:ext>
              </a:extLst>
            </p:cNvPr>
            <p:cNvSpPr/>
            <p:nvPr/>
          </p:nvSpPr>
          <p:spPr>
            <a:xfrm>
              <a:off x="1602084" y="5282579"/>
              <a:ext cx="168712" cy="195519"/>
            </a:xfrm>
            <a:custGeom>
              <a:avLst/>
              <a:gdLst>
                <a:gd name="csX0" fmla="*/ 151956 w 168712"/>
                <a:gd name="csY0" fmla="*/ 0 h 195519"/>
                <a:gd name="csX1" fmla="*/ 168701 w 168712"/>
                <a:gd name="csY1" fmla="*/ 55526 h 195519"/>
                <a:gd name="csX2" fmla="*/ 162257 w 168712"/>
                <a:gd name="csY2" fmla="*/ 76537 h 195519"/>
                <a:gd name="csX3" fmla="*/ 102204 w 168712"/>
                <a:gd name="csY3" fmla="*/ 141469 h 195519"/>
                <a:gd name="csX4" fmla="*/ 75121 w 168712"/>
                <a:gd name="csY4" fmla="*/ 165926 h 195519"/>
                <a:gd name="csX5" fmla="*/ 69794 w 168712"/>
                <a:gd name="csY5" fmla="*/ 166727 h 195519"/>
                <a:gd name="csX6" fmla="*/ 37756 w 168712"/>
                <a:gd name="csY6" fmla="*/ 187682 h 195519"/>
                <a:gd name="csX7" fmla="*/ 12368 w 168712"/>
                <a:gd name="csY7" fmla="*/ 195319 h 195519"/>
                <a:gd name="csX8" fmla="*/ 931 w 168712"/>
                <a:gd name="csY8" fmla="*/ 189340 h 195519"/>
                <a:gd name="csX9" fmla="*/ 3762 w 168712"/>
                <a:gd name="csY9" fmla="*/ 176301 h 195519"/>
                <a:gd name="csX10" fmla="*/ 21290 w 168712"/>
                <a:gd name="csY10" fmla="*/ 158904 h 195519"/>
                <a:gd name="csX11" fmla="*/ 25481 w 168712"/>
                <a:gd name="csY11" fmla="*/ 151099 h 195519"/>
                <a:gd name="csX12" fmla="*/ 37980 w 168712"/>
                <a:gd name="csY12" fmla="*/ 154452 h 195519"/>
                <a:gd name="csX13" fmla="*/ 24922 w 168712"/>
                <a:gd name="csY13" fmla="*/ 148454 h 195519"/>
                <a:gd name="csX14" fmla="*/ 27809 w 168712"/>
                <a:gd name="csY14" fmla="*/ 144673 h 195519"/>
                <a:gd name="csX15" fmla="*/ 70409 w 168712"/>
                <a:gd name="csY15" fmla="*/ 110661 h 195519"/>
                <a:gd name="csX16" fmla="*/ 82628 w 168712"/>
                <a:gd name="csY16" fmla="*/ 93711 h 195519"/>
                <a:gd name="csX17" fmla="*/ 83540 w 168712"/>
                <a:gd name="csY17" fmla="*/ 93152 h 195519"/>
                <a:gd name="csX18" fmla="*/ 85198 w 168712"/>
                <a:gd name="csY18" fmla="*/ 90973 h 195519"/>
                <a:gd name="csX19" fmla="*/ 108705 w 168712"/>
                <a:gd name="csY19" fmla="*/ 51186 h 195519"/>
                <a:gd name="csX20" fmla="*/ 109618 w 168712"/>
                <a:gd name="csY20" fmla="*/ 47945 h 195519"/>
                <a:gd name="csX21" fmla="*/ 115429 w 168712"/>
                <a:gd name="csY21" fmla="*/ 29430 h 195519"/>
                <a:gd name="csX22" fmla="*/ 116416 w 168712"/>
                <a:gd name="csY22" fmla="*/ 29020 h 195519"/>
                <a:gd name="csX23" fmla="*/ 136962 w 168712"/>
                <a:gd name="csY23" fmla="*/ 36303 h 195519"/>
                <a:gd name="csX24" fmla="*/ 131895 w 168712"/>
                <a:gd name="csY24" fmla="*/ 35130 h 195519"/>
                <a:gd name="csX25" fmla="*/ 116547 w 168712"/>
                <a:gd name="csY25" fmla="*/ 26245 h 195519"/>
                <a:gd name="csX26" fmla="*/ 131392 w 168712"/>
                <a:gd name="csY26" fmla="*/ 8941 h 195519"/>
                <a:gd name="csX27" fmla="*/ 146852 w 168712"/>
                <a:gd name="csY27" fmla="*/ 3967 h 195519"/>
                <a:gd name="csX28" fmla="*/ 151956 w 168712"/>
                <a:gd name="csY28" fmla="*/ 0 h 195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68712" h="195519">
                  <a:moveTo>
                    <a:pt x="151956" y="0"/>
                  </a:moveTo>
                  <a:cubicBezTo>
                    <a:pt x="160599" y="17584"/>
                    <a:pt x="168199" y="35540"/>
                    <a:pt x="168701" y="55526"/>
                  </a:cubicBezTo>
                  <a:cubicBezTo>
                    <a:pt x="168888" y="63107"/>
                    <a:pt x="166708" y="69775"/>
                    <a:pt x="162257" y="76537"/>
                  </a:cubicBezTo>
                  <a:cubicBezTo>
                    <a:pt x="145753" y="101534"/>
                    <a:pt x="123010" y="120589"/>
                    <a:pt x="102204" y="141469"/>
                  </a:cubicBezTo>
                  <a:cubicBezTo>
                    <a:pt x="93655" y="150056"/>
                    <a:pt x="83466" y="157004"/>
                    <a:pt x="75121" y="165926"/>
                  </a:cubicBezTo>
                  <a:cubicBezTo>
                    <a:pt x="72979" y="163710"/>
                    <a:pt x="71433" y="165516"/>
                    <a:pt x="69794" y="166727"/>
                  </a:cubicBezTo>
                  <a:cubicBezTo>
                    <a:pt x="59493" y="174290"/>
                    <a:pt x="49472" y="182467"/>
                    <a:pt x="37756" y="187682"/>
                  </a:cubicBezTo>
                  <a:cubicBezTo>
                    <a:pt x="29728" y="191277"/>
                    <a:pt x="21942" y="196623"/>
                    <a:pt x="12368" y="195319"/>
                  </a:cubicBezTo>
                  <a:cubicBezTo>
                    <a:pt x="7879" y="194704"/>
                    <a:pt x="3148" y="194108"/>
                    <a:pt x="931" y="189340"/>
                  </a:cubicBezTo>
                  <a:cubicBezTo>
                    <a:pt x="-1379" y="184385"/>
                    <a:pt x="1006" y="180380"/>
                    <a:pt x="3762" y="176301"/>
                  </a:cubicBezTo>
                  <a:cubicBezTo>
                    <a:pt x="8475" y="169316"/>
                    <a:pt x="14547" y="163728"/>
                    <a:pt x="21290" y="158904"/>
                  </a:cubicBezTo>
                  <a:cubicBezTo>
                    <a:pt x="24214" y="156818"/>
                    <a:pt x="25462" y="154433"/>
                    <a:pt x="25481" y="151099"/>
                  </a:cubicBezTo>
                  <a:cubicBezTo>
                    <a:pt x="30324" y="150708"/>
                    <a:pt x="34087" y="153949"/>
                    <a:pt x="37980" y="154452"/>
                  </a:cubicBezTo>
                  <a:cubicBezTo>
                    <a:pt x="34198" y="152366"/>
                    <a:pt x="28461" y="152701"/>
                    <a:pt x="24922" y="148454"/>
                  </a:cubicBezTo>
                  <a:cubicBezTo>
                    <a:pt x="24755" y="146350"/>
                    <a:pt x="26431" y="145586"/>
                    <a:pt x="27809" y="144673"/>
                  </a:cubicBezTo>
                  <a:cubicBezTo>
                    <a:pt x="43065" y="134652"/>
                    <a:pt x="56848" y="122731"/>
                    <a:pt x="70409" y="110661"/>
                  </a:cubicBezTo>
                  <a:cubicBezTo>
                    <a:pt x="75475" y="106153"/>
                    <a:pt x="81026" y="101105"/>
                    <a:pt x="82628" y="93711"/>
                  </a:cubicBezTo>
                  <a:cubicBezTo>
                    <a:pt x="82907" y="93450"/>
                    <a:pt x="83205" y="93189"/>
                    <a:pt x="83540" y="93152"/>
                  </a:cubicBezTo>
                  <a:cubicBezTo>
                    <a:pt x="85012" y="92966"/>
                    <a:pt x="85515" y="92351"/>
                    <a:pt x="85198" y="90973"/>
                  </a:cubicBezTo>
                  <a:cubicBezTo>
                    <a:pt x="97753" y="80504"/>
                    <a:pt x="104682" y="66702"/>
                    <a:pt x="108705" y="51186"/>
                  </a:cubicBezTo>
                  <a:cubicBezTo>
                    <a:pt x="108984" y="50106"/>
                    <a:pt x="109040" y="48895"/>
                    <a:pt x="109618" y="47945"/>
                  </a:cubicBezTo>
                  <a:cubicBezTo>
                    <a:pt x="113138" y="42264"/>
                    <a:pt x="114181" y="35819"/>
                    <a:pt x="115429" y="29430"/>
                  </a:cubicBezTo>
                  <a:cubicBezTo>
                    <a:pt x="115746" y="29207"/>
                    <a:pt x="116156" y="28890"/>
                    <a:pt x="116416" y="29020"/>
                  </a:cubicBezTo>
                  <a:cubicBezTo>
                    <a:pt x="123159" y="32168"/>
                    <a:pt x="129809" y="35558"/>
                    <a:pt x="136962" y="36303"/>
                  </a:cubicBezTo>
                  <a:cubicBezTo>
                    <a:pt x="135993" y="34925"/>
                    <a:pt x="133683" y="35651"/>
                    <a:pt x="131895" y="35130"/>
                  </a:cubicBezTo>
                  <a:cubicBezTo>
                    <a:pt x="126009" y="33453"/>
                    <a:pt x="119974" y="32131"/>
                    <a:pt x="116547" y="26245"/>
                  </a:cubicBezTo>
                  <a:cubicBezTo>
                    <a:pt x="121166" y="20210"/>
                    <a:pt x="125134" y="13635"/>
                    <a:pt x="131392" y="8941"/>
                  </a:cubicBezTo>
                  <a:cubicBezTo>
                    <a:pt x="136030" y="5458"/>
                    <a:pt x="140910" y="2738"/>
                    <a:pt x="146852" y="3967"/>
                  </a:cubicBezTo>
                  <a:cubicBezTo>
                    <a:pt x="150615" y="4768"/>
                    <a:pt x="150354" y="1416"/>
                    <a:pt x="151956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FAC876CD-8793-C61B-6A78-F2F95987FF88}"/>
                </a:ext>
              </a:extLst>
            </p:cNvPr>
            <p:cNvSpPr/>
            <p:nvPr/>
          </p:nvSpPr>
          <p:spPr>
            <a:xfrm>
              <a:off x="2027145" y="5206918"/>
              <a:ext cx="300690" cy="88824"/>
            </a:xfrm>
            <a:custGeom>
              <a:avLst/>
              <a:gdLst>
                <a:gd name="csX0" fmla="*/ 0 w 300690"/>
                <a:gd name="csY0" fmla="*/ 0 h 88824"/>
                <a:gd name="csX1" fmla="*/ 10897 w 300690"/>
                <a:gd name="csY1" fmla="*/ 3632 h 88824"/>
                <a:gd name="csX2" fmla="*/ 36657 w 300690"/>
                <a:gd name="csY2" fmla="*/ 11120 h 88824"/>
                <a:gd name="csX3" fmla="*/ 60015 w 300690"/>
                <a:gd name="csY3" fmla="*/ 16671 h 88824"/>
                <a:gd name="csX4" fmla="*/ 69403 w 300690"/>
                <a:gd name="csY4" fmla="*/ 9928 h 88824"/>
                <a:gd name="csX5" fmla="*/ 70837 w 300690"/>
                <a:gd name="csY5" fmla="*/ 12480 h 88824"/>
                <a:gd name="csX6" fmla="*/ 71769 w 300690"/>
                <a:gd name="csY6" fmla="*/ 6631 h 88824"/>
                <a:gd name="csX7" fmla="*/ 72700 w 300690"/>
                <a:gd name="csY7" fmla="*/ 11437 h 88824"/>
                <a:gd name="csX8" fmla="*/ 80002 w 300690"/>
                <a:gd name="csY8" fmla="*/ 21141 h 88824"/>
                <a:gd name="csX9" fmla="*/ 115169 w 300690"/>
                <a:gd name="csY9" fmla="*/ 30678 h 88824"/>
                <a:gd name="csX10" fmla="*/ 133032 w 300690"/>
                <a:gd name="csY10" fmla="*/ 36657 h 88824"/>
                <a:gd name="csX11" fmla="*/ 140501 w 300690"/>
                <a:gd name="csY11" fmla="*/ 31758 h 88824"/>
                <a:gd name="csX12" fmla="*/ 141563 w 300690"/>
                <a:gd name="csY12" fmla="*/ 24699 h 88824"/>
                <a:gd name="csX13" fmla="*/ 142792 w 300690"/>
                <a:gd name="csY13" fmla="*/ 31069 h 88824"/>
                <a:gd name="csX14" fmla="*/ 143854 w 300690"/>
                <a:gd name="csY14" fmla="*/ 37011 h 88824"/>
                <a:gd name="csX15" fmla="*/ 147989 w 300690"/>
                <a:gd name="csY15" fmla="*/ 40718 h 88824"/>
                <a:gd name="csX16" fmla="*/ 197256 w 300690"/>
                <a:gd name="csY16" fmla="*/ 49882 h 88824"/>
                <a:gd name="csX17" fmla="*/ 219608 w 300690"/>
                <a:gd name="csY17" fmla="*/ 54520 h 88824"/>
                <a:gd name="csX18" fmla="*/ 236689 w 300690"/>
                <a:gd name="csY18" fmla="*/ 57258 h 88824"/>
                <a:gd name="csX19" fmla="*/ 256303 w 300690"/>
                <a:gd name="csY19" fmla="*/ 58562 h 88824"/>
                <a:gd name="csX20" fmla="*/ 263754 w 300690"/>
                <a:gd name="csY20" fmla="*/ 52415 h 88824"/>
                <a:gd name="csX21" fmla="*/ 265337 w 300690"/>
                <a:gd name="csY21" fmla="*/ 49882 h 88824"/>
                <a:gd name="csX22" fmla="*/ 267106 w 300690"/>
                <a:gd name="csY22" fmla="*/ 52229 h 88824"/>
                <a:gd name="csX23" fmla="*/ 275600 w 300690"/>
                <a:gd name="csY23" fmla="*/ 59754 h 88824"/>
                <a:gd name="csX24" fmla="*/ 293556 w 300690"/>
                <a:gd name="csY24" fmla="*/ 66367 h 88824"/>
                <a:gd name="csX25" fmla="*/ 296592 w 300690"/>
                <a:gd name="csY25" fmla="*/ 72122 h 88824"/>
                <a:gd name="csX26" fmla="*/ 300690 w 300690"/>
                <a:gd name="csY26" fmla="*/ 75550 h 88824"/>
                <a:gd name="csX27" fmla="*/ 265989 w 300690"/>
                <a:gd name="csY27" fmla="*/ 85794 h 88824"/>
                <a:gd name="csX28" fmla="*/ 120570 w 300690"/>
                <a:gd name="csY28" fmla="*/ 72309 h 88824"/>
                <a:gd name="csX29" fmla="*/ 36862 w 300690"/>
                <a:gd name="csY29" fmla="*/ 47274 h 88824"/>
                <a:gd name="csX30" fmla="*/ 23470 w 300690"/>
                <a:gd name="csY30" fmla="*/ 37663 h 88824"/>
                <a:gd name="csX31" fmla="*/ 7227 w 300690"/>
                <a:gd name="csY31" fmla="*/ 21290 h 88824"/>
                <a:gd name="csX32" fmla="*/ 782 w 300690"/>
                <a:gd name="csY32" fmla="*/ 8978 h 88824"/>
                <a:gd name="csX33" fmla="*/ 0 w 300690"/>
                <a:gd name="csY33" fmla="*/ 0 h 88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300690" h="88824">
                  <a:moveTo>
                    <a:pt x="0" y="0"/>
                  </a:moveTo>
                  <a:cubicBezTo>
                    <a:pt x="3129" y="2738"/>
                    <a:pt x="7004" y="2980"/>
                    <a:pt x="10897" y="3632"/>
                  </a:cubicBezTo>
                  <a:cubicBezTo>
                    <a:pt x="19744" y="5104"/>
                    <a:pt x="27754" y="9537"/>
                    <a:pt x="36657" y="11120"/>
                  </a:cubicBezTo>
                  <a:cubicBezTo>
                    <a:pt x="44518" y="12517"/>
                    <a:pt x="52304" y="14566"/>
                    <a:pt x="60015" y="16671"/>
                  </a:cubicBezTo>
                  <a:cubicBezTo>
                    <a:pt x="67354" y="18682"/>
                    <a:pt x="69068" y="17602"/>
                    <a:pt x="69403" y="9928"/>
                  </a:cubicBezTo>
                  <a:cubicBezTo>
                    <a:pt x="71415" y="9965"/>
                    <a:pt x="71023" y="11232"/>
                    <a:pt x="70837" y="12480"/>
                  </a:cubicBezTo>
                  <a:cubicBezTo>
                    <a:pt x="71638" y="10636"/>
                    <a:pt x="69422" y="8214"/>
                    <a:pt x="71769" y="6631"/>
                  </a:cubicBezTo>
                  <a:cubicBezTo>
                    <a:pt x="73147" y="8028"/>
                    <a:pt x="72923" y="9835"/>
                    <a:pt x="72700" y="11437"/>
                  </a:cubicBezTo>
                  <a:cubicBezTo>
                    <a:pt x="71918" y="17192"/>
                    <a:pt x="74283" y="19763"/>
                    <a:pt x="80002" y="21141"/>
                  </a:cubicBezTo>
                  <a:cubicBezTo>
                    <a:pt x="91792" y="23972"/>
                    <a:pt x="103639" y="26468"/>
                    <a:pt x="115169" y="30678"/>
                  </a:cubicBezTo>
                  <a:cubicBezTo>
                    <a:pt x="120962" y="32783"/>
                    <a:pt x="127220" y="34068"/>
                    <a:pt x="133032" y="36657"/>
                  </a:cubicBezTo>
                  <a:cubicBezTo>
                    <a:pt x="137055" y="38445"/>
                    <a:pt x="139756" y="36378"/>
                    <a:pt x="140501" y="31758"/>
                  </a:cubicBezTo>
                  <a:cubicBezTo>
                    <a:pt x="140873" y="29411"/>
                    <a:pt x="139681" y="26822"/>
                    <a:pt x="141563" y="24699"/>
                  </a:cubicBezTo>
                  <a:cubicBezTo>
                    <a:pt x="143556" y="26524"/>
                    <a:pt x="142550" y="28927"/>
                    <a:pt x="142792" y="31069"/>
                  </a:cubicBezTo>
                  <a:cubicBezTo>
                    <a:pt x="143016" y="33081"/>
                    <a:pt x="142308" y="35242"/>
                    <a:pt x="143854" y="37011"/>
                  </a:cubicBezTo>
                  <a:cubicBezTo>
                    <a:pt x="144059" y="39582"/>
                    <a:pt x="145772" y="40103"/>
                    <a:pt x="147989" y="40718"/>
                  </a:cubicBezTo>
                  <a:cubicBezTo>
                    <a:pt x="164175" y="45151"/>
                    <a:pt x="180958" y="46287"/>
                    <a:pt x="197256" y="49882"/>
                  </a:cubicBezTo>
                  <a:cubicBezTo>
                    <a:pt x="204670" y="51521"/>
                    <a:pt x="212549" y="50776"/>
                    <a:pt x="219608" y="54520"/>
                  </a:cubicBezTo>
                  <a:cubicBezTo>
                    <a:pt x="224842" y="57314"/>
                    <a:pt x="230989" y="56495"/>
                    <a:pt x="236689" y="57258"/>
                  </a:cubicBezTo>
                  <a:cubicBezTo>
                    <a:pt x="243134" y="58115"/>
                    <a:pt x="249765" y="57612"/>
                    <a:pt x="256303" y="58562"/>
                  </a:cubicBezTo>
                  <a:cubicBezTo>
                    <a:pt x="260624" y="59195"/>
                    <a:pt x="264406" y="58301"/>
                    <a:pt x="263754" y="52415"/>
                  </a:cubicBezTo>
                  <a:cubicBezTo>
                    <a:pt x="263623" y="51279"/>
                    <a:pt x="263884" y="49957"/>
                    <a:pt x="265337" y="49882"/>
                  </a:cubicBezTo>
                  <a:cubicBezTo>
                    <a:pt x="266808" y="49808"/>
                    <a:pt x="267181" y="51037"/>
                    <a:pt x="267106" y="52229"/>
                  </a:cubicBezTo>
                  <a:cubicBezTo>
                    <a:pt x="266715" y="58394"/>
                    <a:pt x="271242" y="59009"/>
                    <a:pt x="275600" y="59754"/>
                  </a:cubicBezTo>
                  <a:cubicBezTo>
                    <a:pt x="282008" y="60835"/>
                    <a:pt x="288788" y="60723"/>
                    <a:pt x="293556" y="66367"/>
                  </a:cubicBezTo>
                  <a:cubicBezTo>
                    <a:pt x="295028" y="68099"/>
                    <a:pt x="296686" y="69515"/>
                    <a:pt x="296592" y="72122"/>
                  </a:cubicBezTo>
                  <a:cubicBezTo>
                    <a:pt x="296481" y="74805"/>
                    <a:pt x="298269" y="75661"/>
                    <a:pt x="300690" y="75550"/>
                  </a:cubicBezTo>
                  <a:cubicBezTo>
                    <a:pt x="290278" y="82870"/>
                    <a:pt x="277984" y="83932"/>
                    <a:pt x="265989" y="85794"/>
                  </a:cubicBezTo>
                  <a:cubicBezTo>
                    <a:pt x="216405" y="93450"/>
                    <a:pt x="168311" y="85738"/>
                    <a:pt x="120570" y="72309"/>
                  </a:cubicBezTo>
                  <a:cubicBezTo>
                    <a:pt x="92519" y="64429"/>
                    <a:pt x="64802" y="55489"/>
                    <a:pt x="36862" y="47274"/>
                  </a:cubicBezTo>
                  <a:cubicBezTo>
                    <a:pt x="31125" y="45598"/>
                    <a:pt x="26934" y="42376"/>
                    <a:pt x="23470" y="37663"/>
                  </a:cubicBezTo>
                  <a:cubicBezTo>
                    <a:pt x="18869" y="31423"/>
                    <a:pt x="13504" y="25761"/>
                    <a:pt x="7227" y="21290"/>
                  </a:cubicBezTo>
                  <a:cubicBezTo>
                    <a:pt x="2682" y="18049"/>
                    <a:pt x="1006" y="14119"/>
                    <a:pt x="782" y="8978"/>
                  </a:cubicBezTo>
                  <a:cubicBezTo>
                    <a:pt x="577" y="5998"/>
                    <a:pt x="242" y="2999"/>
                    <a:pt x="0" y="0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78C85BF1-3978-3E36-3C85-161D8FA0EFF1}"/>
                </a:ext>
              </a:extLst>
            </p:cNvPr>
            <p:cNvSpPr/>
            <p:nvPr/>
          </p:nvSpPr>
          <p:spPr>
            <a:xfrm>
              <a:off x="1787742" y="5125126"/>
              <a:ext cx="127011" cy="147945"/>
            </a:xfrm>
            <a:custGeom>
              <a:avLst/>
              <a:gdLst>
                <a:gd name="csX0" fmla="*/ 89458 w 127011"/>
                <a:gd name="csY0" fmla="*/ 4808 h 147945"/>
                <a:gd name="csX1" fmla="*/ 117416 w 127011"/>
                <a:gd name="csY1" fmla="*/ 9092 h 147945"/>
                <a:gd name="csX2" fmla="*/ 126972 w 127011"/>
                <a:gd name="csY2" fmla="*/ 31649 h 147945"/>
                <a:gd name="csX3" fmla="*/ 119689 w 127011"/>
                <a:gd name="csY3" fmla="*/ 87957 h 147945"/>
                <a:gd name="csX4" fmla="*/ 87502 w 127011"/>
                <a:gd name="csY4" fmla="*/ 128060 h 147945"/>
                <a:gd name="csX5" fmla="*/ 43562 w 127011"/>
                <a:gd name="csY5" fmla="*/ 147674 h 147945"/>
                <a:gd name="csX6" fmla="*/ 18770 w 127011"/>
                <a:gd name="csY6" fmla="*/ 139199 h 147945"/>
                <a:gd name="csX7" fmla="*/ 31 w 127011"/>
                <a:gd name="csY7" fmla="*/ 99692 h 147945"/>
                <a:gd name="csX8" fmla="*/ 9959 w 127011"/>
                <a:gd name="csY8" fmla="*/ 50108 h 147945"/>
                <a:gd name="csX9" fmla="*/ 23985 w 127011"/>
                <a:gd name="csY9" fmla="*/ 36604 h 147945"/>
                <a:gd name="csX10" fmla="*/ 33708 w 127011"/>
                <a:gd name="csY10" fmla="*/ 28240 h 147945"/>
                <a:gd name="csX11" fmla="*/ 48684 w 127011"/>
                <a:gd name="csY11" fmla="*/ 2424 h 147945"/>
                <a:gd name="csX12" fmla="*/ 55762 w 127011"/>
                <a:gd name="csY12" fmla="*/ 170 h 147945"/>
                <a:gd name="csX13" fmla="*/ 81299 w 127011"/>
                <a:gd name="csY13" fmla="*/ 6503 h 147945"/>
                <a:gd name="csX14" fmla="*/ 89458 w 127011"/>
                <a:gd name="csY14" fmla="*/ 4808 h 147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011" h="147945">
                  <a:moveTo>
                    <a:pt x="89458" y="4808"/>
                  </a:moveTo>
                  <a:cubicBezTo>
                    <a:pt x="99088" y="4305"/>
                    <a:pt x="109239" y="2610"/>
                    <a:pt x="117416" y="9092"/>
                  </a:cubicBezTo>
                  <a:cubicBezTo>
                    <a:pt x="124364" y="14587"/>
                    <a:pt x="127400" y="22708"/>
                    <a:pt x="126972" y="31649"/>
                  </a:cubicBezTo>
                  <a:cubicBezTo>
                    <a:pt x="126096" y="50611"/>
                    <a:pt x="124811" y="69722"/>
                    <a:pt x="119689" y="87957"/>
                  </a:cubicBezTo>
                  <a:cubicBezTo>
                    <a:pt x="114790" y="105392"/>
                    <a:pt x="102515" y="118319"/>
                    <a:pt x="87502" y="128060"/>
                  </a:cubicBezTo>
                  <a:cubicBezTo>
                    <a:pt x="73960" y="136871"/>
                    <a:pt x="60102" y="145234"/>
                    <a:pt x="43562" y="147674"/>
                  </a:cubicBezTo>
                  <a:cubicBezTo>
                    <a:pt x="33634" y="149146"/>
                    <a:pt x="26313" y="144396"/>
                    <a:pt x="18770" y="139199"/>
                  </a:cubicBezTo>
                  <a:cubicBezTo>
                    <a:pt x="4837" y="129569"/>
                    <a:pt x="217" y="115767"/>
                    <a:pt x="31" y="99692"/>
                  </a:cubicBezTo>
                  <a:cubicBezTo>
                    <a:pt x="-174" y="82444"/>
                    <a:pt x="366" y="65401"/>
                    <a:pt x="9959" y="50108"/>
                  </a:cubicBezTo>
                  <a:cubicBezTo>
                    <a:pt x="13517" y="44427"/>
                    <a:pt x="17969" y="39658"/>
                    <a:pt x="23985" y="36604"/>
                  </a:cubicBezTo>
                  <a:cubicBezTo>
                    <a:pt x="27953" y="34592"/>
                    <a:pt x="31436" y="31910"/>
                    <a:pt x="33708" y="28240"/>
                  </a:cubicBezTo>
                  <a:cubicBezTo>
                    <a:pt x="38942" y="19784"/>
                    <a:pt x="43729" y="11048"/>
                    <a:pt x="48684" y="2424"/>
                  </a:cubicBezTo>
                  <a:cubicBezTo>
                    <a:pt x="50454" y="-165"/>
                    <a:pt x="53117" y="-203"/>
                    <a:pt x="55762" y="170"/>
                  </a:cubicBezTo>
                  <a:cubicBezTo>
                    <a:pt x="64479" y="1418"/>
                    <a:pt x="73308" y="2461"/>
                    <a:pt x="81299" y="6503"/>
                  </a:cubicBezTo>
                  <a:cubicBezTo>
                    <a:pt x="84764" y="8254"/>
                    <a:pt x="86980" y="6447"/>
                    <a:pt x="89458" y="4808"/>
                  </a:cubicBezTo>
                  <a:close/>
                </a:path>
              </a:pathLst>
            </a:custGeom>
            <a:solidFill>
              <a:srgbClr val="81B7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93AD3985-0059-3340-0916-B9ED44803BC6}"/>
                </a:ext>
              </a:extLst>
            </p:cNvPr>
            <p:cNvSpPr/>
            <p:nvPr/>
          </p:nvSpPr>
          <p:spPr>
            <a:xfrm>
              <a:off x="1881231" y="5037126"/>
              <a:ext cx="121922" cy="89318"/>
            </a:xfrm>
            <a:custGeom>
              <a:avLst/>
              <a:gdLst>
                <a:gd name="csX0" fmla="*/ 5357 w 121922"/>
                <a:gd name="csY0" fmla="*/ 88431 h 89318"/>
                <a:gd name="csX1" fmla="*/ 1222 w 121922"/>
                <a:gd name="csY1" fmla="*/ 81296 h 89318"/>
                <a:gd name="csX2" fmla="*/ 6828 w 121922"/>
                <a:gd name="csY2" fmla="*/ 75094 h 89318"/>
                <a:gd name="csX3" fmla="*/ 11857 w 121922"/>
                <a:gd name="csY3" fmla="*/ 68016 h 89318"/>
                <a:gd name="csX4" fmla="*/ 16197 w 121922"/>
                <a:gd name="csY4" fmla="*/ 54027 h 89318"/>
                <a:gd name="csX5" fmla="*/ 27206 w 121922"/>
                <a:gd name="csY5" fmla="*/ 27764 h 89318"/>
                <a:gd name="csX6" fmla="*/ 78653 w 121922"/>
                <a:gd name="csY6" fmla="*/ 252 h 89318"/>
                <a:gd name="csX7" fmla="*/ 104953 w 121922"/>
                <a:gd name="csY7" fmla="*/ 2264 h 89318"/>
                <a:gd name="csX8" fmla="*/ 120004 w 121922"/>
                <a:gd name="csY8" fmla="*/ 33277 h 89318"/>
                <a:gd name="csX9" fmla="*/ 116334 w 121922"/>
                <a:gd name="csY9" fmla="*/ 43950 h 89318"/>
                <a:gd name="csX10" fmla="*/ 82397 w 121922"/>
                <a:gd name="csY10" fmla="*/ 83830 h 89318"/>
                <a:gd name="csX11" fmla="*/ 44082 w 121922"/>
                <a:gd name="csY11" fmla="*/ 86437 h 89318"/>
                <a:gd name="csX12" fmla="*/ 29944 w 121922"/>
                <a:gd name="csY12" fmla="*/ 82619 h 89318"/>
                <a:gd name="csX13" fmla="*/ 5357 w 121922"/>
                <a:gd name="csY13" fmla="*/ 88431 h 89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1922" h="89318">
                  <a:moveTo>
                    <a:pt x="5357" y="88431"/>
                  </a:moveTo>
                  <a:cubicBezTo>
                    <a:pt x="-306" y="87760"/>
                    <a:pt x="-1107" y="86382"/>
                    <a:pt x="1222" y="81296"/>
                  </a:cubicBezTo>
                  <a:cubicBezTo>
                    <a:pt x="2432" y="78633"/>
                    <a:pt x="4425" y="76565"/>
                    <a:pt x="6828" y="75094"/>
                  </a:cubicBezTo>
                  <a:cubicBezTo>
                    <a:pt x="9604" y="73399"/>
                    <a:pt x="11317" y="71201"/>
                    <a:pt x="11857" y="68016"/>
                  </a:cubicBezTo>
                  <a:cubicBezTo>
                    <a:pt x="15601" y="64067"/>
                    <a:pt x="16980" y="59336"/>
                    <a:pt x="16197" y="54027"/>
                  </a:cubicBezTo>
                  <a:cubicBezTo>
                    <a:pt x="14577" y="43037"/>
                    <a:pt x="19327" y="34506"/>
                    <a:pt x="27206" y="27764"/>
                  </a:cubicBezTo>
                  <a:cubicBezTo>
                    <a:pt x="42275" y="14837"/>
                    <a:pt x="58685" y="4126"/>
                    <a:pt x="78653" y="252"/>
                  </a:cubicBezTo>
                  <a:cubicBezTo>
                    <a:pt x="87500" y="-251"/>
                    <a:pt x="96255" y="-195"/>
                    <a:pt x="104953" y="2264"/>
                  </a:cubicBezTo>
                  <a:cubicBezTo>
                    <a:pt x="118551" y="6119"/>
                    <a:pt x="125573" y="20331"/>
                    <a:pt x="120004" y="33277"/>
                  </a:cubicBezTo>
                  <a:cubicBezTo>
                    <a:pt x="118514" y="36723"/>
                    <a:pt x="117396" y="40337"/>
                    <a:pt x="116334" y="43950"/>
                  </a:cubicBezTo>
                  <a:cubicBezTo>
                    <a:pt x="110989" y="62335"/>
                    <a:pt x="97950" y="74479"/>
                    <a:pt x="82397" y="83830"/>
                  </a:cubicBezTo>
                  <a:cubicBezTo>
                    <a:pt x="70513" y="90945"/>
                    <a:pt x="57195" y="90386"/>
                    <a:pt x="44082" y="86437"/>
                  </a:cubicBezTo>
                  <a:cubicBezTo>
                    <a:pt x="39406" y="85040"/>
                    <a:pt x="34787" y="83532"/>
                    <a:pt x="29944" y="82619"/>
                  </a:cubicBezTo>
                  <a:cubicBezTo>
                    <a:pt x="20780" y="80943"/>
                    <a:pt x="12994" y="84221"/>
                    <a:pt x="5357" y="88431"/>
                  </a:cubicBezTo>
                  <a:close/>
                </a:path>
              </a:pathLst>
            </a:custGeom>
            <a:solidFill>
              <a:srgbClr val="84BB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E0207957-3035-0783-BCC7-101FD992DEF9}"/>
                </a:ext>
              </a:extLst>
            </p:cNvPr>
            <p:cNvSpPr/>
            <p:nvPr/>
          </p:nvSpPr>
          <p:spPr>
            <a:xfrm>
              <a:off x="1957297" y="4812061"/>
              <a:ext cx="151804" cy="223362"/>
            </a:xfrm>
            <a:custGeom>
              <a:avLst/>
              <a:gdLst>
                <a:gd name="csX0" fmla="*/ 151805 w 151804"/>
                <a:gd name="csY0" fmla="*/ 1388 h 223362"/>
                <a:gd name="csX1" fmla="*/ 139828 w 151804"/>
                <a:gd name="csY1" fmla="*/ 3865 h 223362"/>
                <a:gd name="csX2" fmla="*/ 138021 w 151804"/>
                <a:gd name="csY2" fmla="*/ 5728 h 223362"/>
                <a:gd name="csX3" fmla="*/ 122617 w 151804"/>
                <a:gd name="csY3" fmla="*/ 24410 h 223362"/>
                <a:gd name="csX4" fmla="*/ 70387 w 151804"/>
                <a:gd name="csY4" fmla="*/ 72877 h 223362"/>
                <a:gd name="csX5" fmla="*/ 50289 w 151804"/>
                <a:gd name="csY5" fmla="*/ 90814 h 223362"/>
                <a:gd name="csX6" fmla="*/ 36338 w 151804"/>
                <a:gd name="csY6" fmla="*/ 108994 h 223362"/>
                <a:gd name="csX7" fmla="*/ 34848 w 151804"/>
                <a:gd name="csY7" fmla="*/ 117413 h 223362"/>
                <a:gd name="csX8" fmla="*/ 33786 w 151804"/>
                <a:gd name="csY8" fmla="*/ 121343 h 223362"/>
                <a:gd name="csX9" fmla="*/ 22834 w 151804"/>
                <a:gd name="csY9" fmla="*/ 145222 h 223362"/>
                <a:gd name="csX10" fmla="*/ 21474 w 151804"/>
                <a:gd name="csY10" fmla="*/ 152319 h 223362"/>
                <a:gd name="csX11" fmla="*/ 30620 w 151804"/>
                <a:gd name="csY11" fmla="*/ 179440 h 223362"/>
                <a:gd name="csX12" fmla="*/ 50997 w 151804"/>
                <a:gd name="csY12" fmla="*/ 189908 h 223362"/>
                <a:gd name="csX13" fmla="*/ 61465 w 151804"/>
                <a:gd name="csY13" fmla="*/ 190299 h 223362"/>
                <a:gd name="csX14" fmla="*/ 26652 w 151804"/>
                <a:gd name="csY14" fmla="*/ 221759 h 223362"/>
                <a:gd name="csX15" fmla="*/ 22834 w 151804"/>
                <a:gd name="csY15" fmla="*/ 223324 h 223362"/>
                <a:gd name="csX16" fmla="*/ 4412 w 151804"/>
                <a:gd name="csY16" fmla="*/ 222653 h 223362"/>
                <a:gd name="csX17" fmla="*/ 12757 w 151804"/>
                <a:gd name="csY17" fmla="*/ 208590 h 223362"/>
                <a:gd name="csX18" fmla="*/ 14135 w 151804"/>
                <a:gd name="csY18" fmla="*/ 169512 h 223362"/>
                <a:gd name="csX19" fmla="*/ 4859 w 151804"/>
                <a:gd name="csY19" fmla="*/ 154685 h 223362"/>
                <a:gd name="csX20" fmla="*/ 1860 w 151804"/>
                <a:gd name="csY20" fmla="*/ 127602 h 223362"/>
                <a:gd name="csX21" fmla="*/ 11360 w 151804"/>
                <a:gd name="csY21" fmla="*/ 95769 h 223362"/>
                <a:gd name="csX22" fmla="*/ 33283 w 151804"/>
                <a:gd name="csY22" fmla="*/ 62017 h 223362"/>
                <a:gd name="csX23" fmla="*/ 96297 w 151804"/>
                <a:gd name="csY23" fmla="*/ 11576 h 223362"/>
                <a:gd name="csX24" fmla="*/ 145229 w 151804"/>
                <a:gd name="csY24" fmla="*/ 84 h 223362"/>
                <a:gd name="csX25" fmla="*/ 151805 w 151804"/>
                <a:gd name="csY25" fmla="*/ 1388 h 223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1804" h="223362">
                  <a:moveTo>
                    <a:pt x="151805" y="1388"/>
                  </a:moveTo>
                  <a:cubicBezTo>
                    <a:pt x="147483" y="624"/>
                    <a:pt x="143963" y="3735"/>
                    <a:pt x="139828" y="3865"/>
                  </a:cubicBezTo>
                  <a:cubicBezTo>
                    <a:pt x="138747" y="3902"/>
                    <a:pt x="138226" y="4759"/>
                    <a:pt x="138021" y="5728"/>
                  </a:cubicBezTo>
                  <a:cubicBezTo>
                    <a:pt x="136158" y="14650"/>
                    <a:pt x="128130" y="18524"/>
                    <a:pt x="122617" y="24410"/>
                  </a:cubicBezTo>
                  <a:cubicBezTo>
                    <a:pt x="106356" y="41789"/>
                    <a:pt x="86630" y="55423"/>
                    <a:pt x="70387" y="72877"/>
                  </a:cubicBezTo>
                  <a:cubicBezTo>
                    <a:pt x="64297" y="79415"/>
                    <a:pt x="57200" y="85077"/>
                    <a:pt x="50289" y="90814"/>
                  </a:cubicBezTo>
                  <a:cubicBezTo>
                    <a:pt x="44217" y="95862"/>
                    <a:pt x="40603" y="102661"/>
                    <a:pt x="36338" y="108994"/>
                  </a:cubicBezTo>
                  <a:cubicBezTo>
                    <a:pt x="34680" y="111452"/>
                    <a:pt x="33209" y="114153"/>
                    <a:pt x="34848" y="117413"/>
                  </a:cubicBezTo>
                  <a:cubicBezTo>
                    <a:pt x="35537" y="118773"/>
                    <a:pt x="35425" y="120337"/>
                    <a:pt x="33786" y="121343"/>
                  </a:cubicBezTo>
                  <a:cubicBezTo>
                    <a:pt x="24734" y="126801"/>
                    <a:pt x="23709" y="136021"/>
                    <a:pt x="22834" y="145222"/>
                  </a:cubicBezTo>
                  <a:cubicBezTo>
                    <a:pt x="22591" y="147663"/>
                    <a:pt x="22405" y="149972"/>
                    <a:pt x="21474" y="152319"/>
                  </a:cubicBezTo>
                  <a:cubicBezTo>
                    <a:pt x="17879" y="161521"/>
                    <a:pt x="22144" y="174485"/>
                    <a:pt x="30620" y="179440"/>
                  </a:cubicBezTo>
                  <a:cubicBezTo>
                    <a:pt x="37213" y="183295"/>
                    <a:pt x="43956" y="187002"/>
                    <a:pt x="50997" y="189908"/>
                  </a:cubicBezTo>
                  <a:cubicBezTo>
                    <a:pt x="54015" y="191156"/>
                    <a:pt x="57945" y="190243"/>
                    <a:pt x="61465" y="190299"/>
                  </a:cubicBezTo>
                  <a:cubicBezTo>
                    <a:pt x="47495" y="198159"/>
                    <a:pt x="35593" y="208330"/>
                    <a:pt x="26652" y="221759"/>
                  </a:cubicBezTo>
                  <a:cubicBezTo>
                    <a:pt x="25665" y="223231"/>
                    <a:pt x="24547" y="223473"/>
                    <a:pt x="22834" y="223324"/>
                  </a:cubicBezTo>
                  <a:cubicBezTo>
                    <a:pt x="16892" y="222821"/>
                    <a:pt x="11024" y="221499"/>
                    <a:pt x="4412" y="222653"/>
                  </a:cubicBezTo>
                  <a:cubicBezTo>
                    <a:pt x="6666" y="217047"/>
                    <a:pt x="9758" y="212837"/>
                    <a:pt x="12757" y="208590"/>
                  </a:cubicBezTo>
                  <a:cubicBezTo>
                    <a:pt x="21753" y="195831"/>
                    <a:pt x="24007" y="182997"/>
                    <a:pt x="14135" y="169512"/>
                  </a:cubicBezTo>
                  <a:cubicBezTo>
                    <a:pt x="10708" y="164818"/>
                    <a:pt x="8063" y="159565"/>
                    <a:pt x="4859" y="154685"/>
                  </a:cubicBezTo>
                  <a:cubicBezTo>
                    <a:pt x="-766" y="146135"/>
                    <a:pt x="-1139" y="136803"/>
                    <a:pt x="1860" y="127602"/>
                  </a:cubicBezTo>
                  <a:cubicBezTo>
                    <a:pt x="5306" y="117059"/>
                    <a:pt x="8286" y="106405"/>
                    <a:pt x="11360" y="95769"/>
                  </a:cubicBezTo>
                  <a:cubicBezTo>
                    <a:pt x="15253" y="82283"/>
                    <a:pt x="23970" y="71629"/>
                    <a:pt x="33283" y="62017"/>
                  </a:cubicBezTo>
                  <a:cubicBezTo>
                    <a:pt x="52096" y="42590"/>
                    <a:pt x="71635" y="23423"/>
                    <a:pt x="96297" y="11576"/>
                  </a:cubicBezTo>
                  <a:cubicBezTo>
                    <a:pt x="111422" y="4312"/>
                    <a:pt x="127851" y="-717"/>
                    <a:pt x="145229" y="84"/>
                  </a:cubicBezTo>
                  <a:cubicBezTo>
                    <a:pt x="147465" y="214"/>
                    <a:pt x="149812" y="-28"/>
                    <a:pt x="151805" y="138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0E77ED79-EC25-CD17-8793-4D44E037B99B}"/>
                </a:ext>
              </a:extLst>
            </p:cNvPr>
            <p:cNvSpPr/>
            <p:nvPr/>
          </p:nvSpPr>
          <p:spPr>
            <a:xfrm>
              <a:off x="1546979" y="5227735"/>
              <a:ext cx="188472" cy="234314"/>
            </a:xfrm>
            <a:custGeom>
              <a:avLst/>
              <a:gdLst>
                <a:gd name="csX0" fmla="*/ 157683 w 188472"/>
                <a:gd name="csY0" fmla="*/ 436 h 234314"/>
                <a:gd name="csX1" fmla="*/ 166381 w 188472"/>
                <a:gd name="csY1" fmla="*/ 511 h 234314"/>
                <a:gd name="csX2" fmla="*/ 177520 w 188472"/>
                <a:gd name="csY2" fmla="*/ 7012 h 234314"/>
                <a:gd name="csX3" fmla="*/ 179476 w 188472"/>
                <a:gd name="csY3" fmla="*/ 49760 h 234314"/>
                <a:gd name="csX4" fmla="*/ 157720 w 188472"/>
                <a:gd name="csY4" fmla="*/ 72670 h 234314"/>
                <a:gd name="csX5" fmla="*/ 126241 w 188472"/>
                <a:gd name="csY5" fmla="*/ 110985 h 234314"/>
                <a:gd name="csX6" fmla="*/ 102641 w 188472"/>
                <a:gd name="csY6" fmla="*/ 141198 h 234314"/>
                <a:gd name="csX7" fmla="*/ 93178 w 188472"/>
                <a:gd name="csY7" fmla="*/ 155205 h 234314"/>
                <a:gd name="csX8" fmla="*/ 66412 w 188472"/>
                <a:gd name="csY8" fmla="*/ 191508 h 234314"/>
                <a:gd name="csX9" fmla="*/ 64829 w 188472"/>
                <a:gd name="csY9" fmla="*/ 195159 h 234314"/>
                <a:gd name="csX10" fmla="*/ 54230 w 188472"/>
                <a:gd name="csY10" fmla="*/ 211700 h 234314"/>
                <a:gd name="csX11" fmla="*/ 32102 w 188472"/>
                <a:gd name="csY11" fmla="*/ 232114 h 234314"/>
                <a:gd name="csX12" fmla="*/ 27 w 188472"/>
                <a:gd name="csY12" fmla="*/ 211774 h 234314"/>
                <a:gd name="csX13" fmla="*/ 14499 w 188472"/>
                <a:gd name="csY13" fmla="*/ 163215 h 234314"/>
                <a:gd name="csX14" fmla="*/ 15449 w 188472"/>
                <a:gd name="csY14" fmla="*/ 161799 h 234314"/>
                <a:gd name="csX15" fmla="*/ 33834 w 188472"/>
                <a:gd name="csY15" fmla="*/ 133393 h 234314"/>
                <a:gd name="csX16" fmla="*/ 61811 w 188472"/>
                <a:gd name="csY16" fmla="*/ 93085 h 234314"/>
                <a:gd name="csX17" fmla="*/ 120299 w 188472"/>
                <a:gd name="csY17" fmla="*/ 25266 h 234314"/>
                <a:gd name="csX18" fmla="*/ 143415 w 188472"/>
                <a:gd name="csY18" fmla="*/ 4050 h 234314"/>
                <a:gd name="csX19" fmla="*/ 157683 w 188472"/>
                <a:gd name="csY19" fmla="*/ 436 h 234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8472" h="234314">
                  <a:moveTo>
                    <a:pt x="157683" y="436"/>
                  </a:moveTo>
                  <a:cubicBezTo>
                    <a:pt x="160588" y="455"/>
                    <a:pt x="163475" y="492"/>
                    <a:pt x="166381" y="511"/>
                  </a:cubicBezTo>
                  <a:cubicBezTo>
                    <a:pt x="170293" y="2318"/>
                    <a:pt x="174204" y="4180"/>
                    <a:pt x="177520" y="7012"/>
                  </a:cubicBezTo>
                  <a:cubicBezTo>
                    <a:pt x="191322" y="18765"/>
                    <a:pt x="192198" y="36125"/>
                    <a:pt x="179476" y="49760"/>
                  </a:cubicBezTo>
                  <a:cubicBezTo>
                    <a:pt x="172286" y="57453"/>
                    <a:pt x="164556" y="64624"/>
                    <a:pt x="157720" y="72670"/>
                  </a:cubicBezTo>
                  <a:cubicBezTo>
                    <a:pt x="147028" y="85281"/>
                    <a:pt x="135927" y="97500"/>
                    <a:pt x="126241" y="110985"/>
                  </a:cubicBezTo>
                  <a:cubicBezTo>
                    <a:pt x="118790" y="121342"/>
                    <a:pt x="110166" y="130841"/>
                    <a:pt x="102641" y="141198"/>
                  </a:cubicBezTo>
                  <a:cubicBezTo>
                    <a:pt x="99307" y="145780"/>
                    <a:pt x="96326" y="150548"/>
                    <a:pt x="93178" y="155205"/>
                  </a:cubicBezTo>
                  <a:cubicBezTo>
                    <a:pt x="84741" y="167666"/>
                    <a:pt x="74626" y="178898"/>
                    <a:pt x="66412" y="191508"/>
                  </a:cubicBezTo>
                  <a:cubicBezTo>
                    <a:pt x="65611" y="192607"/>
                    <a:pt x="65034" y="193781"/>
                    <a:pt x="64829" y="195159"/>
                  </a:cubicBezTo>
                  <a:cubicBezTo>
                    <a:pt x="62742" y="201604"/>
                    <a:pt x="58235" y="206596"/>
                    <a:pt x="54230" y="211700"/>
                  </a:cubicBezTo>
                  <a:cubicBezTo>
                    <a:pt x="48027" y="219635"/>
                    <a:pt x="42086" y="227942"/>
                    <a:pt x="32102" y="232114"/>
                  </a:cubicBezTo>
                  <a:cubicBezTo>
                    <a:pt x="16828" y="238503"/>
                    <a:pt x="567" y="230755"/>
                    <a:pt x="27" y="211774"/>
                  </a:cubicBezTo>
                  <a:cubicBezTo>
                    <a:pt x="-458" y="194153"/>
                    <a:pt x="5745" y="178228"/>
                    <a:pt x="14499" y="163215"/>
                  </a:cubicBezTo>
                  <a:cubicBezTo>
                    <a:pt x="14760" y="162712"/>
                    <a:pt x="15095" y="162246"/>
                    <a:pt x="15449" y="161799"/>
                  </a:cubicBezTo>
                  <a:cubicBezTo>
                    <a:pt x="21894" y="152541"/>
                    <a:pt x="27594" y="142800"/>
                    <a:pt x="33834" y="133393"/>
                  </a:cubicBezTo>
                  <a:cubicBezTo>
                    <a:pt x="42886" y="119759"/>
                    <a:pt x="52461" y="106496"/>
                    <a:pt x="61811" y="93085"/>
                  </a:cubicBezTo>
                  <a:cubicBezTo>
                    <a:pt x="78985" y="68442"/>
                    <a:pt x="100052" y="47226"/>
                    <a:pt x="120299" y="25266"/>
                  </a:cubicBezTo>
                  <a:cubicBezTo>
                    <a:pt x="127396" y="17573"/>
                    <a:pt x="134083" y="9414"/>
                    <a:pt x="143415" y="4050"/>
                  </a:cubicBezTo>
                  <a:cubicBezTo>
                    <a:pt x="147959" y="1479"/>
                    <a:pt x="152244" y="-1035"/>
                    <a:pt x="157683" y="436"/>
                  </a:cubicBezTo>
                  <a:close/>
                </a:path>
              </a:pathLst>
            </a:custGeom>
            <a:solidFill>
              <a:srgbClr val="8C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6677C105-95B2-7A7F-3BB7-8858BCD548E5}"/>
                </a:ext>
              </a:extLst>
            </p:cNvPr>
            <p:cNvSpPr/>
            <p:nvPr/>
          </p:nvSpPr>
          <p:spPr>
            <a:xfrm>
              <a:off x="2021892" y="4839489"/>
              <a:ext cx="136818" cy="168384"/>
            </a:xfrm>
            <a:custGeom>
              <a:avLst/>
              <a:gdLst>
                <a:gd name="csX0" fmla="*/ 0 w 136818"/>
                <a:gd name="csY0" fmla="*/ 161567 h 168384"/>
                <a:gd name="csX1" fmla="*/ 30585 w 136818"/>
                <a:gd name="csY1" fmla="*/ 142233 h 168384"/>
                <a:gd name="csX2" fmla="*/ 63349 w 136818"/>
                <a:gd name="csY2" fmla="*/ 115522 h 168384"/>
                <a:gd name="csX3" fmla="*/ 84099 w 136818"/>
                <a:gd name="csY3" fmla="*/ 83615 h 168384"/>
                <a:gd name="csX4" fmla="*/ 93022 w 136818"/>
                <a:gd name="csY4" fmla="*/ 68788 h 168384"/>
                <a:gd name="csX5" fmla="*/ 104272 w 136818"/>
                <a:gd name="csY5" fmla="*/ 44443 h 168384"/>
                <a:gd name="csX6" fmla="*/ 102149 w 136818"/>
                <a:gd name="csY6" fmla="*/ 36564 h 168384"/>
                <a:gd name="csX7" fmla="*/ 98591 w 136818"/>
                <a:gd name="csY7" fmla="*/ 32597 h 168384"/>
                <a:gd name="csX8" fmla="*/ 99746 w 136818"/>
                <a:gd name="csY8" fmla="*/ 32112 h 168384"/>
                <a:gd name="csX9" fmla="*/ 110568 w 136818"/>
                <a:gd name="csY9" fmla="*/ 28182 h 168384"/>
                <a:gd name="csX10" fmla="*/ 117776 w 136818"/>
                <a:gd name="csY10" fmla="*/ 13057 h 168384"/>
                <a:gd name="csX11" fmla="*/ 119173 w 136818"/>
                <a:gd name="csY11" fmla="*/ 10692 h 168384"/>
                <a:gd name="csX12" fmla="*/ 123215 w 136818"/>
                <a:gd name="csY12" fmla="*/ 0 h 168384"/>
                <a:gd name="csX13" fmla="*/ 136534 w 136818"/>
                <a:gd name="csY13" fmla="*/ 39693 h 168384"/>
                <a:gd name="csX14" fmla="*/ 83746 w 136818"/>
                <a:gd name="csY14" fmla="*/ 142699 h 168384"/>
                <a:gd name="csX15" fmla="*/ 55545 w 136818"/>
                <a:gd name="csY15" fmla="*/ 163263 h 168384"/>
                <a:gd name="csX16" fmla="*/ 24364 w 136818"/>
                <a:gd name="csY16" fmla="*/ 164734 h 168384"/>
                <a:gd name="csX17" fmla="*/ 0 w 136818"/>
                <a:gd name="csY17" fmla="*/ 161567 h 168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6818" h="168384">
                  <a:moveTo>
                    <a:pt x="0" y="161567"/>
                  </a:moveTo>
                  <a:cubicBezTo>
                    <a:pt x="9779" y="154471"/>
                    <a:pt x="19800" y="147840"/>
                    <a:pt x="30585" y="142233"/>
                  </a:cubicBezTo>
                  <a:cubicBezTo>
                    <a:pt x="43251" y="135639"/>
                    <a:pt x="54632" y="126847"/>
                    <a:pt x="63349" y="115522"/>
                  </a:cubicBezTo>
                  <a:cubicBezTo>
                    <a:pt x="71079" y="105501"/>
                    <a:pt x="78996" y="95387"/>
                    <a:pt x="84099" y="83615"/>
                  </a:cubicBezTo>
                  <a:cubicBezTo>
                    <a:pt x="86428" y="78251"/>
                    <a:pt x="90004" y="73650"/>
                    <a:pt x="93022" y="68788"/>
                  </a:cubicBezTo>
                  <a:cubicBezTo>
                    <a:pt x="97827" y="61058"/>
                    <a:pt x="99727" y="52173"/>
                    <a:pt x="104272" y="44443"/>
                  </a:cubicBezTo>
                  <a:cubicBezTo>
                    <a:pt x="106098" y="41314"/>
                    <a:pt x="104719" y="38576"/>
                    <a:pt x="102149" y="36564"/>
                  </a:cubicBezTo>
                  <a:cubicBezTo>
                    <a:pt x="100677" y="35428"/>
                    <a:pt x="99001" y="34646"/>
                    <a:pt x="98591" y="32597"/>
                  </a:cubicBezTo>
                  <a:cubicBezTo>
                    <a:pt x="99113" y="32373"/>
                    <a:pt x="99578" y="32001"/>
                    <a:pt x="99746" y="32112"/>
                  </a:cubicBezTo>
                  <a:cubicBezTo>
                    <a:pt x="105054" y="35391"/>
                    <a:pt x="108072" y="33528"/>
                    <a:pt x="110568" y="28182"/>
                  </a:cubicBezTo>
                  <a:cubicBezTo>
                    <a:pt x="112915" y="23134"/>
                    <a:pt x="114275" y="17565"/>
                    <a:pt x="117776" y="13057"/>
                  </a:cubicBezTo>
                  <a:cubicBezTo>
                    <a:pt x="118335" y="12331"/>
                    <a:pt x="118540" y="10878"/>
                    <a:pt x="119173" y="10692"/>
                  </a:cubicBezTo>
                  <a:cubicBezTo>
                    <a:pt x="125395" y="8885"/>
                    <a:pt x="123495" y="4154"/>
                    <a:pt x="123215" y="0"/>
                  </a:cubicBezTo>
                  <a:cubicBezTo>
                    <a:pt x="135733" y="10524"/>
                    <a:pt x="137688" y="24289"/>
                    <a:pt x="136534" y="39693"/>
                  </a:cubicBezTo>
                  <a:cubicBezTo>
                    <a:pt x="133367" y="81547"/>
                    <a:pt x="114591" y="115280"/>
                    <a:pt x="83746" y="142699"/>
                  </a:cubicBezTo>
                  <a:cubicBezTo>
                    <a:pt x="75084" y="150391"/>
                    <a:pt x="65119" y="156650"/>
                    <a:pt x="55545" y="163263"/>
                  </a:cubicBezTo>
                  <a:cubicBezTo>
                    <a:pt x="45579" y="170136"/>
                    <a:pt x="34627" y="169540"/>
                    <a:pt x="24364" y="164734"/>
                  </a:cubicBezTo>
                  <a:cubicBezTo>
                    <a:pt x="16261" y="160897"/>
                    <a:pt x="8587" y="158904"/>
                    <a:pt x="0" y="161567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3217E6CA-9F11-9891-AF63-EE29145A9E1E}"/>
                </a:ext>
              </a:extLst>
            </p:cNvPr>
            <p:cNvSpPr/>
            <p:nvPr/>
          </p:nvSpPr>
          <p:spPr>
            <a:xfrm>
              <a:off x="1921893" y="5215242"/>
              <a:ext cx="152227" cy="170707"/>
            </a:xfrm>
            <a:custGeom>
              <a:avLst/>
              <a:gdLst>
                <a:gd name="csX0" fmla="*/ 131832 w 152227"/>
                <a:gd name="csY0" fmla="*/ 151045 h 170707"/>
                <a:gd name="csX1" fmla="*/ 118737 w 152227"/>
                <a:gd name="csY1" fmla="*/ 160377 h 170707"/>
                <a:gd name="csX2" fmla="*/ 93461 w 152227"/>
                <a:gd name="csY2" fmla="*/ 170231 h 170707"/>
                <a:gd name="csX3" fmla="*/ 84501 w 152227"/>
                <a:gd name="csY3" fmla="*/ 170678 h 170707"/>
                <a:gd name="csX4" fmla="*/ 81223 w 152227"/>
                <a:gd name="csY4" fmla="*/ 166952 h 170707"/>
                <a:gd name="csX5" fmla="*/ 68650 w 152227"/>
                <a:gd name="csY5" fmla="*/ 140186 h 170707"/>
                <a:gd name="csX6" fmla="*/ 49018 w 152227"/>
                <a:gd name="csY6" fmla="*/ 127036 h 170707"/>
                <a:gd name="csX7" fmla="*/ 28715 w 152227"/>
                <a:gd name="csY7" fmla="*/ 103044 h 170707"/>
                <a:gd name="csX8" fmla="*/ 15322 w 152227"/>
                <a:gd name="csY8" fmla="*/ 75198 h 170707"/>
                <a:gd name="csX9" fmla="*/ 3848 w 152227"/>
                <a:gd name="csY9" fmla="*/ 57335 h 170707"/>
                <a:gd name="csX10" fmla="*/ 421 w 152227"/>
                <a:gd name="csY10" fmla="*/ 47891 h 170707"/>
                <a:gd name="csX11" fmla="*/ 8113 w 152227"/>
                <a:gd name="csY11" fmla="*/ 34443 h 170707"/>
                <a:gd name="csX12" fmla="*/ 8318 w 152227"/>
                <a:gd name="csY12" fmla="*/ 19858 h 170707"/>
                <a:gd name="csX13" fmla="*/ 8356 w 152227"/>
                <a:gd name="csY13" fmla="*/ 19914 h 170707"/>
                <a:gd name="csX14" fmla="*/ 10554 w 152227"/>
                <a:gd name="csY14" fmla="*/ 14400 h 170707"/>
                <a:gd name="csX15" fmla="*/ 23909 w 152227"/>
                <a:gd name="csY15" fmla="*/ 2759 h 170707"/>
                <a:gd name="csX16" fmla="*/ 30130 w 152227"/>
                <a:gd name="csY16" fmla="*/ 505 h 170707"/>
                <a:gd name="csX17" fmla="*/ 55649 w 152227"/>
                <a:gd name="csY17" fmla="*/ 5012 h 170707"/>
                <a:gd name="csX18" fmla="*/ 80757 w 152227"/>
                <a:gd name="csY18" fmla="*/ 4565 h 170707"/>
                <a:gd name="csX19" fmla="*/ 84334 w 152227"/>
                <a:gd name="csY19" fmla="*/ 7955 h 170707"/>
                <a:gd name="csX20" fmla="*/ 87612 w 152227"/>
                <a:gd name="csY20" fmla="*/ 27700 h 170707"/>
                <a:gd name="csX21" fmla="*/ 88320 w 152227"/>
                <a:gd name="csY21" fmla="*/ 31518 h 170707"/>
                <a:gd name="csX22" fmla="*/ 102327 w 152227"/>
                <a:gd name="csY22" fmla="*/ 45544 h 170707"/>
                <a:gd name="csX23" fmla="*/ 120879 w 152227"/>
                <a:gd name="csY23" fmla="*/ 85200 h 170707"/>
                <a:gd name="csX24" fmla="*/ 135296 w 152227"/>
                <a:gd name="csY24" fmla="*/ 107869 h 170707"/>
                <a:gd name="csX25" fmla="*/ 145392 w 152227"/>
                <a:gd name="csY25" fmla="*/ 112637 h 170707"/>
                <a:gd name="csX26" fmla="*/ 152228 w 152227"/>
                <a:gd name="csY26" fmla="*/ 119343 h 170707"/>
                <a:gd name="csX27" fmla="*/ 131757 w 152227"/>
                <a:gd name="csY27" fmla="*/ 151064 h 170707"/>
                <a:gd name="csX28" fmla="*/ 133303 w 152227"/>
                <a:gd name="csY28" fmla="*/ 145532 h 170707"/>
                <a:gd name="csX29" fmla="*/ 132279 w 152227"/>
                <a:gd name="csY29" fmla="*/ 127855 h 170707"/>
                <a:gd name="csX30" fmla="*/ 118197 w 152227"/>
                <a:gd name="csY30" fmla="*/ 102169 h 170707"/>
                <a:gd name="csX31" fmla="*/ 89195 w 152227"/>
                <a:gd name="csY31" fmla="*/ 53237 h 170707"/>
                <a:gd name="csX32" fmla="*/ 54773 w 152227"/>
                <a:gd name="csY32" fmla="*/ 18442 h 170707"/>
                <a:gd name="csX33" fmla="*/ 39332 w 152227"/>
                <a:gd name="csY33" fmla="*/ 16561 h 170707"/>
                <a:gd name="csX34" fmla="*/ 25418 w 152227"/>
                <a:gd name="csY34" fmla="*/ 24310 h 170707"/>
                <a:gd name="csX35" fmla="*/ 22102 w 152227"/>
                <a:gd name="csY35" fmla="*/ 49288 h 170707"/>
                <a:gd name="csX36" fmla="*/ 30130 w 152227"/>
                <a:gd name="csY36" fmla="*/ 62234 h 170707"/>
                <a:gd name="csX37" fmla="*/ 49074 w 152227"/>
                <a:gd name="csY37" fmla="*/ 88702 h 170707"/>
                <a:gd name="csX38" fmla="*/ 66806 w 152227"/>
                <a:gd name="csY38" fmla="*/ 108949 h 170707"/>
                <a:gd name="csX39" fmla="*/ 86942 w 152227"/>
                <a:gd name="csY39" fmla="*/ 124353 h 170707"/>
                <a:gd name="csX40" fmla="*/ 87836 w 152227"/>
                <a:gd name="csY40" fmla="*/ 125695 h 170707"/>
                <a:gd name="csX41" fmla="*/ 76641 w 152227"/>
                <a:gd name="csY41" fmla="*/ 133555 h 170707"/>
                <a:gd name="csX42" fmla="*/ 83607 w 152227"/>
                <a:gd name="csY42" fmla="*/ 129029 h 170707"/>
                <a:gd name="csX43" fmla="*/ 88022 w 152227"/>
                <a:gd name="csY43" fmla="*/ 128339 h 170707"/>
                <a:gd name="csX44" fmla="*/ 107599 w 152227"/>
                <a:gd name="csY44" fmla="*/ 152219 h 170707"/>
                <a:gd name="csX45" fmla="*/ 124344 w 152227"/>
                <a:gd name="csY45" fmla="*/ 152312 h 170707"/>
                <a:gd name="csX46" fmla="*/ 131832 w 152227"/>
                <a:gd name="csY46" fmla="*/ 151045 h 17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2227" h="170707">
                  <a:moveTo>
                    <a:pt x="131832" y="151045"/>
                  </a:moveTo>
                  <a:cubicBezTo>
                    <a:pt x="128591" y="155721"/>
                    <a:pt x="123524" y="157993"/>
                    <a:pt x="118737" y="160377"/>
                  </a:cubicBezTo>
                  <a:cubicBezTo>
                    <a:pt x="110635" y="164419"/>
                    <a:pt x="102607" y="168778"/>
                    <a:pt x="93461" y="170231"/>
                  </a:cubicBezTo>
                  <a:cubicBezTo>
                    <a:pt x="90518" y="171143"/>
                    <a:pt x="87482" y="170417"/>
                    <a:pt x="84501" y="170678"/>
                  </a:cubicBezTo>
                  <a:cubicBezTo>
                    <a:pt x="81707" y="170901"/>
                    <a:pt x="80459" y="169504"/>
                    <a:pt x="81223" y="166952"/>
                  </a:cubicBezTo>
                  <a:cubicBezTo>
                    <a:pt x="85042" y="154212"/>
                    <a:pt x="77814" y="146817"/>
                    <a:pt x="68650" y="140186"/>
                  </a:cubicBezTo>
                  <a:cubicBezTo>
                    <a:pt x="62261" y="135548"/>
                    <a:pt x="55183" y="131879"/>
                    <a:pt x="49018" y="127036"/>
                  </a:cubicBezTo>
                  <a:cubicBezTo>
                    <a:pt x="40710" y="120516"/>
                    <a:pt x="34303" y="112097"/>
                    <a:pt x="28715" y="103044"/>
                  </a:cubicBezTo>
                  <a:cubicBezTo>
                    <a:pt x="23257" y="94215"/>
                    <a:pt x="18861" y="84902"/>
                    <a:pt x="15322" y="75198"/>
                  </a:cubicBezTo>
                  <a:cubicBezTo>
                    <a:pt x="12807" y="68324"/>
                    <a:pt x="8970" y="62457"/>
                    <a:pt x="3848" y="57335"/>
                  </a:cubicBezTo>
                  <a:cubicBezTo>
                    <a:pt x="1277" y="54746"/>
                    <a:pt x="-958" y="51952"/>
                    <a:pt x="421" y="47891"/>
                  </a:cubicBezTo>
                  <a:cubicBezTo>
                    <a:pt x="2935" y="43383"/>
                    <a:pt x="4742" y="38466"/>
                    <a:pt x="8113" y="34443"/>
                  </a:cubicBezTo>
                  <a:cubicBezTo>
                    <a:pt x="9697" y="29600"/>
                    <a:pt x="9343" y="24738"/>
                    <a:pt x="8318" y="19858"/>
                  </a:cubicBezTo>
                  <a:lnTo>
                    <a:pt x="8356" y="19914"/>
                  </a:lnTo>
                  <a:cubicBezTo>
                    <a:pt x="7108" y="17287"/>
                    <a:pt x="8374" y="15574"/>
                    <a:pt x="10554" y="14400"/>
                  </a:cubicBezTo>
                  <a:cubicBezTo>
                    <a:pt x="15881" y="11513"/>
                    <a:pt x="20444" y="7825"/>
                    <a:pt x="23909" y="2759"/>
                  </a:cubicBezTo>
                  <a:cubicBezTo>
                    <a:pt x="25287" y="747"/>
                    <a:pt x="27280" y="-855"/>
                    <a:pt x="30130" y="505"/>
                  </a:cubicBezTo>
                  <a:cubicBezTo>
                    <a:pt x="37860" y="6428"/>
                    <a:pt x="46838" y="5217"/>
                    <a:pt x="55649" y="5012"/>
                  </a:cubicBezTo>
                  <a:cubicBezTo>
                    <a:pt x="64012" y="4062"/>
                    <a:pt x="72394" y="4845"/>
                    <a:pt x="80757" y="4565"/>
                  </a:cubicBezTo>
                  <a:cubicBezTo>
                    <a:pt x="83160" y="4491"/>
                    <a:pt x="84371" y="5944"/>
                    <a:pt x="84334" y="7955"/>
                  </a:cubicBezTo>
                  <a:cubicBezTo>
                    <a:pt x="84222" y="14773"/>
                    <a:pt x="86345" y="21162"/>
                    <a:pt x="87612" y="27700"/>
                  </a:cubicBezTo>
                  <a:cubicBezTo>
                    <a:pt x="89251" y="28724"/>
                    <a:pt x="83943" y="30978"/>
                    <a:pt x="88320" y="31518"/>
                  </a:cubicBezTo>
                  <a:cubicBezTo>
                    <a:pt x="95491" y="33698"/>
                    <a:pt x="98714" y="39975"/>
                    <a:pt x="102327" y="45544"/>
                  </a:cubicBezTo>
                  <a:cubicBezTo>
                    <a:pt x="110299" y="57894"/>
                    <a:pt x="115533" y="71528"/>
                    <a:pt x="120879" y="85200"/>
                  </a:cubicBezTo>
                  <a:cubicBezTo>
                    <a:pt x="124120" y="93489"/>
                    <a:pt x="129038" y="101238"/>
                    <a:pt x="135296" y="107869"/>
                  </a:cubicBezTo>
                  <a:cubicBezTo>
                    <a:pt x="138053" y="110793"/>
                    <a:pt x="141965" y="111166"/>
                    <a:pt x="145392" y="112637"/>
                  </a:cubicBezTo>
                  <a:cubicBezTo>
                    <a:pt x="148577" y="113997"/>
                    <a:pt x="151688" y="115319"/>
                    <a:pt x="152228" y="119343"/>
                  </a:cubicBezTo>
                  <a:cubicBezTo>
                    <a:pt x="147143" y="131040"/>
                    <a:pt x="142337" y="142924"/>
                    <a:pt x="131757" y="151064"/>
                  </a:cubicBezTo>
                  <a:cubicBezTo>
                    <a:pt x="130398" y="148698"/>
                    <a:pt x="132316" y="147208"/>
                    <a:pt x="133303" y="145532"/>
                  </a:cubicBezTo>
                  <a:cubicBezTo>
                    <a:pt x="137159" y="138975"/>
                    <a:pt x="136600" y="134021"/>
                    <a:pt x="132279" y="127855"/>
                  </a:cubicBezTo>
                  <a:cubicBezTo>
                    <a:pt x="126635" y="119846"/>
                    <a:pt x="122686" y="110849"/>
                    <a:pt x="118197" y="102169"/>
                  </a:cubicBezTo>
                  <a:cubicBezTo>
                    <a:pt x="109480" y="85275"/>
                    <a:pt x="101638" y="67766"/>
                    <a:pt x="89195" y="53237"/>
                  </a:cubicBezTo>
                  <a:cubicBezTo>
                    <a:pt x="78597" y="40850"/>
                    <a:pt x="68352" y="27942"/>
                    <a:pt x="54773" y="18442"/>
                  </a:cubicBezTo>
                  <a:cubicBezTo>
                    <a:pt x="49949" y="15071"/>
                    <a:pt x="45683" y="13264"/>
                    <a:pt x="39332" y="16561"/>
                  </a:cubicBezTo>
                  <a:cubicBezTo>
                    <a:pt x="34601" y="19020"/>
                    <a:pt x="29720" y="20603"/>
                    <a:pt x="25418" y="24310"/>
                  </a:cubicBezTo>
                  <a:cubicBezTo>
                    <a:pt x="16104" y="32338"/>
                    <a:pt x="18265" y="41353"/>
                    <a:pt x="22102" y="49288"/>
                  </a:cubicBezTo>
                  <a:cubicBezTo>
                    <a:pt x="24300" y="53852"/>
                    <a:pt x="26982" y="58266"/>
                    <a:pt x="30130" y="62234"/>
                  </a:cubicBezTo>
                  <a:cubicBezTo>
                    <a:pt x="36892" y="70746"/>
                    <a:pt x="42517" y="80041"/>
                    <a:pt x="49074" y="88702"/>
                  </a:cubicBezTo>
                  <a:cubicBezTo>
                    <a:pt x="54550" y="95948"/>
                    <a:pt x="60976" y="102150"/>
                    <a:pt x="66806" y="108949"/>
                  </a:cubicBezTo>
                  <a:cubicBezTo>
                    <a:pt x="72357" y="115413"/>
                    <a:pt x="77833" y="122360"/>
                    <a:pt x="86942" y="124353"/>
                  </a:cubicBezTo>
                  <a:cubicBezTo>
                    <a:pt x="87463" y="124465"/>
                    <a:pt x="87724" y="125117"/>
                    <a:pt x="87836" y="125695"/>
                  </a:cubicBezTo>
                  <a:cubicBezTo>
                    <a:pt x="84408" y="128731"/>
                    <a:pt x="80646" y="131301"/>
                    <a:pt x="76641" y="133555"/>
                  </a:cubicBezTo>
                  <a:cubicBezTo>
                    <a:pt x="79156" y="132344"/>
                    <a:pt x="81577" y="131022"/>
                    <a:pt x="83607" y="129029"/>
                  </a:cubicBezTo>
                  <a:cubicBezTo>
                    <a:pt x="84799" y="127874"/>
                    <a:pt x="86308" y="126905"/>
                    <a:pt x="88022" y="128339"/>
                  </a:cubicBezTo>
                  <a:cubicBezTo>
                    <a:pt x="91989" y="138398"/>
                    <a:pt x="99626" y="145513"/>
                    <a:pt x="107599" y="152219"/>
                  </a:cubicBezTo>
                  <a:cubicBezTo>
                    <a:pt x="111845" y="155795"/>
                    <a:pt x="119389" y="155423"/>
                    <a:pt x="124344" y="152312"/>
                  </a:cubicBezTo>
                  <a:cubicBezTo>
                    <a:pt x="126635" y="150934"/>
                    <a:pt x="128833" y="148587"/>
                    <a:pt x="131832" y="151045"/>
                  </a:cubicBezTo>
                  <a:close/>
                </a:path>
              </a:pathLst>
            </a:custGeom>
            <a:solidFill>
              <a:srgbClr val="88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F266B1A9-75CE-B472-E8ED-AF4EE90CCFB1}"/>
                </a:ext>
              </a:extLst>
            </p:cNvPr>
            <p:cNvSpPr/>
            <p:nvPr/>
          </p:nvSpPr>
          <p:spPr>
            <a:xfrm>
              <a:off x="1536984" y="5229512"/>
              <a:ext cx="114919" cy="158584"/>
            </a:xfrm>
            <a:custGeom>
              <a:avLst/>
              <a:gdLst>
                <a:gd name="csX0" fmla="*/ 0 w 114919"/>
                <a:gd name="csY0" fmla="*/ 107122 h 158584"/>
                <a:gd name="csX1" fmla="*/ 21756 w 114919"/>
                <a:gd name="csY1" fmla="*/ 74805 h 158584"/>
                <a:gd name="csX2" fmla="*/ 40494 w 114919"/>
                <a:gd name="csY2" fmla="*/ 53198 h 158584"/>
                <a:gd name="csX3" fmla="*/ 69142 w 114919"/>
                <a:gd name="csY3" fmla="*/ 21383 h 158584"/>
                <a:gd name="csX4" fmla="*/ 100677 w 114919"/>
                <a:gd name="csY4" fmla="*/ 0 h 158584"/>
                <a:gd name="csX5" fmla="*/ 109748 w 114919"/>
                <a:gd name="csY5" fmla="*/ 8214 h 158584"/>
                <a:gd name="csX6" fmla="*/ 114517 w 114919"/>
                <a:gd name="csY6" fmla="*/ 20303 h 158584"/>
                <a:gd name="csX7" fmla="*/ 111332 w 114919"/>
                <a:gd name="csY7" fmla="*/ 33323 h 158584"/>
                <a:gd name="csX8" fmla="*/ 103676 w 114919"/>
                <a:gd name="csY8" fmla="*/ 31516 h 158584"/>
                <a:gd name="csX9" fmla="*/ 96542 w 114919"/>
                <a:gd name="csY9" fmla="*/ 27884 h 158584"/>
                <a:gd name="csX10" fmla="*/ 111145 w 114919"/>
                <a:gd name="csY10" fmla="*/ 33584 h 158584"/>
                <a:gd name="csX11" fmla="*/ 110531 w 114919"/>
                <a:gd name="csY11" fmla="*/ 36937 h 158584"/>
                <a:gd name="csX12" fmla="*/ 97231 w 114919"/>
                <a:gd name="csY12" fmla="*/ 46678 h 158584"/>
                <a:gd name="csX13" fmla="*/ 76965 w 114919"/>
                <a:gd name="csY13" fmla="*/ 70558 h 158584"/>
                <a:gd name="csX14" fmla="*/ 72700 w 114919"/>
                <a:gd name="csY14" fmla="*/ 81249 h 158584"/>
                <a:gd name="csX15" fmla="*/ 67894 w 114919"/>
                <a:gd name="csY15" fmla="*/ 80765 h 158584"/>
                <a:gd name="csX16" fmla="*/ 45915 w 114919"/>
                <a:gd name="csY16" fmla="*/ 67354 h 158584"/>
                <a:gd name="csX17" fmla="*/ 70353 w 114919"/>
                <a:gd name="csY17" fmla="*/ 82311 h 158584"/>
                <a:gd name="csX18" fmla="*/ 69813 w 114919"/>
                <a:gd name="csY18" fmla="*/ 84379 h 158584"/>
                <a:gd name="csX19" fmla="*/ 52322 w 114919"/>
                <a:gd name="csY19" fmla="*/ 108798 h 158584"/>
                <a:gd name="csX20" fmla="*/ 35167 w 114919"/>
                <a:gd name="csY20" fmla="*/ 135900 h 158584"/>
                <a:gd name="csX21" fmla="*/ 22818 w 114919"/>
                <a:gd name="csY21" fmla="*/ 158420 h 158584"/>
                <a:gd name="csX22" fmla="*/ 11511 w 114919"/>
                <a:gd name="csY22" fmla="*/ 153074 h 158584"/>
                <a:gd name="csX23" fmla="*/ 13355 w 114919"/>
                <a:gd name="csY23" fmla="*/ 141823 h 158584"/>
                <a:gd name="csX24" fmla="*/ 31330 w 114919"/>
                <a:gd name="csY24" fmla="*/ 102428 h 158584"/>
                <a:gd name="csX25" fmla="*/ 25835 w 114919"/>
                <a:gd name="csY25" fmla="*/ 98982 h 158584"/>
                <a:gd name="csX26" fmla="*/ 6203 w 114919"/>
                <a:gd name="csY26" fmla="*/ 108388 h 158584"/>
                <a:gd name="csX27" fmla="*/ 0 w 114919"/>
                <a:gd name="csY27" fmla="*/ 107122 h 15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4919" h="158584">
                  <a:moveTo>
                    <a:pt x="0" y="107122"/>
                  </a:moveTo>
                  <a:cubicBezTo>
                    <a:pt x="5625" y="95257"/>
                    <a:pt x="14473" y="85552"/>
                    <a:pt x="21756" y="74805"/>
                  </a:cubicBezTo>
                  <a:cubicBezTo>
                    <a:pt x="27158" y="66832"/>
                    <a:pt x="33416" y="59605"/>
                    <a:pt x="40494" y="53198"/>
                  </a:cubicBezTo>
                  <a:cubicBezTo>
                    <a:pt x="51149" y="43530"/>
                    <a:pt x="60295" y="32652"/>
                    <a:pt x="69142" y="21383"/>
                  </a:cubicBezTo>
                  <a:cubicBezTo>
                    <a:pt x="77338" y="10971"/>
                    <a:pt x="87322" y="2924"/>
                    <a:pt x="100677" y="0"/>
                  </a:cubicBezTo>
                  <a:cubicBezTo>
                    <a:pt x="102726" y="3800"/>
                    <a:pt x="106470" y="5793"/>
                    <a:pt x="109748" y="8214"/>
                  </a:cubicBezTo>
                  <a:cubicBezTo>
                    <a:pt x="113958" y="11344"/>
                    <a:pt x="115802" y="14864"/>
                    <a:pt x="114517" y="20303"/>
                  </a:cubicBezTo>
                  <a:cubicBezTo>
                    <a:pt x="113492" y="24662"/>
                    <a:pt x="112691" y="29058"/>
                    <a:pt x="111332" y="33323"/>
                  </a:cubicBezTo>
                  <a:cubicBezTo>
                    <a:pt x="108277" y="34962"/>
                    <a:pt x="106097" y="32578"/>
                    <a:pt x="103676" y="31516"/>
                  </a:cubicBezTo>
                  <a:cubicBezTo>
                    <a:pt x="101236" y="30436"/>
                    <a:pt x="99057" y="28797"/>
                    <a:pt x="96542" y="27884"/>
                  </a:cubicBezTo>
                  <a:cubicBezTo>
                    <a:pt x="101571" y="29374"/>
                    <a:pt x="105148" y="34534"/>
                    <a:pt x="111145" y="33584"/>
                  </a:cubicBezTo>
                  <a:cubicBezTo>
                    <a:pt x="113846" y="35242"/>
                    <a:pt x="112244" y="36639"/>
                    <a:pt x="110531" y="36937"/>
                  </a:cubicBezTo>
                  <a:cubicBezTo>
                    <a:pt x="104421" y="38017"/>
                    <a:pt x="100845" y="42525"/>
                    <a:pt x="97231" y="46678"/>
                  </a:cubicBezTo>
                  <a:cubicBezTo>
                    <a:pt x="90395" y="54557"/>
                    <a:pt x="82479" y="61505"/>
                    <a:pt x="76965" y="70558"/>
                  </a:cubicBezTo>
                  <a:cubicBezTo>
                    <a:pt x="74898" y="73948"/>
                    <a:pt x="72923" y="77207"/>
                    <a:pt x="72700" y="81249"/>
                  </a:cubicBezTo>
                  <a:cubicBezTo>
                    <a:pt x="71005" y="82181"/>
                    <a:pt x="69217" y="81529"/>
                    <a:pt x="67894" y="80765"/>
                  </a:cubicBezTo>
                  <a:cubicBezTo>
                    <a:pt x="60444" y="76518"/>
                    <a:pt x="52378" y="73240"/>
                    <a:pt x="45915" y="67354"/>
                  </a:cubicBezTo>
                  <a:cubicBezTo>
                    <a:pt x="52956" y="74134"/>
                    <a:pt x="62194" y="77338"/>
                    <a:pt x="70353" y="82311"/>
                  </a:cubicBezTo>
                  <a:cubicBezTo>
                    <a:pt x="70539" y="83093"/>
                    <a:pt x="70446" y="83932"/>
                    <a:pt x="69813" y="84379"/>
                  </a:cubicBezTo>
                  <a:cubicBezTo>
                    <a:pt x="61207" y="90525"/>
                    <a:pt x="57184" y="99988"/>
                    <a:pt x="52322" y="108798"/>
                  </a:cubicBezTo>
                  <a:cubicBezTo>
                    <a:pt x="47144" y="118186"/>
                    <a:pt x="39973" y="126326"/>
                    <a:pt x="35167" y="135900"/>
                  </a:cubicBezTo>
                  <a:cubicBezTo>
                    <a:pt x="31311" y="143574"/>
                    <a:pt x="25221" y="149982"/>
                    <a:pt x="22818" y="158420"/>
                  </a:cubicBezTo>
                  <a:cubicBezTo>
                    <a:pt x="17751" y="159370"/>
                    <a:pt x="14715" y="156035"/>
                    <a:pt x="11511" y="153074"/>
                  </a:cubicBezTo>
                  <a:cubicBezTo>
                    <a:pt x="8978" y="148808"/>
                    <a:pt x="10580" y="145400"/>
                    <a:pt x="13355" y="141823"/>
                  </a:cubicBezTo>
                  <a:cubicBezTo>
                    <a:pt x="22445" y="130144"/>
                    <a:pt x="29076" y="117255"/>
                    <a:pt x="31330" y="102428"/>
                  </a:cubicBezTo>
                  <a:cubicBezTo>
                    <a:pt x="32112" y="97306"/>
                    <a:pt x="28238" y="98367"/>
                    <a:pt x="25835" y="98982"/>
                  </a:cubicBezTo>
                  <a:cubicBezTo>
                    <a:pt x="18738" y="100863"/>
                    <a:pt x="11940" y="103620"/>
                    <a:pt x="6203" y="108388"/>
                  </a:cubicBezTo>
                  <a:cubicBezTo>
                    <a:pt x="3502" y="110605"/>
                    <a:pt x="1155" y="112039"/>
                    <a:pt x="0" y="107122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2F6CCEB1-FA99-6F7F-B07C-D6846411BB3B}"/>
                </a:ext>
              </a:extLst>
            </p:cNvPr>
            <p:cNvSpPr/>
            <p:nvPr/>
          </p:nvSpPr>
          <p:spPr>
            <a:xfrm>
              <a:off x="1613297" y="5220548"/>
              <a:ext cx="140818" cy="210001"/>
            </a:xfrm>
            <a:custGeom>
              <a:avLst/>
              <a:gdLst>
                <a:gd name="csX0" fmla="*/ 104551 w 140818"/>
                <a:gd name="csY0" fmla="*/ 91480 h 210001"/>
                <a:gd name="csX1" fmla="*/ 100994 w 140818"/>
                <a:gd name="csY1" fmla="*/ 107611 h 210001"/>
                <a:gd name="csX2" fmla="*/ 98554 w 140818"/>
                <a:gd name="csY2" fmla="*/ 115602 h 210001"/>
                <a:gd name="csX3" fmla="*/ 81864 w 140818"/>
                <a:gd name="csY3" fmla="*/ 148440 h 210001"/>
                <a:gd name="csX4" fmla="*/ 73929 w 140818"/>
                <a:gd name="csY4" fmla="*/ 153619 h 210001"/>
                <a:gd name="csX5" fmla="*/ 65603 w 140818"/>
                <a:gd name="csY5" fmla="*/ 152147 h 210001"/>
                <a:gd name="csX6" fmla="*/ 53757 w 140818"/>
                <a:gd name="csY6" fmla="*/ 143858 h 210001"/>
                <a:gd name="csX7" fmla="*/ 66665 w 140818"/>
                <a:gd name="csY7" fmla="*/ 152818 h 210001"/>
                <a:gd name="csX8" fmla="*/ 71787 w 140818"/>
                <a:gd name="csY8" fmla="*/ 155910 h 210001"/>
                <a:gd name="csX9" fmla="*/ 67931 w 140818"/>
                <a:gd name="csY9" fmla="*/ 165130 h 210001"/>
                <a:gd name="csX10" fmla="*/ 31442 w 140818"/>
                <a:gd name="csY10" fmla="*/ 197708 h 210001"/>
                <a:gd name="csX11" fmla="*/ 14175 w 140818"/>
                <a:gd name="csY11" fmla="*/ 210001 h 210001"/>
                <a:gd name="csX12" fmla="*/ 0 w 140818"/>
                <a:gd name="csY12" fmla="*/ 199980 h 210001"/>
                <a:gd name="csX13" fmla="*/ 23749 w 140818"/>
                <a:gd name="csY13" fmla="*/ 171109 h 210001"/>
                <a:gd name="csX14" fmla="*/ 46455 w 140818"/>
                <a:gd name="csY14" fmla="*/ 139760 h 210001"/>
                <a:gd name="csX15" fmla="*/ 49938 w 140818"/>
                <a:gd name="csY15" fmla="*/ 134713 h 210001"/>
                <a:gd name="csX16" fmla="*/ 63889 w 140818"/>
                <a:gd name="csY16" fmla="*/ 117166 h 210001"/>
                <a:gd name="csX17" fmla="*/ 73277 w 140818"/>
                <a:gd name="csY17" fmla="*/ 105301 h 210001"/>
                <a:gd name="csX18" fmla="*/ 90079 w 140818"/>
                <a:gd name="csY18" fmla="*/ 83545 h 210001"/>
                <a:gd name="csX19" fmla="*/ 107904 w 140818"/>
                <a:gd name="csY19" fmla="*/ 64825 h 210001"/>
                <a:gd name="csX20" fmla="*/ 120496 w 140818"/>
                <a:gd name="csY20" fmla="*/ 50427 h 210001"/>
                <a:gd name="csX21" fmla="*/ 117478 w 140818"/>
                <a:gd name="csY21" fmla="*/ 17216 h 210001"/>
                <a:gd name="csX22" fmla="*/ 107643 w 140818"/>
                <a:gd name="csY22" fmla="*/ 6449 h 210001"/>
                <a:gd name="csX23" fmla="*/ 120161 w 140818"/>
                <a:gd name="csY23" fmla="*/ 843 h 210001"/>
                <a:gd name="csX24" fmla="*/ 127667 w 140818"/>
                <a:gd name="csY24" fmla="*/ 2519 h 210001"/>
                <a:gd name="csX25" fmla="*/ 138191 w 140818"/>
                <a:gd name="csY25" fmla="*/ 13416 h 210001"/>
                <a:gd name="csX26" fmla="*/ 139644 w 140818"/>
                <a:gd name="csY26" fmla="*/ 17942 h 210001"/>
                <a:gd name="csX27" fmla="*/ 133646 w 140818"/>
                <a:gd name="csY27" fmla="*/ 38040 h 210001"/>
                <a:gd name="csX28" fmla="*/ 140743 w 140818"/>
                <a:gd name="csY28" fmla="*/ 62050 h 210001"/>
                <a:gd name="csX29" fmla="*/ 134429 w 140818"/>
                <a:gd name="csY29" fmla="*/ 67135 h 210001"/>
                <a:gd name="csX30" fmla="*/ 123066 w 140818"/>
                <a:gd name="csY30" fmla="*/ 70488 h 210001"/>
                <a:gd name="csX31" fmla="*/ 110680 w 140818"/>
                <a:gd name="csY31" fmla="*/ 83843 h 210001"/>
                <a:gd name="csX32" fmla="*/ 105669 w 140818"/>
                <a:gd name="csY32" fmla="*/ 88034 h 210001"/>
                <a:gd name="csX33" fmla="*/ 100938 w 140818"/>
                <a:gd name="csY33" fmla="*/ 85110 h 210001"/>
                <a:gd name="csX34" fmla="*/ 104551 w 140818"/>
                <a:gd name="csY34" fmla="*/ 91480 h 210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40818" h="210001">
                  <a:moveTo>
                    <a:pt x="104551" y="91480"/>
                  </a:moveTo>
                  <a:cubicBezTo>
                    <a:pt x="105185" y="97254"/>
                    <a:pt x="104272" y="102712"/>
                    <a:pt x="100994" y="107611"/>
                  </a:cubicBezTo>
                  <a:cubicBezTo>
                    <a:pt x="99373" y="110032"/>
                    <a:pt x="99168" y="112845"/>
                    <a:pt x="98554" y="115602"/>
                  </a:cubicBezTo>
                  <a:cubicBezTo>
                    <a:pt x="95834" y="127970"/>
                    <a:pt x="88365" y="137972"/>
                    <a:pt x="81864" y="148440"/>
                  </a:cubicBezTo>
                  <a:cubicBezTo>
                    <a:pt x="80113" y="151272"/>
                    <a:pt x="76723" y="152091"/>
                    <a:pt x="73929" y="153619"/>
                  </a:cubicBezTo>
                  <a:cubicBezTo>
                    <a:pt x="70725" y="155649"/>
                    <a:pt x="68211" y="153078"/>
                    <a:pt x="65603" y="152147"/>
                  </a:cubicBezTo>
                  <a:cubicBezTo>
                    <a:pt x="60444" y="150284"/>
                    <a:pt x="56346" y="146745"/>
                    <a:pt x="53757" y="143858"/>
                  </a:cubicBezTo>
                  <a:cubicBezTo>
                    <a:pt x="56569" y="147192"/>
                    <a:pt x="61133" y="150620"/>
                    <a:pt x="66665" y="152818"/>
                  </a:cubicBezTo>
                  <a:cubicBezTo>
                    <a:pt x="68527" y="153563"/>
                    <a:pt x="70688" y="153861"/>
                    <a:pt x="71787" y="155910"/>
                  </a:cubicBezTo>
                  <a:cubicBezTo>
                    <a:pt x="72197" y="159710"/>
                    <a:pt x="70409" y="162150"/>
                    <a:pt x="67931" y="165130"/>
                  </a:cubicBezTo>
                  <a:cubicBezTo>
                    <a:pt x="57370" y="177852"/>
                    <a:pt x="43959" y="187258"/>
                    <a:pt x="31442" y="197708"/>
                  </a:cubicBezTo>
                  <a:cubicBezTo>
                    <a:pt x="26040" y="202234"/>
                    <a:pt x="19949" y="205941"/>
                    <a:pt x="14175" y="210001"/>
                  </a:cubicBezTo>
                  <a:cubicBezTo>
                    <a:pt x="7171" y="209871"/>
                    <a:pt x="2924" y="205866"/>
                    <a:pt x="0" y="199980"/>
                  </a:cubicBezTo>
                  <a:cubicBezTo>
                    <a:pt x="9332" y="191561"/>
                    <a:pt x="15497" y="180515"/>
                    <a:pt x="23749" y="171109"/>
                  </a:cubicBezTo>
                  <a:cubicBezTo>
                    <a:pt x="32150" y="161535"/>
                    <a:pt x="40383" y="151290"/>
                    <a:pt x="46455" y="139760"/>
                  </a:cubicBezTo>
                  <a:cubicBezTo>
                    <a:pt x="47423" y="137916"/>
                    <a:pt x="48224" y="135942"/>
                    <a:pt x="49938" y="134713"/>
                  </a:cubicBezTo>
                  <a:cubicBezTo>
                    <a:pt x="56271" y="130205"/>
                    <a:pt x="59661" y="123294"/>
                    <a:pt x="63889" y="117166"/>
                  </a:cubicBezTo>
                  <a:cubicBezTo>
                    <a:pt x="66795" y="112957"/>
                    <a:pt x="70111" y="109231"/>
                    <a:pt x="73277" y="105301"/>
                  </a:cubicBezTo>
                  <a:cubicBezTo>
                    <a:pt x="79014" y="98167"/>
                    <a:pt x="84584" y="90865"/>
                    <a:pt x="90079" y="83545"/>
                  </a:cubicBezTo>
                  <a:cubicBezTo>
                    <a:pt x="95331" y="76542"/>
                    <a:pt x="102074" y="71159"/>
                    <a:pt x="107904" y="64825"/>
                  </a:cubicBezTo>
                  <a:cubicBezTo>
                    <a:pt x="112226" y="60131"/>
                    <a:pt x="116659" y="55512"/>
                    <a:pt x="120496" y="50427"/>
                  </a:cubicBezTo>
                  <a:cubicBezTo>
                    <a:pt x="129176" y="38916"/>
                    <a:pt x="128040" y="27237"/>
                    <a:pt x="117478" y="17216"/>
                  </a:cubicBezTo>
                  <a:cubicBezTo>
                    <a:pt x="113939" y="13863"/>
                    <a:pt x="110605" y="10324"/>
                    <a:pt x="107643" y="6449"/>
                  </a:cubicBezTo>
                  <a:cubicBezTo>
                    <a:pt x="111816" y="4587"/>
                    <a:pt x="115988" y="2706"/>
                    <a:pt x="120161" y="843"/>
                  </a:cubicBezTo>
                  <a:cubicBezTo>
                    <a:pt x="123160" y="-778"/>
                    <a:pt x="125767" y="23"/>
                    <a:pt x="127667" y="2519"/>
                  </a:cubicBezTo>
                  <a:cubicBezTo>
                    <a:pt x="130759" y="6580"/>
                    <a:pt x="133963" y="10436"/>
                    <a:pt x="138191" y="13416"/>
                  </a:cubicBezTo>
                  <a:cubicBezTo>
                    <a:pt x="139607" y="14403"/>
                    <a:pt x="140296" y="16061"/>
                    <a:pt x="139644" y="17942"/>
                  </a:cubicBezTo>
                  <a:cubicBezTo>
                    <a:pt x="133367" y="23362"/>
                    <a:pt x="131281" y="30031"/>
                    <a:pt x="133646" y="38040"/>
                  </a:cubicBezTo>
                  <a:cubicBezTo>
                    <a:pt x="136031" y="46031"/>
                    <a:pt x="138378" y="54041"/>
                    <a:pt x="140743" y="62050"/>
                  </a:cubicBezTo>
                  <a:cubicBezTo>
                    <a:pt x="141004" y="66651"/>
                    <a:pt x="140948" y="69855"/>
                    <a:pt x="134429" y="67135"/>
                  </a:cubicBezTo>
                  <a:cubicBezTo>
                    <a:pt x="130796" y="65626"/>
                    <a:pt x="126252" y="67936"/>
                    <a:pt x="123066" y="70488"/>
                  </a:cubicBezTo>
                  <a:cubicBezTo>
                    <a:pt x="118317" y="74288"/>
                    <a:pt x="113269" y="78032"/>
                    <a:pt x="110680" y="83843"/>
                  </a:cubicBezTo>
                  <a:cubicBezTo>
                    <a:pt x="109655" y="86153"/>
                    <a:pt x="107699" y="87066"/>
                    <a:pt x="105669" y="88034"/>
                  </a:cubicBezTo>
                  <a:cubicBezTo>
                    <a:pt x="102894" y="88630"/>
                    <a:pt x="102205" y="86172"/>
                    <a:pt x="100938" y="85110"/>
                  </a:cubicBezTo>
                  <a:cubicBezTo>
                    <a:pt x="101795" y="87103"/>
                    <a:pt x="104924" y="88332"/>
                    <a:pt x="104551" y="91480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9C9717C5-BBDE-674E-B03B-BC08D3F53A55}"/>
                </a:ext>
              </a:extLst>
            </p:cNvPr>
            <p:cNvSpPr/>
            <p:nvPr/>
          </p:nvSpPr>
          <p:spPr>
            <a:xfrm>
              <a:off x="1916972" y="5151058"/>
              <a:ext cx="108374" cy="70742"/>
            </a:xfrm>
            <a:custGeom>
              <a:avLst/>
              <a:gdLst>
                <a:gd name="csX0" fmla="*/ 108310 w 108374"/>
                <a:gd name="csY0" fmla="*/ 70743 h 70742"/>
                <a:gd name="csX1" fmla="*/ 59489 w 108374"/>
                <a:gd name="csY1" fmla="*/ 66887 h 70742"/>
                <a:gd name="csX2" fmla="*/ 22236 w 108374"/>
                <a:gd name="csY2" fmla="*/ 50291 h 70742"/>
                <a:gd name="csX3" fmla="*/ 2957 w 108374"/>
                <a:gd name="csY3" fmla="*/ 24716 h 70742"/>
                <a:gd name="csX4" fmla="*/ 256 w 108374"/>
                <a:gd name="csY4" fmla="*/ 13131 h 70742"/>
                <a:gd name="csX5" fmla="*/ 554 w 108374"/>
                <a:gd name="csY5" fmla="*/ 10337 h 70742"/>
                <a:gd name="csX6" fmla="*/ 11768 w 108374"/>
                <a:gd name="csY6" fmla="*/ 371 h 70742"/>
                <a:gd name="csX7" fmla="*/ 64369 w 108374"/>
                <a:gd name="csY7" fmla="*/ 16353 h 70742"/>
                <a:gd name="csX8" fmla="*/ 84039 w 108374"/>
                <a:gd name="csY8" fmla="*/ 26132 h 70742"/>
                <a:gd name="csX9" fmla="*/ 108310 w 108374"/>
                <a:gd name="csY9" fmla="*/ 70743 h 70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8374" h="70742">
                  <a:moveTo>
                    <a:pt x="108310" y="70743"/>
                  </a:moveTo>
                  <a:cubicBezTo>
                    <a:pt x="92384" y="63590"/>
                    <a:pt x="75806" y="64391"/>
                    <a:pt x="59489" y="66887"/>
                  </a:cubicBezTo>
                  <a:cubicBezTo>
                    <a:pt x="43042" y="69402"/>
                    <a:pt x="32089" y="60796"/>
                    <a:pt x="22236" y="50291"/>
                  </a:cubicBezTo>
                  <a:cubicBezTo>
                    <a:pt x="14971" y="42561"/>
                    <a:pt x="8564" y="33881"/>
                    <a:pt x="2957" y="24716"/>
                  </a:cubicBezTo>
                  <a:cubicBezTo>
                    <a:pt x="648" y="20935"/>
                    <a:pt x="-563" y="17396"/>
                    <a:pt x="256" y="13131"/>
                  </a:cubicBezTo>
                  <a:cubicBezTo>
                    <a:pt x="424" y="12218"/>
                    <a:pt x="499" y="11268"/>
                    <a:pt x="554" y="10337"/>
                  </a:cubicBezTo>
                  <a:cubicBezTo>
                    <a:pt x="1150" y="-411"/>
                    <a:pt x="1169" y="-597"/>
                    <a:pt x="11768" y="371"/>
                  </a:cubicBezTo>
                  <a:cubicBezTo>
                    <a:pt x="30376" y="2066"/>
                    <a:pt x="47512" y="8865"/>
                    <a:pt x="64369" y="16353"/>
                  </a:cubicBezTo>
                  <a:cubicBezTo>
                    <a:pt x="71056" y="19315"/>
                    <a:pt x="77464" y="22910"/>
                    <a:pt x="84039" y="26132"/>
                  </a:cubicBezTo>
                  <a:cubicBezTo>
                    <a:pt x="102535" y="35222"/>
                    <a:pt x="109111" y="50812"/>
                    <a:pt x="108310" y="70743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8D693627-FBB1-6F5F-C2C5-60854AE5869E}"/>
                </a:ext>
              </a:extLst>
            </p:cNvPr>
            <p:cNvSpPr/>
            <p:nvPr/>
          </p:nvSpPr>
          <p:spPr>
            <a:xfrm>
              <a:off x="1517519" y="5383404"/>
              <a:ext cx="159649" cy="110090"/>
            </a:xfrm>
            <a:custGeom>
              <a:avLst/>
              <a:gdLst>
                <a:gd name="csX0" fmla="*/ 109953 w 159649"/>
                <a:gd name="csY0" fmla="*/ 50628 h 110090"/>
                <a:gd name="csX1" fmla="*/ 108985 w 159649"/>
                <a:gd name="csY1" fmla="*/ 57501 h 110090"/>
                <a:gd name="csX2" fmla="*/ 89259 w 159649"/>
                <a:gd name="csY2" fmla="*/ 76370 h 110090"/>
                <a:gd name="csX3" fmla="*/ 86633 w 159649"/>
                <a:gd name="csY3" fmla="*/ 88273 h 110090"/>
                <a:gd name="csX4" fmla="*/ 97343 w 159649"/>
                <a:gd name="csY4" fmla="*/ 93339 h 110090"/>
                <a:gd name="csX5" fmla="*/ 113064 w 159649"/>
                <a:gd name="csY5" fmla="*/ 89129 h 110090"/>
                <a:gd name="csX6" fmla="*/ 138955 w 159649"/>
                <a:gd name="csY6" fmla="*/ 75178 h 110090"/>
                <a:gd name="csX7" fmla="*/ 157023 w 159649"/>
                <a:gd name="csY7" fmla="*/ 61972 h 110090"/>
                <a:gd name="csX8" fmla="*/ 159649 w 159649"/>
                <a:gd name="csY8" fmla="*/ 65120 h 110090"/>
                <a:gd name="csX9" fmla="*/ 111350 w 159649"/>
                <a:gd name="csY9" fmla="*/ 95891 h 110090"/>
                <a:gd name="csX10" fmla="*/ 99802 w 159649"/>
                <a:gd name="csY10" fmla="*/ 100063 h 110090"/>
                <a:gd name="csX11" fmla="*/ 59289 w 159649"/>
                <a:gd name="csY11" fmla="*/ 109433 h 110090"/>
                <a:gd name="csX12" fmla="*/ 21700 w 159649"/>
                <a:gd name="csY12" fmla="*/ 108259 h 110090"/>
                <a:gd name="csX13" fmla="*/ 3558 w 159649"/>
                <a:gd name="csY13" fmla="*/ 93935 h 110090"/>
                <a:gd name="csX14" fmla="*/ 279 w 159649"/>
                <a:gd name="csY14" fmla="*/ 84957 h 110090"/>
                <a:gd name="csX15" fmla="*/ 559 w 159649"/>
                <a:gd name="csY15" fmla="*/ 82312 h 110090"/>
                <a:gd name="csX16" fmla="*/ 3595 w 159649"/>
                <a:gd name="csY16" fmla="*/ 82685 h 110090"/>
                <a:gd name="csX17" fmla="*/ 11679 w 159649"/>
                <a:gd name="csY17" fmla="*/ 86466 h 110090"/>
                <a:gd name="csX18" fmla="*/ 12368 w 159649"/>
                <a:gd name="csY18" fmla="*/ 51951 h 110090"/>
                <a:gd name="csX19" fmla="*/ 14622 w 159649"/>
                <a:gd name="csY19" fmla="*/ 19391 h 110090"/>
                <a:gd name="csX20" fmla="*/ 21644 w 159649"/>
                <a:gd name="csY20" fmla="*/ 3521 h 110090"/>
                <a:gd name="csX21" fmla="*/ 28927 w 159649"/>
                <a:gd name="csY21" fmla="*/ 1 h 110090"/>
                <a:gd name="csX22" fmla="*/ 39302 w 159649"/>
                <a:gd name="csY22" fmla="*/ 6390 h 110090"/>
                <a:gd name="csX23" fmla="*/ 26189 w 159649"/>
                <a:gd name="csY23" fmla="*/ 49473 h 110090"/>
                <a:gd name="csX24" fmla="*/ 27214 w 159649"/>
                <a:gd name="csY24" fmla="*/ 70168 h 110090"/>
                <a:gd name="csX25" fmla="*/ 47628 w 159649"/>
                <a:gd name="csY25" fmla="*/ 85628 h 110090"/>
                <a:gd name="csX26" fmla="*/ 75177 w 159649"/>
                <a:gd name="csY26" fmla="*/ 72347 h 110090"/>
                <a:gd name="csX27" fmla="*/ 86875 w 159649"/>
                <a:gd name="csY27" fmla="*/ 59420 h 110090"/>
                <a:gd name="csX28" fmla="*/ 95071 w 159649"/>
                <a:gd name="csY28" fmla="*/ 51783 h 110090"/>
                <a:gd name="csX29" fmla="*/ 100472 w 159649"/>
                <a:gd name="csY29" fmla="*/ 46158 h 110090"/>
                <a:gd name="csX30" fmla="*/ 109953 w 159649"/>
                <a:gd name="csY30" fmla="*/ 50628 h 1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59649" h="110090">
                  <a:moveTo>
                    <a:pt x="109953" y="50628"/>
                  </a:moveTo>
                  <a:cubicBezTo>
                    <a:pt x="112207" y="53273"/>
                    <a:pt x="112952" y="54931"/>
                    <a:pt x="108985" y="57501"/>
                  </a:cubicBezTo>
                  <a:cubicBezTo>
                    <a:pt x="101310" y="62475"/>
                    <a:pt x="94530" y="68677"/>
                    <a:pt x="89259" y="76370"/>
                  </a:cubicBezTo>
                  <a:cubicBezTo>
                    <a:pt x="86726" y="80077"/>
                    <a:pt x="84453" y="83802"/>
                    <a:pt x="86633" y="88273"/>
                  </a:cubicBezTo>
                  <a:cubicBezTo>
                    <a:pt x="88756" y="92594"/>
                    <a:pt x="93431" y="92370"/>
                    <a:pt x="97343" y="93339"/>
                  </a:cubicBezTo>
                  <a:cubicBezTo>
                    <a:pt x="103359" y="94829"/>
                    <a:pt x="107848" y="90638"/>
                    <a:pt x="113064" y="89129"/>
                  </a:cubicBezTo>
                  <a:cubicBezTo>
                    <a:pt x="122750" y="86298"/>
                    <a:pt x="130871" y="80766"/>
                    <a:pt x="138955" y="75178"/>
                  </a:cubicBezTo>
                  <a:cubicBezTo>
                    <a:pt x="145083" y="70931"/>
                    <a:pt x="150727" y="65939"/>
                    <a:pt x="157023" y="61972"/>
                  </a:cubicBezTo>
                  <a:cubicBezTo>
                    <a:pt x="161102" y="59401"/>
                    <a:pt x="158923" y="63890"/>
                    <a:pt x="159649" y="65120"/>
                  </a:cubicBezTo>
                  <a:cubicBezTo>
                    <a:pt x="146555" y="80096"/>
                    <a:pt x="130349" y="90173"/>
                    <a:pt x="111350" y="95891"/>
                  </a:cubicBezTo>
                  <a:cubicBezTo>
                    <a:pt x="107215" y="96487"/>
                    <a:pt x="103285" y="97623"/>
                    <a:pt x="99802" y="100063"/>
                  </a:cubicBezTo>
                  <a:cubicBezTo>
                    <a:pt x="86707" y="104906"/>
                    <a:pt x="73296" y="108483"/>
                    <a:pt x="59289" y="109433"/>
                  </a:cubicBezTo>
                  <a:cubicBezTo>
                    <a:pt x="46734" y="110010"/>
                    <a:pt x="34143" y="110997"/>
                    <a:pt x="21700" y="108259"/>
                  </a:cubicBezTo>
                  <a:cubicBezTo>
                    <a:pt x="13616" y="106061"/>
                    <a:pt x="7060" y="101926"/>
                    <a:pt x="3558" y="93935"/>
                  </a:cubicBezTo>
                  <a:cubicBezTo>
                    <a:pt x="2086" y="91085"/>
                    <a:pt x="1248" y="87993"/>
                    <a:pt x="279" y="84957"/>
                  </a:cubicBezTo>
                  <a:cubicBezTo>
                    <a:pt x="0" y="84100"/>
                    <a:pt x="-279" y="83057"/>
                    <a:pt x="559" y="82312"/>
                  </a:cubicBezTo>
                  <a:cubicBezTo>
                    <a:pt x="1639" y="81381"/>
                    <a:pt x="2682" y="82033"/>
                    <a:pt x="3595" y="82685"/>
                  </a:cubicBezTo>
                  <a:cubicBezTo>
                    <a:pt x="5867" y="84305"/>
                    <a:pt x="8158" y="85870"/>
                    <a:pt x="11679" y="86466"/>
                  </a:cubicBezTo>
                  <a:cubicBezTo>
                    <a:pt x="10897" y="74675"/>
                    <a:pt x="11567" y="63294"/>
                    <a:pt x="12368" y="51951"/>
                  </a:cubicBezTo>
                  <a:cubicBezTo>
                    <a:pt x="13150" y="41110"/>
                    <a:pt x="12964" y="30195"/>
                    <a:pt x="14622" y="19391"/>
                  </a:cubicBezTo>
                  <a:cubicBezTo>
                    <a:pt x="15535" y="13431"/>
                    <a:pt x="18683" y="8513"/>
                    <a:pt x="21644" y="3521"/>
                  </a:cubicBezTo>
                  <a:cubicBezTo>
                    <a:pt x="23172" y="951"/>
                    <a:pt x="25910" y="-36"/>
                    <a:pt x="28927" y="1"/>
                  </a:cubicBezTo>
                  <a:cubicBezTo>
                    <a:pt x="32802" y="1435"/>
                    <a:pt x="36918" y="2534"/>
                    <a:pt x="39302" y="6390"/>
                  </a:cubicBezTo>
                  <a:cubicBezTo>
                    <a:pt x="30380" y="19354"/>
                    <a:pt x="28070" y="34404"/>
                    <a:pt x="26189" y="49473"/>
                  </a:cubicBezTo>
                  <a:cubicBezTo>
                    <a:pt x="25332" y="56347"/>
                    <a:pt x="25649" y="63406"/>
                    <a:pt x="27214" y="70168"/>
                  </a:cubicBezTo>
                  <a:cubicBezTo>
                    <a:pt x="29281" y="79183"/>
                    <a:pt x="38632" y="85032"/>
                    <a:pt x="47628" y="85628"/>
                  </a:cubicBezTo>
                  <a:cubicBezTo>
                    <a:pt x="59661" y="86410"/>
                    <a:pt x="67224" y="79202"/>
                    <a:pt x="75177" y="72347"/>
                  </a:cubicBezTo>
                  <a:cubicBezTo>
                    <a:pt x="79592" y="68547"/>
                    <a:pt x="83783" y="64449"/>
                    <a:pt x="86875" y="59420"/>
                  </a:cubicBezTo>
                  <a:cubicBezTo>
                    <a:pt x="88905" y="56123"/>
                    <a:pt x="91941" y="53869"/>
                    <a:pt x="95071" y="51783"/>
                  </a:cubicBezTo>
                  <a:cubicBezTo>
                    <a:pt x="97324" y="50293"/>
                    <a:pt x="99168" y="48505"/>
                    <a:pt x="100472" y="46158"/>
                  </a:cubicBezTo>
                  <a:cubicBezTo>
                    <a:pt x="104738" y="45375"/>
                    <a:pt x="107662" y="47331"/>
                    <a:pt x="109953" y="50628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889622C6-92F5-A8FD-A673-AEEDA71DA8ED}"/>
                </a:ext>
              </a:extLst>
            </p:cNvPr>
            <p:cNvSpPr/>
            <p:nvPr/>
          </p:nvSpPr>
          <p:spPr>
            <a:xfrm>
              <a:off x="1914186" y="5263114"/>
              <a:ext cx="101149" cy="123515"/>
            </a:xfrm>
            <a:custGeom>
              <a:avLst/>
              <a:gdLst>
                <a:gd name="csX0" fmla="*/ 8146 w 101149"/>
                <a:gd name="csY0" fmla="*/ 0 h 123515"/>
                <a:gd name="csX1" fmla="*/ 16677 w 101149"/>
                <a:gd name="csY1" fmla="*/ 12778 h 123515"/>
                <a:gd name="csX2" fmla="*/ 30219 w 101149"/>
                <a:gd name="csY2" fmla="*/ 40904 h 123515"/>
                <a:gd name="csX3" fmla="*/ 58904 w 101149"/>
                <a:gd name="csY3" fmla="*/ 79107 h 123515"/>
                <a:gd name="csX4" fmla="*/ 85857 w 101149"/>
                <a:gd name="csY4" fmla="*/ 98777 h 123515"/>
                <a:gd name="csX5" fmla="*/ 90420 w 101149"/>
                <a:gd name="csY5" fmla="*/ 118186 h 123515"/>
                <a:gd name="csX6" fmla="*/ 93270 w 101149"/>
                <a:gd name="csY6" fmla="*/ 122228 h 123515"/>
                <a:gd name="csX7" fmla="*/ 101149 w 101149"/>
                <a:gd name="csY7" fmla="*/ 122358 h 123515"/>
                <a:gd name="csX8" fmla="*/ 84479 w 101149"/>
                <a:gd name="csY8" fmla="*/ 122657 h 123515"/>
                <a:gd name="csX9" fmla="*/ 19173 w 101149"/>
                <a:gd name="csY9" fmla="*/ 83596 h 123515"/>
                <a:gd name="csX10" fmla="*/ 416 w 101149"/>
                <a:gd name="csY10" fmla="*/ 23824 h 123515"/>
                <a:gd name="csX11" fmla="*/ 8146 w 101149"/>
                <a:gd name="csY11" fmla="*/ 0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1149" h="123515">
                  <a:moveTo>
                    <a:pt x="8146" y="0"/>
                  </a:moveTo>
                  <a:cubicBezTo>
                    <a:pt x="8594" y="5867"/>
                    <a:pt x="13362" y="8810"/>
                    <a:pt x="16677" y="12778"/>
                  </a:cubicBezTo>
                  <a:cubicBezTo>
                    <a:pt x="23551" y="20992"/>
                    <a:pt x="25711" y="31535"/>
                    <a:pt x="30219" y="40904"/>
                  </a:cubicBezTo>
                  <a:cubicBezTo>
                    <a:pt x="37279" y="55582"/>
                    <a:pt x="45884" y="69422"/>
                    <a:pt x="58904" y="79107"/>
                  </a:cubicBezTo>
                  <a:cubicBezTo>
                    <a:pt x="67808" y="85720"/>
                    <a:pt x="77978" y="90693"/>
                    <a:pt x="85857" y="98777"/>
                  </a:cubicBezTo>
                  <a:cubicBezTo>
                    <a:pt x="91221" y="104291"/>
                    <a:pt x="93028" y="110866"/>
                    <a:pt x="90420" y="118186"/>
                  </a:cubicBezTo>
                  <a:cubicBezTo>
                    <a:pt x="89266" y="121446"/>
                    <a:pt x="90253" y="122265"/>
                    <a:pt x="93270" y="122228"/>
                  </a:cubicBezTo>
                  <a:cubicBezTo>
                    <a:pt x="95897" y="122191"/>
                    <a:pt x="98523" y="122303"/>
                    <a:pt x="101149" y="122358"/>
                  </a:cubicBezTo>
                  <a:cubicBezTo>
                    <a:pt x="95636" y="124109"/>
                    <a:pt x="89992" y="123588"/>
                    <a:pt x="84479" y="122657"/>
                  </a:cubicBezTo>
                  <a:cubicBezTo>
                    <a:pt x="57656" y="118130"/>
                    <a:pt x="37092" y="103434"/>
                    <a:pt x="19173" y="83596"/>
                  </a:cubicBezTo>
                  <a:cubicBezTo>
                    <a:pt x="3527" y="66274"/>
                    <a:pt x="-1595" y="46306"/>
                    <a:pt x="416" y="23824"/>
                  </a:cubicBezTo>
                  <a:cubicBezTo>
                    <a:pt x="1199" y="15348"/>
                    <a:pt x="3229" y="7190"/>
                    <a:pt x="8146" y="0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D22F926B-315A-2ACD-5589-B15DFACBD83E}"/>
                </a:ext>
              </a:extLst>
            </p:cNvPr>
            <p:cNvSpPr/>
            <p:nvPr/>
          </p:nvSpPr>
          <p:spPr>
            <a:xfrm>
              <a:off x="1507969" y="5326535"/>
              <a:ext cx="62752" cy="150767"/>
            </a:xfrm>
            <a:custGeom>
              <a:avLst/>
              <a:gdLst>
                <a:gd name="csX0" fmla="*/ 39073 w 62752"/>
                <a:gd name="csY0" fmla="*/ 57708 h 150767"/>
                <a:gd name="csX1" fmla="*/ 27078 w 62752"/>
                <a:gd name="csY1" fmla="*/ 71641 h 150767"/>
                <a:gd name="csX2" fmla="*/ 24731 w 62752"/>
                <a:gd name="csY2" fmla="*/ 83078 h 150767"/>
                <a:gd name="csX3" fmla="*/ 23352 w 62752"/>
                <a:gd name="csY3" fmla="*/ 111185 h 150767"/>
                <a:gd name="csX4" fmla="*/ 22254 w 62752"/>
                <a:gd name="csY4" fmla="*/ 137878 h 150767"/>
                <a:gd name="csX5" fmla="*/ 22011 w 62752"/>
                <a:gd name="csY5" fmla="*/ 145719 h 150767"/>
                <a:gd name="csX6" fmla="*/ 10929 w 62752"/>
                <a:gd name="csY6" fmla="*/ 139722 h 150767"/>
                <a:gd name="csX7" fmla="*/ 13108 w 62752"/>
                <a:gd name="csY7" fmla="*/ 150767 h 150767"/>
                <a:gd name="csX8" fmla="*/ 870 w 62752"/>
                <a:gd name="csY8" fmla="*/ 118040 h 150767"/>
                <a:gd name="csX9" fmla="*/ 28978 w 62752"/>
                <a:gd name="csY9" fmla="*/ 10117 h 150767"/>
                <a:gd name="csX10" fmla="*/ 33281 w 62752"/>
                <a:gd name="csY10" fmla="*/ 11533 h 150767"/>
                <a:gd name="csX11" fmla="*/ 53528 w 62752"/>
                <a:gd name="csY11" fmla="*/ 525 h 150767"/>
                <a:gd name="csX12" fmla="*/ 60196 w 62752"/>
                <a:gd name="csY12" fmla="*/ 245 h 150767"/>
                <a:gd name="csX13" fmla="*/ 62673 w 62752"/>
                <a:gd name="csY13" fmla="*/ 3859 h 150767"/>
                <a:gd name="csX14" fmla="*/ 46356 w 62752"/>
                <a:gd name="csY14" fmla="*/ 42807 h 150767"/>
                <a:gd name="csX15" fmla="*/ 41458 w 62752"/>
                <a:gd name="csY15" fmla="*/ 55548 h 150767"/>
                <a:gd name="csX16" fmla="*/ 30729 w 62752"/>
                <a:gd name="csY16" fmla="*/ 49289 h 150767"/>
                <a:gd name="csX17" fmla="*/ 37583 w 62752"/>
                <a:gd name="csY17" fmla="*/ 54691 h 150767"/>
                <a:gd name="csX18" fmla="*/ 39073 w 62752"/>
                <a:gd name="csY18" fmla="*/ 57708 h 150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752" h="150767">
                  <a:moveTo>
                    <a:pt x="39073" y="57708"/>
                  </a:moveTo>
                  <a:cubicBezTo>
                    <a:pt x="30598" y="58435"/>
                    <a:pt x="29965" y="66239"/>
                    <a:pt x="27078" y="71641"/>
                  </a:cubicBezTo>
                  <a:cubicBezTo>
                    <a:pt x="25308" y="74957"/>
                    <a:pt x="24619" y="79260"/>
                    <a:pt x="24731" y="83078"/>
                  </a:cubicBezTo>
                  <a:cubicBezTo>
                    <a:pt x="25029" y="92503"/>
                    <a:pt x="23371" y="101779"/>
                    <a:pt x="23352" y="111185"/>
                  </a:cubicBezTo>
                  <a:cubicBezTo>
                    <a:pt x="23334" y="120089"/>
                    <a:pt x="22850" y="128993"/>
                    <a:pt x="22254" y="137878"/>
                  </a:cubicBezTo>
                  <a:cubicBezTo>
                    <a:pt x="22067" y="140690"/>
                    <a:pt x="25290" y="145663"/>
                    <a:pt x="22011" y="145719"/>
                  </a:cubicBezTo>
                  <a:cubicBezTo>
                    <a:pt x="18621" y="145775"/>
                    <a:pt x="13536" y="143931"/>
                    <a:pt x="10929" y="139722"/>
                  </a:cubicBezTo>
                  <a:cubicBezTo>
                    <a:pt x="11655" y="143410"/>
                    <a:pt x="12381" y="147079"/>
                    <a:pt x="13108" y="150767"/>
                  </a:cubicBezTo>
                  <a:cubicBezTo>
                    <a:pt x="6235" y="140914"/>
                    <a:pt x="2211" y="130185"/>
                    <a:pt x="870" y="118040"/>
                  </a:cubicBezTo>
                  <a:cubicBezTo>
                    <a:pt x="-3526" y="78365"/>
                    <a:pt x="9178" y="43366"/>
                    <a:pt x="28978" y="10117"/>
                  </a:cubicBezTo>
                  <a:cubicBezTo>
                    <a:pt x="30021" y="11868"/>
                    <a:pt x="31548" y="13694"/>
                    <a:pt x="33281" y="11533"/>
                  </a:cubicBezTo>
                  <a:cubicBezTo>
                    <a:pt x="38533" y="4976"/>
                    <a:pt x="46524" y="3673"/>
                    <a:pt x="53528" y="525"/>
                  </a:cubicBezTo>
                  <a:cubicBezTo>
                    <a:pt x="55428" y="-314"/>
                    <a:pt x="57979" y="59"/>
                    <a:pt x="60196" y="245"/>
                  </a:cubicBezTo>
                  <a:cubicBezTo>
                    <a:pt x="62189" y="413"/>
                    <a:pt x="63027" y="1810"/>
                    <a:pt x="62673" y="3859"/>
                  </a:cubicBezTo>
                  <a:cubicBezTo>
                    <a:pt x="60233" y="18090"/>
                    <a:pt x="53714" y="30700"/>
                    <a:pt x="46356" y="42807"/>
                  </a:cubicBezTo>
                  <a:cubicBezTo>
                    <a:pt x="43860" y="46924"/>
                    <a:pt x="38105" y="49308"/>
                    <a:pt x="41458" y="55548"/>
                  </a:cubicBezTo>
                  <a:cubicBezTo>
                    <a:pt x="36168" y="55827"/>
                    <a:pt x="34249" y="50574"/>
                    <a:pt x="30729" y="49289"/>
                  </a:cubicBezTo>
                  <a:cubicBezTo>
                    <a:pt x="32349" y="51133"/>
                    <a:pt x="35329" y="52474"/>
                    <a:pt x="37583" y="54691"/>
                  </a:cubicBezTo>
                  <a:cubicBezTo>
                    <a:pt x="38477" y="55473"/>
                    <a:pt x="40023" y="56013"/>
                    <a:pt x="39073" y="57708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6FD4AF28-CC12-38FF-9DC0-28AF9700A9A4}"/>
                </a:ext>
              </a:extLst>
            </p:cNvPr>
            <p:cNvSpPr/>
            <p:nvPr/>
          </p:nvSpPr>
          <p:spPr>
            <a:xfrm>
              <a:off x="1977542" y="5217879"/>
              <a:ext cx="97882" cy="116743"/>
            </a:xfrm>
            <a:custGeom>
              <a:avLst/>
              <a:gdLst>
                <a:gd name="csX0" fmla="*/ 30715 w 97882"/>
                <a:gd name="csY0" fmla="*/ 27056 h 116743"/>
                <a:gd name="csX1" fmla="*/ 27176 w 97882"/>
                <a:gd name="csY1" fmla="*/ 4723 h 116743"/>
                <a:gd name="csX2" fmla="*/ 22929 w 97882"/>
                <a:gd name="csY2" fmla="*/ 2543 h 116743"/>
                <a:gd name="csX3" fmla="*/ 0 w 97882"/>
                <a:gd name="csY3" fmla="*/ 2394 h 116743"/>
                <a:gd name="csX4" fmla="*/ 68285 w 97882"/>
                <a:gd name="csY4" fmla="*/ 24951 h 116743"/>
                <a:gd name="csX5" fmla="*/ 91569 w 97882"/>
                <a:gd name="csY5" fmla="*/ 79397 h 116743"/>
                <a:gd name="csX6" fmla="*/ 97678 w 97882"/>
                <a:gd name="csY6" fmla="*/ 108007 h 116743"/>
                <a:gd name="csX7" fmla="*/ 96561 w 97882"/>
                <a:gd name="csY7" fmla="*/ 116743 h 116743"/>
                <a:gd name="csX8" fmla="*/ 88551 w 97882"/>
                <a:gd name="csY8" fmla="*/ 111099 h 116743"/>
                <a:gd name="csX9" fmla="*/ 69478 w 97882"/>
                <a:gd name="csY9" fmla="*/ 93609 h 116743"/>
                <a:gd name="csX10" fmla="*/ 57109 w 97882"/>
                <a:gd name="csY10" fmla="*/ 65129 h 116743"/>
                <a:gd name="csX11" fmla="*/ 37216 w 97882"/>
                <a:gd name="csY11" fmla="*/ 32793 h 116743"/>
                <a:gd name="csX12" fmla="*/ 31945 w 97882"/>
                <a:gd name="csY12" fmla="*/ 29664 h 116743"/>
                <a:gd name="csX13" fmla="*/ 30715 w 97882"/>
                <a:gd name="csY13" fmla="*/ 27056 h 116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882" h="116743">
                  <a:moveTo>
                    <a:pt x="30715" y="27056"/>
                  </a:moveTo>
                  <a:cubicBezTo>
                    <a:pt x="29784" y="19587"/>
                    <a:pt x="26096" y="12602"/>
                    <a:pt x="27176" y="4723"/>
                  </a:cubicBezTo>
                  <a:cubicBezTo>
                    <a:pt x="27530" y="2078"/>
                    <a:pt x="24680" y="2562"/>
                    <a:pt x="22929" y="2543"/>
                  </a:cubicBezTo>
                  <a:cubicBezTo>
                    <a:pt x="15292" y="2450"/>
                    <a:pt x="7656" y="2432"/>
                    <a:pt x="0" y="2394"/>
                  </a:cubicBezTo>
                  <a:cubicBezTo>
                    <a:pt x="25370" y="-4740"/>
                    <a:pt x="51000" y="4443"/>
                    <a:pt x="68285" y="24951"/>
                  </a:cubicBezTo>
                  <a:cubicBezTo>
                    <a:pt x="81771" y="40951"/>
                    <a:pt x="86092" y="60342"/>
                    <a:pt x="91569" y="79397"/>
                  </a:cubicBezTo>
                  <a:cubicBezTo>
                    <a:pt x="94270" y="88747"/>
                    <a:pt x="97753" y="98024"/>
                    <a:pt x="97678" y="108007"/>
                  </a:cubicBezTo>
                  <a:cubicBezTo>
                    <a:pt x="97660" y="110950"/>
                    <a:pt x="98610" y="114042"/>
                    <a:pt x="96561" y="116743"/>
                  </a:cubicBezTo>
                  <a:cubicBezTo>
                    <a:pt x="94400" y="114154"/>
                    <a:pt x="92072" y="111695"/>
                    <a:pt x="88551" y="111099"/>
                  </a:cubicBezTo>
                  <a:cubicBezTo>
                    <a:pt x="78381" y="109404"/>
                    <a:pt x="74190" y="101283"/>
                    <a:pt x="69478" y="93609"/>
                  </a:cubicBezTo>
                  <a:cubicBezTo>
                    <a:pt x="63983" y="84687"/>
                    <a:pt x="61189" y="74628"/>
                    <a:pt x="57109" y="65129"/>
                  </a:cubicBezTo>
                  <a:cubicBezTo>
                    <a:pt x="52136" y="53543"/>
                    <a:pt x="46008" y="42218"/>
                    <a:pt x="37216" y="32793"/>
                  </a:cubicBezTo>
                  <a:cubicBezTo>
                    <a:pt x="35875" y="31359"/>
                    <a:pt x="33733" y="30688"/>
                    <a:pt x="31945" y="29664"/>
                  </a:cubicBezTo>
                  <a:cubicBezTo>
                    <a:pt x="31051" y="29030"/>
                    <a:pt x="33547" y="26739"/>
                    <a:pt x="30715" y="27056"/>
                  </a:cubicBezTo>
                  <a:close/>
                </a:path>
              </a:pathLst>
            </a:custGeom>
            <a:solidFill>
              <a:srgbClr val="7AB0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23FB187B-91E9-CF1B-617D-395F1891A9EF}"/>
                </a:ext>
              </a:extLst>
            </p:cNvPr>
            <p:cNvSpPr/>
            <p:nvPr/>
          </p:nvSpPr>
          <p:spPr>
            <a:xfrm>
              <a:off x="1559577" y="5227079"/>
              <a:ext cx="145065" cy="162808"/>
            </a:xfrm>
            <a:custGeom>
              <a:avLst/>
              <a:gdLst>
                <a:gd name="csX0" fmla="*/ 57 w 145065"/>
                <a:gd name="csY0" fmla="*/ 160648 h 162808"/>
                <a:gd name="csX1" fmla="*/ 3540 w 145065"/>
                <a:gd name="csY1" fmla="*/ 150496 h 162808"/>
                <a:gd name="csX2" fmla="*/ 11996 w 145065"/>
                <a:gd name="csY2" fmla="*/ 136601 h 162808"/>
                <a:gd name="csX3" fmla="*/ 39526 w 145065"/>
                <a:gd name="csY3" fmla="*/ 91580 h 162808"/>
                <a:gd name="csX4" fmla="*/ 47573 w 145065"/>
                <a:gd name="csY4" fmla="*/ 84968 h 162808"/>
                <a:gd name="csX5" fmla="*/ 49827 w 145065"/>
                <a:gd name="csY5" fmla="*/ 83590 h 162808"/>
                <a:gd name="csX6" fmla="*/ 51075 w 145065"/>
                <a:gd name="csY6" fmla="*/ 75357 h 162808"/>
                <a:gd name="csX7" fmla="*/ 79965 w 145065"/>
                <a:gd name="csY7" fmla="*/ 41680 h 162808"/>
                <a:gd name="csX8" fmla="*/ 86931 w 145065"/>
                <a:gd name="csY8" fmla="*/ 38476 h 162808"/>
                <a:gd name="csX9" fmla="*/ 88347 w 145065"/>
                <a:gd name="csY9" fmla="*/ 36203 h 162808"/>
                <a:gd name="csX10" fmla="*/ 88272 w 145065"/>
                <a:gd name="csY10" fmla="*/ 36147 h 162808"/>
                <a:gd name="csX11" fmla="*/ 90247 w 145065"/>
                <a:gd name="csY11" fmla="*/ 24245 h 162808"/>
                <a:gd name="csX12" fmla="*/ 81641 w 145065"/>
                <a:gd name="csY12" fmla="*/ 8468 h 162808"/>
                <a:gd name="csX13" fmla="*/ 78065 w 145065"/>
                <a:gd name="csY13" fmla="*/ 2433 h 162808"/>
                <a:gd name="csX14" fmla="*/ 85646 w 145065"/>
                <a:gd name="csY14" fmla="*/ 1092 h 162808"/>
                <a:gd name="csX15" fmla="*/ 113344 w 145065"/>
                <a:gd name="csY15" fmla="*/ 1111 h 162808"/>
                <a:gd name="csX16" fmla="*/ 135696 w 145065"/>
                <a:gd name="csY16" fmla="*/ 105 h 162808"/>
                <a:gd name="csX17" fmla="*/ 145065 w 145065"/>
                <a:gd name="csY17" fmla="*/ 1111 h 162808"/>
                <a:gd name="csX18" fmla="*/ 123775 w 145065"/>
                <a:gd name="csY18" fmla="*/ 11393 h 162808"/>
                <a:gd name="csX19" fmla="*/ 108333 w 145065"/>
                <a:gd name="csY19" fmla="*/ 27374 h 162808"/>
                <a:gd name="csX20" fmla="*/ 89465 w 145065"/>
                <a:gd name="csY20" fmla="*/ 47901 h 162808"/>
                <a:gd name="csX21" fmla="*/ 50945 w 145065"/>
                <a:gd name="csY21" fmla="*/ 93816 h 162808"/>
                <a:gd name="csX22" fmla="*/ 6110 w 145065"/>
                <a:gd name="csY22" fmla="*/ 160909 h 162808"/>
                <a:gd name="csX23" fmla="*/ 3558 w 145065"/>
                <a:gd name="csY23" fmla="*/ 162809 h 162808"/>
                <a:gd name="csX24" fmla="*/ 57 w 145065"/>
                <a:gd name="csY24" fmla="*/ 160648 h 1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065" h="162808">
                  <a:moveTo>
                    <a:pt x="57" y="160648"/>
                  </a:moveTo>
                  <a:cubicBezTo>
                    <a:pt x="-279" y="156736"/>
                    <a:pt x="876" y="153700"/>
                    <a:pt x="3540" y="150496"/>
                  </a:cubicBezTo>
                  <a:cubicBezTo>
                    <a:pt x="6986" y="146380"/>
                    <a:pt x="9165" y="141239"/>
                    <a:pt x="11996" y="136601"/>
                  </a:cubicBezTo>
                  <a:cubicBezTo>
                    <a:pt x="21179" y="121606"/>
                    <a:pt x="30567" y="106724"/>
                    <a:pt x="39526" y="91580"/>
                  </a:cubicBezTo>
                  <a:cubicBezTo>
                    <a:pt x="41557" y="88153"/>
                    <a:pt x="45450" y="87818"/>
                    <a:pt x="47573" y="84968"/>
                  </a:cubicBezTo>
                  <a:cubicBezTo>
                    <a:pt x="47946" y="83888"/>
                    <a:pt x="49473" y="84688"/>
                    <a:pt x="49827" y="83590"/>
                  </a:cubicBezTo>
                  <a:cubicBezTo>
                    <a:pt x="48281" y="80535"/>
                    <a:pt x="49361" y="78076"/>
                    <a:pt x="51075" y="75357"/>
                  </a:cubicBezTo>
                  <a:cubicBezTo>
                    <a:pt x="59084" y="62709"/>
                    <a:pt x="69590" y="52260"/>
                    <a:pt x="79965" y="41680"/>
                  </a:cubicBezTo>
                  <a:cubicBezTo>
                    <a:pt x="81884" y="39724"/>
                    <a:pt x="84100" y="38494"/>
                    <a:pt x="86931" y="38476"/>
                  </a:cubicBezTo>
                  <a:cubicBezTo>
                    <a:pt x="88384" y="38457"/>
                    <a:pt x="89818" y="38159"/>
                    <a:pt x="88347" y="36203"/>
                  </a:cubicBezTo>
                  <a:lnTo>
                    <a:pt x="88272" y="36147"/>
                  </a:lnTo>
                  <a:cubicBezTo>
                    <a:pt x="87062" y="31901"/>
                    <a:pt x="88980" y="27765"/>
                    <a:pt x="90247" y="24245"/>
                  </a:cubicBezTo>
                  <a:cubicBezTo>
                    <a:pt x="93525" y="15118"/>
                    <a:pt x="87062" y="11896"/>
                    <a:pt x="81641" y="8468"/>
                  </a:cubicBezTo>
                  <a:cubicBezTo>
                    <a:pt x="78922" y="6755"/>
                    <a:pt x="77804" y="5339"/>
                    <a:pt x="78065" y="2433"/>
                  </a:cubicBezTo>
                  <a:cubicBezTo>
                    <a:pt x="80505" y="1446"/>
                    <a:pt x="82964" y="608"/>
                    <a:pt x="85646" y="1092"/>
                  </a:cubicBezTo>
                  <a:cubicBezTo>
                    <a:pt x="94885" y="384"/>
                    <a:pt x="104105" y="366"/>
                    <a:pt x="113344" y="1111"/>
                  </a:cubicBezTo>
                  <a:cubicBezTo>
                    <a:pt x="120850" y="2117"/>
                    <a:pt x="128227" y="142"/>
                    <a:pt x="135696" y="105"/>
                  </a:cubicBezTo>
                  <a:cubicBezTo>
                    <a:pt x="138862" y="86"/>
                    <a:pt x="142066" y="-454"/>
                    <a:pt x="145065" y="1111"/>
                  </a:cubicBezTo>
                  <a:cubicBezTo>
                    <a:pt x="136068" y="626"/>
                    <a:pt x="130685" y="7556"/>
                    <a:pt x="123775" y="11393"/>
                  </a:cubicBezTo>
                  <a:cubicBezTo>
                    <a:pt x="116995" y="15174"/>
                    <a:pt x="113996" y="22438"/>
                    <a:pt x="108333" y="27374"/>
                  </a:cubicBezTo>
                  <a:cubicBezTo>
                    <a:pt x="101367" y="33447"/>
                    <a:pt x="95965" y="41270"/>
                    <a:pt x="89465" y="47901"/>
                  </a:cubicBezTo>
                  <a:cubicBezTo>
                    <a:pt x="75401" y="62206"/>
                    <a:pt x="62642" y="77555"/>
                    <a:pt x="50945" y="93816"/>
                  </a:cubicBezTo>
                  <a:cubicBezTo>
                    <a:pt x="35224" y="115665"/>
                    <a:pt x="19689" y="137625"/>
                    <a:pt x="6110" y="160909"/>
                  </a:cubicBezTo>
                  <a:cubicBezTo>
                    <a:pt x="5496" y="161970"/>
                    <a:pt x="4825" y="162716"/>
                    <a:pt x="3558" y="162809"/>
                  </a:cubicBezTo>
                  <a:cubicBezTo>
                    <a:pt x="1994" y="162734"/>
                    <a:pt x="150" y="163125"/>
                    <a:pt x="57" y="160648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079EACBD-F4C4-E308-2560-D4A9957DE5EE}"/>
                </a:ext>
              </a:extLst>
            </p:cNvPr>
            <p:cNvSpPr/>
            <p:nvPr/>
          </p:nvSpPr>
          <p:spPr>
            <a:xfrm>
              <a:off x="1910207" y="5134176"/>
              <a:ext cx="113808" cy="41318"/>
            </a:xfrm>
            <a:custGeom>
              <a:avLst/>
              <a:gdLst>
                <a:gd name="csX0" fmla="*/ 113809 w 113808"/>
                <a:gd name="csY0" fmla="*/ 3488 h 41318"/>
                <a:gd name="csX1" fmla="*/ 102987 w 113808"/>
                <a:gd name="csY1" fmla="*/ 25784 h 41318"/>
                <a:gd name="csX2" fmla="*/ 96039 w 113808"/>
                <a:gd name="csY2" fmla="*/ 32899 h 41318"/>
                <a:gd name="csX3" fmla="*/ 93487 w 113808"/>
                <a:gd name="csY3" fmla="*/ 41319 h 41318"/>
                <a:gd name="csX4" fmla="*/ 33025 w 113808"/>
                <a:gd name="csY4" fmla="*/ 16787 h 41318"/>
                <a:gd name="csX5" fmla="*/ 11884 w 113808"/>
                <a:gd name="csY5" fmla="*/ 13956 h 41318"/>
                <a:gd name="csX6" fmla="*/ 4694 w 113808"/>
                <a:gd name="csY6" fmla="*/ 9542 h 41318"/>
                <a:gd name="csX7" fmla="*/ 0 w 113808"/>
                <a:gd name="csY7" fmla="*/ 154 h 41318"/>
                <a:gd name="csX8" fmla="*/ 53440 w 113808"/>
                <a:gd name="csY8" fmla="*/ 2352 h 41318"/>
                <a:gd name="csX9" fmla="*/ 93972 w 113808"/>
                <a:gd name="csY9" fmla="*/ 8871 h 41318"/>
                <a:gd name="csX10" fmla="*/ 113809 w 113808"/>
                <a:gd name="csY10" fmla="*/ 3488 h 41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808" h="41318">
                  <a:moveTo>
                    <a:pt x="113809" y="3488"/>
                  </a:moveTo>
                  <a:cubicBezTo>
                    <a:pt x="110978" y="11293"/>
                    <a:pt x="107960" y="18985"/>
                    <a:pt x="102987" y="25784"/>
                  </a:cubicBezTo>
                  <a:cubicBezTo>
                    <a:pt x="100975" y="28522"/>
                    <a:pt x="98926" y="31242"/>
                    <a:pt x="96039" y="32899"/>
                  </a:cubicBezTo>
                  <a:cubicBezTo>
                    <a:pt x="92314" y="35041"/>
                    <a:pt x="91848" y="37761"/>
                    <a:pt x="93487" y="41319"/>
                  </a:cubicBezTo>
                  <a:cubicBezTo>
                    <a:pt x="74134" y="31167"/>
                    <a:pt x="54408" y="21984"/>
                    <a:pt x="33025" y="16787"/>
                  </a:cubicBezTo>
                  <a:cubicBezTo>
                    <a:pt x="26040" y="15092"/>
                    <a:pt x="19055" y="13639"/>
                    <a:pt x="11884" y="13956"/>
                  </a:cubicBezTo>
                  <a:cubicBezTo>
                    <a:pt x="8233" y="14124"/>
                    <a:pt x="5905" y="13379"/>
                    <a:pt x="4694" y="9542"/>
                  </a:cubicBezTo>
                  <a:cubicBezTo>
                    <a:pt x="3763" y="6580"/>
                    <a:pt x="1937" y="3916"/>
                    <a:pt x="0" y="154"/>
                  </a:cubicBezTo>
                  <a:cubicBezTo>
                    <a:pt x="18403" y="1197"/>
                    <a:pt x="36154" y="-1970"/>
                    <a:pt x="53440" y="2352"/>
                  </a:cubicBezTo>
                  <a:cubicBezTo>
                    <a:pt x="66814" y="5686"/>
                    <a:pt x="80504" y="6431"/>
                    <a:pt x="93972" y="8871"/>
                  </a:cubicBezTo>
                  <a:cubicBezTo>
                    <a:pt x="101087" y="10156"/>
                    <a:pt x="107401" y="6096"/>
                    <a:pt x="113809" y="3488"/>
                  </a:cubicBezTo>
                  <a:close/>
                </a:path>
              </a:pathLst>
            </a:custGeom>
            <a:solidFill>
              <a:srgbClr val="7A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EC42626F-B832-E6F0-414A-033DE1BEE33D}"/>
                </a:ext>
              </a:extLst>
            </p:cNvPr>
            <p:cNvSpPr/>
            <p:nvPr/>
          </p:nvSpPr>
          <p:spPr>
            <a:xfrm>
              <a:off x="1810321" y="5090529"/>
              <a:ext cx="65650" cy="41636"/>
            </a:xfrm>
            <a:custGeom>
              <a:avLst/>
              <a:gdLst>
                <a:gd name="csX0" fmla="*/ 22697 w 65650"/>
                <a:gd name="csY0" fmla="*/ 34766 h 41636"/>
                <a:gd name="csX1" fmla="*/ 1369 w 65650"/>
                <a:gd name="csY1" fmla="*/ 36015 h 41636"/>
                <a:gd name="csX2" fmla="*/ 289 w 65650"/>
                <a:gd name="csY2" fmla="*/ 27893 h 41636"/>
                <a:gd name="csX3" fmla="*/ 9267 w 65650"/>
                <a:gd name="csY3" fmla="*/ 6417 h 41636"/>
                <a:gd name="csX4" fmla="*/ 19959 w 65650"/>
                <a:gd name="csY4" fmla="*/ 1090 h 41636"/>
                <a:gd name="csX5" fmla="*/ 35661 w 65650"/>
                <a:gd name="csY5" fmla="*/ 9 h 41636"/>
                <a:gd name="csX6" fmla="*/ 64495 w 65650"/>
                <a:gd name="csY6" fmla="*/ 24727 h 41636"/>
                <a:gd name="csX7" fmla="*/ 65650 w 65650"/>
                <a:gd name="csY7" fmla="*/ 35847 h 41636"/>
                <a:gd name="csX8" fmla="*/ 57287 w 65650"/>
                <a:gd name="csY8" fmla="*/ 40615 h 41636"/>
                <a:gd name="csX9" fmla="*/ 22771 w 65650"/>
                <a:gd name="csY9" fmla="*/ 34804 h 41636"/>
                <a:gd name="csX10" fmla="*/ 22697 w 65650"/>
                <a:gd name="csY10" fmla="*/ 34766 h 4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650" h="41636">
                  <a:moveTo>
                    <a:pt x="22697" y="34766"/>
                  </a:moveTo>
                  <a:cubicBezTo>
                    <a:pt x="15582" y="35176"/>
                    <a:pt x="8466" y="35605"/>
                    <a:pt x="1369" y="36015"/>
                  </a:cubicBezTo>
                  <a:cubicBezTo>
                    <a:pt x="-642" y="33518"/>
                    <a:pt x="103" y="30669"/>
                    <a:pt x="289" y="27893"/>
                  </a:cubicBezTo>
                  <a:cubicBezTo>
                    <a:pt x="811" y="19698"/>
                    <a:pt x="4573" y="12768"/>
                    <a:pt x="9267" y="6417"/>
                  </a:cubicBezTo>
                  <a:cubicBezTo>
                    <a:pt x="11689" y="3120"/>
                    <a:pt x="15377" y="1145"/>
                    <a:pt x="19959" y="1090"/>
                  </a:cubicBezTo>
                  <a:cubicBezTo>
                    <a:pt x="25193" y="1034"/>
                    <a:pt x="30408" y="158"/>
                    <a:pt x="35661" y="9"/>
                  </a:cubicBezTo>
                  <a:cubicBezTo>
                    <a:pt x="48663" y="-382"/>
                    <a:pt x="62782" y="11800"/>
                    <a:pt x="64495" y="24727"/>
                  </a:cubicBezTo>
                  <a:cubicBezTo>
                    <a:pt x="64979" y="28415"/>
                    <a:pt x="65278" y="32140"/>
                    <a:pt x="65650" y="35847"/>
                  </a:cubicBezTo>
                  <a:cubicBezTo>
                    <a:pt x="64421" y="41938"/>
                    <a:pt x="63117" y="42646"/>
                    <a:pt x="57287" y="40615"/>
                  </a:cubicBezTo>
                  <a:cubicBezTo>
                    <a:pt x="46111" y="36722"/>
                    <a:pt x="34767" y="33798"/>
                    <a:pt x="22771" y="34804"/>
                  </a:cubicBezTo>
                  <a:lnTo>
                    <a:pt x="22697" y="34766"/>
                  </a:lnTo>
                  <a:close/>
                </a:path>
              </a:pathLst>
            </a:custGeom>
            <a:solidFill>
              <a:srgbClr val="81B9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1C105F92-8B6A-8C05-18EE-2ECB8FF6AF99}"/>
                </a:ext>
              </a:extLst>
            </p:cNvPr>
            <p:cNvSpPr/>
            <p:nvPr/>
          </p:nvSpPr>
          <p:spPr>
            <a:xfrm>
              <a:off x="1612430" y="5226979"/>
              <a:ext cx="129139" cy="193541"/>
            </a:xfrm>
            <a:custGeom>
              <a:avLst/>
              <a:gdLst>
                <a:gd name="csX0" fmla="*/ 108511 w 129139"/>
                <a:gd name="csY0" fmla="*/ 0 h 193541"/>
                <a:gd name="csX1" fmla="*/ 123226 w 129139"/>
                <a:gd name="csY1" fmla="*/ 15311 h 193541"/>
                <a:gd name="csX2" fmla="*/ 127957 w 129139"/>
                <a:gd name="csY2" fmla="*/ 23507 h 193541"/>
                <a:gd name="csX3" fmla="*/ 124120 w 129139"/>
                <a:gd name="csY3" fmla="*/ 42525 h 193541"/>
                <a:gd name="csX4" fmla="*/ 99961 w 129139"/>
                <a:gd name="csY4" fmla="*/ 68770 h 193541"/>
                <a:gd name="csX5" fmla="*/ 87630 w 129139"/>
                <a:gd name="csY5" fmla="*/ 83261 h 193541"/>
                <a:gd name="csX6" fmla="*/ 69991 w 129139"/>
                <a:gd name="csY6" fmla="*/ 105557 h 193541"/>
                <a:gd name="csX7" fmla="*/ 57790 w 129139"/>
                <a:gd name="csY7" fmla="*/ 122880 h 193541"/>
                <a:gd name="csX8" fmla="*/ 27727 w 129139"/>
                <a:gd name="csY8" fmla="*/ 163505 h 193541"/>
                <a:gd name="csX9" fmla="*/ 6027 w 129139"/>
                <a:gd name="csY9" fmla="*/ 190401 h 193541"/>
                <a:gd name="csX10" fmla="*/ 1482 w 129139"/>
                <a:gd name="csY10" fmla="*/ 193438 h 193541"/>
                <a:gd name="csX11" fmla="*/ 308 w 129139"/>
                <a:gd name="csY11" fmla="*/ 192469 h 193541"/>
                <a:gd name="csX12" fmla="*/ 550 w 129139"/>
                <a:gd name="csY12" fmla="*/ 189377 h 193541"/>
                <a:gd name="csX13" fmla="*/ 33445 w 129139"/>
                <a:gd name="csY13" fmla="*/ 144785 h 193541"/>
                <a:gd name="csX14" fmla="*/ 55685 w 129139"/>
                <a:gd name="csY14" fmla="*/ 115988 h 193541"/>
                <a:gd name="csX15" fmla="*/ 65725 w 129139"/>
                <a:gd name="csY15" fmla="*/ 103210 h 193541"/>
                <a:gd name="csX16" fmla="*/ 91914 w 129139"/>
                <a:gd name="csY16" fmla="*/ 71843 h 193541"/>
                <a:gd name="csX17" fmla="*/ 116315 w 129139"/>
                <a:gd name="csY17" fmla="*/ 45430 h 193541"/>
                <a:gd name="csX18" fmla="*/ 107095 w 129139"/>
                <a:gd name="csY18" fmla="*/ 5979 h 193541"/>
                <a:gd name="csX19" fmla="*/ 100948 w 129139"/>
                <a:gd name="csY19" fmla="*/ 1267 h 193541"/>
                <a:gd name="csX20" fmla="*/ 108511 w 129139"/>
                <a:gd name="csY20" fmla="*/ 0 h 193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9139" h="193541">
                  <a:moveTo>
                    <a:pt x="108511" y="0"/>
                  </a:moveTo>
                  <a:cubicBezTo>
                    <a:pt x="114527" y="4042"/>
                    <a:pt x="119538" y="9053"/>
                    <a:pt x="123226" y="15311"/>
                  </a:cubicBezTo>
                  <a:cubicBezTo>
                    <a:pt x="124828" y="18031"/>
                    <a:pt x="126765" y="20620"/>
                    <a:pt x="127957" y="23507"/>
                  </a:cubicBezTo>
                  <a:cubicBezTo>
                    <a:pt x="130881" y="30585"/>
                    <a:pt x="127920" y="37142"/>
                    <a:pt x="124120" y="42525"/>
                  </a:cubicBezTo>
                  <a:cubicBezTo>
                    <a:pt x="117247" y="52248"/>
                    <a:pt x="108976" y="60853"/>
                    <a:pt x="99961" y="68770"/>
                  </a:cubicBezTo>
                  <a:cubicBezTo>
                    <a:pt x="95248" y="72905"/>
                    <a:pt x="91858" y="78530"/>
                    <a:pt x="87630" y="83261"/>
                  </a:cubicBezTo>
                  <a:cubicBezTo>
                    <a:pt x="81316" y="90339"/>
                    <a:pt x="76920" y="98814"/>
                    <a:pt x="69991" y="105557"/>
                  </a:cubicBezTo>
                  <a:cubicBezTo>
                    <a:pt x="65017" y="110381"/>
                    <a:pt x="62317" y="117478"/>
                    <a:pt x="57790" y="122880"/>
                  </a:cubicBezTo>
                  <a:cubicBezTo>
                    <a:pt x="46931" y="135844"/>
                    <a:pt x="38605" y="150745"/>
                    <a:pt x="27727" y="163505"/>
                  </a:cubicBezTo>
                  <a:cubicBezTo>
                    <a:pt x="20220" y="172296"/>
                    <a:pt x="13384" y="181535"/>
                    <a:pt x="6027" y="190401"/>
                  </a:cubicBezTo>
                  <a:cubicBezTo>
                    <a:pt x="4909" y="191743"/>
                    <a:pt x="3009" y="192450"/>
                    <a:pt x="1482" y="193438"/>
                  </a:cubicBezTo>
                  <a:cubicBezTo>
                    <a:pt x="569" y="193754"/>
                    <a:pt x="252" y="193326"/>
                    <a:pt x="308" y="192469"/>
                  </a:cubicBezTo>
                  <a:cubicBezTo>
                    <a:pt x="85" y="191426"/>
                    <a:pt x="-362" y="190569"/>
                    <a:pt x="550" y="189377"/>
                  </a:cubicBezTo>
                  <a:cubicBezTo>
                    <a:pt x="11950" y="174830"/>
                    <a:pt x="23238" y="160245"/>
                    <a:pt x="33445" y="144785"/>
                  </a:cubicBezTo>
                  <a:cubicBezTo>
                    <a:pt x="40095" y="134708"/>
                    <a:pt x="47583" y="125078"/>
                    <a:pt x="55685" y="115988"/>
                  </a:cubicBezTo>
                  <a:cubicBezTo>
                    <a:pt x="59280" y="111946"/>
                    <a:pt x="62838" y="107774"/>
                    <a:pt x="65725" y="103210"/>
                  </a:cubicBezTo>
                  <a:cubicBezTo>
                    <a:pt x="73083" y="91569"/>
                    <a:pt x="83588" y="82628"/>
                    <a:pt x="91914" y="71843"/>
                  </a:cubicBezTo>
                  <a:cubicBezTo>
                    <a:pt x="99290" y="62306"/>
                    <a:pt x="109032" y="55023"/>
                    <a:pt x="116315" y="45430"/>
                  </a:cubicBezTo>
                  <a:cubicBezTo>
                    <a:pt x="126169" y="32448"/>
                    <a:pt x="121717" y="13840"/>
                    <a:pt x="107095" y="5979"/>
                  </a:cubicBezTo>
                  <a:cubicBezTo>
                    <a:pt x="104841" y="4768"/>
                    <a:pt x="102345" y="3707"/>
                    <a:pt x="100948" y="1267"/>
                  </a:cubicBezTo>
                  <a:cubicBezTo>
                    <a:pt x="103444" y="857"/>
                    <a:pt x="105977" y="428"/>
                    <a:pt x="108511" y="0"/>
                  </a:cubicBezTo>
                  <a:close/>
                </a:path>
              </a:pathLst>
            </a:custGeom>
            <a:solidFill>
              <a:srgbClr val="89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5E7244E3-CBF1-778F-13D6-C5B60F09D403}"/>
                </a:ext>
              </a:extLst>
            </p:cNvPr>
            <p:cNvSpPr/>
            <p:nvPr/>
          </p:nvSpPr>
          <p:spPr>
            <a:xfrm>
              <a:off x="1733439" y="5182014"/>
              <a:ext cx="55991" cy="56457"/>
            </a:xfrm>
            <a:custGeom>
              <a:avLst/>
              <a:gdLst>
                <a:gd name="csX0" fmla="*/ 19483 w 55991"/>
                <a:gd name="csY0" fmla="*/ 56457 h 56457"/>
                <a:gd name="csX1" fmla="*/ 4768 w 55991"/>
                <a:gd name="csY1" fmla="*/ 40308 h 56457"/>
                <a:gd name="csX2" fmla="*/ 0 w 55991"/>
                <a:gd name="csY2" fmla="*/ 39339 h 56457"/>
                <a:gd name="csX3" fmla="*/ 55992 w 55991"/>
                <a:gd name="csY3" fmla="*/ 0 h 56457"/>
                <a:gd name="csX4" fmla="*/ 51167 w 55991"/>
                <a:gd name="csY4" fmla="*/ 29188 h 56457"/>
                <a:gd name="csX5" fmla="*/ 48671 w 55991"/>
                <a:gd name="csY5" fmla="*/ 32094 h 56457"/>
                <a:gd name="csX6" fmla="*/ 20955 w 55991"/>
                <a:gd name="csY6" fmla="*/ 55731 h 56457"/>
                <a:gd name="csX7" fmla="*/ 19483 w 55991"/>
                <a:gd name="csY7" fmla="*/ 56457 h 56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991" h="56457">
                  <a:moveTo>
                    <a:pt x="19483" y="56457"/>
                  </a:moveTo>
                  <a:cubicBezTo>
                    <a:pt x="15237" y="50478"/>
                    <a:pt x="8922" y="46418"/>
                    <a:pt x="4768" y="40308"/>
                  </a:cubicBezTo>
                  <a:cubicBezTo>
                    <a:pt x="3781" y="38855"/>
                    <a:pt x="1621" y="39637"/>
                    <a:pt x="0" y="39339"/>
                  </a:cubicBezTo>
                  <a:cubicBezTo>
                    <a:pt x="18664" y="26226"/>
                    <a:pt x="37328" y="13113"/>
                    <a:pt x="55992" y="0"/>
                  </a:cubicBezTo>
                  <a:cubicBezTo>
                    <a:pt x="53086" y="9649"/>
                    <a:pt x="52360" y="19446"/>
                    <a:pt x="51167" y="29188"/>
                  </a:cubicBezTo>
                  <a:cubicBezTo>
                    <a:pt x="51000" y="30585"/>
                    <a:pt x="49789" y="31423"/>
                    <a:pt x="48671" y="32094"/>
                  </a:cubicBezTo>
                  <a:cubicBezTo>
                    <a:pt x="38147" y="38464"/>
                    <a:pt x="28946" y="46380"/>
                    <a:pt x="20955" y="55731"/>
                  </a:cubicBezTo>
                  <a:cubicBezTo>
                    <a:pt x="20620" y="56122"/>
                    <a:pt x="19986" y="56234"/>
                    <a:pt x="19483" y="56457"/>
                  </a:cubicBezTo>
                  <a:close/>
                </a:path>
              </a:pathLst>
            </a:custGeom>
            <a:solidFill>
              <a:srgbClr val="7BB2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D96AF800-8591-1FCB-1052-C29C39A498B1}"/>
                </a:ext>
              </a:extLst>
            </p:cNvPr>
            <p:cNvSpPr/>
            <p:nvPr/>
          </p:nvSpPr>
          <p:spPr>
            <a:xfrm>
              <a:off x="1914602" y="5175849"/>
              <a:ext cx="37439" cy="59288"/>
            </a:xfrm>
            <a:custGeom>
              <a:avLst/>
              <a:gdLst>
                <a:gd name="csX0" fmla="*/ 37440 w 37439"/>
                <a:gd name="csY0" fmla="*/ 39898 h 59288"/>
                <a:gd name="csX1" fmla="*/ 15665 w 37439"/>
                <a:gd name="csY1" fmla="*/ 59289 h 59288"/>
                <a:gd name="csX2" fmla="*/ 10916 w 37439"/>
                <a:gd name="csY2" fmla="*/ 37365 h 59288"/>
                <a:gd name="csX3" fmla="*/ 4545 w 37439"/>
                <a:gd name="csY3" fmla="*/ 23712 h 59288"/>
                <a:gd name="csX4" fmla="*/ 2124 w 37439"/>
                <a:gd name="csY4" fmla="*/ 0 h 59288"/>
                <a:gd name="csX5" fmla="*/ 37440 w 37439"/>
                <a:gd name="csY5" fmla="*/ 39898 h 59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7439" h="59288">
                  <a:moveTo>
                    <a:pt x="37440" y="39898"/>
                  </a:moveTo>
                  <a:cubicBezTo>
                    <a:pt x="29691" y="45803"/>
                    <a:pt x="22259" y="52080"/>
                    <a:pt x="15665" y="59289"/>
                  </a:cubicBezTo>
                  <a:cubicBezTo>
                    <a:pt x="14101" y="51968"/>
                    <a:pt x="12760" y="44611"/>
                    <a:pt x="10916" y="37365"/>
                  </a:cubicBezTo>
                  <a:cubicBezTo>
                    <a:pt x="9668" y="32466"/>
                    <a:pt x="7898" y="27679"/>
                    <a:pt x="4545" y="23712"/>
                  </a:cubicBezTo>
                  <a:cubicBezTo>
                    <a:pt x="-1341" y="16764"/>
                    <a:pt x="-782" y="9015"/>
                    <a:pt x="2124" y="0"/>
                  </a:cubicBezTo>
                  <a:cubicBezTo>
                    <a:pt x="12741" y="14845"/>
                    <a:pt x="22539" y="29710"/>
                    <a:pt x="37440" y="39898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5A5BF7D9-C260-B501-B065-8773FB7082BF}"/>
                </a:ext>
              </a:extLst>
            </p:cNvPr>
            <p:cNvSpPr/>
            <p:nvPr/>
          </p:nvSpPr>
          <p:spPr>
            <a:xfrm>
              <a:off x="1833055" y="5123768"/>
              <a:ext cx="44145" cy="10483"/>
            </a:xfrm>
            <a:custGeom>
              <a:avLst/>
              <a:gdLst>
                <a:gd name="csX0" fmla="*/ 0 w 44145"/>
                <a:gd name="csY0" fmla="*/ 1546 h 10483"/>
                <a:gd name="csX1" fmla="*/ 28741 w 44145"/>
                <a:gd name="csY1" fmla="*/ 4191 h 10483"/>
                <a:gd name="csX2" fmla="*/ 34515 w 44145"/>
                <a:gd name="csY2" fmla="*/ 6296 h 10483"/>
                <a:gd name="csX3" fmla="*/ 42879 w 44145"/>
                <a:gd name="csY3" fmla="*/ 2608 h 10483"/>
                <a:gd name="csX4" fmla="*/ 44145 w 44145"/>
                <a:gd name="csY4" fmla="*/ 6166 h 10483"/>
                <a:gd name="csX5" fmla="*/ 35950 w 44145"/>
                <a:gd name="csY5" fmla="*/ 9463 h 10483"/>
                <a:gd name="csX6" fmla="*/ 8829 w 44145"/>
                <a:gd name="csY6" fmla="*/ 2813 h 10483"/>
                <a:gd name="csX7" fmla="*/ 3371 w 44145"/>
                <a:gd name="csY7" fmla="*/ 3781 h 10483"/>
                <a:gd name="csX8" fmla="*/ 0 w 44145"/>
                <a:gd name="csY8" fmla="*/ 1546 h 10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145" h="10483">
                  <a:moveTo>
                    <a:pt x="0" y="1546"/>
                  </a:moveTo>
                  <a:cubicBezTo>
                    <a:pt x="10021" y="-2347"/>
                    <a:pt x="19279" y="2086"/>
                    <a:pt x="28741" y="4191"/>
                  </a:cubicBezTo>
                  <a:cubicBezTo>
                    <a:pt x="30734" y="4638"/>
                    <a:pt x="32690" y="5383"/>
                    <a:pt x="34515" y="6296"/>
                  </a:cubicBezTo>
                  <a:cubicBezTo>
                    <a:pt x="38892" y="8494"/>
                    <a:pt x="41593" y="7246"/>
                    <a:pt x="42879" y="2608"/>
                  </a:cubicBezTo>
                  <a:cubicBezTo>
                    <a:pt x="43233" y="3819"/>
                    <a:pt x="42674" y="5346"/>
                    <a:pt x="44145" y="6166"/>
                  </a:cubicBezTo>
                  <a:cubicBezTo>
                    <a:pt x="42674" y="10394"/>
                    <a:pt x="40141" y="11567"/>
                    <a:pt x="35950" y="9463"/>
                  </a:cubicBezTo>
                  <a:cubicBezTo>
                    <a:pt x="27456" y="5160"/>
                    <a:pt x="18105" y="4079"/>
                    <a:pt x="8829" y="2813"/>
                  </a:cubicBezTo>
                  <a:cubicBezTo>
                    <a:pt x="6948" y="2552"/>
                    <a:pt x="5085" y="2869"/>
                    <a:pt x="3371" y="3781"/>
                  </a:cubicBezTo>
                  <a:cubicBezTo>
                    <a:pt x="3409" y="1304"/>
                    <a:pt x="1453" y="1826"/>
                    <a:pt x="0" y="1546"/>
                  </a:cubicBezTo>
                  <a:close/>
                </a:path>
              </a:pathLst>
            </a:custGeom>
            <a:solidFill>
              <a:srgbClr val="485E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72020B11-5B67-965D-FF12-E37870F054F7}"/>
                </a:ext>
              </a:extLst>
            </p:cNvPr>
            <p:cNvSpPr/>
            <p:nvPr/>
          </p:nvSpPr>
          <p:spPr>
            <a:xfrm>
              <a:off x="1539238" y="5491626"/>
              <a:ext cx="37588" cy="2832"/>
            </a:xfrm>
            <a:custGeom>
              <a:avLst/>
              <a:gdLst>
                <a:gd name="csX0" fmla="*/ 0 w 37588"/>
                <a:gd name="csY0" fmla="*/ 0 h 2832"/>
                <a:gd name="csX1" fmla="*/ 37589 w 37588"/>
                <a:gd name="csY1" fmla="*/ 1173 h 2832"/>
                <a:gd name="csX2" fmla="*/ 0 w 37588"/>
                <a:gd name="csY2" fmla="*/ 0 h 28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7588" h="2832">
                  <a:moveTo>
                    <a:pt x="0" y="0"/>
                  </a:moveTo>
                  <a:cubicBezTo>
                    <a:pt x="12499" y="1192"/>
                    <a:pt x="25053" y="1024"/>
                    <a:pt x="37589" y="1173"/>
                  </a:cubicBezTo>
                  <a:cubicBezTo>
                    <a:pt x="25034" y="2142"/>
                    <a:pt x="12405" y="4917"/>
                    <a:pt x="0" y="0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D72A026D-C120-05CF-BA51-81572CAAEF36}"/>
                </a:ext>
              </a:extLst>
            </p:cNvPr>
            <p:cNvSpPr/>
            <p:nvPr/>
          </p:nvSpPr>
          <p:spPr>
            <a:xfrm>
              <a:off x="1645242" y="5227032"/>
              <a:ext cx="27697" cy="1139"/>
            </a:xfrm>
            <a:custGeom>
              <a:avLst/>
              <a:gdLst>
                <a:gd name="csX0" fmla="*/ 27698 w 27697"/>
                <a:gd name="csY0" fmla="*/ 1139 h 1139"/>
                <a:gd name="csX1" fmla="*/ 0 w 27697"/>
                <a:gd name="csY1" fmla="*/ 1120 h 1139"/>
                <a:gd name="csX2" fmla="*/ 27698 w 27697"/>
                <a:gd name="csY2" fmla="*/ 1139 h 11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697" h="1139">
                  <a:moveTo>
                    <a:pt x="27698" y="1139"/>
                  </a:moveTo>
                  <a:cubicBezTo>
                    <a:pt x="18459" y="1139"/>
                    <a:pt x="9239" y="1139"/>
                    <a:pt x="0" y="1120"/>
                  </a:cubicBezTo>
                  <a:cubicBezTo>
                    <a:pt x="9239" y="-891"/>
                    <a:pt x="18478" y="245"/>
                    <a:pt x="27698" y="1139"/>
                  </a:cubicBezTo>
                  <a:close/>
                </a:path>
              </a:pathLst>
            </a:custGeom>
            <a:solidFill>
              <a:srgbClr val="80B8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A920A2C9-62F7-3632-123C-5A8B4848CF00}"/>
                </a:ext>
              </a:extLst>
            </p:cNvPr>
            <p:cNvSpPr/>
            <p:nvPr/>
          </p:nvSpPr>
          <p:spPr>
            <a:xfrm>
              <a:off x="1617339" y="5479125"/>
              <a:ext cx="11548" cy="4323"/>
            </a:xfrm>
            <a:custGeom>
              <a:avLst/>
              <a:gdLst>
                <a:gd name="csX0" fmla="*/ 0 w 11548"/>
                <a:gd name="csY0" fmla="*/ 4324 h 4323"/>
                <a:gd name="csX1" fmla="*/ 11549 w 11548"/>
                <a:gd name="csY1" fmla="*/ 151 h 4323"/>
                <a:gd name="csX2" fmla="*/ 0 w 11548"/>
                <a:gd name="csY2" fmla="*/ 4324 h 4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548" h="4323">
                  <a:moveTo>
                    <a:pt x="0" y="4324"/>
                  </a:moveTo>
                  <a:cubicBezTo>
                    <a:pt x="2757" y="-54"/>
                    <a:pt x="7041" y="-277"/>
                    <a:pt x="11549" y="151"/>
                  </a:cubicBezTo>
                  <a:cubicBezTo>
                    <a:pt x="7916" y="2107"/>
                    <a:pt x="4042" y="3411"/>
                    <a:pt x="0" y="4324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07CDE41A-C112-EB54-2D15-28CFCF89C285}"/>
                </a:ext>
              </a:extLst>
            </p:cNvPr>
            <p:cNvSpPr/>
            <p:nvPr/>
          </p:nvSpPr>
          <p:spPr>
            <a:xfrm>
              <a:off x="1930025" y="5235100"/>
              <a:ext cx="1773" cy="14584"/>
            </a:xfrm>
            <a:custGeom>
              <a:avLst/>
              <a:gdLst>
                <a:gd name="csX0" fmla="*/ 205 w 1773"/>
                <a:gd name="csY0" fmla="*/ 0 h 14584"/>
                <a:gd name="csX1" fmla="*/ 0 w 1773"/>
                <a:gd name="csY1" fmla="*/ 14585 h 14584"/>
                <a:gd name="csX2" fmla="*/ 205 w 1773"/>
                <a:gd name="csY2" fmla="*/ 0 h 1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3" h="14584">
                  <a:moveTo>
                    <a:pt x="205" y="0"/>
                  </a:moveTo>
                  <a:cubicBezTo>
                    <a:pt x="2086" y="4880"/>
                    <a:pt x="2570" y="9760"/>
                    <a:pt x="0" y="14585"/>
                  </a:cubicBezTo>
                  <a:cubicBezTo>
                    <a:pt x="689" y="9723"/>
                    <a:pt x="447" y="4862"/>
                    <a:pt x="205" y="0"/>
                  </a:cubicBezTo>
                  <a:close/>
                </a:path>
              </a:pathLst>
            </a:custGeom>
            <a:solidFill>
              <a:srgbClr val="79AF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AB66DA2A-63F2-AD02-3A0C-17651C2BC6A0}"/>
                </a:ext>
              </a:extLst>
            </p:cNvPr>
            <p:cNvSpPr/>
            <p:nvPr/>
          </p:nvSpPr>
          <p:spPr>
            <a:xfrm>
              <a:off x="1775573" y="5007725"/>
              <a:ext cx="76516" cy="79566"/>
            </a:xfrm>
            <a:custGeom>
              <a:avLst/>
              <a:gdLst>
                <a:gd name="csX0" fmla="*/ 0 w 76516"/>
                <a:gd name="csY0" fmla="*/ 2347 h 79566"/>
                <a:gd name="csX1" fmla="*/ 1285 w 76516"/>
                <a:gd name="csY1" fmla="*/ 0 h 79566"/>
                <a:gd name="csX2" fmla="*/ 24047 w 76516"/>
                <a:gd name="csY2" fmla="*/ 12238 h 79566"/>
                <a:gd name="csX3" fmla="*/ 30846 w 76516"/>
                <a:gd name="csY3" fmla="*/ 16168 h 79566"/>
                <a:gd name="csX4" fmla="*/ 40941 w 76516"/>
                <a:gd name="csY4" fmla="*/ 18049 h 79566"/>
                <a:gd name="csX5" fmla="*/ 42562 w 76516"/>
                <a:gd name="csY5" fmla="*/ 17565 h 79566"/>
                <a:gd name="csX6" fmla="*/ 67242 w 76516"/>
                <a:gd name="csY6" fmla="*/ 29188 h 79566"/>
                <a:gd name="csX7" fmla="*/ 75736 w 76516"/>
                <a:gd name="csY7" fmla="*/ 45728 h 79566"/>
                <a:gd name="csX8" fmla="*/ 73966 w 76516"/>
                <a:gd name="csY8" fmla="*/ 49919 h 79566"/>
                <a:gd name="csX9" fmla="*/ 47517 w 76516"/>
                <a:gd name="csY9" fmla="*/ 59587 h 79566"/>
                <a:gd name="csX10" fmla="*/ 34813 w 76516"/>
                <a:gd name="csY10" fmla="*/ 75829 h 79566"/>
                <a:gd name="csX11" fmla="*/ 29784 w 76516"/>
                <a:gd name="csY11" fmla="*/ 77878 h 79566"/>
                <a:gd name="csX12" fmla="*/ 10524 w 76516"/>
                <a:gd name="csY12" fmla="*/ 64150 h 79566"/>
                <a:gd name="csX13" fmla="*/ 1714 w 76516"/>
                <a:gd name="csY13" fmla="*/ 39582 h 79566"/>
                <a:gd name="csX14" fmla="*/ 4116 w 76516"/>
                <a:gd name="csY14" fmla="*/ 24010 h 79566"/>
                <a:gd name="csX15" fmla="*/ 0 w 76516"/>
                <a:gd name="csY15" fmla="*/ 2347 h 79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6516" h="79566">
                  <a:moveTo>
                    <a:pt x="0" y="2347"/>
                  </a:moveTo>
                  <a:cubicBezTo>
                    <a:pt x="149" y="1416"/>
                    <a:pt x="242" y="447"/>
                    <a:pt x="1285" y="0"/>
                  </a:cubicBezTo>
                  <a:cubicBezTo>
                    <a:pt x="8270" y="5197"/>
                    <a:pt x="16205" y="8643"/>
                    <a:pt x="24047" y="12238"/>
                  </a:cubicBezTo>
                  <a:cubicBezTo>
                    <a:pt x="26450" y="13337"/>
                    <a:pt x="28741" y="14529"/>
                    <a:pt x="30846" y="16168"/>
                  </a:cubicBezTo>
                  <a:cubicBezTo>
                    <a:pt x="33826" y="18496"/>
                    <a:pt x="37235" y="19204"/>
                    <a:pt x="40941" y="18049"/>
                  </a:cubicBezTo>
                  <a:cubicBezTo>
                    <a:pt x="41482" y="17882"/>
                    <a:pt x="42003" y="17677"/>
                    <a:pt x="42562" y="17565"/>
                  </a:cubicBezTo>
                  <a:cubicBezTo>
                    <a:pt x="56551" y="14641"/>
                    <a:pt x="60518" y="16503"/>
                    <a:pt x="67242" y="29188"/>
                  </a:cubicBezTo>
                  <a:cubicBezTo>
                    <a:pt x="70148" y="34664"/>
                    <a:pt x="72830" y="40252"/>
                    <a:pt x="75736" y="45728"/>
                  </a:cubicBezTo>
                  <a:cubicBezTo>
                    <a:pt x="76984" y="48075"/>
                    <a:pt x="76965" y="48951"/>
                    <a:pt x="73966" y="49919"/>
                  </a:cubicBezTo>
                  <a:cubicBezTo>
                    <a:pt x="65044" y="52807"/>
                    <a:pt x="56253" y="56159"/>
                    <a:pt x="47517" y="59587"/>
                  </a:cubicBezTo>
                  <a:cubicBezTo>
                    <a:pt x="40178" y="62455"/>
                    <a:pt x="35111" y="67428"/>
                    <a:pt x="34813" y="75829"/>
                  </a:cubicBezTo>
                  <a:cubicBezTo>
                    <a:pt x="34646" y="80691"/>
                    <a:pt x="32690" y="80169"/>
                    <a:pt x="29784" y="77878"/>
                  </a:cubicBezTo>
                  <a:cubicBezTo>
                    <a:pt x="23600" y="72979"/>
                    <a:pt x="17025" y="68565"/>
                    <a:pt x="10524" y="64150"/>
                  </a:cubicBezTo>
                  <a:cubicBezTo>
                    <a:pt x="1211" y="57798"/>
                    <a:pt x="-75" y="49491"/>
                    <a:pt x="1714" y="39582"/>
                  </a:cubicBezTo>
                  <a:cubicBezTo>
                    <a:pt x="2645" y="34422"/>
                    <a:pt x="3446" y="29225"/>
                    <a:pt x="4116" y="24010"/>
                  </a:cubicBezTo>
                  <a:cubicBezTo>
                    <a:pt x="5122" y="16373"/>
                    <a:pt x="4191" y="9034"/>
                    <a:pt x="0" y="2347"/>
                  </a:cubicBezTo>
                  <a:close/>
                </a:path>
              </a:pathLst>
            </a:custGeom>
            <a:solidFill>
              <a:srgbClr val="FFFFF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438EF259-0AD1-578E-2D9D-38A802991B2D}"/>
                </a:ext>
              </a:extLst>
            </p:cNvPr>
            <p:cNvSpPr/>
            <p:nvPr/>
          </p:nvSpPr>
          <p:spPr>
            <a:xfrm>
              <a:off x="1862504" y="5075674"/>
              <a:ext cx="4638" cy="13969"/>
            </a:xfrm>
            <a:custGeom>
              <a:avLst/>
              <a:gdLst>
                <a:gd name="csX0" fmla="*/ 1173 w 4638"/>
                <a:gd name="csY0" fmla="*/ 0 h 13969"/>
                <a:gd name="csX1" fmla="*/ 4638 w 4638"/>
                <a:gd name="csY1" fmla="*/ 13970 h 13969"/>
                <a:gd name="csX2" fmla="*/ 0 w 4638"/>
                <a:gd name="csY2" fmla="*/ 4582 h 13969"/>
                <a:gd name="csX3" fmla="*/ 1173 w 4638"/>
                <a:gd name="csY3" fmla="*/ 0 h 13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8" h="13969">
                  <a:moveTo>
                    <a:pt x="1173" y="0"/>
                  </a:moveTo>
                  <a:cubicBezTo>
                    <a:pt x="2813" y="4135"/>
                    <a:pt x="4005" y="8382"/>
                    <a:pt x="4638" y="13970"/>
                  </a:cubicBezTo>
                  <a:cubicBezTo>
                    <a:pt x="559" y="11027"/>
                    <a:pt x="559" y="7674"/>
                    <a:pt x="0" y="4582"/>
                  </a:cubicBezTo>
                  <a:cubicBezTo>
                    <a:pt x="1937" y="3465"/>
                    <a:pt x="820" y="1546"/>
                    <a:pt x="1173" y="0"/>
                  </a:cubicBezTo>
                  <a:close/>
                </a:path>
              </a:pathLst>
            </a:custGeom>
            <a:solidFill>
              <a:srgbClr val="516F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5D867E82-CC7B-FCEF-CAB5-5BF2D6968229}"/>
                </a:ext>
              </a:extLst>
            </p:cNvPr>
            <p:cNvSpPr/>
            <p:nvPr/>
          </p:nvSpPr>
          <p:spPr>
            <a:xfrm>
              <a:off x="1759704" y="4831993"/>
              <a:ext cx="112433" cy="181201"/>
            </a:xfrm>
            <a:custGeom>
              <a:avLst/>
              <a:gdLst>
                <a:gd name="csX0" fmla="*/ 14510 w 112433"/>
                <a:gd name="csY0" fmla="*/ 106944 h 181201"/>
                <a:gd name="csX1" fmla="*/ 5979 w 112433"/>
                <a:gd name="csY1" fmla="*/ 98953 h 181201"/>
                <a:gd name="csX2" fmla="*/ 18 w 112433"/>
                <a:gd name="csY2" fmla="*/ 70007 h 181201"/>
                <a:gd name="csX3" fmla="*/ 8400 w 112433"/>
                <a:gd name="csY3" fmla="*/ 58011 h 181201"/>
                <a:gd name="csX4" fmla="*/ 12591 w 112433"/>
                <a:gd name="csY4" fmla="*/ 55385 h 181201"/>
                <a:gd name="csX5" fmla="*/ 7841 w 112433"/>
                <a:gd name="csY5" fmla="*/ 55199 h 181201"/>
                <a:gd name="csX6" fmla="*/ 1490 w 112433"/>
                <a:gd name="csY6" fmla="*/ 49126 h 181201"/>
                <a:gd name="csX7" fmla="*/ 9983 w 112433"/>
                <a:gd name="csY7" fmla="*/ 18411 h 181201"/>
                <a:gd name="csX8" fmla="*/ 20917 w 112433"/>
                <a:gd name="csY8" fmla="*/ 3659 h 181201"/>
                <a:gd name="csX9" fmla="*/ 41071 w 112433"/>
                <a:gd name="csY9" fmla="*/ 2169 h 181201"/>
                <a:gd name="csX10" fmla="*/ 66124 w 112433"/>
                <a:gd name="csY10" fmla="*/ 18877 h 181201"/>
                <a:gd name="csX11" fmla="*/ 74897 w 112433"/>
                <a:gd name="csY11" fmla="*/ 27445 h 181201"/>
                <a:gd name="csX12" fmla="*/ 73798 w 112433"/>
                <a:gd name="csY12" fmla="*/ 35156 h 181201"/>
                <a:gd name="csX13" fmla="*/ 72141 w 112433"/>
                <a:gd name="csY13" fmla="*/ 38155 h 181201"/>
                <a:gd name="csX14" fmla="*/ 75456 w 112433"/>
                <a:gd name="csY14" fmla="*/ 37801 h 181201"/>
                <a:gd name="csX15" fmla="*/ 82609 w 112433"/>
                <a:gd name="csY15" fmla="*/ 39180 h 181201"/>
                <a:gd name="csX16" fmla="*/ 98255 w 112433"/>
                <a:gd name="csY16" fmla="*/ 79730 h 181201"/>
                <a:gd name="csX17" fmla="*/ 97100 w 112433"/>
                <a:gd name="csY17" fmla="*/ 85486 h 181201"/>
                <a:gd name="csX18" fmla="*/ 102930 w 112433"/>
                <a:gd name="csY18" fmla="*/ 90310 h 181201"/>
                <a:gd name="csX19" fmla="*/ 111629 w 112433"/>
                <a:gd name="csY19" fmla="*/ 121137 h 181201"/>
                <a:gd name="csX20" fmla="*/ 107308 w 112433"/>
                <a:gd name="csY20" fmla="*/ 131661 h 181201"/>
                <a:gd name="csX21" fmla="*/ 100528 w 112433"/>
                <a:gd name="csY21" fmla="*/ 134548 h 181201"/>
                <a:gd name="csX22" fmla="*/ 96728 w 112433"/>
                <a:gd name="csY22" fmla="*/ 118175 h 181201"/>
                <a:gd name="csX23" fmla="*/ 66515 w 112433"/>
                <a:gd name="csY23" fmla="*/ 40055 h 181201"/>
                <a:gd name="csX24" fmla="*/ 39432 w 112433"/>
                <a:gd name="csY24" fmla="*/ 16921 h 181201"/>
                <a:gd name="csX25" fmla="*/ 31255 w 112433"/>
                <a:gd name="csY25" fmla="*/ 18877 h 181201"/>
                <a:gd name="csX26" fmla="*/ 29392 w 112433"/>
                <a:gd name="csY26" fmla="*/ 21801 h 181201"/>
                <a:gd name="csX27" fmla="*/ 26431 w 112433"/>
                <a:gd name="csY27" fmla="*/ 38435 h 181201"/>
                <a:gd name="csX28" fmla="*/ 35856 w 112433"/>
                <a:gd name="csY28" fmla="*/ 58924 h 181201"/>
                <a:gd name="csX29" fmla="*/ 60611 w 112433"/>
                <a:gd name="csY29" fmla="*/ 127079 h 181201"/>
                <a:gd name="csX30" fmla="*/ 72215 w 112433"/>
                <a:gd name="csY30" fmla="*/ 154348 h 181201"/>
                <a:gd name="csX31" fmla="*/ 84341 w 112433"/>
                <a:gd name="csY31" fmla="*/ 162879 h 181201"/>
                <a:gd name="csX32" fmla="*/ 87917 w 112433"/>
                <a:gd name="csY32" fmla="*/ 165394 h 181201"/>
                <a:gd name="csX33" fmla="*/ 87079 w 112433"/>
                <a:gd name="csY33" fmla="*/ 176942 h 181201"/>
                <a:gd name="csX34" fmla="*/ 82702 w 112433"/>
                <a:gd name="csY34" fmla="*/ 181152 h 181201"/>
                <a:gd name="csX35" fmla="*/ 68173 w 112433"/>
                <a:gd name="csY35" fmla="*/ 178246 h 181201"/>
                <a:gd name="csX36" fmla="*/ 48801 w 112433"/>
                <a:gd name="csY36" fmla="*/ 164146 h 181201"/>
                <a:gd name="csX37" fmla="*/ 46287 w 112433"/>
                <a:gd name="csY37" fmla="*/ 156583 h 181201"/>
                <a:gd name="csX38" fmla="*/ 49248 w 112433"/>
                <a:gd name="csY38" fmla="*/ 152728 h 181201"/>
                <a:gd name="csX39" fmla="*/ 43958 w 112433"/>
                <a:gd name="csY39" fmla="*/ 154404 h 181201"/>
                <a:gd name="csX40" fmla="*/ 39469 w 112433"/>
                <a:gd name="csY40" fmla="*/ 152616 h 181201"/>
                <a:gd name="csX41" fmla="*/ 21178 w 112433"/>
                <a:gd name="csY41" fmla="*/ 128085 h 181201"/>
                <a:gd name="csX42" fmla="*/ 14193 w 112433"/>
                <a:gd name="csY42" fmla="*/ 116071 h 181201"/>
                <a:gd name="csX43" fmla="*/ 15869 w 112433"/>
                <a:gd name="csY43" fmla="*/ 109365 h 181201"/>
                <a:gd name="csX44" fmla="*/ 21588 w 112433"/>
                <a:gd name="csY44" fmla="*/ 103814 h 181201"/>
                <a:gd name="csX45" fmla="*/ 14510 w 112433"/>
                <a:gd name="csY45" fmla="*/ 106944 h 18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112433" h="181201">
                  <a:moveTo>
                    <a:pt x="14510" y="106944"/>
                  </a:moveTo>
                  <a:cubicBezTo>
                    <a:pt x="8326" y="107931"/>
                    <a:pt x="7376" y="102380"/>
                    <a:pt x="5979" y="98953"/>
                  </a:cubicBezTo>
                  <a:cubicBezTo>
                    <a:pt x="2216" y="89770"/>
                    <a:pt x="298" y="79991"/>
                    <a:pt x="18" y="70007"/>
                  </a:cubicBezTo>
                  <a:cubicBezTo>
                    <a:pt x="-187" y="62426"/>
                    <a:pt x="1266" y="60712"/>
                    <a:pt x="8400" y="58011"/>
                  </a:cubicBezTo>
                  <a:cubicBezTo>
                    <a:pt x="9928" y="57434"/>
                    <a:pt x="13187" y="57788"/>
                    <a:pt x="12591" y="55385"/>
                  </a:cubicBezTo>
                  <a:cubicBezTo>
                    <a:pt x="11902" y="52610"/>
                    <a:pt x="9369" y="54826"/>
                    <a:pt x="7841" y="55199"/>
                  </a:cubicBezTo>
                  <a:cubicBezTo>
                    <a:pt x="2831" y="56372"/>
                    <a:pt x="-280" y="53876"/>
                    <a:pt x="1490" y="49126"/>
                  </a:cubicBezTo>
                  <a:cubicBezTo>
                    <a:pt x="5215" y="39124"/>
                    <a:pt x="5178" y="28171"/>
                    <a:pt x="9983" y="18411"/>
                  </a:cubicBezTo>
                  <a:cubicBezTo>
                    <a:pt x="12796" y="12730"/>
                    <a:pt x="16465" y="7682"/>
                    <a:pt x="20917" y="3659"/>
                  </a:cubicBezTo>
                  <a:cubicBezTo>
                    <a:pt x="26729" y="-1575"/>
                    <a:pt x="34217" y="-365"/>
                    <a:pt x="41071" y="2169"/>
                  </a:cubicBezTo>
                  <a:cubicBezTo>
                    <a:pt x="50720" y="5726"/>
                    <a:pt x="58301" y="12525"/>
                    <a:pt x="66124" y="18877"/>
                  </a:cubicBezTo>
                  <a:cubicBezTo>
                    <a:pt x="69309" y="21466"/>
                    <a:pt x="72439" y="23980"/>
                    <a:pt x="74897" y="27445"/>
                  </a:cubicBezTo>
                  <a:cubicBezTo>
                    <a:pt x="77282" y="30779"/>
                    <a:pt x="77691" y="32996"/>
                    <a:pt x="73798" y="35156"/>
                  </a:cubicBezTo>
                  <a:cubicBezTo>
                    <a:pt x="72793" y="35715"/>
                    <a:pt x="71135" y="36591"/>
                    <a:pt x="72141" y="38155"/>
                  </a:cubicBezTo>
                  <a:cubicBezTo>
                    <a:pt x="73165" y="39739"/>
                    <a:pt x="74450" y="38714"/>
                    <a:pt x="75456" y="37801"/>
                  </a:cubicBezTo>
                  <a:cubicBezTo>
                    <a:pt x="78474" y="35026"/>
                    <a:pt x="81454" y="37094"/>
                    <a:pt x="82609" y="39180"/>
                  </a:cubicBezTo>
                  <a:cubicBezTo>
                    <a:pt x="89650" y="51958"/>
                    <a:pt x="96430" y="64922"/>
                    <a:pt x="98255" y="79730"/>
                  </a:cubicBezTo>
                  <a:cubicBezTo>
                    <a:pt x="99149" y="81909"/>
                    <a:pt x="94679" y="83008"/>
                    <a:pt x="97100" y="85486"/>
                  </a:cubicBezTo>
                  <a:cubicBezTo>
                    <a:pt x="100434" y="85430"/>
                    <a:pt x="102055" y="86994"/>
                    <a:pt x="102930" y="90310"/>
                  </a:cubicBezTo>
                  <a:cubicBezTo>
                    <a:pt x="105631" y="100648"/>
                    <a:pt x="108407" y="110967"/>
                    <a:pt x="111629" y="121137"/>
                  </a:cubicBezTo>
                  <a:cubicBezTo>
                    <a:pt x="113268" y="126278"/>
                    <a:pt x="112672" y="129761"/>
                    <a:pt x="107308" y="131661"/>
                  </a:cubicBezTo>
                  <a:cubicBezTo>
                    <a:pt x="105762" y="134325"/>
                    <a:pt x="103638" y="135591"/>
                    <a:pt x="100528" y="134548"/>
                  </a:cubicBezTo>
                  <a:cubicBezTo>
                    <a:pt x="98069" y="129370"/>
                    <a:pt x="97976" y="123652"/>
                    <a:pt x="96728" y="118175"/>
                  </a:cubicBezTo>
                  <a:cubicBezTo>
                    <a:pt x="90395" y="90682"/>
                    <a:pt x="80783" y="64456"/>
                    <a:pt x="66515" y="40055"/>
                  </a:cubicBezTo>
                  <a:cubicBezTo>
                    <a:pt x="60182" y="29233"/>
                    <a:pt x="52434" y="20032"/>
                    <a:pt x="39432" y="16921"/>
                  </a:cubicBezTo>
                  <a:cubicBezTo>
                    <a:pt x="36247" y="16157"/>
                    <a:pt x="33490" y="16139"/>
                    <a:pt x="31255" y="18877"/>
                  </a:cubicBezTo>
                  <a:cubicBezTo>
                    <a:pt x="29243" y="18970"/>
                    <a:pt x="29597" y="20553"/>
                    <a:pt x="29392" y="21801"/>
                  </a:cubicBezTo>
                  <a:cubicBezTo>
                    <a:pt x="24121" y="26588"/>
                    <a:pt x="24419" y="32418"/>
                    <a:pt x="26431" y="38435"/>
                  </a:cubicBezTo>
                  <a:cubicBezTo>
                    <a:pt x="28815" y="45587"/>
                    <a:pt x="32317" y="52274"/>
                    <a:pt x="35856" y="58924"/>
                  </a:cubicBezTo>
                  <a:cubicBezTo>
                    <a:pt x="47293" y="80494"/>
                    <a:pt x="55302" y="103274"/>
                    <a:pt x="60611" y="127079"/>
                  </a:cubicBezTo>
                  <a:cubicBezTo>
                    <a:pt x="62790" y="136839"/>
                    <a:pt x="65752" y="146302"/>
                    <a:pt x="72215" y="154348"/>
                  </a:cubicBezTo>
                  <a:cubicBezTo>
                    <a:pt x="75512" y="158446"/>
                    <a:pt x="78958" y="161873"/>
                    <a:pt x="84341" y="162879"/>
                  </a:cubicBezTo>
                  <a:cubicBezTo>
                    <a:pt x="85813" y="163159"/>
                    <a:pt x="87210" y="163867"/>
                    <a:pt x="87917" y="165394"/>
                  </a:cubicBezTo>
                  <a:cubicBezTo>
                    <a:pt x="88811" y="169343"/>
                    <a:pt x="89501" y="173254"/>
                    <a:pt x="87079" y="176942"/>
                  </a:cubicBezTo>
                  <a:cubicBezTo>
                    <a:pt x="86967" y="179774"/>
                    <a:pt x="84583" y="181525"/>
                    <a:pt x="82702" y="181152"/>
                  </a:cubicBezTo>
                  <a:cubicBezTo>
                    <a:pt x="77896" y="180183"/>
                    <a:pt x="72867" y="181133"/>
                    <a:pt x="68173" y="178246"/>
                  </a:cubicBezTo>
                  <a:cubicBezTo>
                    <a:pt x="61281" y="174055"/>
                    <a:pt x="55134" y="169007"/>
                    <a:pt x="48801" y="164146"/>
                  </a:cubicBezTo>
                  <a:cubicBezTo>
                    <a:pt x="46063" y="162041"/>
                    <a:pt x="46380" y="159340"/>
                    <a:pt x="46287" y="156583"/>
                  </a:cubicBezTo>
                  <a:cubicBezTo>
                    <a:pt x="45914" y="154237"/>
                    <a:pt x="47963" y="153696"/>
                    <a:pt x="49248" y="152728"/>
                  </a:cubicBezTo>
                  <a:cubicBezTo>
                    <a:pt x="47404" y="152914"/>
                    <a:pt x="46343" y="155578"/>
                    <a:pt x="43958" y="154404"/>
                  </a:cubicBezTo>
                  <a:cubicBezTo>
                    <a:pt x="42133" y="154628"/>
                    <a:pt x="40587" y="154088"/>
                    <a:pt x="39469" y="152616"/>
                  </a:cubicBezTo>
                  <a:cubicBezTo>
                    <a:pt x="33304" y="144495"/>
                    <a:pt x="24996" y="138069"/>
                    <a:pt x="21178" y="128085"/>
                  </a:cubicBezTo>
                  <a:cubicBezTo>
                    <a:pt x="19539" y="123801"/>
                    <a:pt x="16819" y="119889"/>
                    <a:pt x="14193" y="116071"/>
                  </a:cubicBezTo>
                  <a:cubicBezTo>
                    <a:pt x="11995" y="112885"/>
                    <a:pt x="13038" y="111023"/>
                    <a:pt x="15869" y="109365"/>
                  </a:cubicBezTo>
                  <a:cubicBezTo>
                    <a:pt x="16559" y="106068"/>
                    <a:pt x="19818" y="105528"/>
                    <a:pt x="21588" y="103814"/>
                  </a:cubicBezTo>
                  <a:cubicBezTo>
                    <a:pt x="19315" y="104541"/>
                    <a:pt x="17527" y="107186"/>
                    <a:pt x="14510" y="106944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50D57170-C6AA-515A-5F1C-A3E3AC7F059E}"/>
                </a:ext>
              </a:extLst>
            </p:cNvPr>
            <p:cNvSpPr/>
            <p:nvPr/>
          </p:nvSpPr>
          <p:spPr>
            <a:xfrm>
              <a:off x="1790214" y="4846599"/>
              <a:ext cx="76264" cy="156502"/>
            </a:xfrm>
            <a:custGeom>
              <a:avLst/>
              <a:gdLst>
                <a:gd name="csX0" fmla="*/ 0 w 76264"/>
                <a:gd name="csY0" fmla="*/ 4159 h 156502"/>
                <a:gd name="csX1" fmla="*/ 7078 w 76264"/>
                <a:gd name="csY1" fmla="*/ 284 h 156502"/>
                <a:gd name="csX2" fmla="*/ 37645 w 76264"/>
                <a:gd name="csY2" fmla="*/ 25356 h 156502"/>
                <a:gd name="csX3" fmla="*/ 69831 w 76264"/>
                <a:gd name="csY3" fmla="*/ 113981 h 156502"/>
                <a:gd name="csX4" fmla="*/ 70055 w 76264"/>
                <a:gd name="csY4" fmla="*/ 119607 h 156502"/>
                <a:gd name="csX5" fmla="*/ 68937 w 76264"/>
                <a:gd name="csY5" fmla="*/ 120668 h 156502"/>
                <a:gd name="csX6" fmla="*/ 70185 w 76264"/>
                <a:gd name="csY6" fmla="*/ 122866 h 156502"/>
                <a:gd name="csX7" fmla="*/ 76258 w 76264"/>
                <a:gd name="csY7" fmla="*/ 128920 h 156502"/>
                <a:gd name="csX8" fmla="*/ 68881 w 76264"/>
                <a:gd name="csY8" fmla="*/ 152837 h 156502"/>
                <a:gd name="csX9" fmla="*/ 59978 w 76264"/>
                <a:gd name="csY9" fmla="*/ 151123 h 156502"/>
                <a:gd name="csX10" fmla="*/ 57538 w 76264"/>
                <a:gd name="csY10" fmla="*/ 137563 h 156502"/>
                <a:gd name="csX11" fmla="*/ 19670 w 76264"/>
                <a:gd name="csY11" fmla="*/ 27759 h 156502"/>
                <a:gd name="csX12" fmla="*/ 2757 w 76264"/>
                <a:gd name="csY12" fmla="*/ 7530 h 156502"/>
                <a:gd name="csX13" fmla="*/ 0 w 76264"/>
                <a:gd name="csY13" fmla="*/ 4159 h 156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4" h="156502">
                  <a:moveTo>
                    <a:pt x="0" y="4159"/>
                  </a:moveTo>
                  <a:cubicBezTo>
                    <a:pt x="913" y="191"/>
                    <a:pt x="3129" y="-498"/>
                    <a:pt x="7078" y="284"/>
                  </a:cubicBezTo>
                  <a:cubicBezTo>
                    <a:pt x="21868" y="3171"/>
                    <a:pt x="30641" y="13118"/>
                    <a:pt x="37645" y="25356"/>
                  </a:cubicBezTo>
                  <a:cubicBezTo>
                    <a:pt x="53514" y="53035"/>
                    <a:pt x="63964" y="82670"/>
                    <a:pt x="69831" y="113981"/>
                  </a:cubicBezTo>
                  <a:cubicBezTo>
                    <a:pt x="70167" y="115807"/>
                    <a:pt x="69999" y="117725"/>
                    <a:pt x="70055" y="119607"/>
                  </a:cubicBezTo>
                  <a:cubicBezTo>
                    <a:pt x="70241" y="120557"/>
                    <a:pt x="70055" y="121115"/>
                    <a:pt x="68937" y="120668"/>
                  </a:cubicBezTo>
                  <a:cubicBezTo>
                    <a:pt x="67280" y="122587"/>
                    <a:pt x="68863" y="123071"/>
                    <a:pt x="70185" y="122866"/>
                  </a:cubicBezTo>
                  <a:cubicBezTo>
                    <a:pt x="75121" y="122084"/>
                    <a:pt x="76220" y="125530"/>
                    <a:pt x="76258" y="128920"/>
                  </a:cubicBezTo>
                  <a:cubicBezTo>
                    <a:pt x="76369" y="137600"/>
                    <a:pt x="75159" y="146056"/>
                    <a:pt x="68881" y="152837"/>
                  </a:cubicBezTo>
                  <a:cubicBezTo>
                    <a:pt x="64001" y="158108"/>
                    <a:pt x="62679" y="157828"/>
                    <a:pt x="59978" y="151123"/>
                  </a:cubicBezTo>
                  <a:cubicBezTo>
                    <a:pt x="56998" y="147006"/>
                    <a:pt x="58115" y="142052"/>
                    <a:pt x="57538" y="137563"/>
                  </a:cubicBezTo>
                  <a:cubicBezTo>
                    <a:pt x="52564" y="98298"/>
                    <a:pt x="40587" y="61492"/>
                    <a:pt x="19670" y="27759"/>
                  </a:cubicBezTo>
                  <a:cubicBezTo>
                    <a:pt x="14994" y="20233"/>
                    <a:pt x="9444" y="13398"/>
                    <a:pt x="2757" y="7530"/>
                  </a:cubicBezTo>
                  <a:cubicBezTo>
                    <a:pt x="1695" y="6562"/>
                    <a:pt x="298" y="5816"/>
                    <a:pt x="0" y="4159"/>
                  </a:cubicBezTo>
                  <a:close/>
                </a:path>
              </a:pathLst>
            </a:custGeom>
            <a:solidFill>
              <a:srgbClr val="9AC6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BA03CD81-09F6-9509-A9BB-56578BC3D572}"/>
                </a:ext>
              </a:extLst>
            </p:cNvPr>
            <p:cNvSpPr/>
            <p:nvPr/>
          </p:nvSpPr>
          <p:spPr>
            <a:xfrm>
              <a:off x="1788750" y="4850758"/>
              <a:ext cx="61478" cy="158335"/>
            </a:xfrm>
            <a:custGeom>
              <a:avLst/>
              <a:gdLst>
                <a:gd name="csX0" fmla="*/ 1464 w 61478"/>
                <a:gd name="csY0" fmla="*/ 0 h 158335"/>
                <a:gd name="csX1" fmla="*/ 25175 w 61478"/>
                <a:gd name="csY1" fmla="*/ 27381 h 158335"/>
                <a:gd name="csX2" fmla="*/ 61050 w 61478"/>
                <a:gd name="csY2" fmla="*/ 137371 h 158335"/>
                <a:gd name="csX3" fmla="*/ 61479 w 61478"/>
                <a:gd name="csY3" fmla="*/ 146946 h 158335"/>
                <a:gd name="csX4" fmla="*/ 61293 w 61478"/>
                <a:gd name="csY4" fmla="*/ 155234 h 158335"/>
                <a:gd name="csX5" fmla="*/ 58014 w 61478"/>
                <a:gd name="csY5" fmla="*/ 158140 h 158335"/>
                <a:gd name="csX6" fmla="*/ 57958 w 61478"/>
                <a:gd name="csY6" fmla="*/ 145828 h 158335"/>
                <a:gd name="csX7" fmla="*/ 55611 w 61478"/>
                <a:gd name="csY7" fmla="*/ 131579 h 158335"/>
                <a:gd name="csX8" fmla="*/ 41008 w 61478"/>
                <a:gd name="csY8" fmla="*/ 70353 h 158335"/>
                <a:gd name="csX9" fmla="*/ 12975 w 61478"/>
                <a:gd name="csY9" fmla="*/ 15926 h 158335"/>
                <a:gd name="csX10" fmla="*/ 551 w 61478"/>
                <a:gd name="csY10" fmla="*/ 2179 h 158335"/>
                <a:gd name="csX11" fmla="*/ 1464 w 61478"/>
                <a:gd name="csY11" fmla="*/ 0 h 158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1478" h="158335">
                  <a:moveTo>
                    <a:pt x="1464" y="0"/>
                  </a:moveTo>
                  <a:cubicBezTo>
                    <a:pt x="12379" y="6519"/>
                    <a:pt x="18898" y="16913"/>
                    <a:pt x="25175" y="27381"/>
                  </a:cubicBezTo>
                  <a:cubicBezTo>
                    <a:pt x="45478" y="61300"/>
                    <a:pt x="56599" y="98256"/>
                    <a:pt x="61050" y="137371"/>
                  </a:cubicBezTo>
                  <a:cubicBezTo>
                    <a:pt x="61404" y="140538"/>
                    <a:pt x="61348" y="143760"/>
                    <a:pt x="61479" y="146946"/>
                  </a:cubicBezTo>
                  <a:cubicBezTo>
                    <a:pt x="61404" y="149702"/>
                    <a:pt x="61311" y="152478"/>
                    <a:pt x="61293" y="155234"/>
                  </a:cubicBezTo>
                  <a:cubicBezTo>
                    <a:pt x="61293" y="157488"/>
                    <a:pt x="60622" y="158867"/>
                    <a:pt x="58014" y="158140"/>
                  </a:cubicBezTo>
                  <a:cubicBezTo>
                    <a:pt x="57996" y="154042"/>
                    <a:pt x="57977" y="149926"/>
                    <a:pt x="57958" y="145828"/>
                  </a:cubicBezTo>
                  <a:cubicBezTo>
                    <a:pt x="55332" y="141395"/>
                    <a:pt x="55928" y="136291"/>
                    <a:pt x="55611" y="131579"/>
                  </a:cubicBezTo>
                  <a:cubicBezTo>
                    <a:pt x="54233" y="110288"/>
                    <a:pt x="48142" y="90190"/>
                    <a:pt x="41008" y="70353"/>
                  </a:cubicBezTo>
                  <a:cubicBezTo>
                    <a:pt x="34042" y="51018"/>
                    <a:pt x="25809" y="32299"/>
                    <a:pt x="12975" y="15926"/>
                  </a:cubicBezTo>
                  <a:cubicBezTo>
                    <a:pt x="9138" y="11046"/>
                    <a:pt x="3922" y="7451"/>
                    <a:pt x="551" y="2179"/>
                  </a:cubicBezTo>
                  <a:cubicBezTo>
                    <a:pt x="-287" y="987"/>
                    <a:pt x="-306" y="112"/>
                    <a:pt x="1464" y="0"/>
                  </a:cubicBezTo>
                  <a:close/>
                </a:path>
              </a:pathLst>
            </a:custGeom>
            <a:solidFill>
              <a:srgbClr val="45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B8C5B58E-BD38-DBB2-251F-42E854B5AFDD}"/>
                </a:ext>
              </a:extLst>
            </p:cNvPr>
            <p:cNvSpPr/>
            <p:nvPr/>
          </p:nvSpPr>
          <p:spPr>
            <a:xfrm>
              <a:off x="1853595" y="4908575"/>
              <a:ext cx="9839" cy="10673"/>
            </a:xfrm>
            <a:custGeom>
              <a:avLst/>
              <a:gdLst>
                <a:gd name="csX0" fmla="*/ 3227 w 9839"/>
                <a:gd name="csY0" fmla="*/ 8904 h 10673"/>
                <a:gd name="csX1" fmla="*/ 768 w 9839"/>
                <a:gd name="csY1" fmla="*/ 10543 h 10673"/>
                <a:gd name="csX2" fmla="*/ 731 w 9839"/>
                <a:gd name="csY2" fmla="*/ 7767 h 10673"/>
                <a:gd name="csX3" fmla="*/ 4382 w 9839"/>
                <a:gd name="csY3" fmla="*/ 3129 h 10673"/>
                <a:gd name="csX4" fmla="*/ 9839 w 9839"/>
                <a:gd name="csY4" fmla="*/ 0 h 10673"/>
                <a:gd name="csX5" fmla="*/ 3227 w 9839"/>
                <a:gd name="csY5" fmla="*/ 8904 h 10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839" h="10673">
                  <a:moveTo>
                    <a:pt x="3227" y="8904"/>
                  </a:moveTo>
                  <a:cubicBezTo>
                    <a:pt x="2221" y="9220"/>
                    <a:pt x="2072" y="11195"/>
                    <a:pt x="768" y="10543"/>
                  </a:cubicBezTo>
                  <a:cubicBezTo>
                    <a:pt x="-480" y="9928"/>
                    <a:pt x="5" y="8587"/>
                    <a:pt x="731" y="7767"/>
                  </a:cubicBezTo>
                  <a:cubicBezTo>
                    <a:pt x="2035" y="6277"/>
                    <a:pt x="2370" y="4042"/>
                    <a:pt x="4382" y="3129"/>
                  </a:cubicBezTo>
                  <a:cubicBezTo>
                    <a:pt x="5946" y="2235"/>
                    <a:pt x="7511" y="1322"/>
                    <a:pt x="9839" y="0"/>
                  </a:cubicBezTo>
                  <a:cubicBezTo>
                    <a:pt x="8685" y="4452"/>
                    <a:pt x="4736" y="5793"/>
                    <a:pt x="3227" y="8904"/>
                  </a:cubicBezTo>
                  <a:close/>
                </a:path>
              </a:pathLst>
            </a:custGeom>
            <a:solidFill>
              <a:srgbClr val="5E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E622203B-CFA1-3CAC-C9E1-B9FE013D0FDB}"/>
                </a:ext>
              </a:extLst>
            </p:cNvPr>
            <p:cNvSpPr/>
            <p:nvPr/>
          </p:nvSpPr>
          <p:spPr>
            <a:xfrm>
              <a:off x="1773964" y="4933386"/>
              <a:ext cx="11648" cy="7990"/>
            </a:xfrm>
            <a:custGeom>
              <a:avLst/>
              <a:gdLst>
                <a:gd name="csX0" fmla="*/ 249 w 11648"/>
                <a:gd name="csY0" fmla="*/ 5551 h 7990"/>
                <a:gd name="csX1" fmla="*/ 11648 w 11648"/>
                <a:gd name="csY1" fmla="*/ 0 h 7990"/>
                <a:gd name="csX2" fmla="*/ 1590 w 11648"/>
                <a:gd name="csY2" fmla="*/ 7991 h 7990"/>
                <a:gd name="csX3" fmla="*/ 249 w 11648"/>
                <a:gd name="csY3" fmla="*/ 5551 h 7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48" h="7990">
                  <a:moveTo>
                    <a:pt x="249" y="5551"/>
                  </a:moveTo>
                  <a:cubicBezTo>
                    <a:pt x="3415" y="3073"/>
                    <a:pt x="6619" y="671"/>
                    <a:pt x="11648" y="0"/>
                  </a:cubicBezTo>
                  <a:cubicBezTo>
                    <a:pt x="8575" y="3967"/>
                    <a:pt x="4701" y="5495"/>
                    <a:pt x="1590" y="7991"/>
                  </a:cubicBezTo>
                  <a:cubicBezTo>
                    <a:pt x="-273" y="7954"/>
                    <a:pt x="-161" y="6836"/>
                    <a:pt x="249" y="5551"/>
                  </a:cubicBezTo>
                  <a:close/>
                </a:path>
              </a:pathLst>
            </a:custGeom>
            <a:solidFill>
              <a:srgbClr val="5B82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78406D1E-BB38-3A65-C2D0-92D643A24E88}"/>
                </a:ext>
              </a:extLst>
            </p:cNvPr>
            <p:cNvSpPr/>
            <p:nvPr/>
          </p:nvSpPr>
          <p:spPr>
            <a:xfrm>
              <a:off x="1803625" y="4982299"/>
              <a:ext cx="8437" cy="6298"/>
            </a:xfrm>
            <a:custGeom>
              <a:avLst/>
              <a:gdLst>
                <a:gd name="csX0" fmla="*/ 0 w 8437"/>
                <a:gd name="csY0" fmla="*/ 4098 h 6298"/>
                <a:gd name="csX1" fmla="*/ 8438 w 8437"/>
                <a:gd name="csY1" fmla="*/ 0 h 6298"/>
                <a:gd name="csX2" fmla="*/ 2347 w 8437"/>
                <a:gd name="csY2" fmla="*/ 6277 h 6298"/>
                <a:gd name="csX3" fmla="*/ 0 w 8437"/>
                <a:gd name="csY3" fmla="*/ 4098 h 6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37" h="6298">
                  <a:moveTo>
                    <a:pt x="0" y="4098"/>
                  </a:moveTo>
                  <a:cubicBezTo>
                    <a:pt x="2608" y="2496"/>
                    <a:pt x="5048" y="559"/>
                    <a:pt x="8438" y="0"/>
                  </a:cubicBezTo>
                  <a:cubicBezTo>
                    <a:pt x="7358" y="3297"/>
                    <a:pt x="3967" y="3930"/>
                    <a:pt x="2347" y="6277"/>
                  </a:cubicBezTo>
                  <a:cubicBezTo>
                    <a:pt x="726" y="6445"/>
                    <a:pt x="37" y="5625"/>
                    <a:pt x="0" y="4098"/>
                  </a:cubicBezTo>
                  <a:close/>
                </a:path>
              </a:pathLst>
            </a:custGeom>
            <a:solidFill>
              <a:srgbClr val="59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DD4F77A7-834D-C865-7FBF-C114CF190778}"/>
                </a:ext>
              </a:extLst>
            </p:cNvPr>
            <p:cNvSpPr/>
            <p:nvPr/>
          </p:nvSpPr>
          <p:spPr>
            <a:xfrm>
              <a:off x="1859188" y="4963635"/>
              <a:ext cx="9592" cy="4611"/>
            </a:xfrm>
            <a:custGeom>
              <a:avLst/>
              <a:gdLst>
                <a:gd name="csX0" fmla="*/ 0 w 9592"/>
                <a:gd name="csY0" fmla="*/ 3614 h 4611"/>
                <a:gd name="csX1" fmla="*/ 1118 w 9592"/>
                <a:gd name="csY1" fmla="*/ 2552 h 4611"/>
                <a:gd name="csX2" fmla="*/ 7842 w 9592"/>
                <a:gd name="csY2" fmla="*/ 0 h 4611"/>
                <a:gd name="csX3" fmla="*/ 9593 w 9592"/>
                <a:gd name="csY3" fmla="*/ 1062 h 4611"/>
                <a:gd name="csX4" fmla="*/ 0 w 9592"/>
                <a:gd name="csY4" fmla="*/ 3614 h 4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92" h="4611">
                  <a:moveTo>
                    <a:pt x="0" y="3614"/>
                  </a:moveTo>
                  <a:cubicBezTo>
                    <a:pt x="373" y="3260"/>
                    <a:pt x="745" y="2906"/>
                    <a:pt x="1118" y="2552"/>
                  </a:cubicBezTo>
                  <a:cubicBezTo>
                    <a:pt x="3725" y="2664"/>
                    <a:pt x="5774" y="1341"/>
                    <a:pt x="7842" y="0"/>
                  </a:cubicBezTo>
                  <a:cubicBezTo>
                    <a:pt x="8419" y="354"/>
                    <a:pt x="9015" y="708"/>
                    <a:pt x="9593" y="1062"/>
                  </a:cubicBezTo>
                  <a:cubicBezTo>
                    <a:pt x="6706" y="3129"/>
                    <a:pt x="4117" y="6221"/>
                    <a:pt x="0" y="3614"/>
                  </a:cubicBezTo>
                  <a:close/>
                </a:path>
              </a:pathLst>
            </a:custGeom>
            <a:solidFill>
              <a:srgbClr val="5672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47B44D0D-E319-00D5-9AA4-EB506F506DEB}"/>
                </a:ext>
              </a:extLst>
            </p:cNvPr>
            <p:cNvSpPr/>
            <p:nvPr/>
          </p:nvSpPr>
          <p:spPr>
            <a:xfrm>
              <a:off x="1661430" y="5017946"/>
              <a:ext cx="95479" cy="63612"/>
            </a:xfrm>
            <a:custGeom>
              <a:avLst/>
              <a:gdLst>
                <a:gd name="csX0" fmla="*/ 85811 w 95479"/>
                <a:gd name="csY0" fmla="*/ 54562 h 63612"/>
                <a:gd name="csX1" fmla="*/ 84880 w 95479"/>
                <a:gd name="csY1" fmla="*/ 61081 h 63612"/>
                <a:gd name="csX2" fmla="*/ 60479 w 95479"/>
                <a:gd name="csY2" fmla="*/ 62999 h 63612"/>
                <a:gd name="csX3" fmla="*/ 37755 w 95479"/>
                <a:gd name="csY3" fmla="*/ 57113 h 63612"/>
                <a:gd name="csX4" fmla="*/ 1861 w 95479"/>
                <a:gd name="csY4" fmla="*/ 27236 h 63612"/>
                <a:gd name="csX5" fmla="*/ 18532 w 95479"/>
                <a:gd name="csY5" fmla="*/ 41 h 63612"/>
                <a:gd name="csX6" fmla="*/ 56120 w 95479"/>
                <a:gd name="csY6" fmla="*/ 15036 h 63612"/>
                <a:gd name="csX7" fmla="*/ 58784 w 95479"/>
                <a:gd name="csY7" fmla="*/ 17066 h 63612"/>
                <a:gd name="csX8" fmla="*/ 59771 w 95479"/>
                <a:gd name="csY8" fmla="*/ 17048 h 63612"/>
                <a:gd name="csX9" fmla="*/ 86854 w 95479"/>
                <a:gd name="csY9" fmla="*/ 31055 h 63612"/>
                <a:gd name="csX10" fmla="*/ 95125 w 95479"/>
                <a:gd name="csY10" fmla="*/ 42920 h 63612"/>
                <a:gd name="csX11" fmla="*/ 88661 w 95479"/>
                <a:gd name="csY11" fmla="*/ 50967 h 63612"/>
                <a:gd name="csX12" fmla="*/ 85849 w 95479"/>
                <a:gd name="csY12" fmla="*/ 50985 h 63612"/>
                <a:gd name="csX13" fmla="*/ 69830 w 95479"/>
                <a:gd name="csY13" fmla="*/ 46198 h 63612"/>
                <a:gd name="csX14" fmla="*/ 68135 w 95479"/>
                <a:gd name="csY14" fmla="*/ 39437 h 63612"/>
                <a:gd name="csX15" fmla="*/ 30080 w 95479"/>
                <a:gd name="csY15" fmla="*/ 17457 h 63612"/>
                <a:gd name="csX16" fmla="*/ 26169 w 95479"/>
                <a:gd name="csY16" fmla="*/ 20456 h 63612"/>
                <a:gd name="csX17" fmla="*/ 20674 w 95479"/>
                <a:gd name="csY17" fmla="*/ 18649 h 63612"/>
                <a:gd name="csX18" fmla="*/ 21475 w 95479"/>
                <a:gd name="csY18" fmla="*/ 21965 h 63612"/>
                <a:gd name="csX19" fmla="*/ 21885 w 95479"/>
                <a:gd name="csY19" fmla="*/ 28391 h 63612"/>
                <a:gd name="csX20" fmla="*/ 51836 w 95479"/>
                <a:gd name="csY20" fmla="*/ 46012 h 63612"/>
                <a:gd name="csX21" fmla="*/ 58933 w 95479"/>
                <a:gd name="csY21" fmla="*/ 43702 h 63612"/>
                <a:gd name="csX22" fmla="*/ 63236 w 95479"/>
                <a:gd name="csY22" fmla="*/ 44280 h 63612"/>
                <a:gd name="csX23" fmla="*/ 85811 w 95479"/>
                <a:gd name="csY23" fmla="*/ 54562 h 6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5479" h="63612">
                  <a:moveTo>
                    <a:pt x="85811" y="54562"/>
                  </a:moveTo>
                  <a:cubicBezTo>
                    <a:pt x="89350" y="57281"/>
                    <a:pt x="88661" y="59442"/>
                    <a:pt x="84880" y="61081"/>
                  </a:cubicBezTo>
                  <a:cubicBezTo>
                    <a:pt x="76982" y="64508"/>
                    <a:pt x="68693" y="63689"/>
                    <a:pt x="60479" y="62999"/>
                  </a:cubicBezTo>
                  <a:cubicBezTo>
                    <a:pt x="52600" y="62329"/>
                    <a:pt x="44721" y="60392"/>
                    <a:pt x="37755" y="57113"/>
                  </a:cubicBezTo>
                  <a:cubicBezTo>
                    <a:pt x="23375" y="50333"/>
                    <a:pt x="9479" y="42324"/>
                    <a:pt x="1861" y="27236"/>
                  </a:cubicBezTo>
                  <a:cubicBezTo>
                    <a:pt x="-4155" y="15315"/>
                    <a:pt x="5214" y="600"/>
                    <a:pt x="18532" y="41"/>
                  </a:cubicBezTo>
                  <a:cubicBezTo>
                    <a:pt x="33433" y="-573"/>
                    <a:pt x="45317" y="5704"/>
                    <a:pt x="56120" y="15036"/>
                  </a:cubicBezTo>
                  <a:cubicBezTo>
                    <a:pt x="56959" y="15762"/>
                    <a:pt x="57890" y="16377"/>
                    <a:pt x="58784" y="17066"/>
                  </a:cubicBezTo>
                  <a:cubicBezTo>
                    <a:pt x="59101" y="16563"/>
                    <a:pt x="59436" y="16526"/>
                    <a:pt x="59771" y="17048"/>
                  </a:cubicBezTo>
                  <a:cubicBezTo>
                    <a:pt x="69550" y="20270"/>
                    <a:pt x="78491" y="25150"/>
                    <a:pt x="86854" y="31055"/>
                  </a:cubicBezTo>
                  <a:cubicBezTo>
                    <a:pt x="90971" y="33961"/>
                    <a:pt x="94324" y="37407"/>
                    <a:pt x="95125" y="42920"/>
                  </a:cubicBezTo>
                  <a:cubicBezTo>
                    <a:pt x="96112" y="49663"/>
                    <a:pt x="95367" y="50911"/>
                    <a:pt x="88661" y="50967"/>
                  </a:cubicBezTo>
                  <a:cubicBezTo>
                    <a:pt x="87730" y="50967"/>
                    <a:pt x="86799" y="50985"/>
                    <a:pt x="85849" y="50985"/>
                  </a:cubicBezTo>
                  <a:cubicBezTo>
                    <a:pt x="79441" y="52941"/>
                    <a:pt x="74728" y="49234"/>
                    <a:pt x="69830" y="46198"/>
                  </a:cubicBezTo>
                  <a:cubicBezTo>
                    <a:pt x="70724" y="43591"/>
                    <a:pt x="71096" y="41095"/>
                    <a:pt x="68135" y="39437"/>
                  </a:cubicBezTo>
                  <a:cubicBezTo>
                    <a:pt x="55357" y="32266"/>
                    <a:pt x="44032" y="22617"/>
                    <a:pt x="30080" y="17457"/>
                  </a:cubicBezTo>
                  <a:cubicBezTo>
                    <a:pt x="26951" y="16302"/>
                    <a:pt x="25033" y="16265"/>
                    <a:pt x="26169" y="20456"/>
                  </a:cubicBezTo>
                  <a:cubicBezTo>
                    <a:pt x="23580" y="22207"/>
                    <a:pt x="22350" y="19860"/>
                    <a:pt x="20674" y="18649"/>
                  </a:cubicBezTo>
                  <a:cubicBezTo>
                    <a:pt x="20879" y="19767"/>
                    <a:pt x="22332" y="20605"/>
                    <a:pt x="21475" y="21965"/>
                  </a:cubicBezTo>
                  <a:cubicBezTo>
                    <a:pt x="19240" y="24256"/>
                    <a:pt x="20134" y="26380"/>
                    <a:pt x="21885" y="28391"/>
                  </a:cubicBezTo>
                  <a:cubicBezTo>
                    <a:pt x="29913" y="37593"/>
                    <a:pt x="40101" y="43106"/>
                    <a:pt x="51836" y="46012"/>
                  </a:cubicBezTo>
                  <a:cubicBezTo>
                    <a:pt x="54668" y="46701"/>
                    <a:pt x="56959" y="45695"/>
                    <a:pt x="58933" y="43702"/>
                  </a:cubicBezTo>
                  <a:cubicBezTo>
                    <a:pt x="60460" y="43162"/>
                    <a:pt x="61895" y="43646"/>
                    <a:pt x="63236" y="44280"/>
                  </a:cubicBezTo>
                  <a:cubicBezTo>
                    <a:pt x="70705" y="47819"/>
                    <a:pt x="78677" y="50277"/>
                    <a:pt x="85811" y="54562"/>
                  </a:cubicBezTo>
                  <a:close/>
                </a:path>
              </a:pathLst>
            </a:custGeom>
            <a:solidFill>
              <a:srgbClr val="98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1189F9B8-E89E-C4A6-AE66-071D76953826}"/>
                </a:ext>
              </a:extLst>
            </p:cNvPr>
            <p:cNvSpPr/>
            <p:nvPr/>
          </p:nvSpPr>
          <p:spPr>
            <a:xfrm>
              <a:off x="1678528" y="5034257"/>
              <a:ext cx="81566" cy="39357"/>
            </a:xfrm>
            <a:custGeom>
              <a:avLst/>
              <a:gdLst>
                <a:gd name="csX0" fmla="*/ 68714 w 81566"/>
                <a:gd name="csY0" fmla="*/ 38251 h 39357"/>
                <a:gd name="csX1" fmla="*/ 45319 w 81566"/>
                <a:gd name="csY1" fmla="*/ 29142 h 39357"/>
                <a:gd name="csX2" fmla="*/ 41612 w 81566"/>
                <a:gd name="csY2" fmla="*/ 28043 h 39357"/>
                <a:gd name="csX3" fmla="*/ 40532 w 81566"/>
                <a:gd name="csY3" fmla="*/ 28267 h 39357"/>
                <a:gd name="csX4" fmla="*/ 5029 w 81566"/>
                <a:gd name="csY4" fmla="*/ 6809 h 39357"/>
                <a:gd name="csX5" fmla="*/ 4452 w 81566"/>
                <a:gd name="csY5" fmla="*/ 5244 h 39357"/>
                <a:gd name="csX6" fmla="*/ 0 w 81566"/>
                <a:gd name="csY6" fmla="*/ 141 h 39357"/>
                <a:gd name="csX7" fmla="*/ 8773 w 81566"/>
                <a:gd name="csY7" fmla="*/ 4555 h 39357"/>
                <a:gd name="csX8" fmla="*/ 26599 w 81566"/>
                <a:gd name="csY8" fmla="*/ 15079 h 39357"/>
                <a:gd name="csX9" fmla="*/ 49715 w 81566"/>
                <a:gd name="csY9" fmla="*/ 26758 h 39357"/>
                <a:gd name="csX10" fmla="*/ 52769 w 81566"/>
                <a:gd name="csY10" fmla="*/ 29086 h 39357"/>
                <a:gd name="csX11" fmla="*/ 68751 w 81566"/>
                <a:gd name="csY11" fmla="*/ 34674 h 39357"/>
                <a:gd name="csX12" fmla="*/ 81566 w 81566"/>
                <a:gd name="csY12" fmla="*/ 38102 h 39357"/>
                <a:gd name="csX13" fmla="*/ 68714 w 81566"/>
                <a:gd name="csY13" fmla="*/ 38251 h 39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1566" h="39357">
                  <a:moveTo>
                    <a:pt x="68714" y="38251"/>
                  </a:moveTo>
                  <a:cubicBezTo>
                    <a:pt x="60313" y="36761"/>
                    <a:pt x="53198" y="31955"/>
                    <a:pt x="45319" y="29142"/>
                  </a:cubicBezTo>
                  <a:cubicBezTo>
                    <a:pt x="44108" y="28714"/>
                    <a:pt x="43046" y="27745"/>
                    <a:pt x="41612" y="28043"/>
                  </a:cubicBezTo>
                  <a:cubicBezTo>
                    <a:pt x="41258" y="28211"/>
                    <a:pt x="40848" y="28397"/>
                    <a:pt x="40532" y="28267"/>
                  </a:cubicBezTo>
                  <a:cubicBezTo>
                    <a:pt x="27530" y="23051"/>
                    <a:pt x="15516" y="16197"/>
                    <a:pt x="5029" y="6809"/>
                  </a:cubicBezTo>
                  <a:cubicBezTo>
                    <a:pt x="4619" y="6436"/>
                    <a:pt x="4526" y="5822"/>
                    <a:pt x="4452" y="5244"/>
                  </a:cubicBezTo>
                  <a:cubicBezTo>
                    <a:pt x="3763" y="2972"/>
                    <a:pt x="466" y="3084"/>
                    <a:pt x="0" y="141"/>
                  </a:cubicBezTo>
                  <a:cubicBezTo>
                    <a:pt x="4266" y="-865"/>
                    <a:pt x="5588" y="3829"/>
                    <a:pt x="8773" y="4555"/>
                  </a:cubicBezTo>
                  <a:cubicBezTo>
                    <a:pt x="15460" y="6790"/>
                    <a:pt x="20489" y="11801"/>
                    <a:pt x="26599" y="15079"/>
                  </a:cubicBezTo>
                  <a:cubicBezTo>
                    <a:pt x="34217" y="19158"/>
                    <a:pt x="41817" y="23238"/>
                    <a:pt x="49715" y="26758"/>
                  </a:cubicBezTo>
                  <a:cubicBezTo>
                    <a:pt x="50925" y="27298"/>
                    <a:pt x="52155" y="27783"/>
                    <a:pt x="52769" y="29086"/>
                  </a:cubicBezTo>
                  <a:cubicBezTo>
                    <a:pt x="57780" y="31825"/>
                    <a:pt x="63089" y="33780"/>
                    <a:pt x="68751" y="34674"/>
                  </a:cubicBezTo>
                  <a:cubicBezTo>
                    <a:pt x="72439" y="36910"/>
                    <a:pt x="77152" y="35550"/>
                    <a:pt x="81566" y="38102"/>
                  </a:cubicBezTo>
                  <a:cubicBezTo>
                    <a:pt x="76798" y="40952"/>
                    <a:pt x="72719" y="38027"/>
                    <a:pt x="68714" y="38251"/>
                  </a:cubicBezTo>
                  <a:close/>
                </a:path>
              </a:pathLst>
            </a:custGeom>
            <a:solidFill>
              <a:srgbClr val="4A5F2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FAC758BC-3D41-966B-3CEF-0593D7A2C0F9}"/>
                </a:ext>
              </a:extLst>
            </p:cNvPr>
            <p:cNvSpPr/>
            <p:nvPr/>
          </p:nvSpPr>
          <p:spPr>
            <a:xfrm>
              <a:off x="1720215" y="5015287"/>
              <a:ext cx="7785" cy="19725"/>
            </a:xfrm>
            <a:custGeom>
              <a:avLst/>
              <a:gdLst>
                <a:gd name="csX0" fmla="*/ 969 w 7785"/>
                <a:gd name="csY0" fmla="*/ 19707 h 19725"/>
                <a:gd name="csX1" fmla="*/ 484 w 7785"/>
                <a:gd name="csY1" fmla="*/ 19726 h 19725"/>
                <a:gd name="csX2" fmla="*/ 0 w 7785"/>
                <a:gd name="csY2" fmla="*/ 19726 h 19725"/>
                <a:gd name="csX3" fmla="*/ 7786 w 7785"/>
                <a:gd name="csY3" fmla="*/ 0 h 19725"/>
                <a:gd name="csX4" fmla="*/ 969 w 7785"/>
                <a:gd name="csY4" fmla="*/ 19707 h 1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85" h="19725">
                  <a:moveTo>
                    <a:pt x="969" y="19707"/>
                  </a:moveTo>
                  <a:lnTo>
                    <a:pt x="484" y="19726"/>
                  </a:lnTo>
                  <a:cubicBezTo>
                    <a:pt x="484" y="19726"/>
                    <a:pt x="0" y="19726"/>
                    <a:pt x="0" y="19726"/>
                  </a:cubicBezTo>
                  <a:cubicBezTo>
                    <a:pt x="540" y="12349"/>
                    <a:pt x="4955" y="6501"/>
                    <a:pt x="7786" y="0"/>
                  </a:cubicBezTo>
                  <a:cubicBezTo>
                    <a:pt x="7022" y="7097"/>
                    <a:pt x="4005" y="13411"/>
                    <a:pt x="969" y="19707"/>
                  </a:cubicBezTo>
                  <a:close/>
                </a:path>
              </a:pathLst>
            </a:custGeom>
            <a:solidFill>
              <a:srgbClr val="58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9D3B8274-E0AA-BC0A-A634-1940F5AB6B90}"/>
                </a:ext>
              </a:extLst>
            </p:cNvPr>
            <p:cNvSpPr/>
            <p:nvPr/>
          </p:nvSpPr>
          <p:spPr>
            <a:xfrm>
              <a:off x="1685486" y="5082362"/>
              <a:ext cx="3845" cy="12312"/>
            </a:xfrm>
            <a:custGeom>
              <a:avLst/>
              <a:gdLst>
                <a:gd name="csX0" fmla="*/ 3846 w 3845"/>
                <a:gd name="csY0" fmla="*/ 0 h 12312"/>
                <a:gd name="csX1" fmla="*/ 381 w 3845"/>
                <a:gd name="csY1" fmla="*/ 12312 h 12312"/>
                <a:gd name="csX2" fmla="*/ 3846 w 3845"/>
                <a:gd name="csY2" fmla="*/ 0 h 1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45" h="12312">
                  <a:moveTo>
                    <a:pt x="3846" y="0"/>
                  </a:moveTo>
                  <a:cubicBezTo>
                    <a:pt x="3082" y="4340"/>
                    <a:pt x="3026" y="7805"/>
                    <a:pt x="381" y="12312"/>
                  </a:cubicBezTo>
                  <a:cubicBezTo>
                    <a:pt x="-680" y="6966"/>
                    <a:pt x="475" y="3744"/>
                    <a:pt x="3846" y="0"/>
                  </a:cubicBezTo>
                  <a:close/>
                </a:path>
              </a:pathLst>
            </a:custGeom>
            <a:solidFill>
              <a:srgbClr val="5274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CDBEA83C-DAFD-E412-B595-56C5F343F229}"/>
                </a:ext>
              </a:extLst>
            </p:cNvPr>
            <p:cNvSpPr/>
            <p:nvPr/>
          </p:nvSpPr>
          <p:spPr>
            <a:xfrm>
              <a:off x="2024976" y="5143364"/>
              <a:ext cx="317636" cy="110940"/>
            </a:xfrm>
            <a:custGeom>
              <a:avLst/>
              <a:gdLst>
                <a:gd name="csX0" fmla="*/ 51063 w 317636"/>
                <a:gd name="csY0" fmla="*/ 37 h 110940"/>
                <a:gd name="csX1" fmla="*/ 123279 w 317636"/>
                <a:gd name="csY1" fmla="*/ 6575 h 110940"/>
                <a:gd name="csX2" fmla="*/ 162358 w 317636"/>
                <a:gd name="csY2" fmla="*/ 16316 h 110940"/>
                <a:gd name="csX3" fmla="*/ 209036 w 317636"/>
                <a:gd name="csY3" fmla="*/ 30212 h 110940"/>
                <a:gd name="csX4" fmla="*/ 249288 w 317636"/>
                <a:gd name="csY4" fmla="*/ 48634 h 110940"/>
                <a:gd name="csX5" fmla="*/ 273093 w 317636"/>
                <a:gd name="csY5" fmla="*/ 64559 h 110940"/>
                <a:gd name="csX6" fmla="*/ 301704 w 317636"/>
                <a:gd name="csY6" fmla="*/ 77263 h 110940"/>
                <a:gd name="csX7" fmla="*/ 313644 w 317636"/>
                <a:gd name="csY7" fmla="*/ 81901 h 110940"/>
                <a:gd name="csX8" fmla="*/ 315283 w 317636"/>
                <a:gd name="csY8" fmla="*/ 83354 h 110940"/>
                <a:gd name="csX9" fmla="*/ 314314 w 317636"/>
                <a:gd name="csY9" fmla="*/ 109040 h 110940"/>
                <a:gd name="csX10" fmla="*/ 308763 w 317636"/>
                <a:gd name="csY10" fmla="*/ 110940 h 110940"/>
                <a:gd name="csX11" fmla="*/ 271361 w 317636"/>
                <a:gd name="csY11" fmla="*/ 107587 h 110940"/>
                <a:gd name="csX12" fmla="*/ 223602 w 317636"/>
                <a:gd name="csY12" fmla="*/ 98367 h 110940"/>
                <a:gd name="csX13" fmla="*/ 196482 w 317636"/>
                <a:gd name="csY13" fmla="*/ 92406 h 110940"/>
                <a:gd name="csX14" fmla="*/ 178675 w 317636"/>
                <a:gd name="csY14" fmla="*/ 85906 h 110940"/>
                <a:gd name="csX15" fmla="*/ 157366 w 317636"/>
                <a:gd name="csY15" fmla="*/ 81621 h 110940"/>
                <a:gd name="csX16" fmla="*/ 149077 w 317636"/>
                <a:gd name="csY16" fmla="*/ 77859 h 110940"/>
                <a:gd name="csX17" fmla="*/ 136597 w 317636"/>
                <a:gd name="csY17" fmla="*/ 73854 h 110940"/>
                <a:gd name="csX18" fmla="*/ 114413 w 317636"/>
                <a:gd name="csY18" fmla="*/ 68210 h 110940"/>
                <a:gd name="csX19" fmla="*/ 104541 w 317636"/>
                <a:gd name="csY19" fmla="*/ 67186 h 110940"/>
                <a:gd name="csX20" fmla="*/ 81164 w 317636"/>
                <a:gd name="csY20" fmla="*/ 63330 h 110940"/>
                <a:gd name="csX21" fmla="*/ 23906 w 317636"/>
                <a:gd name="csY21" fmla="*/ 51912 h 110940"/>
                <a:gd name="csX22" fmla="*/ 7160 w 317636"/>
                <a:gd name="csY22" fmla="*/ 45355 h 110940"/>
                <a:gd name="csX23" fmla="*/ 809 w 317636"/>
                <a:gd name="csY23" fmla="*/ 28889 h 110940"/>
                <a:gd name="csX24" fmla="*/ 29531 w 317636"/>
                <a:gd name="csY24" fmla="*/ 3334 h 110940"/>
                <a:gd name="csX25" fmla="*/ 51063 w 317636"/>
                <a:gd name="csY25" fmla="*/ 37 h 110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17636" h="110940">
                  <a:moveTo>
                    <a:pt x="51063" y="37"/>
                  </a:moveTo>
                  <a:cubicBezTo>
                    <a:pt x="77513" y="558"/>
                    <a:pt x="100517" y="1769"/>
                    <a:pt x="123279" y="6575"/>
                  </a:cubicBezTo>
                  <a:cubicBezTo>
                    <a:pt x="136448" y="9369"/>
                    <a:pt x="149319" y="13262"/>
                    <a:pt x="162358" y="16316"/>
                  </a:cubicBezTo>
                  <a:cubicBezTo>
                    <a:pt x="178246" y="20042"/>
                    <a:pt x="193278" y="26207"/>
                    <a:pt x="209036" y="30212"/>
                  </a:cubicBezTo>
                  <a:cubicBezTo>
                    <a:pt x="223435" y="33863"/>
                    <a:pt x="236809" y="40457"/>
                    <a:pt x="249288" y="48634"/>
                  </a:cubicBezTo>
                  <a:cubicBezTo>
                    <a:pt x="257279" y="53868"/>
                    <a:pt x="265307" y="59027"/>
                    <a:pt x="273093" y="64559"/>
                  </a:cubicBezTo>
                  <a:cubicBezTo>
                    <a:pt x="281792" y="70762"/>
                    <a:pt x="291720" y="74152"/>
                    <a:pt x="301704" y="77263"/>
                  </a:cubicBezTo>
                  <a:cubicBezTo>
                    <a:pt x="305820" y="78548"/>
                    <a:pt x="309341" y="81174"/>
                    <a:pt x="313644" y="81901"/>
                  </a:cubicBezTo>
                  <a:cubicBezTo>
                    <a:pt x="314258" y="82013"/>
                    <a:pt x="314836" y="82776"/>
                    <a:pt x="315283" y="83354"/>
                  </a:cubicBezTo>
                  <a:cubicBezTo>
                    <a:pt x="318915" y="88085"/>
                    <a:pt x="318151" y="104197"/>
                    <a:pt x="314314" y="109040"/>
                  </a:cubicBezTo>
                  <a:cubicBezTo>
                    <a:pt x="312731" y="111052"/>
                    <a:pt x="310812" y="110940"/>
                    <a:pt x="308763" y="110940"/>
                  </a:cubicBezTo>
                  <a:cubicBezTo>
                    <a:pt x="296190" y="110940"/>
                    <a:pt x="283692" y="110269"/>
                    <a:pt x="271361" y="107587"/>
                  </a:cubicBezTo>
                  <a:cubicBezTo>
                    <a:pt x="255510" y="104122"/>
                    <a:pt x="239044" y="103470"/>
                    <a:pt x="223602" y="98367"/>
                  </a:cubicBezTo>
                  <a:cubicBezTo>
                    <a:pt x="214643" y="95386"/>
                    <a:pt x="205497" y="94437"/>
                    <a:pt x="196482" y="92406"/>
                  </a:cubicBezTo>
                  <a:cubicBezTo>
                    <a:pt x="190521" y="91065"/>
                    <a:pt x="184468" y="88476"/>
                    <a:pt x="178675" y="85906"/>
                  </a:cubicBezTo>
                  <a:cubicBezTo>
                    <a:pt x="171895" y="82888"/>
                    <a:pt x="164630" y="82106"/>
                    <a:pt x="157366" y="81621"/>
                  </a:cubicBezTo>
                  <a:cubicBezTo>
                    <a:pt x="154013" y="81398"/>
                    <a:pt x="151480" y="80634"/>
                    <a:pt x="149077" y="77859"/>
                  </a:cubicBezTo>
                  <a:cubicBezTo>
                    <a:pt x="145966" y="74264"/>
                    <a:pt x="140769" y="75233"/>
                    <a:pt x="136597" y="73854"/>
                  </a:cubicBezTo>
                  <a:cubicBezTo>
                    <a:pt x="129351" y="71470"/>
                    <a:pt x="121435" y="71712"/>
                    <a:pt x="114413" y="68210"/>
                  </a:cubicBezTo>
                  <a:cubicBezTo>
                    <a:pt x="111358" y="66683"/>
                    <a:pt x="107800" y="67484"/>
                    <a:pt x="104541" y="67186"/>
                  </a:cubicBezTo>
                  <a:cubicBezTo>
                    <a:pt x="96624" y="66441"/>
                    <a:pt x="88727" y="65360"/>
                    <a:pt x="81164" y="63330"/>
                  </a:cubicBezTo>
                  <a:cubicBezTo>
                    <a:pt x="62295" y="58264"/>
                    <a:pt x="42663" y="57239"/>
                    <a:pt x="23906" y="51912"/>
                  </a:cubicBezTo>
                  <a:cubicBezTo>
                    <a:pt x="18150" y="50273"/>
                    <a:pt x="12562" y="47926"/>
                    <a:pt x="7160" y="45355"/>
                  </a:cubicBezTo>
                  <a:cubicBezTo>
                    <a:pt x="1479" y="42636"/>
                    <a:pt x="-1557" y="34850"/>
                    <a:pt x="809" y="28889"/>
                  </a:cubicBezTo>
                  <a:cubicBezTo>
                    <a:pt x="6061" y="15646"/>
                    <a:pt x="14350" y="6128"/>
                    <a:pt x="29531" y="3334"/>
                  </a:cubicBezTo>
                  <a:cubicBezTo>
                    <a:pt x="37801" y="1732"/>
                    <a:pt x="45904" y="-299"/>
                    <a:pt x="51063" y="37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119C296E-2888-7CA0-221E-979B61AB91A9}"/>
                </a:ext>
              </a:extLst>
            </p:cNvPr>
            <p:cNvSpPr/>
            <p:nvPr/>
          </p:nvSpPr>
          <p:spPr>
            <a:xfrm>
              <a:off x="2095393" y="5121417"/>
              <a:ext cx="4417" cy="19375"/>
            </a:xfrm>
            <a:custGeom>
              <a:avLst/>
              <a:gdLst>
                <a:gd name="csX0" fmla="*/ 0 w 4417"/>
                <a:gd name="csY0" fmla="*/ 15408 h 19375"/>
                <a:gd name="csX1" fmla="*/ 1565 w 4417"/>
                <a:gd name="csY1" fmla="*/ 2929 h 19375"/>
                <a:gd name="csX2" fmla="*/ 2142 w 4417"/>
                <a:gd name="csY2" fmla="*/ 79 h 19375"/>
                <a:gd name="csX3" fmla="*/ 4415 w 4417"/>
                <a:gd name="csY3" fmla="*/ 2500 h 19375"/>
                <a:gd name="csX4" fmla="*/ 3520 w 4417"/>
                <a:gd name="csY4" fmla="*/ 14235 h 19375"/>
                <a:gd name="csX5" fmla="*/ 1099 w 4417"/>
                <a:gd name="csY5" fmla="*/ 19376 h 19375"/>
                <a:gd name="csX6" fmla="*/ 0 w 4417"/>
                <a:gd name="csY6" fmla="*/ 15408 h 19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17" h="19375">
                  <a:moveTo>
                    <a:pt x="0" y="15408"/>
                  </a:moveTo>
                  <a:cubicBezTo>
                    <a:pt x="1267" y="11348"/>
                    <a:pt x="2570" y="7269"/>
                    <a:pt x="1565" y="2929"/>
                  </a:cubicBezTo>
                  <a:cubicBezTo>
                    <a:pt x="1304" y="1830"/>
                    <a:pt x="764" y="451"/>
                    <a:pt x="2142" y="79"/>
                  </a:cubicBezTo>
                  <a:cubicBezTo>
                    <a:pt x="3837" y="-368"/>
                    <a:pt x="4470" y="1178"/>
                    <a:pt x="4415" y="2500"/>
                  </a:cubicBezTo>
                  <a:cubicBezTo>
                    <a:pt x="4228" y="6412"/>
                    <a:pt x="3837" y="10323"/>
                    <a:pt x="3520" y="14235"/>
                  </a:cubicBezTo>
                  <a:cubicBezTo>
                    <a:pt x="3204" y="16154"/>
                    <a:pt x="2999" y="18146"/>
                    <a:pt x="1099" y="19376"/>
                  </a:cubicBezTo>
                  <a:cubicBezTo>
                    <a:pt x="-559" y="18333"/>
                    <a:pt x="317" y="16712"/>
                    <a:pt x="0" y="15408"/>
                  </a:cubicBezTo>
                  <a:close/>
                </a:path>
              </a:pathLst>
            </a:custGeom>
            <a:solidFill>
              <a:srgbClr val="53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A60C1422-3179-323F-E624-82D07AC008CB}"/>
                </a:ext>
              </a:extLst>
            </p:cNvPr>
            <p:cNvSpPr/>
            <p:nvPr/>
          </p:nvSpPr>
          <p:spPr>
            <a:xfrm>
              <a:off x="2236620" y="5241141"/>
              <a:ext cx="5259" cy="10692"/>
            </a:xfrm>
            <a:custGeom>
              <a:avLst/>
              <a:gdLst>
                <a:gd name="csX0" fmla="*/ 5234 w 5259"/>
                <a:gd name="csY0" fmla="*/ 9214 h 10692"/>
                <a:gd name="csX1" fmla="*/ 3949 w 5259"/>
                <a:gd name="csY1" fmla="*/ 10574 h 10692"/>
                <a:gd name="csX2" fmla="*/ 75 w 5259"/>
                <a:gd name="csY2" fmla="*/ 1856 h 10692"/>
                <a:gd name="csX3" fmla="*/ 1528 w 5259"/>
                <a:gd name="csY3" fmla="*/ 68 h 10692"/>
                <a:gd name="csX4" fmla="*/ 5234 w 5259"/>
                <a:gd name="csY4" fmla="*/ 9214 h 10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59" h="10692">
                  <a:moveTo>
                    <a:pt x="5234" y="9214"/>
                  </a:moveTo>
                  <a:cubicBezTo>
                    <a:pt x="5421" y="9866"/>
                    <a:pt x="4527" y="11077"/>
                    <a:pt x="3949" y="10574"/>
                  </a:cubicBezTo>
                  <a:cubicBezTo>
                    <a:pt x="1379" y="8357"/>
                    <a:pt x="1081" y="4893"/>
                    <a:pt x="75" y="1856"/>
                  </a:cubicBezTo>
                  <a:cubicBezTo>
                    <a:pt x="-242" y="925"/>
                    <a:pt x="485" y="-304"/>
                    <a:pt x="1528" y="68"/>
                  </a:cubicBezTo>
                  <a:cubicBezTo>
                    <a:pt x="5793" y="1596"/>
                    <a:pt x="3875" y="5843"/>
                    <a:pt x="5234" y="9214"/>
                  </a:cubicBezTo>
                  <a:close/>
                </a:path>
              </a:pathLst>
            </a:custGeom>
            <a:solidFill>
              <a:srgbClr val="79B1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60D2F699-537D-431D-09A5-57E29AAF66D8}"/>
                </a:ext>
              </a:extLst>
            </p:cNvPr>
            <p:cNvSpPr/>
            <p:nvPr/>
          </p:nvSpPr>
          <p:spPr>
            <a:xfrm>
              <a:off x="2168689" y="5229236"/>
              <a:ext cx="2526" cy="14711"/>
            </a:xfrm>
            <a:custGeom>
              <a:avLst/>
              <a:gdLst>
                <a:gd name="csX0" fmla="*/ 2272 w 2526"/>
                <a:gd name="csY0" fmla="*/ 14711 h 14711"/>
                <a:gd name="csX1" fmla="*/ 205 w 2526"/>
                <a:gd name="csY1" fmla="*/ 9160 h 14711"/>
                <a:gd name="csX2" fmla="*/ 0 w 2526"/>
                <a:gd name="csY2" fmla="*/ 2399 h 14711"/>
                <a:gd name="csX3" fmla="*/ 1211 w 2526"/>
                <a:gd name="csY3" fmla="*/ 71 h 14711"/>
                <a:gd name="csX4" fmla="*/ 2515 w 2526"/>
                <a:gd name="csY4" fmla="*/ 1822 h 14711"/>
                <a:gd name="csX5" fmla="*/ 2272 w 2526"/>
                <a:gd name="csY5" fmla="*/ 14711 h 147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26" h="14711">
                  <a:moveTo>
                    <a:pt x="2272" y="14711"/>
                  </a:moveTo>
                  <a:cubicBezTo>
                    <a:pt x="-1248" y="13947"/>
                    <a:pt x="484" y="11098"/>
                    <a:pt x="205" y="9160"/>
                  </a:cubicBezTo>
                  <a:cubicBezTo>
                    <a:pt x="-112" y="6944"/>
                    <a:pt x="56" y="4653"/>
                    <a:pt x="0" y="2399"/>
                  </a:cubicBezTo>
                  <a:cubicBezTo>
                    <a:pt x="168" y="1505"/>
                    <a:pt x="130" y="350"/>
                    <a:pt x="1211" y="71"/>
                  </a:cubicBezTo>
                  <a:cubicBezTo>
                    <a:pt x="2738" y="-320"/>
                    <a:pt x="2515" y="1002"/>
                    <a:pt x="2515" y="1822"/>
                  </a:cubicBezTo>
                  <a:cubicBezTo>
                    <a:pt x="2459" y="6124"/>
                    <a:pt x="2347" y="10408"/>
                    <a:pt x="2272" y="14711"/>
                  </a:cubicBezTo>
                  <a:close/>
                </a:path>
              </a:pathLst>
            </a:custGeom>
            <a:solidFill>
              <a:srgbClr val="5F873B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327151DC-1156-B104-FA86-724EDB12A1D9}"/>
                </a:ext>
              </a:extLst>
            </p:cNvPr>
            <p:cNvSpPr/>
            <p:nvPr/>
          </p:nvSpPr>
          <p:spPr>
            <a:xfrm>
              <a:off x="2094630" y="5208031"/>
              <a:ext cx="4283" cy="13304"/>
            </a:xfrm>
            <a:custGeom>
              <a:avLst/>
              <a:gdLst>
                <a:gd name="csX0" fmla="*/ 4283 w 4283"/>
                <a:gd name="csY0" fmla="*/ 5518 h 13304"/>
                <a:gd name="csX1" fmla="*/ 4283 w 4283"/>
                <a:gd name="csY1" fmla="*/ 13304 h 13304"/>
                <a:gd name="csX2" fmla="*/ 1918 w 4283"/>
                <a:gd name="csY2" fmla="*/ 8815 h 13304"/>
                <a:gd name="csX3" fmla="*/ 688 w 4283"/>
                <a:gd name="csY3" fmla="*/ 2929 h 13304"/>
                <a:gd name="csX4" fmla="*/ 819 w 4283"/>
                <a:gd name="csY4" fmla="*/ 154 h 13304"/>
                <a:gd name="csX5" fmla="*/ 3091 w 4283"/>
                <a:gd name="csY5" fmla="*/ 1849 h 13304"/>
                <a:gd name="csX6" fmla="*/ 4283 w 4283"/>
                <a:gd name="csY6" fmla="*/ 5518 h 13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283" h="13304">
                  <a:moveTo>
                    <a:pt x="4283" y="5518"/>
                  </a:moveTo>
                  <a:cubicBezTo>
                    <a:pt x="4283" y="7735"/>
                    <a:pt x="4283" y="9970"/>
                    <a:pt x="4283" y="13304"/>
                  </a:cubicBezTo>
                  <a:cubicBezTo>
                    <a:pt x="3147" y="11144"/>
                    <a:pt x="2532" y="9970"/>
                    <a:pt x="1918" y="8815"/>
                  </a:cubicBezTo>
                  <a:cubicBezTo>
                    <a:pt x="1936" y="6766"/>
                    <a:pt x="1601" y="4810"/>
                    <a:pt x="688" y="2929"/>
                  </a:cubicBezTo>
                  <a:cubicBezTo>
                    <a:pt x="241" y="2016"/>
                    <a:pt x="-671" y="806"/>
                    <a:pt x="819" y="154"/>
                  </a:cubicBezTo>
                  <a:cubicBezTo>
                    <a:pt x="2160" y="-424"/>
                    <a:pt x="2719" y="731"/>
                    <a:pt x="3091" y="1849"/>
                  </a:cubicBezTo>
                  <a:cubicBezTo>
                    <a:pt x="3482" y="3078"/>
                    <a:pt x="3874" y="4308"/>
                    <a:pt x="4283" y="5518"/>
                  </a:cubicBezTo>
                  <a:close/>
                </a:path>
              </a:pathLst>
            </a:custGeom>
            <a:solidFill>
              <a:srgbClr val="5273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A7C54CDF-2E4B-7360-418F-ACF45D4A9CB3}"/>
                </a:ext>
              </a:extLst>
            </p:cNvPr>
            <p:cNvSpPr/>
            <p:nvPr/>
          </p:nvSpPr>
          <p:spPr>
            <a:xfrm>
              <a:off x="2243446" y="5154914"/>
              <a:ext cx="4508" cy="13577"/>
            </a:xfrm>
            <a:custGeom>
              <a:avLst/>
              <a:gdLst>
                <a:gd name="csX0" fmla="*/ 1109 w 4508"/>
                <a:gd name="csY0" fmla="*/ 13577 h 13577"/>
                <a:gd name="csX1" fmla="*/ 848 w 4508"/>
                <a:gd name="csY1" fmla="*/ 7915 h 13577"/>
                <a:gd name="csX2" fmla="*/ 1500 w 4508"/>
                <a:gd name="csY2" fmla="*/ 2606 h 13577"/>
                <a:gd name="csX3" fmla="*/ 2077 w 4508"/>
                <a:gd name="csY3" fmla="*/ 36 h 13577"/>
                <a:gd name="csX4" fmla="*/ 4499 w 4508"/>
                <a:gd name="csY4" fmla="*/ 2364 h 13577"/>
                <a:gd name="csX5" fmla="*/ 1165 w 4508"/>
                <a:gd name="csY5" fmla="*/ 13522 h 13577"/>
                <a:gd name="csX6" fmla="*/ 1109 w 4508"/>
                <a:gd name="csY6" fmla="*/ 13577 h 13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08" h="13577">
                  <a:moveTo>
                    <a:pt x="1109" y="13577"/>
                  </a:moveTo>
                  <a:cubicBezTo>
                    <a:pt x="-1033" y="11771"/>
                    <a:pt x="531" y="9852"/>
                    <a:pt x="848" y="7915"/>
                  </a:cubicBezTo>
                  <a:cubicBezTo>
                    <a:pt x="1146" y="6145"/>
                    <a:pt x="2860" y="4413"/>
                    <a:pt x="1500" y="2606"/>
                  </a:cubicBezTo>
                  <a:cubicBezTo>
                    <a:pt x="494" y="1265"/>
                    <a:pt x="-139" y="353"/>
                    <a:pt x="2077" y="36"/>
                  </a:cubicBezTo>
                  <a:cubicBezTo>
                    <a:pt x="3716" y="-206"/>
                    <a:pt x="4443" y="800"/>
                    <a:pt x="4499" y="2364"/>
                  </a:cubicBezTo>
                  <a:cubicBezTo>
                    <a:pt x="4666" y="6462"/>
                    <a:pt x="2711" y="9927"/>
                    <a:pt x="1165" y="13522"/>
                  </a:cubicBezTo>
                  <a:cubicBezTo>
                    <a:pt x="1146" y="13522"/>
                    <a:pt x="1109" y="13577"/>
                    <a:pt x="1109" y="13577"/>
                  </a:cubicBezTo>
                  <a:close/>
                </a:path>
              </a:pathLst>
            </a:custGeom>
            <a:solidFill>
              <a:srgbClr val="54753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14A0403F-6205-57BF-8C5F-40857C9DA3B5}"/>
                </a:ext>
              </a:extLst>
            </p:cNvPr>
            <p:cNvSpPr/>
            <p:nvPr/>
          </p:nvSpPr>
          <p:spPr>
            <a:xfrm>
              <a:off x="2169896" y="5132542"/>
              <a:ext cx="2855" cy="13187"/>
            </a:xfrm>
            <a:custGeom>
              <a:avLst/>
              <a:gdLst>
                <a:gd name="csX0" fmla="*/ 96 w 2855"/>
                <a:gd name="csY0" fmla="*/ 13188 h 13187"/>
                <a:gd name="csX1" fmla="*/ 1698 w 2855"/>
                <a:gd name="csY1" fmla="*/ 0 h 13187"/>
                <a:gd name="csX2" fmla="*/ 78 w 2855"/>
                <a:gd name="csY2" fmla="*/ 13150 h 13187"/>
                <a:gd name="csX3" fmla="*/ 96 w 2855"/>
                <a:gd name="csY3" fmla="*/ 13188 h 1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5" h="13187">
                  <a:moveTo>
                    <a:pt x="96" y="13188"/>
                  </a:moveTo>
                  <a:cubicBezTo>
                    <a:pt x="-314" y="8717"/>
                    <a:pt x="655" y="4433"/>
                    <a:pt x="1698" y="0"/>
                  </a:cubicBezTo>
                  <a:cubicBezTo>
                    <a:pt x="3766" y="2868"/>
                    <a:pt x="2965" y="8773"/>
                    <a:pt x="78" y="13150"/>
                  </a:cubicBezTo>
                  <a:cubicBezTo>
                    <a:pt x="78" y="13150"/>
                    <a:pt x="96" y="13188"/>
                    <a:pt x="96" y="13188"/>
                  </a:cubicBezTo>
                  <a:close/>
                </a:path>
              </a:pathLst>
            </a:custGeom>
            <a:solidFill>
              <a:srgbClr val="4763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D18BEE32-A97E-3789-8A19-721F71CD9A30}"/>
                </a:ext>
              </a:extLst>
            </p:cNvPr>
            <p:cNvSpPr/>
            <p:nvPr/>
          </p:nvSpPr>
          <p:spPr>
            <a:xfrm>
              <a:off x="2004465" y="4840612"/>
              <a:ext cx="112301" cy="139911"/>
            </a:xfrm>
            <a:custGeom>
              <a:avLst/>
              <a:gdLst>
                <a:gd name="csX0" fmla="*/ 5263 w 112301"/>
                <a:gd name="csY0" fmla="*/ 135746 h 139911"/>
                <a:gd name="csX1" fmla="*/ 346 w 112301"/>
                <a:gd name="csY1" fmla="*/ 122502 h 139911"/>
                <a:gd name="csX2" fmla="*/ 14204 w 112301"/>
                <a:gd name="csY2" fmla="*/ 85882 h 139911"/>
                <a:gd name="csX3" fmla="*/ 57194 w 112301"/>
                <a:gd name="csY3" fmla="*/ 29891 h 139911"/>
                <a:gd name="csX4" fmla="*/ 88003 w 112301"/>
                <a:gd name="csY4" fmla="*/ 4596 h 139911"/>
                <a:gd name="csX5" fmla="*/ 102215 w 112301"/>
                <a:gd name="csY5" fmla="*/ 32 h 139911"/>
                <a:gd name="csX6" fmla="*/ 112031 w 112301"/>
                <a:gd name="csY6" fmla="*/ 12922 h 139911"/>
                <a:gd name="csX7" fmla="*/ 106518 w 112301"/>
                <a:gd name="csY7" fmla="*/ 25755 h 139911"/>
                <a:gd name="csX8" fmla="*/ 85339 w 112301"/>
                <a:gd name="csY8" fmla="*/ 50417 h 139911"/>
                <a:gd name="csX9" fmla="*/ 48310 w 112301"/>
                <a:gd name="csY9" fmla="*/ 99070 h 139911"/>
                <a:gd name="csX10" fmla="*/ 24710 w 112301"/>
                <a:gd name="csY10" fmla="*/ 132374 h 139911"/>
                <a:gd name="csX11" fmla="*/ 16085 w 112301"/>
                <a:gd name="csY11" fmla="*/ 138633 h 139911"/>
                <a:gd name="csX12" fmla="*/ 8299 w 112301"/>
                <a:gd name="csY12" fmla="*/ 136603 h 139911"/>
                <a:gd name="csX13" fmla="*/ 9790 w 112301"/>
                <a:gd name="csY13" fmla="*/ 129934 h 139911"/>
                <a:gd name="csX14" fmla="*/ 19345 w 112301"/>
                <a:gd name="csY14" fmla="*/ 112779 h 139911"/>
                <a:gd name="csX15" fmla="*/ 21971 w 112301"/>
                <a:gd name="csY15" fmla="*/ 117715 h 139911"/>
                <a:gd name="csX16" fmla="*/ 35979 w 112301"/>
                <a:gd name="csY16" fmla="*/ 98437 h 139911"/>
                <a:gd name="csX17" fmla="*/ 63975 w 112301"/>
                <a:gd name="csY17" fmla="*/ 59190 h 139911"/>
                <a:gd name="csX18" fmla="*/ 91486 w 112301"/>
                <a:gd name="csY18" fmla="*/ 27152 h 139911"/>
                <a:gd name="csX19" fmla="*/ 91952 w 112301"/>
                <a:gd name="csY19" fmla="*/ 18379 h 139911"/>
                <a:gd name="csX20" fmla="*/ 100818 w 112301"/>
                <a:gd name="csY20" fmla="*/ 10649 h 139911"/>
                <a:gd name="csX21" fmla="*/ 83290 w 112301"/>
                <a:gd name="csY21" fmla="*/ 23762 h 139911"/>
                <a:gd name="csX22" fmla="*/ 39611 w 112301"/>
                <a:gd name="csY22" fmla="*/ 77444 h 139911"/>
                <a:gd name="csX23" fmla="*/ 8542 w 112301"/>
                <a:gd name="csY23" fmla="*/ 132300 h 139911"/>
                <a:gd name="csX24" fmla="*/ 5263 w 112301"/>
                <a:gd name="csY24" fmla="*/ 135746 h 13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2301" h="139911">
                  <a:moveTo>
                    <a:pt x="5263" y="135746"/>
                  </a:moveTo>
                  <a:cubicBezTo>
                    <a:pt x="-1051" y="133101"/>
                    <a:pt x="-138" y="127271"/>
                    <a:pt x="346" y="122502"/>
                  </a:cubicBezTo>
                  <a:cubicBezTo>
                    <a:pt x="1668" y="109147"/>
                    <a:pt x="7648" y="97263"/>
                    <a:pt x="14204" y="85882"/>
                  </a:cubicBezTo>
                  <a:cubicBezTo>
                    <a:pt x="26051" y="65374"/>
                    <a:pt x="39350" y="45816"/>
                    <a:pt x="57194" y="29891"/>
                  </a:cubicBezTo>
                  <a:cubicBezTo>
                    <a:pt x="67104" y="21043"/>
                    <a:pt x="76771" y="11860"/>
                    <a:pt x="88003" y="4596"/>
                  </a:cubicBezTo>
                  <a:cubicBezTo>
                    <a:pt x="92343" y="1783"/>
                    <a:pt x="96888" y="-285"/>
                    <a:pt x="102215" y="32"/>
                  </a:cubicBezTo>
                  <a:cubicBezTo>
                    <a:pt x="109033" y="442"/>
                    <a:pt x="113466" y="6235"/>
                    <a:pt x="112031" y="12922"/>
                  </a:cubicBezTo>
                  <a:cubicBezTo>
                    <a:pt x="111026" y="17560"/>
                    <a:pt x="109014" y="21732"/>
                    <a:pt x="106518" y="25755"/>
                  </a:cubicBezTo>
                  <a:cubicBezTo>
                    <a:pt x="100725" y="35106"/>
                    <a:pt x="92269" y="42110"/>
                    <a:pt x="85339" y="50417"/>
                  </a:cubicBezTo>
                  <a:cubicBezTo>
                    <a:pt x="72282" y="66064"/>
                    <a:pt x="58051" y="80946"/>
                    <a:pt x="48310" y="99070"/>
                  </a:cubicBezTo>
                  <a:cubicBezTo>
                    <a:pt x="41790" y="111196"/>
                    <a:pt x="34470" y="122614"/>
                    <a:pt x="24710" y="132374"/>
                  </a:cubicBezTo>
                  <a:cubicBezTo>
                    <a:pt x="22139" y="134945"/>
                    <a:pt x="19122" y="136752"/>
                    <a:pt x="16085" y="138633"/>
                  </a:cubicBezTo>
                  <a:cubicBezTo>
                    <a:pt x="12677" y="140738"/>
                    <a:pt x="10088" y="140365"/>
                    <a:pt x="8299" y="136603"/>
                  </a:cubicBezTo>
                  <a:cubicBezTo>
                    <a:pt x="6772" y="133939"/>
                    <a:pt x="8914" y="131983"/>
                    <a:pt x="9790" y="129934"/>
                  </a:cubicBezTo>
                  <a:cubicBezTo>
                    <a:pt x="12360" y="123899"/>
                    <a:pt x="14651" y="117659"/>
                    <a:pt x="19345" y="112779"/>
                  </a:cubicBezTo>
                  <a:cubicBezTo>
                    <a:pt x="21450" y="113673"/>
                    <a:pt x="20314" y="116281"/>
                    <a:pt x="21971" y="117715"/>
                  </a:cubicBezTo>
                  <a:cubicBezTo>
                    <a:pt x="28193" y="112388"/>
                    <a:pt x="32645" y="105720"/>
                    <a:pt x="35979" y="98437"/>
                  </a:cubicBezTo>
                  <a:cubicBezTo>
                    <a:pt x="42815" y="83517"/>
                    <a:pt x="53357" y="71447"/>
                    <a:pt x="63975" y="59190"/>
                  </a:cubicBezTo>
                  <a:cubicBezTo>
                    <a:pt x="73195" y="48573"/>
                    <a:pt x="81707" y="37341"/>
                    <a:pt x="91486" y="27152"/>
                  </a:cubicBezTo>
                  <a:cubicBezTo>
                    <a:pt x="93777" y="24768"/>
                    <a:pt x="96888" y="21546"/>
                    <a:pt x="91952" y="18379"/>
                  </a:cubicBezTo>
                  <a:cubicBezTo>
                    <a:pt x="93051" y="13965"/>
                    <a:pt x="97242" y="13164"/>
                    <a:pt x="100818" y="10649"/>
                  </a:cubicBezTo>
                  <a:cubicBezTo>
                    <a:pt x="93759" y="14077"/>
                    <a:pt x="88487" y="18938"/>
                    <a:pt x="83290" y="23762"/>
                  </a:cubicBezTo>
                  <a:cubicBezTo>
                    <a:pt x="66228" y="39595"/>
                    <a:pt x="52445" y="58147"/>
                    <a:pt x="39611" y="77444"/>
                  </a:cubicBezTo>
                  <a:cubicBezTo>
                    <a:pt x="27951" y="94991"/>
                    <a:pt x="17129" y="113021"/>
                    <a:pt x="8542" y="132300"/>
                  </a:cubicBezTo>
                  <a:cubicBezTo>
                    <a:pt x="7871" y="133771"/>
                    <a:pt x="7368" y="135578"/>
                    <a:pt x="5263" y="135746"/>
                  </a:cubicBezTo>
                  <a:close/>
                </a:path>
              </a:pathLst>
            </a:custGeom>
            <a:solidFill>
              <a:srgbClr val="9A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AA9C5106-B315-1CF7-DC52-8AEC254154C4}"/>
                </a:ext>
              </a:extLst>
            </p:cNvPr>
            <p:cNvSpPr/>
            <p:nvPr/>
          </p:nvSpPr>
          <p:spPr>
            <a:xfrm>
              <a:off x="2008414" y="4848746"/>
              <a:ext cx="101396" cy="134465"/>
            </a:xfrm>
            <a:custGeom>
              <a:avLst/>
              <a:gdLst>
                <a:gd name="csX0" fmla="*/ 1315 w 101396"/>
                <a:gd name="csY0" fmla="*/ 127611 h 134465"/>
                <a:gd name="csX1" fmla="*/ 29404 w 101396"/>
                <a:gd name="csY1" fmla="*/ 76276 h 134465"/>
                <a:gd name="csX2" fmla="*/ 85601 w 101396"/>
                <a:gd name="csY2" fmla="*/ 8475 h 134465"/>
                <a:gd name="csX3" fmla="*/ 101396 w 101396"/>
                <a:gd name="csY3" fmla="*/ 0 h 134465"/>
                <a:gd name="csX4" fmla="*/ 88115 w 101396"/>
                <a:gd name="csY4" fmla="*/ 9984 h 134465"/>
                <a:gd name="csX5" fmla="*/ 79510 w 101396"/>
                <a:gd name="csY5" fmla="*/ 18627 h 134465"/>
                <a:gd name="csX6" fmla="*/ 30987 w 101396"/>
                <a:gd name="csY6" fmla="*/ 80579 h 134465"/>
                <a:gd name="csX7" fmla="*/ 15676 w 101396"/>
                <a:gd name="csY7" fmla="*/ 104738 h 134465"/>
                <a:gd name="csX8" fmla="*/ 4333 w 101396"/>
                <a:gd name="csY8" fmla="*/ 128431 h 134465"/>
                <a:gd name="csX9" fmla="*/ 458 w 101396"/>
                <a:gd name="csY9" fmla="*/ 134466 h 134465"/>
                <a:gd name="csX10" fmla="*/ 1315 w 101396"/>
                <a:gd name="csY10" fmla="*/ 127611 h 13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396" h="134465">
                  <a:moveTo>
                    <a:pt x="1315" y="127611"/>
                  </a:moveTo>
                  <a:cubicBezTo>
                    <a:pt x="9921" y="110102"/>
                    <a:pt x="18675" y="92649"/>
                    <a:pt x="29404" y="76276"/>
                  </a:cubicBezTo>
                  <a:cubicBezTo>
                    <a:pt x="45591" y="51577"/>
                    <a:pt x="62522" y="27456"/>
                    <a:pt x="85601" y="8475"/>
                  </a:cubicBezTo>
                  <a:cubicBezTo>
                    <a:pt x="89848" y="4992"/>
                    <a:pt x="94132" y="1378"/>
                    <a:pt x="101396" y="0"/>
                  </a:cubicBezTo>
                  <a:cubicBezTo>
                    <a:pt x="97205" y="5327"/>
                    <a:pt x="91356" y="6016"/>
                    <a:pt x="88115" y="9984"/>
                  </a:cubicBezTo>
                  <a:cubicBezTo>
                    <a:pt x="86607" y="14212"/>
                    <a:pt x="82378" y="15740"/>
                    <a:pt x="79510" y="18627"/>
                  </a:cubicBezTo>
                  <a:cubicBezTo>
                    <a:pt x="60902" y="37402"/>
                    <a:pt x="45106" y="58283"/>
                    <a:pt x="30987" y="80579"/>
                  </a:cubicBezTo>
                  <a:cubicBezTo>
                    <a:pt x="25884" y="88644"/>
                    <a:pt x="22047" y="97492"/>
                    <a:pt x="15676" y="104738"/>
                  </a:cubicBezTo>
                  <a:cubicBezTo>
                    <a:pt x="11224" y="112319"/>
                    <a:pt x="7406" y="120198"/>
                    <a:pt x="4333" y="128431"/>
                  </a:cubicBezTo>
                  <a:cubicBezTo>
                    <a:pt x="3066" y="130405"/>
                    <a:pt x="1799" y="132380"/>
                    <a:pt x="458" y="134466"/>
                  </a:cubicBezTo>
                  <a:cubicBezTo>
                    <a:pt x="-753" y="131858"/>
                    <a:pt x="756" y="129809"/>
                    <a:pt x="1315" y="127611"/>
                  </a:cubicBezTo>
                  <a:close/>
                </a:path>
              </a:pathLst>
            </a:custGeom>
            <a:solidFill>
              <a:srgbClr val="52682F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D05C7608-3514-B823-7592-B1846B11F65B}"/>
                </a:ext>
              </a:extLst>
            </p:cNvPr>
            <p:cNvSpPr/>
            <p:nvPr/>
          </p:nvSpPr>
          <p:spPr>
            <a:xfrm>
              <a:off x="2077389" y="4914495"/>
              <a:ext cx="12471" cy="8422"/>
            </a:xfrm>
            <a:custGeom>
              <a:avLst/>
              <a:gdLst>
                <a:gd name="csX0" fmla="*/ 12471 w 12471"/>
                <a:gd name="csY0" fmla="*/ 8422 h 8422"/>
                <a:gd name="csX1" fmla="*/ 1556 w 12471"/>
                <a:gd name="csY1" fmla="*/ 3244 h 8422"/>
                <a:gd name="csX2" fmla="*/ 234 w 12471"/>
                <a:gd name="csY2" fmla="*/ 618 h 8422"/>
                <a:gd name="csX3" fmla="*/ 2692 w 12471"/>
                <a:gd name="csY3" fmla="*/ 469 h 8422"/>
                <a:gd name="csX4" fmla="*/ 12471 w 12471"/>
                <a:gd name="csY4" fmla="*/ 8422 h 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71" h="8422">
                  <a:moveTo>
                    <a:pt x="12471" y="8422"/>
                  </a:moveTo>
                  <a:cubicBezTo>
                    <a:pt x="8839" y="6709"/>
                    <a:pt x="5188" y="4976"/>
                    <a:pt x="1556" y="3244"/>
                  </a:cubicBezTo>
                  <a:cubicBezTo>
                    <a:pt x="439" y="2723"/>
                    <a:pt x="-437" y="1866"/>
                    <a:pt x="234" y="618"/>
                  </a:cubicBezTo>
                  <a:cubicBezTo>
                    <a:pt x="792" y="-463"/>
                    <a:pt x="1817" y="133"/>
                    <a:pt x="2692" y="469"/>
                  </a:cubicBezTo>
                  <a:cubicBezTo>
                    <a:pt x="6679" y="2015"/>
                    <a:pt x="10404" y="3896"/>
                    <a:pt x="12471" y="8422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8ECF5D3E-731F-314F-BD93-8EEFE204366F}"/>
                </a:ext>
              </a:extLst>
            </p:cNvPr>
            <p:cNvSpPr/>
            <p:nvPr/>
          </p:nvSpPr>
          <p:spPr>
            <a:xfrm>
              <a:off x="2054058" y="4957165"/>
              <a:ext cx="13897" cy="5104"/>
            </a:xfrm>
            <a:custGeom>
              <a:avLst/>
              <a:gdLst>
                <a:gd name="csX0" fmla="*/ 10787 w 13897"/>
                <a:gd name="csY0" fmla="*/ 4533 h 5104"/>
                <a:gd name="csX1" fmla="*/ 2069 w 13897"/>
                <a:gd name="csY1" fmla="*/ 3192 h 5104"/>
                <a:gd name="csX2" fmla="*/ 20 w 13897"/>
                <a:gd name="csY2" fmla="*/ 1106 h 5104"/>
                <a:gd name="csX3" fmla="*/ 2274 w 13897"/>
                <a:gd name="csY3" fmla="*/ 7 h 5104"/>
                <a:gd name="csX4" fmla="*/ 13897 w 13897"/>
                <a:gd name="csY4" fmla="*/ 3378 h 5104"/>
                <a:gd name="csX5" fmla="*/ 10787 w 13897"/>
                <a:gd name="csY5" fmla="*/ 4533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897" h="5104">
                  <a:moveTo>
                    <a:pt x="10787" y="4533"/>
                  </a:moveTo>
                  <a:cubicBezTo>
                    <a:pt x="7974" y="3415"/>
                    <a:pt x="5106" y="2987"/>
                    <a:pt x="2069" y="3192"/>
                  </a:cubicBezTo>
                  <a:cubicBezTo>
                    <a:pt x="952" y="3266"/>
                    <a:pt x="-166" y="2447"/>
                    <a:pt x="20" y="1106"/>
                  </a:cubicBezTo>
                  <a:cubicBezTo>
                    <a:pt x="169" y="-68"/>
                    <a:pt x="1417" y="-12"/>
                    <a:pt x="2274" y="7"/>
                  </a:cubicBezTo>
                  <a:cubicBezTo>
                    <a:pt x="6428" y="100"/>
                    <a:pt x="10321" y="1199"/>
                    <a:pt x="13897" y="3378"/>
                  </a:cubicBezTo>
                  <a:cubicBezTo>
                    <a:pt x="13823" y="6358"/>
                    <a:pt x="11979" y="4589"/>
                    <a:pt x="10787" y="4533"/>
                  </a:cubicBezTo>
                  <a:close/>
                </a:path>
              </a:pathLst>
            </a:custGeom>
            <a:solidFill>
              <a:srgbClr val="48642D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2C5E931E-F0EA-B104-9AAB-391DE4B45D29}"/>
                </a:ext>
              </a:extLst>
            </p:cNvPr>
            <p:cNvSpPr/>
            <p:nvPr/>
          </p:nvSpPr>
          <p:spPr>
            <a:xfrm>
              <a:off x="2064845" y="4960525"/>
              <a:ext cx="6095" cy="4070"/>
            </a:xfrm>
            <a:custGeom>
              <a:avLst/>
              <a:gdLst>
                <a:gd name="csX0" fmla="*/ 0 w 6095"/>
                <a:gd name="csY0" fmla="*/ 1173 h 4070"/>
                <a:gd name="csX1" fmla="*/ 3092 w 6095"/>
                <a:gd name="csY1" fmla="*/ 0 h 4070"/>
                <a:gd name="csX2" fmla="*/ 5756 w 6095"/>
                <a:gd name="csY2" fmla="*/ 3204 h 4070"/>
                <a:gd name="csX3" fmla="*/ 0 w 6095"/>
                <a:gd name="csY3" fmla="*/ 1173 h 4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5" h="4070">
                  <a:moveTo>
                    <a:pt x="0" y="1173"/>
                  </a:moveTo>
                  <a:cubicBezTo>
                    <a:pt x="1099" y="969"/>
                    <a:pt x="2515" y="1602"/>
                    <a:pt x="3092" y="0"/>
                  </a:cubicBezTo>
                  <a:cubicBezTo>
                    <a:pt x="4675" y="577"/>
                    <a:pt x="6966" y="1956"/>
                    <a:pt x="5756" y="3204"/>
                  </a:cubicBezTo>
                  <a:cubicBezTo>
                    <a:pt x="3297" y="5756"/>
                    <a:pt x="1956" y="1937"/>
                    <a:pt x="0" y="1173"/>
                  </a:cubicBezTo>
                  <a:close/>
                </a:path>
              </a:pathLst>
            </a:custGeom>
            <a:solidFill>
              <a:srgbClr val="7CB34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3CABEE0F-5726-600F-D96F-465C445561D5}"/>
                </a:ext>
              </a:extLst>
            </p:cNvPr>
            <p:cNvSpPr/>
            <p:nvPr/>
          </p:nvSpPr>
          <p:spPr>
            <a:xfrm>
              <a:off x="1610597" y="5419422"/>
              <a:ext cx="30715" cy="17844"/>
            </a:xfrm>
            <a:custGeom>
              <a:avLst/>
              <a:gdLst>
                <a:gd name="csX0" fmla="*/ 2142 w 30715"/>
                <a:gd name="csY0" fmla="*/ 26 h 17844"/>
                <a:gd name="csX1" fmla="*/ 3316 w 30715"/>
                <a:gd name="csY1" fmla="*/ 994 h 17844"/>
                <a:gd name="csX2" fmla="*/ 16876 w 30715"/>
                <a:gd name="csY2" fmla="*/ 11127 h 17844"/>
                <a:gd name="csX3" fmla="*/ 30715 w 30715"/>
                <a:gd name="csY3" fmla="*/ 17554 h 17844"/>
                <a:gd name="csX4" fmla="*/ 16857 w 30715"/>
                <a:gd name="csY4" fmla="*/ 14610 h 17844"/>
                <a:gd name="csX5" fmla="*/ 7842 w 30715"/>
                <a:gd name="csY5" fmla="*/ 9972 h 17844"/>
                <a:gd name="csX6" fmla="*/ 0 w 30715"/>
                <a:gd name="csY6" fmla="*/ 1907 h 17844"/>
                <a:gd name="csX7" fmla="*/ 2142 w 30715"/>
                <a:gd name="csY7" fmla="*/ 26 h 17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715" h="17844">
                  <a:moveTo>
                    <a:pt x="2142" y="26"/>
                  </a:moveTo>
                  <a:cubicBezTo>
                    <a:pt x="2533" y="343"/>
                    <a:pt x="2924" y="678"/>
                    <a:pt x="3316" y="994"/>
                  </a:cubicBezTo>
                  <a:cubicBezTo>
                    <a:pt x="6668" y="5931"/>
                    <a:pt x="11437" y="8985"/>
                    <a:pt x="16876" y="11127"/>
                  </a:cubicBezTo>
                  <a:cubicBezTo>
                    <a:pt x="20862" y="14350"/>
                    <a:pt x="26245" y="14536"/>
                    <a:pt x="30715" y="17554"/>
                  </a:cubicBezTo>
                  <a:cubicBezTo>
                    <a:pt x="25407" y="18820"/>
                    <a:pt x="21365" y="15598"/>
                    <a:pt x="16857" y="14610"/>
                  </a:cubicBezTo>
                  <a:cubicBezTo>
                    <a:pt x="13858" y="13064"/>
                    <a:pt x="10841" y="11519"/>
                    <a:pt x="7842" y="9972"/>
                  </a:cubicBezTo>
                  <a:cubicBezTo>
                    <a:pt x="3334" y="9134"/>
                    <a:pt x="1695" y="5502"/>
                    <a:pt x="0" y="1907"/>
                  </a:cubicBezTo>
                  <a:cubicBezTo>
                    <a:pt x="19" y="510"/>
                    <a:pt x="726" y="-142"/>
                    <a:pt x="2142" y="26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2CE632ED-57B4-192A-7043-4DC19195D37E}"/>
                </a:ext>
              </a:extLst>
            </p:cNvPr>
            <p:cNvSpPr/>
            <p:nvPr/>
          </p:nvSpPr>
          <p:spPr>
            <a:xfrm>
              <a:off x="1712646" y="5300275"/>
              <a:ext cx="28859" cy="18986"/>
            </a:xfrm>
            <a:custGeom>
              <a:avLst/>
              <a:gdLst>
                <a:gd name="csX0" fmla="*/ 5203 w 28859"/>
                <a:gd name="csY0" fmla="*/ 11753 h 18986"/>
                <a:gd name="csX1" fmla="*/ 435 w 28859"/>
                <a:gd name="csY1" fmla="*/ 0 h 18986"/>
                <a:gd name="csX2" fmla="*/ 6302 w 28859"/>
                <a:gd name="csY2" fmla="*/ 8270 h 18986"/>
                <a:gd name="csX3" fmla="*/ 28859 w 28859"/>
                <a:gd name="csY3" fmla="*/ 18925 h 18986"/>
                <a:gd name="csX4" fmla="*/ 5203 w 28859"/>
                <a:gd name="csY4" fmla="*/ 11753 h 18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859" h="18986">
                  <a:moveTo>
                    <a:pt x="5203" y="11753"/>
                  </a:moveTo>
                  <a:cubicBezTo>
                    <a:pt x="3173" y="8363"/>
                    <a:pt x="-1428" y="6128"/>
                    <a:pt x="435" y="0"/>
                  </a:cubicBezTo>
                  <a:cubicBezTo>
                    <a:pt x="2223" y="3539"/>
                    <a:pt x="3210" y="6761"/>
                    <a:pt x="6302" y="8270"/>
                  </a:cubicBezTo>
                  <a:cubicBezTo>
                    <a:pt x="12039" y="14901"/>
                    <a:pt x="20663" y="15628"/>
                    <a:pt x="28859" y="18925"/>
                  </a:cubicBezTo>
                  <a:cubicBezTo>
                    <a:pt x="19490" y="19484"/>
                    <a:pt x="12188" y="16168"/>
                    <a:pt x="5203" y="11753"/>
                  </a:cubicBezTo>
                  <a:close/>
                </a:path>
              </a:pathLst>
            </a:custGeom>
            <a:solidFill>
              <a:srgbClr val="5477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38D625EF-1DF5-9B1B-F5C7-54D52D1AD976}"/>
                </a:ext>
              </a:extLst>
            </p:cNvPr>
            <p:cNvSpPr/>
            <p:nvPr/>
          </p:nvSpPr>
          <p:spPr>
            <a:xfrm>
              <a:off x="1664204" y="5359116"/>
              <a:ext cx="24438" cy="17322"/>
            </a:xfrm>
            <a:custGeom>
              <a:avLst/>
              <a:gdLst>
                <a:gd name="csX0" fmla="*/ 20881 w 24438"/>
                <a:gd name="csY0" fmla="*/ 17323 h 17322"/>
                <a:gd name="csX1" fmla="*/ 0 w 24438"/>
                <a:gd name="csY1" fmla="*/ 0 h 17322"/>
                <a:gd name="csX2" fmla="*/ 23023 w 24438"/>
                <a:gd name="csY2" fmla="*/ 15050 h 17322"/>
                <a:gd name="csX3" fmla="*/ 24438 w 24438"/>
                <a:gd name="csY3" fmla="*/ 16987 h 17322"/>
                <a:gd name="csX4" fmla="*/ 20881 w 24438"/>
                <a:gd name="csY4" fmla="*/ 17323 h 17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38" h="17322">
                  <a:moveTo>
                    <a:pt x="20881" y="17323"/>
                  </a:moveTo>
                  <a:cubicBezTo>
                    <a:pt x="11586" y="14324"/>
                    <a:pt x="3073" y="10394"/>
                    <a:pt x="0" y="0"/>
                  </a:cubicBezTo>
                  <a:cubicBezTo>
                    <a:pt x="5104" y="8959"/>
                    <a:pt x="13672" y="12592"/>
                    <a:pt x="23023" y="15050"/>
                  </a:cubicBezTo>
                  <a:cubicBezTo>
                    <a:pt x="23488" y="15702"/>
                    <a:pt x="23973" y="16335"/>
                    <a:pt x="24438" y="16987"/>
                  </a:cubicBezTo>
                  <a:cubicBezTo>
                    <a:pt x="23246" y="17099"/>
                    <a:pt x="22073" y="17211"/>
                    <a:pt x="20881" y="17323"/>
                  </a:cubicBezTo>
                  <a:close/>
                </a:path>
              </a:pathLst>
            </a:custGeom>
            <a:solidFill>
              <a:srgbClr val="577A3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4A8395B3-B55D-2632-2ECA-FBED8C1E81F7}"/>
                </a:ext>
              </a:extLst>
            </p:cNvPr>
            <p:cNvSpPr/>
            <p:nvPr/>
          </p:nvSpPr>
          <p:spPr>
            <a:xfrm>
              <a:off x="1824530" y="5137454"/>
              <a:ext cx="60381" cy="122910"/>
            </a:xfrm>
            <a:custGeom>
              <a:avLst/>
              <a:gdLst>
                <a:gd name="csX0" fmla="*/ 34546 w 60381"/>
                <a:gd name="csY0" fmla="*/ 6264 h 122910"/>
                <a:gd name="csX1" fmla="*/ 41587 w 60381"/>
                <a:gd name="csY1" fmla="*/ 24 h 122910"/>
                <a:gd name="csX2" fmla="*/ 60065 w 60381"/>
                <a:gd name="csY2" fmla="*/ 19247 h 122910"/>
                <a:gd name="csX3" fmla="*/ 60307 w 60381"/>
                <a:gd name="csY3" fmla="*/ 33887 h 122910"/>
                <a:gd name="csX4" fmla="*/ 37806 w 60381"/>
                <a:gd name="csY4" fmla="*/ 106662 h 122910"/>
                <a:gd name="csX5" fmla="*/ 26630 w 60381"/>
                <a:gd name="csY5" fmla="*/ 119067 h 122910"/>
                <a:gd name="csX6" fmla="*/ 2546 w 60381"/>
                <a:gd name="csY6" fmla="*/ 111020 h 122910"/>
                <a:gd name="csX7" fmla="*/ 3533 w 60381"/>
                <a:gd name="csY7" fmla="*/ 80025 h 122910"/>
                <a:gd name="csX8" fmla="*/ 18844 w 60381"/>
                <a:gd name="csY8" fmla="*/ 28541 h 122910"/>
                <a:gd name="csX9" fmla="*/ 25978 w 60381"/>
                <a:gd name="csY9" fmla="*/ 10846 h 122910"/>
                <a:gd name="csX10" fmla="*/ 31194 w 60381"/>
                <a:gd name="csY10" fmla="*/ 7158 h 122910"/>
                <a:gd name="csX11" fmla="*/ 40395 w 60381"/>
                <a:gd name="csY11" fmla="*/ 14367 h 122910"/>
                <a:gd name="csX12" fmla="*/ 43338 w 60381"/>
                <a:gd name="csY12" fmla="*/ 39792 h 122910"/>
                <a:gd name="csX13" fmla="*/ 18751 w 60381"/>
                <a:gd name="csY13" fmla="*/ 100701 h 122910"/>
                <a:gd name="csX14" fmla="*/ 43375 w 60381"/>
                <a:gd name="csY14" fmla="*/ 40165 h 122910"/>
                <a:gd name="csX15" fmla="*/ 42202 w 60381"/>
                <a:gd name="csY15" fmla="*/ 18315 h 122910"/>
                <a:gd name="csX16" fmla="*/ 34546 w 60381"/>
                <a:gd name="csY16" fmla="*/ 6264 h 122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381" h="122910">
                  <a:moveTo>
                    <a:pt x="34546" y="6264"/>
                  </a:moveTo>
                  <a:cubicBezTo>
                    <a:pt x="33950" y="2222"/>
                    <a:pt x="36763" y="-274"/>
                    <a:pt x="41587" y="24"/>
                  </a:cubicBezTo>
                  <a:cubicBezTo>
                    <a:pt x="52018" y="657"/>
                    <a:pt x="61369" y="9151"/>
                    <a:pt x="60065" y="19247"/>
                  </a:cubicBezTo>
                  <a:cubicBezTo>
                    <a:pt x="59394" y="24481"/>
                    <a:pt x="60698" y="29212"/>
                    <a:pt x="60307" y="33887"/>
                  </a:cubicBezTo>
                  <a:cubicBezTo>
                    <a:pt x="58202" y="59704"/>
                    <a:pt x="54887" y="85278"/>
                    <a:pt x="37806" y="106662"/>
                  </a:cubicBezTo>
                  <a:cubicBezTo>
                    <a:pt x="34286" y="111058"/>
                    <a:pt x="31287" y="115826"/>
                    <a:pt x="26630" y="119067"/>
                  </a:cubicBezTo>
                  <a:cubicBezTo>
                    <a:pt x="16050" y="126462"/>
                    <a:pt x="7333" y="122867"/>
                    <a:pt x="2546" y="111020"/>
                  </a:cubicBezTo>
                  <a:cubicBezTo>
                    <a:pt x="-1850" y="100142"/>
                    <a:pt x="87" y="90550"/>
                    <a:pt x="3533" y="80025"/>
                  </a:cubicBezTo>
                  <a:cubicBezTo>
                    <a:pt x="9121" y="63038"/>
                    <a:pt x="15026" y="46088"/>
                    <a:pt x="18844" y="28541"/>
                  </a:cubicBezTo>
                  <a:cubicBezTo>
                    <a:pt x="20204" y="22283"/>
                    <a:pt x="23426" y="16676"/>
                    <a:pt x="25978" y="10846"/>
                  </a:cubicBezTo>
                  <a:cubicBezTo>
                    <a:pt x="26984" y="8555"/>
                    <a:pt x="28753" y="7382"/>
                    <a:pt x="31194" y="7158"/>
                  </a:cubicBezTo>
                  <a:cubicBezTo>
                    <a:pt x="36074" y="7233"/>
                    <a:pt x="38477" y="10567"/>
                    <a:pt x="40395" y="14367"/>
                  </a:cubicBezTo>
                  <a:cubicBezTo>
                    <a:pt x="44474" y="22469"/>
                    <a:pt x="44567" y="31317"/>
                    <a:pt x="43338" y="39792"/>
                  </a:cubicBezTo>
                  <a:cubicBezTo>
                    <a:pt x="40134" y="62014"/>
                    <a:pt x="32162" y="82503"/>
                    <a:pt x="18751" y="100701"/>
                  </a:cubicBezTo>
                  <a:cubicBezTo>
                    <a:pt x="32144" y="82633"/>
                    <a:pt x="40078" y="62274"/>
                    <a:pt x="43375" y="40165"/>
                  </a:cubicBezTo>
                  <a:cubicBezTo>
                    <a:pt x="44437" y="32975"/>
                    <a:pt x="44046" y="25561"/>
                    <a:pt x="42202" y="18315"/>
                  </a:cubicBezTo>
                  <a:cubicBezTo>
                    <a:pt x="40935" y="13417"/>
                    <a:pt x="36968" y="10380"/>
                    <a:pt x="34546" y="6264"/>
                  </a:cubicBezTo>
                  <a:close/>
                </a:path>
              </a:pathLst>
            </a:custGeom>
            <a:solidFill>
              <a:srgbClr val="96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A380C1BE-E248-C943-2B84-B2F079AE92C4}"/>
                </a:ext>
              </a:extLst>
            </p:cNvPr>
            <p:cNvSpPr/>
            <p:nvPr/>
          </p:nvSpPr>
          <p:spPr>
            <a:xfrm>
              <a:off x="1839207" y="5143567"/>
              <a:ext cx="30062" cy="99430"/>
            </a:xfrm>
            <a:custGeom>
              <a:avLst/>
              <a:gdLst>
                <a:gd name="csX0" fmla="*/ 19869 w 30062"/>
                <a:gd name="csY0" fmla="*/ 151 h 99430"/>
                <a:gd name="csX1" fmla="*/ 30058 w 30062"/>
                <a:gd name="csY1" fmla="*/ 23323 h 99430"/>
                <a:gd name="csX2" fmla="*/ 7557 w 30062"/>
                <a:gd name="csY2" fmla="*/ 91924 h 99430"/>
                <a:gd name="csX3" fmla="*/ 3292 w 30062"/>
                <a:gd name="csY3" fmla="*/ 97885 h 99430"/>
                <a:gd name="csX4" fmla="*/ 628 w 30062"/>
                <a:gd name="csY4" fmla="*/ 99133 h 99430"/>
                <a:gd name="csX5" fmla="*/ 1112 w 30062"/>
                <a:gd name="csY5" fmla="*/ 96358 h 99430"/>
                <a:gd name="csX6" fmla="*/ 21378 w 30062"/>
                <a:gd name="csY6" fmla="*/ 58825 h 99430"/>
                <a:gd name="csX7" fmla="*/ 26817 w 30062"/>
                <a:gd name="csY7" fmla="*/ 14140 h 99430"/>
                <a:gd name="csX8" fmla="*/ 16554 w 30062"/>
                <a:gd name="csY8" fmla="*/ 1120 h 99430"/>
                <a:gd name="csX9" fmla="*/ 19869 w 30062"/>
                <a:gd name="csY9" fmla="*/ 151 h 9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0062" h="99430">
                  <a:moveTo>
                    <a:pt x="19869" y="151"/>
                  </a:moveTo>
                  <a:cubicBezTo>
                    <a:pt x="28233" y="5683"/>
                    <a:pt x="29984" y="14363"/>
                    <a:pt x="30058" y="23323"/>
                  </a:cubicBezTo>
                  <a:cubicBezTo>
                    <a:pt x="30300" y="48655"/>
                    <a:pt x="21155" y="71044"/>
                    <a:pt x="7557" y="91924"/>
                  </a:cubicBezTo>
                  <a:cubicBezTo>
                    <a:pt x="6216" y="93973"/>
                    <a:pt x="4707" y="95911"/>
                    <a:pt x="3292" y="97885"/>
                  </a:cubicBezTo>
                  <a:cubicBezTo>
                    <a:pt x="2621" y="98816"/>
                    <a:pt x="1820" y="99990"/>
                    <a:pt x="628" y="99133"/>
                  </a:cubicBezTo>
                  <a:cubicBezTo>
                    <a:pt x="-713" y="98183"/>
                    <a:pt x="404" y="97196"/>
                    <a:pt x="1112" y="96358"/>
                  </a:cubicBezTo>
                  <a:cubicBezTo>
                    <a:pt x="10314" y="85163"/>
                    <a:pt x="16740" y="72441"/>
                    <a:pt x="21378" y="58825"/>
                  </a:cubicBezTo>
                  <a:cubicBezTo>
                    <a:pt x="26296" y="44352"/>
                    <a:pt x="30002" y="29656"/>
                    <a:pt x="26817" y="14140"/>
                  </a:cubicBezTo>
                  <a:cubicBezTo>
                    <a:pt x="25550" y="8011"/>
                    <a:pt x="22328" y="3616"/>
                    <a:pt x="16554" y="1120"/>
                  </a:cubicBezTo>
                  <a:cubicBezTo>
                    <a:pt x="17336" y="-240"/>
                    <a:pt x="18603" y="-72"/>
                    <a:pt x="19869" y="151"/>
                  </a:cubicBezTo>
                  <a:close/>
                </a:path>
              </a:pathLst>
            </a:custGeom>
            <a:solidFill>
              <a:srgbClr val="5B75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FE29475E-D2E4-1FB7-BCA3-A3560742495D}"/>
                </a:ext>
              </a:extLst>
            </p:cNvPr>
            <p:cNvSpPr/>
            <p:nvPr/>
          </p:nvSpPr>
          <p:spPr>
            <a:xfrm>
              <a:off x="1807531" y="5213581"/>
              <a:ext cx="14347" cy="4411"/>
            </a:xfrm>
            <a:custGeom>
              <a:avLst/>
              <a:gdLst>
                <a:gd name="csX0" fmla="*/ 14348 w 14347"/>
                <a:gd name="csY0" fmla="*/ 434 h 4411"/>
                <a:gd name="csX1" fmla="*/ 2315 w 14347"/>
                <a:gd name="csY1" fmla="*/ 4196 h 4411"/>
                <a:gd name="csX2" fmla="*/ 43 w 14347"/>
                <a:gd name="csY2" fmla="*/ 3451 h 4411"/>
                <a:gd name="csX3" fmla="*/ 1644 w 14347"/>
                <a:gd name="csY3" fmla="*/ 1477 h 4411"/>
                <a:gd name="csX4" fmla="*/ 14348 w 14347"/>
                <a:gd name="csY4" fmla="*/ 434 h 4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47" h="4411">
                  <a:moveTo>
                    <a:pt x="14348" y="434"/>
                  </a:moveTo>
                  <a:cubicBezTo>
                    <a:pt x="9691" y="1905"/>
                    <a:pt x="6022" y="3079"/>
                    <a:pt x="2315" y="4196"/>
                  </a:cubicBezTo>
                  <a:cubicBezTo>
                    <a:pt x="1440" y="4457"/>
                    <a:pt x="322" y="4718"/>
                    <a:pt x="43" y="3451"/>
                  </a:cubicBezTo>
                  <a:cubicBezTo>
                    <a:pt x="-218" y="2315"/>
                    <a:pt x="769" y="1682"/>
                    <a:pt x="1644" y="1477"/>
                  </a:cubicBezTo>
                  <a:cubicBezTo>
                    <a:pt x="5444" y="564"/>
                    <a:pt x="9226" y="-665"/>
                    <a:pt x="14348" y="434"/>
                  </a:cubicBezTo>
                  <a:close/>
                </a:path>
              </a:pathLst>
            </a:custGeom>
            <a:solidFill>
              <a:srgbClr val="5A7E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031D5A8-C088-B2E2-A01D-8EAC17797B25}"/>
                </a:ext>
              </a:extLst>
            </p:cNvPr>
            <p:cNvSpPr/>
            <p:nvPr/>
          </p:nvSpPr>
          <p:spPr>
            <a:xfrm>
              <a:off x="1881447" y="5211966"/>
              <a:ext cx="9592" cy="6742"/>
            </a:xfrm>
            <a:custGeom>
              <a:avLst/>
              <a:gdLst>
                <a:gd name="csX0" fmla="*/ 0 w 9592"/>
                <a:gd name="csY0" fmla="*/ 6743 h 6742"/>
                <a:gd name="csX1" fmla="*/ 9593 w 9592"/>
                <a:gd name="csY1" fmla="*/ 0 h 6742"/>
                <a:gd name="csX2" fmla="*/ 0 w 9592"/>
                <a:gd name="csY2" fmla="*/ 6743 h 6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92" h="6742">
                  <a:moveTo>
                    <a:pt x="0" y="6743"/>
                  </a:moveTo>
                  <a:cubicBezTo>
                    <a:pt x="2161" y="3036"/>
                    <a:pt x="5681" y="1248"/>
                    <a:pt x="9593" y="0"/>
                  </a:cubicBezTo>
                  <a:cubicBezTo>
                    <a:pt x="7283" y="3446"/>
                    <a:pt x="3930" y="5476"/>
                    <a:pt x="0" y="6743"/>
                  </a:cubicBezTo>
                  <a:close/>
                </a:path>
              </a:pathLst>
            </a:custGeom>
            <a:solidFill>
              <a:srgbClr val="5E83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72E82942-9447-8471-0325-11705B93226F}"/>
                </a:ext>
              </a:extLst>
            </p:cNvPr>
            <p:cNvSpPr/>
            <p:nvPr/>
          </p:nvSpPr>
          <p:spPr>
            <a:xfrm>
              <a:off x="1920470" y="5057998"/>
              <a:ext cx="69328" cy="39354"/>
            </a:xfrm>
            <a:custGeom>
              <a:avLst/>
              <a:gdLst>
                <a:gd name="csX0" fmla="*/ 69328 w 69328"/>
                <a:gd name="csY0" fmla="*/ 0 h 39354"/>
                <a:gd name="csX1" fmla="*/ 0 w 69328"/>
                <a:gd name="csY1" fmla="*/ 39265 h 39354"/>
                <a:gd name="csX2" fmla="*/ 69328 w 69328"/>
                <a:gd name="csY2" fmla="*/ 0 h 39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328" h="39354">
                  <a:moveTo>
                    <a:pt x="69328" y="0"/>
                  </a:moveTo>
                  <a:cubicBezTo>
                    <a:pt x="65696" y="12890"/>
                    <a:pt x="15553" y="41146"/>
                    <a:pt x="0" y="39265"/>
                  </a:cubicBezTo>
                  <a:cubicBezTo>
                    <a:pt x="26375" y="31162"/>
                    <a:pt x="49323" y="19204"/>
                    <a:pt x="69328" y="0"/>
                  </a:cubicBezTo>
                  <a:close/>
                </a:path>
              </a:pathLst>
            </a:custGeom>
            <a:solidFill>
              <a:srgbClr val="40532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C7E39524-4705-A680-357C-BCFB1F8827D5}"/>
                </a:ext>
              </a:extLst>
            </p:cNvPr>
            <p:cNvSpPr/>
            <p:nvPr/>
          </p:nvSpPr>
          <p:spPr>
            <a:xfrm>
              <a:off x="1957202" y="5095530"/>
              <a:ext cx="6109" cy="11883"/>
            </a:xfrm>
            <a:custGeom>
              <a:avLst/>
              <a:gdLst>
                <a:gd name="csX0" fmla="*/ 0 w 6109"/>
                <a:gd name="csY0" fmla="*/ 0 h 11883"/>
                <a:gd name="csX1" fmla="*/ 6110 w 6109"/>
                <a:gd name="csY1" fmla="*/ 11884 h 11883"/>
                <a:gd name="csX2" fmla="*/ 0 w 6109"/>
                <a:gd name="csY2" fmla="*/ 0 h 11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09" h="11883">
                  <a:moveTo>
                    <a:pt x="0" y="0"/>
                  </a:moveTo>
                  <a:cubicBezTo>
                    <a:pt x="3912" y="2570"/>
                    <a:pt x="4955" y="6557"/>
                    <a:pt x="6110" y="11884"/>
                  </a:cubicBezTo>
                  <a:cubicBezTo>
                    <a:pt x="2459" y="7842"/>
                    <a:pt x="745" y="4191"/>
                    <a:pt x="0" y="0"/>
                  </a:cubicBezTo>
                  <a:close/>
                </a:path>
              </a:pathLst>
            </a:custGeom>
            <a:solidFill>
              <a:srgbClr val="608339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4CCC5997-CEC4-197F-B730-FCCFC0672DB6}"/>
                </a:ext>
              </a:extLst>
            </p:cNvPr>
            <p:cNvSpPr/>
            <p:nvPr/>
          </p:nvSpPr>
          <p:spPr>
            <a:xfrm>
              <a:off x="1937763" y="5055651"/>
              <a:ext cx="3622" cy="11213"/>
            </a:xfrm>
            <a:custGeom>
              <a:avLst/>
              <a:gdLst>
                <a:gd name="csX0" fmla="*/ 3494 w 3622"/>
                <a:gd name="csY0" fmla="*/ 11213 h 11213"/>
                <a:gd name="csX1" fmla="*/ 235 w 3622"/>
                <a:gd name="csY1" fmla="*/ 0 h 11213"/>
                <a:gd name="csX2" fmla="*/ 3494 w 3622"/>
                <a:gd name="csY2" fmla="*/ 11213 h 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22" h="11213">
                  <a:moveTo>
                    <a:pt x="3494" y="11213"/>
                  </a:moveTo>
                  <a:cubicBezTo>
                    <a:pt x="1483" y="8177"/>
                    <a:pt x="-734" y="5234"/>
                    <a:pt x="235" y="0"/>
                  </a:cubicBezTo>
                  <a:cubicBezTo>
                    <a:pt x="2861" y="4172"/>
                    <a:pt x="4034" y="7451"/>
                    <a:pt x="3494" y="11213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D9BD2AFD-92F2-34DA-7033-EBC6DE5AB3CE}"/>
                </a:ext>
              </a:extLst>
            </p:cNvPr>
            <p:cNvSpPr/>
            <p:nvPr/>
          </p:nvSpPr>
          <p:spPr>
            <a:xfrm>
              <a:off x="2055681" y="4842293"/>
              <a:ext cx="10617" cy="4497"/>
            </a:xfrm>
            <a:custGeom>
              <a:avLst/>
              <a:gdLst>
                <a:gd name="csX0" fmla="*/ 0 w 10617"/>
                <a:gd name="csY0" fmla="*/ 64 h 4497"/>
                <a:gd name="csX1" fmla="*/ 10617 w 10617"/>
                <a:gd name="csY1" fmla="*/ 4498 h 4497"/>
                <a:gd name="csX2" fmla="*/ 0 w 10617"/>
                <a:gd name="csY2" fmla="*/ 64 h 4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7" h="4497">
                  <a:moveTo>
                    <a:pt x="0" y="64"/>
                  </a:moveTo>
                  <a:cubicBezTo>
                    <a:pt x="4489" y="-439"/>
                    <a:pt x="7525" y="2095"/>
                    <a:pt x="10617" y="4498"/>
                  </a:cubicBezTo>
                  <a:cubicBezTo>
                    <a:pt x="6445" y="4479"/>
                    <a:pt x="2962" y="2840"/>
                    <a:pt x="0" y="64"/>
                  </a:cubicBezTo>
                  <a:close/>
                </a:path>
              </a:pathLst>
            </a:custGeom>
            <a:solidFill>
              <a:srgbClr val="52733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2475CACD-AC91-D3A3-B7D0-00D1A0F77269}"/>
                </a:ext>
              </a:extLst>
            </p:cNvPr>
            <p:cNvSpPr/>
            <p:nvPr/>
          </p:nvSpPr>
          <p:spPr>
            <a:xfrm>
              <a:off x="2014539" y="4877072"/>
              <a:ext cx="9178" cy="4224"/>
            </a:xfrm>
            <a:custGeom>
              <a:avLst/>
              <a:gdLst>
                <a:gd name="csX0" fmla="*/ 9178 w 9178"/>
                <a:gd name="csY0" fmla="*/ 3581 h 4224"/>
                <a:gd name="csX1" fmla="*/ 7875 w 9178"/>
                <a:gd name="csY1" fmla="*/ 4214 h 4224"/>
                <a:gd name="csX2" fmla="*/ 14 w 9178"/>
                <a:gd name="csY2" fmla="*/ 1216 h 4224"/>
                <a:gd name="csX3" fmla="*/ 796 w 9178"/>
                <a:gd name="csY3" fmla="*/ 42 h 4224"/>
                <a:gd name="csX4" fmla="*/ 9178 w 9178"/>
                <a:gd name="csY4" fmla="*/ 3581 h 4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78" h="4224">
                  <a:moveTo>
                    <a:pt x="9178" y="3581"/>
                  </a:moveTo>
                  <a:cubicBezTo>
                    <a:pt x="8489" y="3935"/>
                    <a:pt x="8117" y="4289"/>
                    <a:pt x="7875" y="4214"/>
                  </a:cubicBezTo>
                  <a:cubicBezTo>
                    <a:pt x="5174" y="3413"/>
                    <a:pt x="1895" y="4084"/>
                    <a:pt x="14" y="1216"/>
                  </a:cubicBezTo>
                  <a:cubicBezTo>
                    <a:pt x="-98" y="1048"/>
                    <a:pt x="480" y="79"/>
                    <a:pt x="796" y="42"/>
                  </a:cubicBezTo>
                  <a:cubicBezTo>
                    <a:pt x="4168" y="-293"/>
                    <a:pt x="6645" y="1420"/>
                    <a:pt x="9178" y="3581"/>
                  </a:cubicBezTo>
                  <a:close/>
                </a:path>
              </a:pathLst>
            </a:custGeom>
            <a:solidFill>
              <a:srgbClr val="5578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3277BA97-94B2-BDF5-9B24-7745A15450EB}"/>
                </a:ext>
              </a:extLst>
            </p:cNvPr>
            <p:cNvSpPr/>
            <p:nvPr/>
          </p:nvSpPr>
          <p:spPr>
            <a:xfrm>
              <a:off x="1981360" y="4928131"/>
              <a:ext cx="9052" cy="3564"/>
            </a:xfrm>
            <a:custGeom>
              <a:avLst/>
              <a:gdLst>
                <a:gd name="csX0" fmla="*/ 0 w 9052"/>
                <a:gd name="csY0" fmla="*/ 169 h 3564"/>
                <a:gd name="csX1" fmla="*/ 9053 w 9052"/>
                <a:gd name="csY1" fmla="*/ 3261 h 3564"/>
                <a:gd name="csX2" fmla="*/ 0 w 9052"/>
                <a:gd name="csY2" fmla="*/ 169 h 3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52" h="3564">
                  <a:moveTo>
                    <a:pt x="0" y="169"/>
                  </a:moveTo>
                  <a:cubicBezTo>
                    <a:pt x="4750" y="-613"/>
                    <a:pt x="6836" y="1473"/>
                    <a:pt x="9053" y="3261"/>
                  </a:cubicBezTo>
                  <a:cubicBezTo>
                    <a:pt x="5905" y="4230"/>
                    <a:pt x="3558" y="2795"/>
                    <a:pt x="0" y="169"/>
                  </a:cubicBezTo>
                  <a:close/>
                </a:path>
              </a:pathLst>
            </a:custGeom>
            <a:solidFill>
              <a:srgbClr val="55793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3B0FC44E-DF56-734F-EFC7-FFCF31B5F285}"/>
                </a:ext>
              </a:extLst>
            </p:cNvPr>
            <p:cNvSpPr/>
            <p:nvPr/>
          </p:nvSpPr>
          <p:spPr>
            <a:xfrm>
              <a:off x="1558582" y="5242281"/>
              <a:ext cx="163965" cy="205329"/>
            </a:xfrm>
            <a:custGeom>
              <a:avLst/>
              <a:gdLst>
                <a:gd name="csX0" fmla="*/ 12339 w 163965"/>
                <a:gd name="csY0" fmla="*/ 205330 h 205329"/>
                <a:gd name="csX1" fmla="*/ 325 w 163965"/>
                <a:gd name="csY1" fmla="*/ 187541 h 205329"/>
                <a:gd name="csX2" fmla="*/ 23553 w 163965"/>
                <a:gd name="csY2" fmla="*/ 135443 h 205329"/>
                <a:gd name="csX3" fmla="*/ 55348 w 163965"/>
                <a:gd name="csY3" fmla="*/ 89062 h 205329"/>
                <a:gd name="csX4" fmla="*/ 87666 w 163965"/>
                <a:gd name="csY4" fmla="*/ 50189 h 205329"/>
                <a:gd name="csX5" fmla="*/ 114376 w 163965"/>
                <a:gd name="csY5" fmla="*/ 22696 h 205329"/>
                <a:gd name="csX6" fmla="*/ 138796 w 163965"/>
                <a:gd name="csY6" fmla="*/ 3044 h 205329"/>
                <a:gd name="csX7" fmla="*/ 153865 w 163965"/>
                <a:gd name="csY7" fmla="*/ 791 h 205329"/>
                <a:gd name="csX8" fmla="*/ 162489 w 163965"/>
                <a:gd name="csY8" fmla="*/ 21299 h 205329"/>
                <a:gd name="csX9" fmla="*/ 148742 w 163965"/>
                <a:gd name="csY9" fmla="*/ 38137 h 205329"/>
                <a:gd name="csX10" fmla="*/ 112551 w 163965"/>
                <a:gd name="csY10" fmla="*/ 74534 h 205329"/>
                <a:gd name="csX11" fmla="*/ 86008 w 163965"/>
                <a:gd name="csY11" fmla="*/ 108676 h 205329"/>
                <a:gd name="csX12" fmla="*/ 73453 w 163965"/>
                <a:gd name="csY12" fmla="*/ 126558 h 205329"/>
                <a:gd name="csX13" fmla="*/ 32624 w 163965"/>
                <a:gd name="csY13" fmla="*/ 191229 h 205329"/>
                <a:gd name="csX14" fmla="*/ 12339 w 163965"/>
                <a:gd name="csY14" fmla="*/ 205330 h 20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3965" h="205329">
                  <a:moveTo>
                    <a:pt x="12339" y="205330"/>
                  </a:moveTo>
                  <a:cubicBezTo>
                    <a:pt x="3827" y="205218"/>
                    <a:pt x="-1389" y="197078"/>
                    <a:pt x="325" y="187541"/>
                  </a:cubicBezTo>
                  <a:cubicBezTo>
                    <a:pt x="3808" y="168226"/>
                    <a:pt x="13122" y="151611"/>
                    <a:pt x="23553" y="135443"/>
                  </a:cubicBezTo>
                  <a:cubicBezTo>
                    <a:pt x="33741" y="119703"/>
                    <a:pt x="43856" y="103871"/>
                    <a:pt x="55348" y="89062"/>
                  </a:cubicBezTo>
                  <a:cubicBezTo>
                    <a:pt x="65667" y="75763"/>
                    <a:pt x="76992" y="63246"/>
                    <a:pt x="87666" y="50189"/>
                  </a:cubicBezTo>
                  <a:cubicBezTo>
                    <a:pt x="95787" y="40242"/>
                    <a:pt x="104988" y="31320"/>
                    <a:pt x="114376" y="22696"/>
                  </a:cubicBezTo>
                  <a:cubicBezTo>
                    <a:pt x="122050" y="15655"/>
                    <a:pt x="128812" y="7217"/>
                    <a:pt x="138796" y="3044"/>
                  </a:cubicBezTo>
                  <a:cubicBezTo>
                    <a:pt x="143546" y="1051"/>
                    <a:pt x="148277" y="-1240"/>
                    <a:pt x="153865" y="791"/>
                  </a:cubicBezTo>
                  <a:cubicBezTo>
                    <a:pt x="162154" y="3808"/>
                    <a:pt x="166419" y="13308"/>
                    <a:pt x="162489" y="21299"/>
                  </a:cubicBezTo>
                  <a:cubicBezTo>
                    <a:pt x="159229" y="27948"/>
                    <a:pt x="153976" y="33052"/>
                    <a:pt x="148742" y="38137"/>
                  </a:cubicBezTo>
                  <a:cubicBezTo>
                    <a:pt x="136467" y="50058"/>
                    <a:pt x="124360" y="62147"/>
                    <a:pt x="112551" y="74534"/>
                  </a:cubicBezTo>
                  <a:cubicBezTo>
                    <a:pt x="102511" y="85058"/>
                    <a:pt x="95656" y="97891"/>
                    <a:pt x="86008" y="108676"/>
                  </a:cubicBezTo>
                  <a:cubicBezTo>
                    <a:pt x="81183" y="114078"/>
                    <a:pt x="77775" y="120690"/>
                    <a:pt x="73453" y="126558"/>
                  </a:cubicBezTo>
                  <a:cubicBezTo>
                    <a:pt x="58235" y="147103"/>
                    <a:pt x="45402" y="169138"/>
                    <a:pt x="32624" y="191229"/>
                  </a:cubicBezTo>
                  <a:cubicBezTo>
                    <a:pt x="28433" y="198550"/>
                    <a:pt x="22193" y="205181"/>
                    <a:pt x="12339" y="205330"/>
                  </a:cubicBezTo>
                  <a:close/>
                </a:path>
              </a:pathLst>
            </a:custGeom>
            <a:solidFill>
              <a:srgbClr val="9E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426FF6CD-26AC-2FD2-F77C-6DE047534D00}"/>
                </a:ext>
              </a:extLst>
            </p:cNvPr>
            <p:cNvSpPr/>
            <p:nvPr/>
          </p:nvSpPr>
          <p:spPr>
            <a:xfrm>
              <a:off x="1542214" y="5389310"/>
              <a:ext cx="76268" cy="81506"/>
            </a:xfrm>
            <a:custGeom>
              <a:avLst/>
              <a:gdLst>
                <a:gd name="csX0" fmla="*/ 68383 w 76268"/>
                <a:gd name="csY0" fmla="*/ 32019 h 81506"/>
                <a:gd name="csX1" fmla="*/ 76225 w 76268"/>
                <a:gd name="csY1" fmla="*/ 40084 h 81506"/>
                <a:gd name="csX2" fmla="*/ 73449 w 76268"/>
                <a:gd name="csY2" fmla="*/ 45579 h 81506"/>
                <a:gd name="csX3" fmla="*/ 61379 w 76268"/>
                <a:gd name="csY3" fmla="*/ 56997 h 81506"/>
                <a:gd name="csX4" fmla="*/ 35618 w 76268"/>
                <a:gd name="csY4" fmla="*/ 79088 h 81506"/>
                <a:gd name="csX5" fmla="*/ 4 w 76268"/>
                <a:gd name="csY5" fmla="*/ 54278 h 81506"/>
                <a:gd name="csX6" fmla="*/ 3022 w 76268"/>
                <a:gd name="csY6" fmla="*/ 25649 h 81506"/>
                <a:gd name="csX7" fmla="*/ 14049 w 76268"/>
                <a:gd name="csY7" fmla="*/ 540 h 81506"/>
                <a:gd name="csX8" fmla="*/ 20754 w 76268"/>
                <a:gd name="csY8" fmla="*/ 1564 h 81506"/>
                <a:gd name="csX9" fmla="*/ 6933 w 76268"/>
                <a:gd name="csY9" fmla="*/ 38687 h 81506"/>
                <a:gd name="csX10" fmla="*/ 8461 w 76268"/>
                <a:gd name="csY10" fmla="*/ 60089 h 81506"/>
                <a:gd name="csX11" fmla="*/ 35525 w 76268"/>
                <a:gd name="csY11" fmla="*/ 69663 h 81506"/>
                <a:gd name="csX12" fmla="*/ 58250 w 76268"/>
                <a:gd name="csY12" fmla="*/ 48559 h 81506"/>
                <a:gd name="csX13" fmla="*/ 68383 w 76268"/>
                <a:gd name="csY13" fmla="*/ 32019 h 81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6268" h="81506">
                  <a:moveTo>
                    <a:pt x="68383" y="32019"/>
                  </a:moveTo>
                  <a:cubicBezTo>
                    <a:pt x="70990" y="34701"/>
                    <a:pt x="73617" y="37383"/>
                    <a:pt x="76225" y="40084"/>
                  </a:cubicBezTo>
                  <a:cubicBezTo>
                    <a:pt x="76448" y="42506"/>
                    <a:pt x="75871" y="44238"/>
                    <a:pt x="73449" y="45579"/>
                  </a:cubicBezTo>
                  <a:cubicBezTo>
                    <a:pt x="68495" y="48317"/>
                    <a:pt x="64825" y="52378"/>
                    <a:pt x="61379" y="56997"/>
                  </a:cubicBezTo>
                  <a:cubicBezTo>
                    <a:pt x="54487" y="66199"/>
                    <a:pt x="46143" y="74953"/>
                    <a:pt x="35618" y="79088"/>
                  </a:cubicBezTo>
                  <a:cubicBezTo>
                    <a:pt x="17048" y="86409"/>
                    <a:pt x="-312" y="76816"/>
                    <a:pt x="4" y="54278"/>
                  </a:cubicBezTo>
                  <a:cubicBezTo>
                    <a:pt x="135" y="44499"/>
                    <a:pt x="936" y="34943"/>
                    <a:pt x="3022" y="25649"/>
                  </a:cubicBezTo>
                  <a:cubicBezTo>
                    <a:pt x="5015" y="16764"/>
                    <a:pt x="6244" y="7059"/>
                    <a:pt x="14049" y="540"/>
                  </a:cubicBezTo>
                  <a:cubicBezTo>
                    <a:pt x="16545" y="-801"/>
                    <a:pt x="18612" y="670"/>
                    <a:pt x="20754" y="1564"/>
                  </a:cubicBezTo>
                  <a:cubicBezTo>
                    <a:pt x="13769" y="13057"/>
                    <a:pt x="9411" y="25555"/>
                    <a:pt x="6933" y="38687"/>
                  </a:cubicBezTo>
                  <a:cubicBezTo>
                    <a:pt x="5574" y="45840"/>
                    <a:pt x="5704" y="52806"/>
                    <a:pt x="8461" y="60089"/>
                  </a:cubicBezTo>
                  <a:cubicBezTo>
                    <a:pt x="12391" y="70520"/>
                    <a:pt x="26566" y="73333"/>
                    <a:pt x="35525" y="69663"/>
                  </a:cubicBezTo>
                  <a:cubicBezTo>
                    <a:pt x="45882" y="65416"/>
                    <a:pt x="52010" y="56867"/>
                    <a:pt x="58250" y="48559"/>
                  </a:cubicBezTo>
                  <a:cubicBezTo>
                    <a:pt x="62106" y="43418"/>
                    <a:pt x="67191" y="38836"/>
                    <a:pt x="68383" y="32019"/>
                  </a:cubicBezTo>
                  <a:close/>
                </a:path>
              </a:pathLst>
            </a:custGeom>
            <a:solidFill>
              <a:srgbClr val="87BF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B1E48A4A-36B6-AB58-9AA9-D0F9A6C9958D}"/>
                </a:ext>
              </a:extLst>
            </p:cNvPr>
            <p:cNvSpPr/>
            <p:nvPr/>
          </p:nvSpPr>
          <p:spPr>
            <a:xfrm>
              <a:off x="1535028" y="5371652"/>
              <a:ext cx="28126" cy="19355"/>
            </a:xfrm>
            <a:custGeom>
              <a:avLst/>
              <a:gdLst>
                <a:gd name="csX0" fmla="*/ 27977 w 28126"/>
                <a:gd name="csY0" fmla="*/ 19204 h 19355"/>
                <a:gd name="csX1" fmla="*/ 21272 w 28126"/>
                <a:gd name="csY1" fmla="*/ 18180 h 19355"/>
                <a:gd name="csX2" fmla="*/ 12033 w 28126"/>
                <a:gd name="csY2" fmla="*/ 12610 h 19355"/>
                <a:gd name="csX3" fmla="*/ 0 w 28126"/>
                <a:gd name="csY3" fmla="*/ 0 h 19355"/>
                <a:gd name="csX4" fmla="*/ 14454 w 28126"/>
                <a:gd name="csY4" fmla="*/ 10412 h 19355"/>
                <a:gd name="csX5" fmla="*/ 24606 w 28126"/>
                <a:gd name="csY5" fmla="*/ 16075 h 19355"/>
                <a:gd name="csX6" fmla="*/ 28126 w 28126"/>
                <a:gd name="csY6" fmla="*/ 18235 h 19355"/>
                <a:gd name="csX7" fmla="*/ 27977 w 28126"/>
                <a:gd name="csY7" fmla="*/ 19204 h 1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126" h="19355">
                  <a:moveTo>
                    <a:pt x="27977" y="19204"/>
                  </a:moveTo>
                  <a:cubicBezTo>
                    <a:pt x="25593" y="19781"/>
                    <a:pt x="23507" y="18552"/>
                    <a:pt x="21272" y="18180"/>
                  </a:cubicBezTo>
                  <a:cubicBezTo>
                    <a:pt x="18198" y="16317"/>
                    <a:pt x="15106" y="14454"/>
                    <a:pt x="12033" y="12610"/>
                  </a:cubicBezTo>
                  <a:cubicBezTo>
                    <a:pt x="8792" y="8177"/>
                    <a:pt x="2515" y="6668"/>
                    <a:pt x="0" y="0"/>
                  </a:cubicBezTo>
                  <a:cubicBezTo>
                    <a:pt x="5793" y="3260"/>
                    <a:pt x="9164" y="8233"/>
                    <a:pt x="14454" y="10412"/>
                  </a:cubicBezTo>
                  <a:cubicBezTo>
                    <a:pt x="17453" y="13001"/>
                    <a:pt x="20731" y="15088"/>
                    <a:pt x="24606" y="16075"/>
                  </a:cubicBezTo>
                  <a:cubicBezTo>
                    <a:pt x="25779" y="16801"/>
                    <a:pt x="26953" y="17509"/>
                    <a:pt x="28126" y="18235"/>
                  </a:cubicBezTo>
                  <a:cubicBezTo>
                    <a:pt x="28033" y="18552"/>
                    <a:pt x="27977" y="18869"/>
                    <a:pt x="27977" y="19204"/>
                  </a:cubicBezTo>
                  <a:close/>
                </a:path>
              </a:pathLst>
            </a:custGeom>
            <a:solidFill>
              <a:srgbClr val="587C3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D407E9BA-CD60-BE76-1A41-F97AF72DEF64}"/>
                </a:ext>
              </a:extLst>
            </p:cNvPr>
            <p:cNvSpPr/>
            <p:nvPr/>
          </p:nvSpPr>
          <p:spPr>
            <a:xfrm>
              <a:off x="1939419" y="5227407"/>
              <a:ext cx="120029" cy="144068"/>
            </a:xfrm>
            <a:custGeom>
              <a:avLst/>
              <a:gdLst>
                <a:gd name="csX0" fmla="*/ 70068 w 120029"/>
                <a:gd name="csY0" fmla="*/ 113753 h 144068"/>
                <a:gd name="csX1" fmla="*/ 47231 w 120029"/>
                <a:gd name="csY1" fmla="*/ 96411 h 144068"/>
                <a:gd name="csX2" fmla="*/ 36707 w 120029"/>
                <a:gd name="csY2" fmla="*/ 86371 h 144068"/>
                <a:gd name="csX3" fmla="*/ 3887 w 120029"/>
                <a:gd name="csY3" fmla="*/ 39190 h 144068"/>
                <a:gd name="csX4" fmla="*/ 14169 w 120029"/>
                <a:gd name="csY4" fmla="*/ 5290 h 144068"/>
                <a:gd name="csX5" fmla="*/ 27096 w 120029"/>
                <a:gd name="csY5" fmla="*/ 447 h 144068"/>
                <a:gd name="csX6" fmla="*/ 31753 w 120029"/>
                <a:gd name="csY6" fmla="*/ 1546 h 144068"/>
                <a:gd name="csX7" fmla="*/ 57476 w 120029"/>
                <a:gd name="csY7" fmla="*/ 23097 h 144068"/>
                <a:gd name="csX8" fmla="*/ 75749 w 120029"/>
                <a:gd name="csY8" fmla="*/ 43679 h 144068"/>
                <a:gd name="csX9" fmla="*/ 96070 w 120029"/>
                <a:gd name="csY9" fmla="*/ 77933 h 144068"/>
                <a:gd name="csX10" fmla="*/ 112332 w 120029"/>
                <a:gd name="csY10" fmla="*/ 110083 h 144068"/>
                <a:gd name="csX11" fmla="*/ 115144 w 120029"/>
                <a:gd name="csY11" fmla="*/ 114293 h 144068"/>
                <a:gd name="csX12" fmla="*/ 115945 w 120029"/>
                <a:gd name="csY12" fmla="*/ 135415 h 144068"/>
                <a:gd name="csX13" fmla="*/ 114231 w 120029"/>
                <a:gd name="csY13" fmla="*/ 138954 h 144068"/>
                <a:gd name="csX14" fmla="*/ 114325 w 120029"/>
                <a:gd name="csY14" fmla="*/ 138917 h 144068"/>
                <a:gd name="csX15" fmla="*/ 109556 w 120029"/>
                <a:gd name="csY15" fmla="*/ 140016 h 144068"/>
                <a:gd name="csX16" fmla="*/ 93575 w 120029"/>
                <a:gd name="csY16" fmla="*/ 143499 h 144068"/>
                <a:gd name="csX17" fmla="*/ 84671 w 120029"/>
                <a:gd name="csY17" fmla="*/ 137315 h 144068"/>
                <a:gd name="csX18" fmla="*/ 69956 w 120029"/>
                <a:gd name="csY18" fmla="*/ 115969 h 144068"/>
                <a:gd name="csX19" fmla="*/ 70068 w 120029"/>
                <a:gd name="csY19" fmla="*/ 113753 h 144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029" h="144068">
                  <a:moveTo>
                    <a:pt x="70068" y="113753"/>
                  </a:moveTo>
                  <a:cubicBezTo>
                    <a:pt x="59618" y="111722"/>
                    <a:pt x="53490" y="103899"/>
                    <a:pt x="47231" y="96411"/>
                  </a:cubicBezTo>
                  <a:cubicBezTo>
                    <a:pt x="44065" y="92611"/>
                    <a:pt x="39464" y="90264"/>
                    <a:pt x="36707" y="86371"/>
                  </a:cubicBezTo>
                  <a:cubicBezTo>
                    <a:pt x="25643" y="70725"/>
                    <a:pt x="13796" y="55637"/>
                    <a:pt x="3887" y="39190"/>
                  </a:cubicBezTo>
                  <a:cubicBezTo>
                    <a:pt x="-3899" y="26245"/>
                    <a:pt x="255" y="11343"/>
                    <a:pt x="14169" y="5290"/>
                  </a:cubicBezTo>
                  <a:cubicBezTo>
                    <a:pt x="18341" y="3483"/>
                    <a:pt x="23222" y="3464"/>
                    <a:pt x="27096" y="447"/>
                  </a:cubicBezTo>
                  <a:cubicBezTo>
                    <a:pt x="28679" y="-801"/>
                    <a:pt x="30262" y="894"/>
                    <a:pt x="31753" y="1546"/>
                  </a:cubicBezTo>
                  <a:cubicBezTo>
                    <a:pt x="42370" y="6258"/>
                    <a:pt x="50118" y="14640"/>
                    <a:pt x="57476" y="23097"/>
                  </a:cubicBezTo>
                  <a:cubicBezTo>
                    <a:pt x="63492" y="30007"/>
                    <a:pt x="70366" y="36135"/>
                    <a:pt x="75749" y="43679"/>
                  </a:cubicBezTo>
                  <a:cubicBezTo>
                    <a:pt x="83497" y="54557"/>
                    <a:pt x="89905" y="66162"/>
                    <a:pt x="96070" y="77933"/>
                  </a:cubicBezTo>
                  <a:cubicBezTo>
                    <a:pt x="101640" y="88569"/>
                    <a:pt x="106893" y="99373"/>
                    <a:pt x="112332" y="110083"/>
                  </a:cubicBezTo>
                  <a:cubicBezTo>
                    <a:pt x="113095" y="111573"/>
                    <a:pt x="114101" y="112970"/>
                    <a:pt x="115144" y="114293"/>
                  </a:cubicBezTo>
                  <a:cubicBezTo>
                    <a:pt x="121421" y="122209"/>
                    <a:pt x="121608" y="127276"/>
                    <a:pt x="115945" y="135415"/>
                  </a:cubicBezTo>
                  <a:cubicBezTo>
                    <a:pt x="115200" y="136477"/>
                    <a:pt x="114790" y="137762"/>
                    <a:pt x="114231" y="138954"/>
                  </a:cubicBezTo>
                  <a:cubicBezTo>
                    <a:pt x="114231" y="138954"/>
                    <a:pt x="114306" y="138917"/>
                    <a:pt x="114325" y="138917"/>
                  </a:cubicBezTo>
                  <a:cubicBezTo>
                    <a:pt x="112574" y="138582"/>
                    <a:pt x="110692" y="138824"/>
                    <a:pt x="109556" y="140016"/>
                  </a:cubicBezTo>
                  <a:cubicBezTo>
                    <a:pt x="104955" y="144915"/>
                    <a:pt x="99572" y="144356"/>
                    <a:pt x="93575" y="143499"/>
                  </a:cubicBezTo>
                  <a:cubicBezTo>
                    <a:pt x="89216" y="142866"/>
                    <a:pt x="86664" y="139811"/>
                    <a:pt x="84671" y="137315"/>
                  </a:cubicBezTo>
                  <a:cubicBezTo>
                    <a:pt x="79288" y="130591"/>
                    <a:pt x="70384" y="126102"/>
                    <a:pt x="69956" y="115969"/>
                  </a:cubicBezTo>
                  <a:cubicBezTo>
                    <a:pt x="69341" y="115168"/>
                    <a:pt x="69360" y="114442"/>
                    <a:pt x="70068" y="113753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BD80C432-F2E3-CDEF-DF8B-3E8DEEFBB615}"/>
                </a:ext>
              </a:extLst>
            </p:cNvPr>
            <p:cNvSpPr/>
            <p:nvPr/>
          </p:nvSpPr>
          <p:spPr>
            <a:xfrm>
              <a:off x="1995163" y="5341160"/>
              <a:ext cx="14323" cy="9304"/>
            </a:xfrm>
            <a:custGeom>
              <a:avLst/>
              <a:gdLst>
                <a:gd name="csX0" fmla="*/ 14324 w 14323"/>
                <a:gd name="csY0" fmla="*/ 0 h 9304"/>
                <a:gd name="csX1" fmla="*/ 14194 w 14323"/>
                <a:gd name="csY1" fmla="*/ 2179 h 9304"/>
                <a:gd name="csX2" fmla="*/ 0 w 14323"/>
                <a:gd name="csY2" fmla="*/ 9239 h 9304"/>
                <a:gd name="csX3" fmla="*/ 14324 w 14323"/>
                <a:gd name="csY3" fmla="*/ 0 h 9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323" h="9304">
                  <a:moveTo>
                    <a:pt x="14324" y="0"/>
                  </a:moveTo>
                  <a:cubicBezTo>
                    <a:pt x="14287" y="726"/>
                    <a:pt x="14249" y="1453"/>
                    <a:pt x="14194" y="2179"/>
                  </a:cubicBezTo>
                  <a:cubicBezTo>
                    <a:pt x="9313" y="4210"/>
                    <a:pt x="6352" y="9984"/>
                    <a:pt x="0" y="9239"/>
                  </a:cubicBezTo>
                  <a:cubicBezTo>
                    <a:pt x="4266" y="5364"/>
                    <a:pt x="8829" y="1993"/>
                    <a:pt x="14324" y="0"/>
                  </a:cubicBezTo>
                  <a:close/>
                </a:path>
              </a:pathLst>
            </a:custGeom>
            <a:solidFill>
              <a:srgbClr val="4E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ABE9D2DA-9CEE-F228-CF22-6BF70E07798F}"/>
                </a:ext>
              </a:extLst>
            </p:cNvPr>
            <p:cNvSpPr/>
            <p:nvPr/>
          </p:nvSpPr>
          <p:spPr>
            <a:xfrm>
              <a:off x="1949658" y="5289766"/>
              <a:ext cx="6848" cy="8459"/>
            </a:xfrm>
            <a:custGeom>
              <a:avLst/>
              <a:gdLst>
                <a:gd name="csX0" fmla="*/ 0 w 6848"/>
                <a:gd name="csY0" fmla="*/ 8460 h 8459"/>
                <a:gd name="csX1" fmla="*/ 4117 w 6848"/>
                <a:gd name="csY1" fmla="*/ 1344 h 8459"/>
                <a:gd name="csX2" fmla="*/ 6147 w 6848"/>
                <a:gd name="csY2" fmla="*/ 227 h 8459"/>
                <a:gd name="csX3" fmla="*/ 6557 w 6848"/>
                <a:gd name="csY3" fmla="*/ 2760 h 8459"/>
                <a:gd name="csX4" fmla="*/ 0 w 6848"/>
                <a:gd name="csY4" fmla="*/ 8460 h 8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48" h="8459">
                  <a:moveTo>
                    <a:pt x="0" y="8460"/>
                  </a:moveTo>
                  <a:cubicBezTo>
                    <a:pt x="1378" y="6094"/>
                    <a:pt x="2775" y="3729"/>
                    <a:pt x="4117" y="1344"/>
                  </a:cubicBezTo>
                  <a:cubicBezTo>
                    <a:pt x="4582" y="506"/>
                    <a:pt x="5066" y="-444"/>
                    <a:pt x="6147" y="227"/>
                  </a:cubicBezTo>
                  <a:cubicBezTo>
                    <a:pt x="7041" y="786"/>
                    <a:pt x="6966" y="1903"/>
                    <a:pt x="6557" y="2760"/>
                  </a:cubicBezTo>
                  <a:cubicBezTo>
                    <a:pt x="5271" y="5479"/>
                    <a:pt x="3353" y="7659"/>
                    <a:pt x="0" y="8460"/>
                  </a:cubicBezTo>
                  <a:close/>
                </a:path>
              </a:pathLst>
            </a:custGeom>
            <a:solidFill>
              <a:srgbClr val="4E6D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C81C20F4-47CF-5969-3CCC-083027C61FF5}"/>
                </a:ext>
              </a:extLst>
            </p:cNvPr>
            <p:cNvSpPr/>
            <p:nvPr/>
          </p:nvSpPr>
          <p:spPr>
            <a:xfrm>
              <a:off x="2005743" y="5242256"/>
              <a:ext cx="7737" cy="6237"/>
            </a:xfrm>
            <a:custGeom>
              <a:avLst/>
              <a:gdLst>
                <a:gd name="csX0" fmla="*/ 2515 w 7737"/>
                <a:gd name="csY0" fmla="*/ 2679 h 6237"/>
                <a:gd name="csX1" fmla="*/ 7693 w 7737"/>
                <a:gd name="csY1" fmla="*/ 71 h 6237"/>
                <a:gd name="csX2" fmla="*/ 3781 w 7737"/>
                <a:gd name="csY2" fmla="*/ 5268 h 6237"/>
                <a:gd name="csX3" fmla="*/ 0 w 7737"/>
                <a:gd name="csY3" fmla="*/ 5938 h 6237"/>
                <a:gd name="csX4" fmla="*/ 2515 w 7737"/>
                <a:gd name="csY4" fmla="*/ 2679 h 6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37" h="6237">
                  <a:moveTo>
                    <a:pt x="2515" y="2679"/>
                  </a:moveTo>
                  <a:cubicBezTo>
                    <a:pt x="4601" y="2623"/>
                    <a:pt x="5066" y="-506"/>
                    <a:pt x="7693" y="71"/>
                  </a:cubicBezTo>
                  <a:cubicBezTo>
                    <a:pt x="8158" y="3182"/>
                    <a:pt x="4880" y="3442"/>
                    <a:pt x="3781" y="5268"/>
                  </a:cubicBezTo>
                  <a:cubicBezTo>
                    <a:pt x="2552" y="5510"/>
                    <a:pt x="1527" y="6814"/>
                    <a:pt x="0" y="5938"/>
                  </a:cubicBezTo>
                  <a:cubicBezTo>
                    <a:pt x="112" y="4299"/>
                    <a:pt x="1453" y="3591"/>
                    <a:pt x="2515" y="2679"/>
                  </a:cubicBezTo>
                  <a:close/>
                </a:path>
              </a:pathLst>
            </a:custGeom>
            <a:solidFill>
              <a:srgbClr val="4D6D32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1D10164C-0463-0958-80D4-BD0461568672}"/>
                </a:ext>
              </a:extLst>
            </p:cNvPr>
            <p:cNvSpPr/>
            <p:nvPr/>
          </p:nvSpPr>
          <p:spPr>
            <a:xfrm>
              <a:off x="1580906" y="5295301"/>
              <a:ext cx="28579" cy="16745"/>
            </a:xfrm>
            <a:custGeom>
              <a:avLst/>
              <a:gdLst>
                <a:gd name="csX0" fmla="*/ 28517 w 28579"/>
                <a:gd name="csY0" fmla="*/ 15367 h 16745"/>
                <a:gd name="csX1" fmla="*/ 26264 w 28579"/>
                <a:gd name="csY1" fmla="*/ 16745 h 16745"/>
                <a:gd name="csX2" fmla="*/ 0 w 28579"/>
                <a:gd name="csY2" fmla="*/ 0 h 16745"/>
                <a:gd name="csX3" fmla="*/ 28517 w 28579"/>
                <a:gd name="csY3" fmla="*/ 15367 h 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579" h="16745">
                  <a:moveTo>
                    <a:pt x="28517" y="15367"/>
                  </a:moveTo>
                  <a:cubicBezTo>
                    <a:pt x="28964" y="17788"/>
                    <a:pt x="26878" y="16056"/>
                    <a:pt x="26264" y="16745"/>
                  </a:cubicBezTo>
                  <a:cubicBezTo>
                    <a:pt x="16410" y="12945"/>
                    <a:pt x="6761" y="8810"/>
                    <a:pt x="0" y="0"/>
                  </a:cubicBezTo>
                  <a:cubicBezTo>
                    <a:pt x="9500" y="5141"/>
                    <a:pt x="18254" y="11660"/>
                    <a:pt x="28517" y="15367"/>
                  </a:cubicBezTo>
                  <a:close/>
                </a:path>
              </a:pathLst>
            </a:custGeom>
            <a:solidFill>
              <a:srgbClr val="5C823A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B320B2C9-F5C2-B659-CBEB-29F901148F1B}"/>
                </a:ext>
              </a:extLst>
            </p:cNvPr>
            <p:cNvSpPr/>
            <p:nvPr/>
          </p:nvSpPr>
          <p:spPr>
            <a:xfrm>
              <a:off x="1630583" y="5254658"/>
              <a:ext cx="17360" cy="9855"/>
            </a:xfrm>
            <a:custGeom>
              <a:avLst/>
              <a:gdLst>
                <a:gd name="csX0" fmla="*/ 17360 w 17360"/>
                <a:gd name="csY0" fmla="*/ 8605 h 9855"/>
                <a:gd name="csX1" fmla="*/ 14436 w 17360"/>
                <a:gd name="csY1" fmla="*/ 9704 h 9855"/>
                <a:gd name="csX2" fmla="*/ 0 w 17360"/>
                <a:gd name="csY2" fmla="*/ 0 h 9855"/>
                <a:gd name="csX3" fmla="*/ 17267 w 17360"/>
                <a:gd name="csY3" fmla="*/ 8550 h 9855"/>
                <a:gd name="csX4" fmla="*/ 17360 w 17360"/>
                <a:gd name="csY4" fmla="*/ 8605 h 9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60" h="9855">
                  <a:moveTo>
                    <a:pt x="17360" y="8605"/>
                  </a:moveTo>
                  <a:cubicBezTo>
                    <a:pt x="16689" y="9779"/>
                    <a:pt x="15516" y="10077"/>
                    <a:pt x="14436" y="9704"/>
                  </a:cubicBezTo>
                  <a:cubicBezTo>
                    <a:pt x="8829" y="7786"/>
                    <a:pt x="4116" y="4396"/>
                    <a:pt x="0" y="0"/>
                  </a:cubicBezTo>
                  <a:cubicBezTo>
                    <a:pt x="5756" y="2850"/>
                    <a:pt x="11511" y="5700"/>
                    <a:pt x="17267" y="8550"/>
                  </a:cubicBezTo>
                  <a:cubicBezTo>
                    <a:pt x="17286" y="8568"/>
                    <a:pt x="17360" y="8605"/>
                    <a:pt x="17360" y="8605"/>
                  </a:cubicBezTo>
                  <a:close/>
                </a:path>
              </a:pathLst>
            </a:custGeom>
            <a:solidFill>
              <a:srgbClr val="60893C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523CC62E-E337-375B-DC5B-F111440182C2}"/>
                </a:ext>
              </a:extLst>
            </p:cNvPr>
            <p:cNvSpPr/>
            <p:nvPr/>
          </p:nvSpPr>
          <p:spPr>
            <a:xfrm>
              <a:off x="2043816" y="5295488"/>
              <a:ext cx="5303" cy="7655"/>
            </a:xfrm>
            <a:custGeom>
              <a:avLst/>
              <a:gdLst>
                <a:gd name="csX0" fmla="*/ 0 w 5303"/>
                <a:gd name="csY0" fmla="*/ 7656 h 7655"/>
                <a:gd name="csX1" fmla="*/ 4657 w 5303"/>
                <a:gd name="csY1" fmla="*/ 0 h 7655"/>
                <a:gd name="csX2" fmla="*/ 0 w 5303"/>
                <a:gd name="csY2" fmla="*/ 7656 h 7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03" h="7655">
                  <a:moveTo>
                    <a:pt x="0" y="7656"/>
                  </a:moveTo>
                  <a:cubicBezTo>
                    <a:pt x="1546" y="5104"/>
                    <a:pt x="3111" y="2552"/>
                    <a:pt x="4657" y="0"/>
                  </a:cubicBezTo>
                  <a:cubicBezTo>
                    <a:pt x="6799" y="4713"/>
                    <a:pt x="3204" y="6072"/>
                    <a:pt x="0" y="7656"/>
                  </a:cubicBezTo>
                  <a:close/>
                </a:path>
              </a:pathLst>
            </a:custGeom>
            <a:solidFill>
              <a:srgbClr val="4D6C3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DFB3A46F-940D-6C80-6AA4-163DA2D09B84}"/>
                </a:ext>
              </a:extLst>
            </p:cNvPr>
            <p:cNvSpPr/>
            <p:nvPr/>
          </p:nvSpPr>
          <p:spPr>
            <a:xfrm>
              <a:off x="1783022" y="4852956"/>
              <a:ext cx="63955" cy="143648"/>
            </a:xfrm>
            <a:custGeom>
              <a:avLst/>
              <a:gdLst>
                <a:gd name="csX0" fmla="*/ 6279 w 63955"/>
                <a:gd name="csY0" fmla="*/ 0 h 143648"/>
                <a:gd name="csX1" fmla="*/ 26508 w 63955"/>
                <a:gd name="csY1" fmla="*/ 22259 h 143648"/>
                <a:gd name="csX2" fmla="*/ 62122 w 63955"/>
                <a:gd name="csY2" fmla="*/ 120775 h 143648"/>
                <a:gd name="csX3" fmla="*/ 63705 w 63955"/>
                <a:gd name="csY3" fmla="*/ 143649 h 143648"/>
                <a:gd name="csX4" fmla="*/ 39956 w 63955"/>
                <a:gd name="csY4" fmla="*/ 120328 h 143648"/>
                <a:gd name="csX5" fmla="*/ 32170 w 63955"/>
                <a:gd name="csY5" fmla="*/ 91047 h 143648"/>
                <a:gd name="csX6" fmla="*/ 11681 w 63955"/>
                <a:gd name="csY6" fmla="*/ 39433 h 143648"/>
                <a:gd name="csX7" fmla="*/ 1194 w 63955"/>
                <a:gd name="csY7" fmla="*/ 16373 h 143648"/>
                <a:gd name="csX8" fmla="*/ 6279 w 63955"/>
                <a:gd name="csY8" fmla="*/ 0 h 143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955" h="143648">
                  <a:moveTo>
                    <a:pt x="6279" y="0"/>
                  </a:moveTo>
                  <a:cubicBezTo>
                    <a:pt x="15369" y="5271"/>
                    <a:pt x="21218" y="13728"/>
                    <a:pt x="26508" y="22259"/>
                  </a:cubicBezTo>
                  <a:cubicBezTo>
                    <a:pt x="45284" y="52546"/>
                    <a:pt x="56366" y="85776"/>
                    <a:pt x="62122" y="120775"/>
                  </a:cubicBezTo>
                  <a:cubicBezTo>
                    <a:pt x="63351" y="128226"/>
                    <a:pt x="64469" y="135937"/>
                    <a:pt x="63705" y="143649"/>
                  </a:cubicBezTo>
                  <a:cubicBezTo>
                    <a:pt x="49400" y="142382"/>
                    <a:pt x="44818" y="131150"/>
                    <a:pt x="39956" y="120328"/>
                  </a:cubicBezTo>
                  <a:cubicBezTo>
                    <a:pt x="35765" y="111015"/>
                    <a:pt x="35356" y="100677"/>
                    <a:pt x="32170" y="91047"/>
                  </a:cubicBezTo>
                  <a:cubicBezTo>
                    <a:pt x="26322" y="73445"/>
                    <a:pt x="20789" y="55750"/>
                    <a:pt x="11681" y="39433"/>
                  </a:cubicBezTo>
                  <a:cubicBezTo>
                    <a:pt x="7565" y="32056"/>
                    <a:pt x="3709" y="24494"/>
                    <a:pt x="1194" y="16373"/>
                  </a:cubicBezTo>
                  <a:cubicBezTo>
                    <a:pt x="-1376" y="8103"/>
                    <a:pt x="151" y="3390"/>
                    <a:pt x="6279" y="0"/>
                  </a:cubicBezTo>
                  <a:close/>
                </a:path>
              </a:pathLst>
            </a:custGeom>
            <a:solidFill>
              <a:srgbClr val="9FC94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EAB1FF5-375D-7F05-2AD0-2263AC4EA37C}"/>
                </a:ext>
              </a:extLst>
            </p:cNvPr>
            <p:cNvSpPr/>
            <p:nvPr/>
          </p:nvSpPr>
          <p:spPr>
            <a:xfrm>
              <a:off x="1684742" y="5032650"/>
              <a:ext cx="49805" cy="30693"/>
            </a:xfrm>
            <a:custGeom>
              <a:avLst/>
              <a:gdLst>
                <a:gd name="csX0" fmla="*/ 46555 w 49805"/>
                <a:gd name="csY0" fmla="*/ 30694 h 30693"/>
                <a:gd name="csX1" fmla="*/ 2559 w 49805"/>
                <a:gd name="csY1" fmla="*/ 6162 h 30693"/>
                <a:gd name="csX2" fmla="*/ 454 w 49805"/>
                <a:gd name="csY2" fmla="*/ 1021 h 30693"/>
                <a:gd name="csX3" fmla="*/ 6750 w 49805"/>
                <a:gd name="csY3" fmla="*/ 1319 h 30693"/>
                <a:gd name="csX4" fmla="*/ 26625 w 49805"/>
                <a:gd name="csY4" fmla="*/ 11713 h 30693"/>
                <a:gd name="csX5" fmla="*/ 47803 w 49805"/>
                <a:gd name="csY5" fmla="*/ 25534 h 30693"/>
                <a:gd name="csX6" fmla="*/ 46555 w 49805"/>
                <a:gd name="csY6" fmla="*/ 30694 h 306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805" h="30693">
                  <a:moveTo>
                    <a:pt x="46555" y="30694"/>
                  </a:moveTo>
                  <a:cubicBezTo>
                    <a:pt x="30704" y="24659"/>
                    <a:pt x="15877" y="16761"/>
                    <a:pt x="2559" y="6162"/>
                  </a:cubicBezTo>
                  <a:cubicBezTo>
                    <a:pt x="2745" y="4020"/>
                    <a:pt x="-1334" y="3219"/>
                    <a:pt x="454" y="1021"/>
                  </a:cubicBezTo>
                  <a:cubicBezTo>
                    <a:pt x="2187" y="-1139"/>
                    <a:pt x="4664" y="705"/>
                    <a:pt x="6750" y="1319"/>
                  </a:cubicBezTo>
                  <a:cubicBezTo>
                    <a:pt x="14070" y="3443"/>
                    <a:pt x="20515" y="7429"/>
                    <a:pt x="26625" y="11713"/>
                  </a:cubicBezTo>
                  <a:cubicBezTo>
                    <a:pt x="33535" y="16575"/>
                    <a:pt x="41508" y="19760"/>
                    <a:pt x="47803" y="25534"/>
                  </a:cubicBezTo>
                  <a:cubicBezTo>
                    <a:pt x="50392" y="27918"/>
                    <a:pt x="50951" y="29911"/>
                    <a:pt x="46555" y="30694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1E4635D2-C62B-9901-A0D5-DFC98E7BA683}"/>
                </a:ext>
              </a:extLst>
            </p:cNvPr>
            <p:cNvSpPr/>
            <p:nvPr/>
          </p:nvSpPr>
          <p:spPr>
            <a:xfrm>
              <a:off x="1679505" y="5039517"/>
              <a:ext cx="40634" cy="26684"/>
            </a:xfrm>
            <a:custGeom>
              <a:avLst/>
              <a:gdLst>
                <a:gd name="csX0" fmla="*/ 3493 w 40634"/>
                <a:gd name="csY0" fmla="*/ 3 h 26684"/>
                <a:gd name="csX1" fmla="*/ 40635 w 40634"/>
                <a:gd name="csY1" fmla="*/ 22802 h 26684"/>
                <a:gd name="csX2" fmla="*/ 32812 w 40634"/>
                <a:gd name="csY2" fmla="*/ 25671 h 26684"/>
                <a:gd name="csX3" fmla="*/ 6381 w 40634"/>
                <a:gd name="csY3" fmla="*/ 11533 h 26684"/>
                <a:gd name="csX4" fmla="*/ 606 w 40634"/>
                <a:gd name="csY4" fmla="*/ 4716 h 26684"/>
                <a:gd name="csX5" fmla="*/ 3493 w 40634"/>
                <a:gd name="csY5" fmla="*/ 3 h 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0634" h="26684">
                  <a:moveTo>
                    <a:pt x="3493" y="3"/>
                  </a:moveTo>
                  <a:cubicBezTo>
                    <a:pt x="14837" y="9298"/>
                    <a:pt x="27727" y="16060"/>
                    <a:pt x="40635" y="22802"/>
                  </a:cubicBezTo>
                  <a:cubicBezTo>
                    <a:pt x="39909" y="28707"/>
                    <a:pt x="35177" y="26286"/>
                    <a:pt x="32812" y="25671"/>
                  </a:cubicBezTo>
                  <a:cubicBezTo>
                    <a:pt x="22940" y="23119"/>
                    <a:pt x="13813" y="18779"/>
                    <a:pt x="6381" y="11533"/>
                  </a:cubicBezTo>
                  <a:cubicBezTo>
                    <a:pt x="4257" y="9466"/>
                    <a:pt x="1798" y="7622"/>
                    <a:pt x="606" y="4716"/>
                  </a:cubicBezTo>
                  <a:cubicBezTo>
                    <a:pt x="-604" y="1754"/>
                    <a:pt x="-176" y="-90"/>
                    <a:pt x="3493" y="3"/>
                  </a:cubicBezTo>
                  <a:close/>
                </a:path>
              </a:pathLst>
            </a:custGeom>
            <a:solidFill>
              <a:srgbClr val="99C7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09893339-B546-2AB5-4FE8-B2961B22294F}"/>
                </a:ext>
              </a:extLst>
            </p:cNvPr>
            <p:cNvSpPr/>
            <p:nvPr/>
          </p:nvSpPr>
          <p:spPr>
            <a:xfrm>
              <a:off x="2039386" y="5151487"/>
              <a:ext cx="284050" cy="86928"/>
            </a:xfrm>
            <a:custGeom>
              <a:avLst/>
              <a:gdLst>
                <a:gd name="csX0" fmla="*/ 25441 w 284050"/>
                <a:gd name="csY0" fmla="*/ 16762 h 86928"/>
                <a:gd name="csX1" fmla="*/ 4840 w 284050"/>
                <a:gd name="csY1" fmla="*/ 15719 h 86928"/>
                <a:gd name="csX2" fmla="*/ 220 w 284050"/>
                <a:gd name="csY2" fmla="*/ 14825 h 86928"/>
                <a:gd name="csX3" fmla="*/ 2437 w 284050"/>
                <a:gd name="csY3" fmla="*/ 9405 h 86928"/>
                <a:gd name="csX4" fmla="*/ 22740 w 284050"/>
                <a:gd name="csY4" fmla="*/ 1190 h 86928"/>
                <a:gd name="csX5" fmla="*/ 48799 w 284050"/>
                <a:gd name="csY5" fmla="*/ 54 h 86928"/>
                <a:gd name="csX6" fmla="*/ 79533 w 284050"/>
                <a:gd name="csY6" fmla="*/ 2401 h 86928"/>
                <a:gd name="csX7" fmla="*/ 106150 w 284050"/>
                <a:gd name="csY7" fmla="*/ 5922 h 86928"/>
                <a:gd name="csX8" fmla="*/ 141522 w 284050"/>
                <a:gd name="csY8" fmla="*/ 14751 h 86928"/>
                <a:gd name="csX9" fmla="*/ 206566 w 284050"/>
                <a:gd name="csY9" fmla="*/ 34234 h 86928"/>
                <a:gd name="csX10" fmla="*/ 243689 w 284050"/>
                <a:gd name="csY10" fmla="*/ 51799 h 86928"/>
                <a:gd name="csX11" fmla="*/ 278447 w 284050"/>
                <a:gd name="csY11" fmla="*/ 75474 h 86928"/>
                <a:gd name="csX12" fmla="*/ 283215 w 284050"/>
                <a:gd name="csY12" fmla="*/ 81564 h 86928"/>
                <a:gd name="csX13" fmla="*/ 279881 w 284050"/>
                <a:gd name="csY13" fmla="*/ 86929 h 86928"/>
                <a:gd name="csX14" fmla="*/ 276416 w 284050"/>
                <a:gd name="csY14" fmla="*/ 85215 h 86928"/>
                <a:gd name="csX15" fmla="*/ 228211 w 284050"/>
                <a:gd name="csY15" fmla="*/ 58840 h 86928"/>
                <a:gd name="csX16" fmla="*/ 146514 w 284050"/>
                <a:gd name="csY16" fmla="*/ 35016 h 86928"/>
                <a:gd name="csX17" fmla="*/ 65376 w 284050"/>
                <a:gd name="csY17" fmla="*/ 21680 h 86928"/>
                <a:gd name="csX18" fmla="*/ 31196 w 284050"/>
                <a:gd name="csY18" fmla="*/ 18327 h 86928"/>
                <a:gd name="csX19" fmla="*/ 25441 w 284050"/>
                <a:gd name="csY19" fmla="*/ 16762 h 8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4050" h="86928">
                  <a:moveTo>
                    <a:pt x="25441" y="16762"/>
                  </a:moveTo>
                  <a:cubicBezTo>
                    <a:pt x="18661" y="14490"/>
                    <a:pt x="11694" y="16371"/>
                    <a:pt x="4840" y="15719"/>
                  </a:cubicBezTo>
                  <a:cubicBezTo>
                    <a:pt x="3238" y="15570"/>
                    <a:pt x="947" y="16613"/>
                    <a:pt x="220" y="14825"/>
                  </a:cubicBezTo>
                  <a:cubicBezTo>
                    <a:pt x="-618" y="12795"/>
                    <a:pt x="1114" y="10895"/>
                    <a:pt x="2437" y="9405"/>
                  </a:cubicBezTo>
                  <a:cubicBezTo>
                    <a:pt x="7838" y="3370"/>
                    <a:pt x="15308" y="1935"/>
                    <a:pt x="22740" y="1190"/>
                  </a:cubicBezTo>
                  <a:cubicBezTo>
                    <a:pt x="31383" y="315"/>
                    <a:pt x="40137" y="-169"/>
                    <a:pt x="48799" y="54"/>
                  </a:cubicBezTo>
                  <a:cubicBezTo>
                    <a:pt x="59062" y="334"/>
                    <a:pt x="69307" y="1414"/>
                    <a:pt x="79533" y="2401"/>
                  </a:cubicBezTo>
                  <a:cubicBezTo>
                    <a:pt x="88436" y="3258"/>
                    <a:pt x="97377" y="4432"/>
                    <a:pt x="106150" y="5922"/>
                  </a:cubicBezTo>
                  <a:cubicBezTo>
                    <a:pt x="118090" y="7933"/>
                    <a:pt x="129843" y="11398"/>
                    <a:pt x="141522" y="14751"/>
                  </a:cubicBezTo>
                  <a:cubicBezTo>
                    <a:pt x="163278" y="21009"/>
                    <a:pt x="185034" y="27268"/>
                    <a:pt x="206566" y="34234"/>
                  </a:cubicBezTo>
                  <a:cubicBezTo>
                    <a:pt x="219605" y="38462"/>
                    <a:pt x="232010" y="44646"/>
                    <a:pt x="243689" y="51799"/>
                  </a:cubicBezTo>
                  <a:cubicBezTo>
                    <a:pt x="255629" y="59119"/>
                    <a:pt x="267327" y="66868"/>
                    <a:pt x="278447" y="75474"/>
                  </a:cubicBezTo>
                  <a:cubicBezTo>
                    <a:pt x="280663" y="77187"/>
                    <a:pt x="282042" y="79199"/>
                    <a:pt x="283215" y="81564"/>
                  </a:cubicBezTo>
                  <a:cubicBezTo>
                    <a:pt x="285041" y="85197"/>
                    <a:pt x="283848" y="86910"/>
                    <a:pt x="279881" y="86929"/>
                  </a:cubicBezTo>
                  <a:cubicBezTo>
                    <a:pt x="278465" y="86910"/>
                    <a:pt x="277385" y="86109"/>
                    <a:pt x="276416" y="85215"/>
                  </a:cubicBezTo>
                  <a:cubicBezTo>
                    <a:pt x="262614" y="72288"/>
                    <a:pt x="245366" y="65639"/>
                    <a:pt x="228211" y="58840"/>
                  </a:cubicBezTo>
                  <a:cubicBezTo>
                    <a:pt x="201742" y="48335"/>
                    <a:pt x="174212" y="41275"/>
                    <a:pt x="146514" y="35016"/>
                  </a:cubicBezTo>
                  <a:cubicBezTo>
                    <a:pt x="119748" y="28981"/>
                    <a:pt x="92683" y="24604"/>
                    <a:pt x="65376" y="21680"/>
                  </a:cubicBezTo>
                  <a:cubicBezTo>
                    <a:pt x="53995" y="20450"/>
                    <a:pt x="42559" y="19780"/>
                    <a:pt x="31196" y="18327"/>
                  </a:cubicBezTo>
                  <a:cubicBezTo>
                    <a:pt x="29296" y="18085"/>
                    <a:pt x="27005" y="18644"/>
                    <a:pt x="25441" y="16762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A64B8551-D669-6CE9-5F29-05F2796F5D57}"/>
                </a:ext>
              </a:extLst>
            </p:cNvPr>
            <p:cNvSpPr/>
            <p:nvPr/>
          </p:nvSpPr>
          <p:spPr>
            <a:xfrm>
              <a:off x="2041370" y="5170294"/>
              <a:ext cx="272178" cy="70945"/>
            </a:xfrm>
            <a:custGeom>
              <a:avLst/>
              <a:gdLst>
                <a:gd name="csX0" fmla="*/ 272178 w 272178"/>
                <a:gd name="csY0" fmla="*/ 67879 h 70945"/>
                <a:gd name="csX1" fmla="*/ 258171 w 272178"/>
                <a:gd name="csY1" fmla="*/ 69555 h 70945"/>
                <a:gd name="csX2" fmla="*/ 203353 w 272178"/>
                <a:gd name="csY2" fmla="*/ 52922 h 70945"/>
                <a:gd name="csX3" fmla="*/ 139706 w 272178"/>
                <a:gd name="csY3" fmla="*/ 32600 h 70945"/>
                <a:gd name="csX4" fmla="*/ 68477 w 272178"/>
                <a:gd name="csY4" fmla="*/ 17680 h 70945"/>
                <a:gd name="csX5" fmla="*/ 32397 w 272178"/>
                <a:gd name="csY5" fmla="*/ 13694 h 70945"/>
                <a:gd name="csX6" fmla="*/ 3638 w 272178"/>
                <a:gd name="csY6" fmla="*/ 7398 h 70945"/>
                <a:gd name="csX7" fmla="*/ 99 w 272178"/>
                <a:gd name="csY7" fmla="*/ 2928 h 70945"/>
                <a:gd name="csX8" fmla="*/ 4998 w 272178"/>
                <a:gd name="csY8" fmla="*/ 1531 h 70945"/>
                <a:gd name="csX9" fmla="*/ 28132 w 272178"/>
                <a:gd name="csY9" fmla="*/ 1400 h 70945"/>
                <a:gd name="csX10" fmla="*/ 35676 w 272178"/>
                <a:gd name="csY10" fmla="*/ 451 h 70945"/>
                <a:gd name="csX11" fmla="*/ 46945 w 272178"/>
                <a:gd name="csY11" fmla="*/ 1084 h 70945"/>
                <a:gd name="csX12" fmla="*/ 130448 w 272178"/>
                <a:gd name="csY12" fmla="*/ 13396 h 70945"/>
                <a:gd name="csX13" fmla="*/ 228424 w 272178"/>
                <a:gd name="csY13" fmla="*/ 40516 h 70945"/>
                <a:gd name="csX14" fmla="*/ 263703 w 272178"/>
                <a:gd name="csY14" fmla="*/ 57970 h 70945"/>
                <a:gd name="csX15" fmla="*/ 272178 w 272178"/>
                <a:gd name="csY15" fmla="*/ 67879 h 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72178" h="70945">
                  <a:moveTo>
                    <a:pt x="272178" y="67879"/>
                  </a:moveTo>
                  <a:cubicBezTo>
                    <a:pt x="268025" y="72517"/>
                    <a:pt x="262716" y="70859"/>
                    <a:pt x="258171" y="69555"/>
                  </a:cubicBezTo>
                  <a:cubicBezTo>
                    <a:pt x="239805" y="64303"/>
                    <a:pt x="221514" y="58789"/>
                    <a:pt x="203353" y="52922"/>
                  </a:cubicBezTo>
                  <a:cubicBezTo>
                    <a:pt x="182156" y="46086"/>
                    <a:pt x="161406" y="37797"/>
                    <a:pt x="139706" y="32600"/>
                  </a:cubicBezTo>
                  <a:cubicBezTo>
                    <a:pt x="116106" y="26956"/>
                    <a:pt x="92562" y="20828"/>
                    <a:pt x="68477" y="17680"/>
                  </a:cubicBezTo>
                  <a:cubicBezTo>
                    <a:pt x="56519" y="16116"/>
                    <a:pt x="44523" y="14402"/>
                    <a:pt x="32397" y="13694"/>
                  </a:cubicBezTo>
                  <a:cubicBezTo>
                    <a:pt x="22637" y="13117"/>
                    <a:pt x="12486" y="12875"/>
                    <a:pt x="3638" y="7398"/>
                  </a:cubicBezTo>
                  <a:cubicBezTo>
                    <a:pt x="1868" y="6299"/>
                    <a:pt x="-516" y="5312"/>
                    <a:pt x="99" y="2928"/>
                  </a:cubicBezTo>
                  <a:cubicBezTo>
                    <a:pt x="713" y="525"/>
                    <a:pt x="3284" y="1568"/>
                    <a:pt x="4998" y="1531"/>
                  </a:cubicBezTo>
                  <a:cubicBezTo>
                    <a:pt x="12709" y="1400"/>
                    <a:pt x="20420" y="1419"/>
                    <a:pt x="28132" y="1400"/>
                  </a:cubicBezTo>
                  <a:cubicBezTo>
                    <a:pt x="30442" y="-630"/>
                    <a:pt x="33068" y="22"/>
                    <a:pt x="35676" y="451"/>
                  </a:cubicBezTo>
                  <a:cubicBezTo>
                    <a:pt x="39382" y="1475"/>
                    <a:pt x="43182" y="953"/>
                    <a:pt x="46945" y="1084"/>
                  </a:cubicBezTo>
                  <a:cubicBezTo>
                    <a:pt x="74903" y="4399"/>
                    <a:pt x="102862" y="7696"/>
                    <a:pt x="130448" y="13396"/>
                  </a:cubicBezTo>
                  <a:cubicBezTo>
                    <a:pt x="163715" y="20251"/>
                    <a:pt x="196685" y="28186"/>
                    <a:pt x="228424" y="40516"/>
                  </a:cubicBezTo>
                  <a:cubicBezTo>
                    <a:pt x="240681" y="45285"/>
                    <a:pt x="252788" y="50482"/>
                    <a:pt x="263703" y="57970"/>
                  </a:cubicBezTo>
                  <a:cubicBezTo>
                    <a:pt x="267336" y="60428"/>
                    <a:pt x="271359" y="62868"/>
                    <a:pt x="272178" y="67879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85B37B72-932B-9AA2-C645-AEA678557D67}"/>
                </a:ext>
              </a:extLst>
            </p:cNvPr>
            <p:cNvSpPr/>
            <p:nvPr/>
          </p:nvSpPr>
          <p:spPr>
            <a:xfrm>
              <a:off x="2033925" y="5168113"/>
              <a:ext cx="285341" cy="72641"/>
            </a:xfrm>
            <a:custGeom>
              <a:avLst/>
              <a:gdLst>
                <a:gd name="csX0" fmla="*/ 279623 w 285341"/>
                <a:gd name="csY0" fmla="*/ 70060 h 72641"/>
                <a:gd name="csX1" fmla="*/ 252596 w 285341"/>
                <a:gd name="csY1" fmla="*/ 51247 h 72641"/>
                <a:gd name="csX2" fmla="*/ 182970 w 285341"/>
                <a:gd name="csY2" fmla="*/ 27349 h 72641"/>
                <a:gd name="csX3" fmla="*/ 123979 w 285341"/>
                <a:gd name="csY3" fmla="*/ 14236 h 72641"/>
                <a:gd name="csX4" fmla="*/ 72905 w 285341"/>
                <a:gd name="csY4" fmla="*/ 7084 h 72641"/>
                <a:gd name="csX5" fmla="*/ 54818 w 285341"/>
                <a:gd name="csY5" fmla="*/ 4718 h 72641"/>
                <a:gd name="csX6" fmla="*/ 43344 w 285341"/>
                <a:gd name="csY6" fmla="*/ 3693 h 72641"/>
                <a:gd name="csX7" fmla="*/ 35577 w 285341"/>
                <a:gd name="csY7" fmla="*/ 3563 h 72641"/>
                <a:gd name="csX8" fmla="*/ 8084 w 285341"/>
                <a:gd name="csY8" fmla="*/ 2483 h 72641"/>
                <a:gd name="csX9" fmla="*/ 0 w 285341"/>
                <a:gd name="csY9" fmla="*/ 844 h 72641"/>
                <a:gd name="csX10" fmla="*/ 30883 w 285341"/>
                <a:gd name="csY10" fmla="*/ 136 h 72641"/>
                <a:gd name="csX11" fmla="*/ 223054 w 285341"/>
                <a:gd name="csY11" fmla="*/ 36663 h 72641"/>
                <a:gd name="csX12" fmla="*/ 270310 w 285341"/>
                <a:gd name="csY12" fmla="*/ 57748 h 72641"/>
                <a:gd name="csX13" fmla="*/ 285342 w 285341"/>
                <a:gd name="csY13" fmla="*/ 70321 h 72641"/>
                <a:gd name="csX14" fmla="*/ 279623 w 285341"/>
                <a:gd name="csY14" fmla="*/ 70060 h 72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5341" h="72641">
                  <a:moveTo>
                    <a:pt x="279623" y="70060"/>
                  </a:moveTo>
                  <a:cubicBezTo>
                    <a:pt x="272545" y="61026"/>
                    <a:pt x="262655" y="55941"/>
                    <a:pt x="252596" y="51247"/>
                  </a:cubicBezTo>
                  <a:cubicBezTo>
                    <a:pt x="230244" y="40816"/>
                    <a:pt x="206905" y="33310"/>
                    <a:pt x="182970" y="27349"/>
                  </a:cubicBezTo>
                  <a:cubicBezTo>
                    <a:pt x="163412" y="22469"/>
                    <a:pt x="143816" y="17589"/>
                    <a:pt x="123979" y="14236"/>
                  </a:cubicBezTo>
                  <a:cubicBezTo>
                    <a:pt x="107047" y="11368"/>
                    <a:pt x="90079" y="8369"/>
                    <a:pt x="72905" y="7084"/>
                  </a:cubicBezTo>
                  <a:cubicBezTo>
                    <a:pt x="66851" y="6636"/>
                    <a:pt x="60835" y="5519"/>
                    <a:pt x="54818" y="4718"/>
                  </a:cubicBezTo>
                  <a:cubicBezTo>
                    <a:pt x="51093" y="3302"/>
                    <a:pt x="47070" y="5128"/>
                    <a:pt x="43344" y="3693"/>
                  </a:cubicBezTo>
                  <a:cubicBezTo>
                    <a:pt x="40755" y="3656"/>
                    <a:pt x="38166" y="3619"/>
                    <a:pt x="35577" y="3563"/>
                  </a:cubicBezTo>
                  <a:cubicBezTo>
                    <a:pt x="26487" y="1533"/>
                    <a:pt x="17248" y="3023"/>
                    <a:pt x="8084" y="2483"/>
                  </a:cubicBezTo>
                  <a:cubicBezTo>
                    <a:pt x="5774" y="2352"/>
                    <a:pt x="3297" y="3191"/>
                    <a:pt x="0" y="844"/>
                  </a:cubicBezTo>
                  <a:cubicBezTo>
                    <a:pt x="11008" y="-740"/>
                    <a:pt x="20974" y="452"/>
                    <a:pt x="30883" y="136"/>
                  </a:cubicBezTo>
                  <a:cubicBezTo>
                    <a:pt x="96542" y="3898"/>
                    <a:pt x="160711" y="15521"/>
                    <a:pt x="223054" y="36663"/>
                  </a:cubicBezTo>
                  <a:cubicBezTo>
                    <a:pt x="239427" y="42213"/>
                    <a:pt x="255483" y="48658"/>
                    <a:pt x="270310" y="57748"/>
                  </a:cubicBezTo>
                  <a:cubicBezTo>
                    <a:pt x="275935" y="61194"/>
                    <a:pt x="281039" y="65273"/>
                    <a:pt x="285342" y="70321"/>
                  </a:cubicBezTo>
                  <a:cubicBezTo>
                    <a:pt x="283218" y="75499"/>
                    <a:pt x="281523" y="70451"/>
                    <a:pt x="279623" y="70060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20E4332C-616D-1360-0383-1BDE4A3739CB}"/>
                </a:ext>
              </a:extLst>
            </p:cNvPr>
            <p:cNvSpPr/>
            <p:nvPr/>
          </p:nvSpPr>
          <p:spPr>
            <a:xfrm>
              <a:off x="2024090" y="4858700"/>
              <a:ext cx="76852" cy="102398"/>
            </a:xfrm>
            <a:custGeom>
              <a:avLst/>
              <a:gdLst>
                <a:gd name="csX0" fmla="*/ 0 w 76852"/>
                <a:gd name="csY0" fmla="*/ 94821 h 102398"/>
                <a:gd name="csX1" fmla="*/ 33044 w 76852"/>
                <a:gd name="csY1" fmla="*/ 42462 h 102398"/>
                <a:gd name="csX2" fmla="*/ 70092 w 76852"/>
                <a:gd name="csY2" fmla="*/ 1595 h 102398"/>
                <a:gd name="csX3" fmla="*/ 72420 w 76852"/>
                <a:gd name="csY3" fmla="*/ 49 h 102398"/>
                <a:gd name="csX4" fmla="*/ 75866 w 76852"/>
                <a:gd name="csY4" fmla="*/ 5413 h 102398"/>
                <a:gd name="csX5" fmla="*/ 73277 w 76852"/>
                <a:gd name="csY5" fmla="*/ 9735 h 102398"/>
                <a:gd name="csX6" fmla="*/ 52676 w 76852"/>
                <a:gd name="csY6" fmla="*/ 32776 h 102398"/>
                <a:gd name="csX7" fmla="*/ 13448 w 76852"/>
                <a:gd name="csY7" fmla="*/ 88451 h 102398"/>
                <a:gd name="csX8" fmla="*/ 3390 w 76852"/>
                <a:gd name="csY8" fmla="*/ 101173 h 102398"/>
                <a:gd name="csX9" fmla="*/ 1043 w 76852"/>
                <a:gd name="csY9" fmla="*/ 102309 h 102398"/>
                <a:gd name="csX10" fmla="*/ 74 w 76852"/>
                <a:gd name="csY10" fmla="*/ 99925 h 102398"/>
                <a:gd name="csX11" fmla="*/ 0 w 76852"/>
                <a:gd name="csY11" fmla="*/ 94821 h 102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852" h="102398">
                  <a:moveTo>
                    <a:pt x="0" y="94821"/>
                  </a:moveTo>
                  <a:cubicBezTo>
                    <a:pt x="9295" y="76288"/>
                    <a:pt x="20601" y="58984"/>
                    <a:pt x="33044" y="42462"/>
                  </a:cubicBezTo>
                  <a:cubicBezTo>
                    <a:pt x="44145" y="27747"/>
                    <a:pt x="55638" y="13311"/>
                    <a:pt x="70092" y="1595"/>
                  </a:cubicBezTo>
                  <a:cubicBezTo>
                    <a:pt x="70819" y="1017"/>
                    <a:pt x="71638" y="552"/>
                    <a:pt x="72420" y="49"/>
                  </a:cubicBezTo>
                  <a:cubicBezTo>
                    <a:pt x="76928" y="-342"/>
                    <a:pt x="77841" y="1632"/>
                    <a:pt x="75866" y="5413"/>
                  </a:cubicBezTo>
                  <a:cubicBezTo>
                    <a:pt x="75084" y="6903"/>
                    <a:pt x="74451" y="8617"/>
                    <a:pt x="73277" y="9735"/>
                  </a:cubicBezTo>
                  <a:cubicBezTo>
                    <a:pt x="65827" y="16906"/>
                    <a:pt x="59121" y="24729"/>
                    <a:pt x="52676" y="32776"/>
                  </a:cubicBezTo>
                  <a:cubicBezTo>
                    <a:pt x="38464" y="50508"/>
                    <a:pt x="22352" y="66937"/>
                    <a:pt x="13448" y="88451"/>
                  </a:cubicBezTo>
                  <a:cubicBezTo>
                    <a:pt x="11325" y="93573"/>
                    <a:pt x="6352" y="96609"/>
                    <a:pt x="3390" y="101173"/>
                  </a:cubicBezTo>
                  <a:cubicBezTo>
                    <a:pt x="2924" y="101899"/>
                    <a:pt x="2105" y="102663"/>
                    <a:pt x="1043" y="102309"/>
                  </a:cubicBezTo>
                  <a:cubicBezTo>
                    <a:pt x="-112" y="101918"/>
                    <a:pt x="112" y="100819"/>
                    <a:pt x="74" y="99925"/>
                  </a:cubicBezTo>
                  <a:cubicBezTo>
                    <a:pt x="0" y="98211"/>
                    <a:pt x="19" y="96516"/>
                    <a:pt x="0" y="94821"/>
                  </a:cubicBezTo>
                  <a:close/>
                </a:path>
              </a:pathLst>
            </a:custGeom>
            <a:solidFill>
              <a:srgbClr val="9DC846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16297BF1-2AB4-AA3B-45EE-59AA2420C2A2}"/>
                </a:ext>
              </a:extLst>
            </p:cNvPr>
            <p:cNvSpPr/>
            <p:nvPr/>
          </p:nvSpPr>
          <p:spPr>
            <a:xfrm>
              <a:off x="1574704" y="5263096"/>
              <a:ext cx="133552" cy="167828"/>
            </a:xfrm>
            <a:custGeom>
              <a:avLst/>
              <a:gdLst>
                <a:gd name="csX0" fmla="*/ 128299 w 133552"/>
                <a:gd name="csY0" fmla="*/ 149 h 167828"/>
                <a:gd name="csX1" fmla="*/ 133552 w 133552"/>
                <a:gd name="csY1" fmla="*/ 466 h 167828"/>
                <a:gd name="csX2" fmla="*/ 128765 w 133552"/>
                <a:gd name="csY2" fmla="*/ 8270 h 167828"/>
                <a:gd name="csX3" fmla="*/ 87265 w 133552"/>
                <a:gd name="csY3" fmla="*/ 47032 h 167828"/>
                <a:gd name="csX4" fmla="*/ 77635 w 133552"/>
                <a:gd name="csY4" fmla="*/ 60089 h 167828"/>
                <a:gd name="csX5" fmla="*/ 31031 w 133552"/>
                <a:gd name="csY5" fmla="*/ 126754 h 167828"/>
                <a:gd name="csX6" fmla="*/ 15962 w 133552"/>
                <a:gd name="csY6" fmla="*/ 153092 h 167828"/>
                <a:gd name="csX7" fmla="*/ 7990 w 133552"/>
                <a:gd name="csY7" fmla="*/ 164585 h 167828"/>
                <a:gd name="csX8" fmla="*/ 3277 w 133552"/>
                <a:gd name="csY8" fmla="*/ 167658 h 167828"/>
                <a:gd name="csX9" fmla="*/ 781 w 133552"/>
                <a:gd name="csY9" fmla="*/ 162368 h 167828"/>
                <a:gd name="csX10" fmla="*/ 763 w 133552"/>
                <a:gd name="csY10" fmla="*/ 159556 h 167828"/>
                <a:gd name="csX11" fmla="*/ 1433 w 133552"/>
                <a:gd name="csY11" fmla="*/ 153875 h 167828"/>
                <a:gd name="csX12" fmla="*/ 32856 w 133552"/>
                <a:gd name="csY12" fmla="*/ 101646 h 167828"/>
                <a:gd name="csX13" fmla="*/ 39469 w 133552"/>
                <a:gd name="csY13" fmla="*/ 92630 h 167828"/>
                <a:gd name="csX14" fmla="*/ 71581 w 133552"/>
                <a:gd name="csY14" fmla="*/ 53589 h 167828"/>
                <a:gd name="csX15" fmla="*/ 99912 w 133552"/>
                <a:gd name="csY15" fmla="*/ 23134 h 167828"/>
                <a:gd name="csX16" fmla="*/ 122842 w 133552"/>
                <a:gd name="csY16" fmla="*/ 2366 h 167828"/>
                <a:gd name="csX17" fmla="*/ 128299 w 133552"/>
                <a:gd name="csY17" fmla="*/ 149 h 16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3552" h="167828">
                  <a:moveTo>
                    <a:pt x="128299" y="149"/>
                  </a:moveTo>
                  <a:cubicBezTo>
                    <a:pt x="129938" y="242"/>
                    <a:pt x="131596" y="354"/>
                    <a:pt x="133552" y="466"/>
                  </a:cubicBezTo>
                  <a:cubicBezTo>
                    <a:pt x="132621" y="3763"/>
                    <a:pt x="131019" y="6407"/>
                    <a:pt x="128765" y="8270"/>
                  </a:cubicBezTo>
                  <a:cubicBezTo>
                    <a:pt x="114199" y="20415"/>
                    <a:pt x="101179" y="34180"/>
                    <a:pt x="87265" y="47032"/>
                  </a:cubicBezTo>
                  <a:cubicBezTo>
                    <a:pt x="83372" y="50627"/>
                    <a:pt x="80745" y="55656"/>
                    <a:pt x="77635" y="60089"/>
                  </a:cubicBezTo>
                  <a:cubicBezTo>
                    <a:pt x="62044" y="82274"/>
                    <a:pt x="46286" y="104346"/>
                    <a:pt x="31031" y="126754"/>
                  </a:cubicBezTo>
                  <a:cubicBezTo>
                    <a:pt x="25350" y="135099"/>
                    <a:pt x="20693" y="144152"/>
                    <a:pt x="15962" y="153092"/>
                  </a:cubicBezTo>
                  <a:cubicBezTo>
                    <a:pt x="13745" y="157302"/>
                    <a:pt x="11138" y="161065"/>
                    <a:pt x="7990" y="164585"/>
                  </a:cubicBezTo>
                  <a:cubicBezTo>
                    <a:pt x="6593" y="166150"/>
                    <a:pt x="5531" y="168478"/>
                    <a:pt x="3277" y="167658"/>
                  </a:cubicBezTo>
                  <a:cubicBezTo>
                    <a:pt x="1284" y="166932"/>
                    <a:pt x="856" y="164510"/>
                    <a:pt x="781" y="162368"/>
                  </a:cubicBezTo>
                  <a:cubicBezTo>
                    <a:pt x="744" y="161437"/>
                    <a:pt x="763" y="160487"/>
                    <a:pt x="763" y="159556"/>
                  </a:cubicBezTo>
                  <a:cubicBezTo>
                    <a:pt x="-970" y="157432"/>
                    <a:pt x="688" y="155644"/>
                    <a:pt x="1433" y="153875"/>
                  </a:cubicBezTo>
                  <a:cubicBezTo>
                    <a:pt x="9219" y="134857"/>
                    <a:pt x="20972" y="118205"/>
                    <a:pt x="32856" y="101646"/>
                  </a:cubicBezTo>
                  <a:cubicBezTo>
                    <a:pt x="35017" y="98628"/>
                    <a:pt x="36712" y="95219"/>
                    <a:pt x="39469" y="92630"/>
                  </a:cubicBezTo>
                  <a:cubicBezTo>
                    <a:pt x="49844" y="79349"/>
                    <a:pt x="60275" y="66143"/>
                    <a:pt x="71581" y="53589"/>
                  </a:cubicBezTo>
                  <a:cubicBezTo>
                    <a:pt x="80857" y="43270"/>
                    <a:pt x="90077" y="32932"/>
                    <a:pt x="99912" y="23134"/>
                  </a:cubicBezTo>
                  <a:cubicBezTo>
                    <a:pt x="107233" y="15833"/>
                    <a:pt x="115056" y="9127"/>
                    <a:pt x="122842" y="2366"/>
                  </a:cubicBezTo>
                  <a:cubicBezTo>
                    <a:pt x="124388" y="1024"/>
                    <a:pt x="125934" y="-484"/>
                    <a:pt x="128299" y="149"/>
                  </a:cubicBezTo>
                  <a:close/>
                </a:path>
              </a:pathLst>
            </a:custGeom>
            <a:solidFill>
              <a:srgbClr val="A1CA48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BDD0418-02C8-B2C5-8CAC-309EDD3C760A}"/>
                </a:ext>
              </a:extLst>
            </p:cNvPr>
            <p:cNvSpPr/>
            <p:nvPr/>
          </p:nvSpPr>
          <p:spPr>
            <a:xfrm>
              <a:off x="1613686" y="5252296"/>
              <a:ext cx="100735" cy="103811"/>
            </a:xfrm>
            <a:custGeom>
              <a:avLst/>
              <a:gdLst>
                <a:gd name="csX0" fmla="*/ 89318 w 100735"/>
                <a:gd name="csY0" fmla="*/ 10949 h 103811"/>
                <a:gd name="csX1" fmla="*/ 44912 w 100735"/>
                <a:gd name="csY1" fmla="*/ 52225 h 103811"/>
                <a:gd name="csX2" fmla="*/ 1437 w 100735"/>
                <a:gd name="csY2" fmla="*/ 103747 h 103811"/>
                <a:gd name="csX3" fmla="*/ 77 w 100735"/>
                <a:gd name="csY3" fmla="*/ 102387 h 103811"/>
                <a:gd name="csX4" fmla="*/ 74882 w 100735"/>
                <a:gd name="csY4" fmla="*/ 18921 h 103811"/>
                <a:gd name="csX5" fmla="*/ 96470 w 100735"/>
                <a:gd name="csY5" fmla="*/ 1132 h 103811"/>
                <a:gd name="csX6" fmla="*/ 100736 w 100735"/>
                <a:gd name="csY6" fmla="*/ 630 h 103811"/>
                <a:gd name="csX7" fmla="*/ 89318 w 100735"/>
                <a:gd name="csY7" fmla="*/ 10949 h 103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0735" h="103811">
                  <a:moveTo>
                    <a:pt x="89318" y="10949"/>
                  </a:moveTo>
                  <a:cubicBezTo>
                    <a:pt x="72926" y="23000"/>
                    <a:pt x="58658" y="37361"/>
                    <a:pt x="44912" y="52225"/>
                  </a:cubicBezTo>
                  <a:cubicBezTo>
                    <a:pt x="29656" y="68729"/>
                    <a:pt x="15277" y="86014"/>
                    <a:pt x="1437" y="103747"/>
                  </a:cubicBezTo>
                  <a:cubicBezTo>
                    <a:pt x="282" y="103989"/>
                    <a:pt x="-202" y="103560"/>
                    <a:pt x="77" y="102387"/>
                  </a:cubicBezTo>
                  <a:cubicBezTo>
                    <a:pt x="22280" y="72119"/>
                    <a:pt x="47445" y="44495"/>
                    <a:pt x="74882" y="18921"/>
                  </a:cubicBezTo>
                  <a:cubicBezTo>
                    <a:pt x="81699" y="12569"/>
                    <a:pt x="88610" y="6255"/>
                    <a:pt x="96470" y="1132"/>
                  </a:cubicBezTo>
                  <a:cubicBezTo>
                    <a:pt x="97811" y="257"/>
                    <a:pt x="98873" y="-637"/>
                    <a:pt x="100736" y="630"/>
                  </a:cubicBezTo>
                  <a:cubicBezTo>
                    <a:pt x="97960" y="5230"/>
                    <a:pt x="92615" y="7018"/>
                    <a:pt x="89318" y="10949"/>
                  </a:cubicBezTo>
                  <a:close/>
                </a:path>
              </a:pathLst>
            </a:custGeom>
            <a:solidFill>
              <a:srgbClr val="465827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49F42524-48D9-BBB6-7927-28D6788555A4}"/>
                </a:ext>
              </a:extLst>
            </p:cNvPr>
            <p:cNvSpPr/>
            <p:nvPr/>
          </p:nvSpPr>
          <p:spPr>
            <a:xfrm>
              <a:off x="1570678" y="5354683"/>
              <a:ext cx="44463" cy="80243"/>
            </a:xfrm>
            <a:custGeom>
              <a:avLst/>
              <a:gdLst>
                <a:gd name="csX0" fmla="*/ 43104 w 44463"/>
                <a:gd name="csY0" fmla="*/ 0 h 80243"/>
                <a:gd name="csX1" fmla="*/ 44464 w 44463"/>
                <a:gd name="csY1" fmla="*/ 1360 h 80243"/>
                <a:gd name="csX2" fmla="*/ 12705 w 44463"/>
                <a:gd name="csY2" fmla="*/ 49528 h 80243"/>
                <a:gd name="csX3" fmla="*/ 4826 w 44463"/>
                <a:gd name="csY3" fmla="*/ 67969 h 80243"/>
                <a:gd name="csX4" fmla="*/ 4621 w 44463"/>
                <a:gd name="csY4" fmla="*/ 80243 h 80243"/>
                <a:gd name="csX5" fmla="*/ 766 w 44463"/>
                <a:gd name="csY5" fmla="*/ 70912 h 80243"/>
                <a:gd name="csX6" fmla="*/ 41819 w 44463"/>
                <a:gd name="csY6" fmla="*/ 1062 h 80243"/>
                <a:gd name="csX7" fmla="*/ 43104 w 44463"/>
                <a:gd name="csY7" fmla="*/ 0 h 80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4463" h="80243">
                  <a:moveTo>
                    <a:pt x="43104" y="0"/>
                  </a:moveTo>
                  <a:cubicBezTo>
                    <a:pt x="43551" y="447"/>
                    <a:pt x="43998" y="913"/>
                    <a:pt x="44464" y="1360"/>
                  </a:cubicBezTo>
                  <a:cubicBezTo>
                    <a:pt x="33455" y="17136"/>
                    <a:pt x="21777" y="32466"/>
                    <a:pt x="12705" y="49528"/>
                  </a:cubicBezTo>
                  <a:cubicBezTo>
                    <a:pt x="9557" y="55433"/>
                    <a:pt x="6223" y="61300"/>
                    <a:pt x="4826" y="67969"/>
                  </a:cubicBezTo>
                  <a:cubicBezTo>
                    <a:pt x="2572" y="71768"/>
                    <a:pt x="3709" y="75792"/>
                    <a:pt x="4621" y="80243"/>
                  </a:cubicBezTo>
                  <a:cubicBezTo>
                    <a:pt x="-948" y="78306"/>
                    <a:pt x="-408" y="74153"/>
                    <a:pt x="766" y="70912"/>
                  </a:cubicBezTo>
                  <a:cubicBezTo>
                    <a:pt x="10098" y="45095"/>
                    <a:pt x="25725" y="22929"/>
                    <a:pt x="41819" y="1062"/>
                  </a:cubicBezTo>
                  <a:cubicBezTo>
                    <a:pt x="42135" y="633"/>
                    <a:pt x="42657" y="354"/>
                    <a:pt x="43104" y="0"/>
                  </a:cubicBezTo>
                  <a:close/>
                </a:path>
              </a:pathLst>
            </a:custGeom>
            <a:solidFill>
              <a:srgbClr val="5C7433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582A759C-C466-1590-F3CE-EC4357112753}"/>
                </a:ext>
              </a:extLst>
            </p:cNvPr>
            <p:cNvSpPr/>
            <p:nvPr/>
          </p:nvSpPr>
          <p:spPr>
            <a:xfrm>
              <a:off x="1951267" y="5249309"/>
              <a:ext cx="82415" cy="100510"/>
            </a:xfrm>
            <a:custGeom>
              <a:avLst/>
              <a:gdLst>
                <a:gd name="csX0" fmla="*/ 81950 w 82415"/>
                <a:gd name="csY0" fmla="*/ 96414 h 100510"/>
                <a:gd name="csX1" fmla="*/ 75487 w 82415"/>
                <a:gd name="csY1" fmla="*/ 98780 h 100510"/>
                <a:gd name="csX2" fmla="*/ 59803 w 82415"/>
                <a:gd name="csY2" fmla="*/ 82202 h 100510"/>
                <a:gd name="csX3" fmla="*/ 42182 w 82415"/>
                <a:gd name="csY3" fmla="*/ 62626 h 100510"/>
                <a:gd name="csX4" fmla="*/ 15993 w 82415"/>
                <a:gd name="csY4" fmla="*/ 32096 h 100510"/>
                <a:gd name="csX5" fmla="*/ 1539 w 82415"/>
                <a:gd name="csY5" fmla="*/ 11514 h 100510"/>
                <a:gd name="csX6" fmla="*/ 3942 w 82415"/>
                <a:gd name="csY6" fmla="*/ 413 h 100510"/>
                <a:gd name="csX7" fmla="*/ 14801 w 82415"/>
                <a:gd name="csY7" fmla="*/ 4734 h 100510"/>
                <a:gd name="csX8" fmla="*/ 45405 w 82415"/>
                <a:gd name="csY8" fmla="*/ 33717 h 100510"/>
                <a:gd name="csX9" fmla="*/ 79156 w 82415"/>
                <a:gd name="csY9" fmla="*/ 84810 h 100510"/>
                <a:gd name="csX10" fmla="*/ 81950 w 82415"/>
                <a:gd name="csY10" fmla="*/ 96414 h 10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2415" h="100510">
                  <a:moveTo>
                    <a:pt x="81950" y="96414"/>
                  </a:moveTo>
                  <a:cubicBezTo>
                    <a:pt x="80926" y="100251"/>
                    <a:pt x="79659" y="102114"/>
                    <a:pt x="75487" y="98780"/>
                  </a:cubicBezTo>
                  <a:cubicBezTo>
                    <a:pt x="69470" y="93937"/>
                    <a:pt x="64180" y="88312"/>
                    <a:pt x="59803" y="82202"/>
                  </a:cubicBezTo>
                  <a:cubicBezTo>
                    <a:pt x="54606" y="74938"/>
                    <a:pt x="47826" y="69350"/>
                    <a:pt x="42182" y="62626"/>
                  </a:cubicBezTo>
                  <a:cubicBezTo>
                    <a:pt x="33558" y="52362"/>
                    <a:pt x="24562" y="42397"/>
                    <a:pt x="15993" y="32096"/>
                  </a:cubicBezTo>
                  <a:cubicBezTo>
                    <a:pt x="10629" y="25652"/>
                    <a:pt x="4855" y="19449"/>
                    <a:pt x="1539" y="11514"/>
                  </a:cubicBezTo>
                  <a:cubicBezTo>
                    <a:pt x="-1013" y="5367"/>
                    <a:pt x="-510" y="2722"/>
                    <a:pt x="3942" y="413"/>
                  </a:cubicBezTo>
                  <a:cubicBezTo>
                    <a:pt x="8766" y="-1245"/>
                    <a:pt x="11672" y="2480"/>
                    <a:pt x="14801" y="4734"/>
                  </a:cubicBezTo>
                  <a:cubicBezTo>
                    <a:pt x="26275" y="13023"/>
                    <a:pt x="36296" y="22858"/>
                    <a:pt x="45405" y="33717"/>
                  </a:cubicBezTo>
                  <a:cubicBezTo>
                    <a:pt x="58630" y="49475"/>
                    <a:pt x="70588" y="66034"/>
                    <a:pt x="79156" y="84810"/>
                  </a:cubicBezTo>
                  <a:cubicBezTo>
                    <a:pt x="80833" y="88423"/>
                    <a:pt x="83496" y="91963"/>
                    <a:pt x="81950" y="96414"/>
                  </a:cubicBezTo>
                  <a:close/>
                </a:path>
              </a:pathLst>
            </a:custGeom>
            <a:solidFill>
              <a:srgbClr val="99C745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468895F9-6686-6EC1-3E4A-2E33693F5104}"/>
                </a:ext>
              </a:extLst>
            </p:cNvPr>
            <p:cNvSpPr/>
            <p:nvPr/>
          </p:nvSpPr>
          <p:spPr>
            <a:xfrm>
              <a:off x="1957367" y="5240771"/>
              <a:ext cx="86194" cy="108027"/>
            </a:xfrm>
            <a:custGeom>
              <a:avLst/>
              <a:gdLst>
                <a:gd name="csX0" fmla="*/ 3 w 86194"/>
                <a:gd name="csY0" fmla="*/ 5859 h 108027"/>
                <a:gd name="csX1" fmla="*/ 8459 w 86194"/>
                <a:gd name="csY1" fmla="*/ 234 h 108027"/>
                <a:gd name="csX2" fmla="*/ 27253 w 86194"/>
                <a:gd name="csY2" fmla="*/ 9771 h 108027"/>
                <a:gd name="csX3" fmla="*/ 78141 w 86194"/>
                <a:gd name="csY3" fmla="*/ 81241 h 108027"/>
                <a:gd name="csX4" fmla="*/ 83599 w 86194"/>
                <a:gd name="csY4" fmla="*/ 94802 h 108027"/>
                <a:gd name="csX5" fmla="*/ 85778 w 86194"/>
                <a:gd name="csY5" fmla="*/ 101153 h 108027"/>
                <a:gd name="csX6" fmla="*/ 84791 w 86194"/>
                <a:gd name="csY6" fmla="*/ 107505 h 108027"/>
                <a:gd name="csX7" fmla="*/ 79278 w 86194"/>
                <a:gd name="csY7" fmla="*/ 105046 h 108027"/>
                <a:gd name="csX8" fmla="*/ 72255 w 86194"/>
                <a:gd name="csY8" fmla="*/ 91933 h 108027"/>
                <a:gd name="csX9" fmla="*/ 43831 w 86194"/>
                <a:gd name="csY9" fmla="*/ 48086 h 108027"/>
                <a:gd name="csX10" fmla="*/ 1716 w 86194"/>
                <a:gd name="csY10" fmla="*/ 8597 h 108027"/>
                <a:gd name="csX11" fmla="*/ 3 w 86194"/>
                <a:gd name="csY11" fmla="*/ 5859 h 108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6194" h="108027">
                  <a:moveTo>
                    <a:pt x="3" y="5859"/>
                  </a:moveTo>
                  <a:cubicBezTo>
                    <a:pt x="599" y="1054"/>
                    <a:pt x="3355" y="-679"/>
                    <a:pt x="8459" y="234"/>
                  </a:cubicBezTo>
                  <a:cubicBezTo>
                    <a:pt x="15705" y="1519"/>
                    <a:pt x="21703" y="5319"/>
                    <a:pt x="27253" y="9771"/>
                  </a:cubicBezTo>
                  <a:cubicBezTo>
                    <a:pt x="50984" y="28751"/>
                    <a:pt x="67226" y="53115"/>
                    <a:pt x="78141" y="81241"/>
                  </a:cubicBezTo>
                  <a:cubicBezTo>
                    <a:pt x="79911" y="85786"/>
                    <a:pt x="81289" y="90462"/>
                    <a:pt x="83599" y="94802"/>
                  </a:cubicBezTo>
                  <a:cubicBezTo>
                    <a:pt x="84642" y="96757"/>
                    <a:pt x="85462" y="98974"/>
                    <a:pt x="85778" y="101153"/>
                  </a:cubicBezTo>
                  <a:cubicBezTo>
                    <a:pt x="86095" y="103277"/>
                    <a:pt x="86896" y="106015"/>
                    <a:pt x="84791" y="107505"/>
                  </a:cubicBezTo>
                  <a:cubicBezTo>
                    <a:pt x="82090" y="109405"/>
                    <a:pt x="81289" y="105549"/>
                    <a:pt x="79278" y="105046"/>
                  </a:cubicBezTo>
                  <a:cubicBezTo>
                    <a:pt x="74938" y="101768"/>
                    <a:pt x="74397" y="96366"/>
                    <a:pt x="72255" y="91933"/>
                  </a:cubicBezTo>
                  <a:cubicBezTo>
                    <a:pt x="64581" y="76119"/>
                    <a:pt x="54765" y="61795"/>
                    <a:pt x="43831" y="48086"/>
                  </a:cubicBezTo>
                  <a:cubicBezTo>
                    <a:pt x="31686" y="32849"/>
                    <a:pt x="18052" y="19308"/>
                    <a:pt x="1716" y="8597"/>
                  </a:cubicBezTo>
                  <a:cubicBezTo>
                    <a:pt x="822" y="7946"/>
                    <a:pt x="-53" y="7182"/>
                    <a:pt x="3" y="5859"/>
                  </a:cubicBezTo>
                  <a:close/>
                </a:path>
              </a:pathLst>
            </a:custGeom>
            <a:solidFill>
              <a:srgbClr val="97C544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C9D49EF0-0953-3BD0-EBFF-DB2D711C20AE}"/>
                </a:ext>
              </a:extLst>
            </p:cNvPr>
            <p:cNvSpPr/>
            <p:nvPr/>
          </p:nvSpPr>
          <p:spPr>
            <a:xfrm>
              <a:off x="1952209" y="5245596"/>
              <a:ext cx="85781" cy="107284"/>
            </a:xfrm>
            <a:custGeom>
              <a:avLst/>
              <a:gdLst>
                <a:gd name="csX0" fmla="*/ 5161 w 85781"/>
                <a:gd name="csY0" fmla="*/ 1034 h 107284"/>
                <a:gd name="csX1" fmla="*/ 84454 w 85781"/>
                <a:gd name="csY1" fmla="*/ 100202 h 107284"/>
                <a:gd name="csX2" fmla="*/ 84380 w 85781"/>
                <a:gd name="csY2" fmla="*/ 107224 h 107284"/>
                <a:gd name="csX3" fmla="*/ 81642 w 85781"/>
                <a:gd name="csY3" fmla="*/ 100984 h 107284"/>
                <a:gd name="csX4" fmla="*/ 80990 w 85781"/>
                <a:gd name="csY4" fmla="*/ 100128 h 107284"/>
                <a:gd name="csX5" fmla="*/ 61879 w 85781"/>
                <a:gd name="csY5" fmla="*/ 62632 h 107284"/>
                <a:gd name="csX6" fmla="*/ 13729 w 85781"/>
                <a:gd name="csY6" fmla="*/ 10030 h 107284"/>
                <a:gd name="csX7" fmla="*/ 3018 w 85781"/>
                <a:gd name="csY7" fmla="*/ 4126 h 107284"/>
                <a:gd name="csX8" fmla="*/ 1 w 85781"/>
                <a:gd name="csY8" fmla="*/ 643 h 107284"/>
                <a:gd name="csX9" fmla="*/ 5161 w 85781"/>
                <a:gd name="csY9" fmla="*/ 1034 h 107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781" h="107284">
                  <a:moveTo>
                    <a:pt x="5161" y="1034"/>
                  </a:moveTo>
                  <a:cubicBezTo>
                    <a:pt x="41836" y="25900"/>
                    <a:pt x="67225" y="59801"/>
                    <a:pt x="84454" y="100202"/>
                  </a:cubicBezTo>
                  <a:cubicBezTo>
                    <a:pt x="84268" y="102679"/>
                    <a:pt x="87584" y="106200"/>
                    <a:pt x="84380" y="107224"/>
                  </a:cubicBezTo>
                  <a:cubicBezTo>
                    <a:pt x="82387" y="107876"/>
                    <a:pt x="82834" y="103108"/>
                    <a:pt x="81642" y="100984"/>
                  </a:cubicBezTo>
                  <a:cubicBezTo>
                    <a:pt x="81474" y="100668"/>
                    <a:pt x="81213" y="100407"/>
                    <a:pt x="80990" y="100128"/>
                  </a:cubicBezTo>
                  <a:cubicBezTo>
                    <a:pt x="77115" y="86362"/>
                    <a:pt x="69776" y="74348"/>
                    <a:pt x="61879" y="62632"/>
                  </a:cubicBezTo>
                  <a:cubicBezTo>
                    <a:pt x="48449" y="42720"/>
                    <a:pt x="33007" y="24596"/>
                    <a:pt x="13729" y="10030"/>
                  </a:cubicBezTo>
                  <a:cubicBezTo>
                    <a:pt x="10469" y="7572"/>
                    <a:pt x="7358" y="4703"/>
                    <a:pt x="3018" y="4126"/>
                  </a:cubicBezTo>
                  <a:cubicBezTo>
                    <a:pt x="2478" y="2598"/>
                    <a:pt x="-55" y="2729"/>
                    <a:pt x="1" y="643"/>
                  </a:cubicBezTo>
                  <a:cubicBezTo>
                    <a:pt x="1957" y="-997"/>
                    <a:pt x="3484" y="1015"/>
                    <a:pt x="5161" y="1034"/>
                  </a:cubicBezTo>
                  <a:close/>
                </a:path>
              </a:pathLst>
            </a:custGeom>
            <a:solidFill>
              <a:srgbClr val="50672E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CF501578-0F75-35F8-5622-DF1640EC57FB}"/>
                </a:ext>
              </a:extLst>
            </p:cNvPr>
            <p:cNvSpPr/>
            <p:nvPr/>
          </p:nvSpPr>
          <p:spPr>
            <a:xfrm>
              <a:off x="2077269" y="5171807"/>
              <a:ext cx="11474" cy="1235"/>
            </a:xfrm>
            <a:custGeom>
              <a:avLst/>
              <a:gdLst>
                <a:gd name="csX0" fmla="*/ 0 w 11474"/>
                <a:gd name="csY0" fmla="*/ 0 h 1235"/>
                <a:gd name="csX1" fmla="*/ 11474 w 11474"/>
                <a:gd name="csY1" fmla="*/ 1025 h 1235"/>
                <a:gd name="csX2" fmla="*/ 0 w 11474"/>
                <a:gd name="csY2" fmla="*/ 0 h 1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74" h="1235">
                  <a:moveTo>
                    <a:pt x="0" y="0"/>
                  </a:moveTo>
                  <a:cubicBezTo>
                    <a:pt x="3837" y="130"/>
                    <a:pt x="7730" y="-335"/>
                    <a:pt x="11474" y="1025"/>
                  </a:cubicBezTo>
                  <a:cubicBezTo>
                    <a:pt x="7637" y="708"/>
                    <a:pt x="3651" y="2217"/>
                    <a:pt x="0" y="0"/>
                  </a:cubicBezTo>
                  <a:close/>
                </a:path>
              </a:pathLst>
            </a:custGeom>
            <a:solidFill>
              <a:srgbClr val="8AC041"/>
            </a:solidFill>
            <a:ln w="1852" cap="flat">
              <a:noFill/>
              <a:prstDash val="solid"/>
              <a:miter/>
            </a:ln>
          </p:spPr>
          <p:txBody>
            <a:bodyPr/>
            <a:lstStyle/>
            <a:p>
              <a:endParaRPr lang="es-ES" noProof="0"/>
            </a:p>
          </p:txBody>
        </p:sp>
      </p:grpSp>
      <p:sp>
        <p:nvSpPr>
          <p:cNvPr id="1222" name="TextBox 1221">
            <a:extLst>
              <a:ext uri="{FF2B5EF4-FFF2-40B4-BE49-F238E27FC236}">
                <a16:creationId xmlns:a16="http://schemas.microsoft.com/office/drawing/2014/main" id="{FEF1AB4C-B80A-2E71-98A9-AE1C5C079A04}"/>
              </a:ext>
            </a:extLst>
          </p:cNvPr>
          <p:cNvSpPr txBox="1"/>
          <p:nvPr/>
        </p:nvSpPr>
        <p:spPr>
          <a:xfrm>
            <a:off x="2496666" y="4971022"/>
            <a:ext cx="937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noProof="0"/>
              <a:t>Cond 1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57D5EF4B-73EE-E593-BE03-8FFE806B5F12}"/>
              </a:ext>
            </a:extLst>
          </p:cNvPr>
          <p:cNvSpPr txBox="1"/>
          <p:nvPr/>
        </p:nvSpPr>
        <p:spPr>
          <a:xfrm>
            <a:off x="3275231" y="4971022"/>
            <a:ext cx="937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noProof="0"/>
              <a:t>Cond 2</a:t>
            </a:r>
          </a:p>
        </p:txBody>
      </p:sp>
      <p:sp>
        <p:nvSpPr>
          <p:cNvPr id="1224" name="TextBox 1223">
            <a:extLst>
              <a:ext uri="{FF2B5EF4-FFF2-40B4-BE49-F238E27FC236}">
                <a16:creationId xmlns:a16="http://schemas.microsoft.com/office/drawing/2014/main" id="{3F51F5A9-FACD-A0AD-C7F7-BDD2C212B203}"/>
              </a:ext>
            </a:extLst>
          </p:cNvPr>
          <p:cNvSpPr txBox="1"/>
          <p:nvPr/>
        </p:nvSpPr>
        <p:spPr>
          <a:xfrm>
            <a:off x="4003264" y="4971022"/>
            <a:ext cx="937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noProof="0"/>
              <a:t>Cond 3</a:t>
            </a: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E562BD3A-56CD-41FC-9473-175B4E442041}"/>
              </a:ext>
            </a:extLst>
          </p:cNvPr>
          <p:cNvSpPr txBox="1"/>
          <p:nvPr/>
        </p:nvSpPr>
        <p:spPr>
          <a:xfrm>
            <a:off x="2775290" y="3347010"/>
            <a:ext cx="1248186" cy="578882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800" b="1" noProof="0"/>
              <a:t>DATA</a:t>
            </a:r>
          </a:p>
        </p:txBody>
      </p:sp>
      <p:pic>
        <p:nvPicPr>
          <p:cNvPr id="1231" name="Graphic 1230">
            <a:extLst>
              <a:ext uri="{FF2B5EF4-FFF2-40B4-BE49-F238E27FC236}">
                <a16:creationId xmlns:a16="http://schemas.microsoft.com/office/drawing/2014/main" id="{71C094F3-E60A-BD40-B131-7F31352E71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7668" y="1830575"/>
            <a:ext cx="1747627" cy="939350"/>
          </a:xfrm>
          <a:prstGeom prst="rect">
            <a:avLst/>
          </a:prstGeom>
        </p:spPr>
      </p:pic>
      <p:pic>
        <p:nvPicPr>
          <p:cNvPr id="1238" name="Graphic 1237">
            <a:extLst>
              <a:ext uri="{FF2B5EF4-FFF2-40B4-BE49-F238E27FC236}">
                <a16:creationId xmlns:a16="http://schemas.microsoft.com/office/drawing/2014/main" id="{688D92A8-197E-6AA3-2814-B0EC83D82F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734" y="1566249"/>
            <a:ext cx="1981809" cy="1981809"/>
          </a:xfrm>
          <a:prstGeom prst="rect">
            <a:avLst/>
          </a:prstGeom>
        </p:spPr>
      </p:pic>
      <p:pic>
        <p:nvPicPr>
          <p:cNvPr id="1242" name="Picture 1241">
            <a:extLst>
              <a:ext uri="{FF2B5EF4-FFF2-40B4-BE49-F238E27FC236}">
                <a16:creationId xmlns:a16="http://schemas.microsoft.com/office/drawing/2014/main" id="{D34EF597-4FBB-4A8E-6EF0-FE96846906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966" r="5966"/>
          <a:stretch>
            <a:fillRect/>
          </a:stretch>
        </p:blipFill>
        <p:spPr>
          <a:xfrm>
            <a:off x="332762" y="3180000"/>
            <a:ext cx="1811902" cy="88404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44" name="Straight Arrow Connector 1243">
            <a:extLst>
              <a:ext uri="{FF2B5EF4-FFF2-40B4-BE49-F238E27FC236}">
                <a16:creationId xmlns:a16="http://schemas.microsoft.com/office/drawing/2014/main" id="{8289242C-2908-A4BC-85A6-968BBB139141}"/>
              </a:ext>
            </a:extLst>
          </p:cNvPr>
          <p:cNvCxnSpPr>
            <a:cxnSpLocks/>
          </p:cNvCxnSpPr>
          <p:nvPr/>
        </p:nvCxnSpPr>
        <p:spPr>
          <a:xfrm flipV="1">
            <a:off x="2212017" y="3693542"/>
            <a:ext cx="421809" cy="291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6" name="Straight Arrow Connector 1245">
            <a:extLst>
              <a:ext uri="{FF2B5EF4-FFF2-40B4-BE49-F238E27FC236}">
                <a16:creationId xmlns:a16="http://schemas.microsoft.com/office/drawing/2014/main" id="{5FD31413-654B-2869-FCCC-4AC1B85DED73}"/>
              </a:ext>
            </a:extLst>
          </p:cNvPr>
          <p:cNvCxnSpPr>
            <a:cxnSpLocks/>
          </p:cNvCxnSpPr>
          <p:nvPr/>
        </p:nvCxnSpPr>
        <p:spPr>
          <a:xfrm>
            <a:off x="2314575" y="2933982"/>
            <a:ext cx="370926" cy="4376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9" name="Straight Arrow Connector 1248">
            <a:extLst>
              <a:ext uri="{FF2B5EF4-FFF2-40B4-BE49-F238E27FC236}">
                <a16:creationId xmlns:a16="http://schemas.microsoft.com/office/drawing/2014/main" id="{251B5550-3480-3152-E769-FD2830B7160B}"/>
              </a:ext>
            </a:extLst>
          </p:cNvPr>
          <p:cNvCxnSpPr>
            <a:cxnSpLocks/>
          </p:cNvCxnSpPr>
          <p:nvPr/>
        </p:nvCxnSpPr>
        <p:spPr>
          <a:xfrm flipH="1">
            <a:off x="3399383" y="2762532"/>
            <a:ext cx="153442" cy="4539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2" name="Straight Arrow Connector 1251">
            <a:extLst>
              <a:ext uri="{FF2B5EF4-FFF2-40B4-BE49-F238E27FC236}">
                <a16:creationId xmlns:a16="http://schemas.microsoft.com/office/drawing/2014/main" id="{512A6189-A39F-BB54-D90A-D6DA3ABB6F04}"/>
              </a:ext>
            </a:extLst>
          </p:cNvPr>
          <p:cNvCxnSpPr>
            <a:cxnSpLocks/>
          </p:cNvCxnSpPr>
          <p:nvPr/>
        </p:nvCxnSpPr>
        <p:spPr>
          <a:xfrm flipH="1" flipV="1">
            <a:off x="3371850" y="4143657"/>
            <a:ext cx="141833" cy="776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70" name="Picture 1269" descr="Understanding Protein Structure - QPS">
            <a:extLst>
              <a:ext uri="{FF2B5EF4-FFF2-40B4-BE49-F238E27FC236}">
                <a16:creationId xmlns:a16="http://schemas.microsoft.com/office/drawing/2014/main" id="{CD6C28AF-1E7C-FB3C-C6D1-53676D515D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063" y="4564763"/>
            <a:ext cx="650208" cy="487655"/>
          </a:xfrm>
          <a:prstGeom prst="rect">
            <a:avLst/>
          </a:prstGeom>
        </p:spPr>
      </p:pic>
      <p:pic>
        <p:nvPicPr>
          <p:cNvPr id="1271" name="Picture 1270" descr="RCSB PDB - 3JXU: Crystal structure of the human 70kDa heat shock protein 1A (Hsp70-1) ATPase domain in complex with ADP and inorganic phosphate">
            <a:extLst>
              <a:ext uri="{FF2B5EF4-FFF2-40B4-BE49-F238E27FC236}">
                <a16:creationId xmlns:a16="http://schemas.microsoft.com/office/drawing/2014/main" id="{E58E03D6-A62A-2B7C-72B7-BFC28A7087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9402" y="4535707"/>
            <a:ext cx="628521" cy="628521"/>
          </a:xfrm>
          <a:prstGeom prst="rect">
            <a:avLst/>
          </a:prstGeom>
        </p:spPr>
      </p:pic>
      <p:pic>
        <p:nvPicPr>
          <p:cNvPr id="1272" name="Picture 1271" descr="RCSB PDB - 1WIN: Solution Structure of the Band 7 Domain of the mouse Flotillin 2 Protein">
            <a:extLst>
              <a:ext uri="{FF2B5EF4-FFF2-40B4-BE49-F238E27FC236}">
                <a16:creationId xmlns:a16="http://schemas.microsoft.com/office/drawing/2014/main" id="{747A436A-C0F7-DE9E-71D7-6A7460AB61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9402" y="5164228"/>
            <a:ext cx="731157" cy="731157"/>
          </a:xfrm>
          <a:prstGeom prst="rect">
            <a:avLst/>
          </a:prstGeom>
        </p:spPr>
      </p:pic>
      <p:pic>
        <p:nvPicPr>
          <p:cNvPr id="1273" name="Picture 1272" descr="File:Protein SYMPK PDB 3O2Q.png - Wikipedia">
            <a:extLst>
              <a:ext uri="{FF2B5EF4-FFF2-40B4-BE49-F238E27FC236}">
                <a16:creationId xmlns:a16="http://schemas.microsoft.com/office/drawing/2014/main" id="{205FE190-86BE-DAED-F4B2-C2860CB93F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785" y="5164228"/>
            <a:ext cx="731353" cy="610209"/>
          </a:xfrm>
          <a:prstGeom prst="rect">
            <a:avLst/>
          </a:prstGeom>
        </p:spPr>
      </p:pic>
      <p:cxnSp>
        <p:nvCxnSpPr>
          <p:cNvPr id="1274" name="Straight Arrow Connector 1273">
            <a:extLst>
              <a:ext uri="{FF2B5EF4-FFF2-40B4-BE49-F238E27FC236}">
                <a16:creationId xmlns:a16="http://schemas.microsoft.com/office/drawing/2014/main" id="{003DCBCE-5BBF-7AEA-3252-AA65EEDD3DE6}"/>
              </a:ext>
            </a:extLst>
          </p:cNvPr>
          <p:cNvCxnSpPr>
            <a:cxnSpLocks/>
          </p:cNvCxnSpPr>
          <p:nvPr/>
        </p:nvCxnSpPr>
        <p:spPr>
          <a:xfrm flipV="1">
            <a:off x="2257425" y="4029357"/>
            <a:ext cx="514350" cy="5619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1" name="Straight Arrow Connector 1280">
            <a:extLst>
              <a:ext uri="{FF2B5EF4-FFF2-40B4-BE49-F238E27FC236}">
                <a16:creationId xmlns:a16="http://schemas.microsoft.com/office/drawing/2014/main" id="{25FF1981-381C-930C-27EA-3F9E8DE2AE3E}"/>
              </a:ext>
            </a:extLst>
          </p:cNvPr>
          <p:cNvCxnSpPr>
            <a:cxnSpLocks/>
            <a:stCxn id="1225" idx="3"/>
            <a:endCxn id="1282" idx="1"/>
          </p:cNvCxnSpPr>
          <p:nvPr/>
        </p:nvCxnSpPr>
        <p:spPr>
          <a:xfrm>
            <a:off x="4023476" y="3636451"/>
            <a:ext cx="38960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BE59B22-B013-DFB0-FEA7-1BDCC94D5C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4647824" y="2780057"/>
            <a:ext cx="2896352" cy="1755650"/>
          </a:xfrm>
          <a:prstGeom prst="rect">
            <a:avLst/>
          </a:prstGeom>
        </p:spPr>
      </p:pic>
      <p:sp>
        <p:nvSpPr>
          <p:cNvPr id="1282" name="TextBox 1281">
            <a:extLst>
              <a:ext uri="{FF2B5EF4-FFF2-40B4-BE49-F238E27FC236}">
                <a16:creationId xmlns:a16="http://schemas.microsoft.com/office/drawing/2014/main" id="{22D6F15A-FD13-A0E2-CC16-DB4956BBE095}"/>
              </a:ext>
            </a:extLst>
          </p:cNvPr>
          <p:cNvSpPr txBox="1"/>
          <p:nvPr/>
        </p:nvSpPr>
        <p:spPr>
          <a:xfrm>
            <a:off x="7919560" y="3347010"/>
            <a:ext cx="1864226" cy="578882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800" b="1" noProof="0"/>
              <a:t>INSIGTHS</a:t>
            </a:r>
          </a:p>
        </p:txBody>
      </p:sp>
      <p:sp>
        <p:nvSpPr>
          <p:cNvPr id="1284" name="TextBox 1283">
            <a:extLst>
              <a:ext uri="{FF2B5EF4-FFF2-40B4-BE49-F238E27FC236}">
                <a16:creationId xmlns:a16="http://schemas.microsoft.com/office/drawing/2014/main" id="{D64336B6-06CE-575F-9C11-4526440ADFCE}"/>
              </a:ext>
            </a:extLst>
          </p:cNvPr>
          <p:cNvSpPr txBox="1"/>
          <p:nvPr/>
        </p:nvSpPr>
        <p:spPr>
          <a:xfrm>
            <a:off x="5473236" y="1762125"/>
            <a:ext cx="124553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s-ES" b="1" noProof="0"/>
              <a:t>Preguntas</a:t>
            </a: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B2EE9C8A-7BA6-A82E-6758-1A78CF4AACC9}"/>
              </a:ext>
            </a:extLst>
          </p:cNvPr>
          <p:cNvCxnSpPr>
            <a:stCxn id="1284" idx="2"/>
            <a:endCxn id="7" idx="0"/>
          </p:cNvCxnSpPr>
          <p:nvPr/>
        </p:nvCxnSpPr>
        <p:spPr>
          <a:xfrm>
            <a:off x="6096003" y="2131457"/>
            <a:ext cx="1" cy="41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B2EDDA-8FE8-73C2-E512-F5C0AC42C838}"/>
              </a:ext>
            </a:extLst>
          </p:cNvPr>
          <p:cNvCxnSpPr>
            <a:cxnSpLocks/>
          </p:cNvCxnSpPr>
          <p:nvPr/>
        </p:nvCxnSpPr>
        <p:spPr>
          <a:xfrm flipH="1">
            <a:off x="8340767" y="4100883"/>
            <a:ext cx="229338" cy="463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BDFE85-729F-327B-C0EC-9CFE812D7318}"/>
              </a:ext>
            </a:extLst>
          </p:cNvPr>
          <p:cNvCxnSpPr>
            <a:cxnSpLocks/>
          </p:cNvCxnSpPr>
          <p:nvPr/>
        </p:nvCxnSpPr>
        <p:spPr>
          <a:xfrm>
            <a:off x="9358168" y="4074434"/>
            <a:ext cx="258055" cy="447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43" name="Picture 1242">
            <a:extLst>
              <a:ext uri="{FF2B5EF4-FFF2-40B4-BE49-F238E27FC236}">
                <a16:creationId xmlns:a16="http://schemas.microsoft.com/office/drawing/2014/main" id="{7C461BF5-6886-0947-B8A5-F66B6E104DDA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B"/>
              </a:clrFrom>
              <a:clrTo>
                <a:srgbClr val="FCFC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83842" y="3021257"/>
            <a:ext cx="1513936" cy="1543506"/>
          </a:xfrm>
          <a:prstGeom prst="rect">
            <a:avLst/>
          </a:prstGeom>
        </p:spPr>
      </p:pic>
      <p:cxnSp>
        <p:nvCxnSpPr>
          <p:cNvPr id="1251" name="Straight Arrow Connector 1250">
            <a:extLst>
              <a:ext uri="{FF2B5EF4-FFF2-40B4-BE49-F238E27FC236}">
                <a16:creationId xmlns:a16="http://schemas.microsoft.com/office/drawing/2014/main" id="{36E6454B-D08A-3CB8-5D1A-2887A8D9469F}"/>
              </a:ext>
            </a:extLst>
          </p:cNvPr>
          <p:cNvCxnSpPr>
            <a:cxnSpLocks/>
          </p:cNvCxnSpPr>
          <p:nvPr/>
        </p:nvCxnSpPr>
        <p:spPr>
          <a:xfrm>
            <a:off x="9867900" y="3644900"/>
            <a:ext cx="342900" cy="381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76" name="Group 1275">
            <a:extLst>
              <a:ext uri="{FF2B5EF4-FFF2-40B4-BE49-F238E27FC236}">
                <a16:creationId xmlns:a16="http://schemas.microsoft.com/office/drawing/2014/main" id="{A1AAC3BA-8143-579F-78DA-D1942ED445B9}"/>
              </a:ext>
            </a:extLst>
          </p:cNvPr>
          <p:cNvGrpSpPr/>
          <p:nvPr/>
        </p:nvGrpSpPr>
        <p:grpSpPr>
          <a:xfrm>
            <a:off x="8951150" y="4592760"/>
            <a:ext cx="1969124" cy="1652448"/>
            <a:chOff x="9067684" y="4919816"/>
            <a:chExt cx="1969124" cy="165244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725F6EF-BB2A-AE0B-2881-E6F2CDDA5197}"/>
                </a:ext>
              </a:extLst>
            </p:cNvPr>
            <p:cNvCxnSpPr/>
            <p:nvPr/>
          </p:nvCxnSpPr>
          <p:spPr>
            <a:xfrm>
              <a:off x="9372600" y="4919816"/>
              <a:ext cx="0" cy="12889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39450B8-9A05-03C5-EADB-35E326734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0" y="6208776"/>
              <a:ext cx="166420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7" name="Rectangle 1226">
              <a:extLst>
                <a:ext uri="{FF2B5EF4-FFF2-40B4-BE49-F238E27FC236}">
                  <a16:creationId xmlns:a16="http://schemas.microsoft.com/office/drawing/2014/main" id="{5A26569B-B7C0-6168-626E-EE95B54BE874}"/>
                </a:ext>
              </a:extLst>
            </p:cNvPr>
            <p:cNvSpPr/>
            <p:nvPr/>
          </p:nvSpPr>
          <p:spPr>
            <a:xfrm>
              <a:off x="9595889" y="5214852"/>
              <a:ext cx="204554" cy="993924"/>
            </a:xfrm>
            <a:prstGeom prst="rect">
              <a:avLst/>
            </a:prstGeom>
            <a:solidFill>
              <a:srgbClr val="719E3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8" name="Rectangle 1227">
              <a:extLst>
                <a:ext uri="{FF2B5EF4-FFF2-40B4-BE49-F238E27FC236}">
                  <a16:creationId xmlns:a16="http://schemas.microsoft.com/office/drawing/2014/main" id="{1C2AD0AD-F7FD-B63E-E1C2-CD2323B31F72}"/>
                </a:ext>
              </a:extLst>
            </p:cNvPr>
            <p:cNvSpPr/>
            <p:nvPr/>
          </p:nvSpPr>
          <p:spPr>
            <a:xfrm>
              <a:off x="10096324" y="5957888"/>
              <a:ext cx="204554" cy="250888"/>
            </a:xfrm>
            <a:prstGeom prst="rect">
              <a:avLst/>
            </a:prstGeom>
            <a:solidFill>
              <a:srgbClr val="719E3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9" name="Rectangle 1228">
              <a:extLst>
                <a:ext uri="{FF2B5EF4-FFF2-40B4-BE49-F238E27FC236}">
                  <a16:creationId xmlns:a16="http://schemas.microsoft.com/office/drawing/2014/main" id="{604DCFAD-6394-B6F8-CB08-D1932963BEB5}"/>
                </a:ext>
              </a:extLst>
            </p:cNvPr>
            <p:cNvSpPr/>
            <p:nvPr/>
          </p:nvSpPr>
          <p:spPr>
            <a:xfrm>
              <a:off x="10596759" y="5643562"/>
              <a:ext cx="204554" cy="565213"/>
            </a:xfrm>
            <a:prstGeom prst="rect">
              <a:avLst/>
            </a:prstGeom>
            <a:solidFill>
              <a:srgbClr val="719E3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5" name="TextBox 1234">
              <a:extLst>
                <a:ext uri="{FF2B5EF4-FFF2-40B4-BE49-F238E27FC236}">
                  <a16:creationId xmlns:a16="http://schemas.microsoft.com/office/drawing/2014/main" id="{B5CBDAAA-5F28-4840-D6A6-6420D6E6D104}"/>
                </a:ext>
              </a:extLst>
            </p:cNvPr>
            <p:cNvSpPr txBox="1"/>
            <p:nvPr/>
          </p:nvSpPr>
          <p:spPr>
            <a:xfrm rot="19072117">
              <a:off x="9067684" y="6295265"/>
              <a:ext cx="937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noProof="0"/>
                <a:t>Cond 1</a:t>
              </a:r>
            </a:p>
          </p:txBody>
        </p:sp>
        <p:sp>
          <p:nvSpPr>
            <p:cNvPr id="1237" name="TextBox 1236">
              <a:extLst>
                <a:ext uri="{FF2B5EF4-FFF2-40B4-BE49-F238E27FC236}">
                  <a16:creationId xmlns:a16="http://schemas.microsoft.com/office/drawing/2014/main" id="{C6742677-EAD8-D901-FAC3-1A3E9A8082E8}"/>
                </a:ext>
              </a:extLst>
            </p:cNvPr>
            <p:cNvSpPr txBox="1"/>
            <p:nvPr/>
          </p:nvSpPr>
          <p:spPr>
            <a:xfrm rot="19072117">
              <a:off x="9587821" y="6295265"/>
              <a:ext cx="937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noProof="0"/>
                <a:t>Cond 2</a:t>
              </a:r>
            </a:p>
          </p:txBody>
        </p:sp>
        <p:sp>
          <p:nvSpPr>
            <p:cNvPr id="1240" name="TextBox 1239">
              <a:extLst>
                <a:ext uri="{FF2B5EF4-FFF2-40B4-BE49-F238E27FC236}">
                  <a16:creationId xmlns:a16="http://schemas.microsoft.com/office/drawing/2014/main" id="{0D94426B-8F25-105D-62AC-ADC3F8BB7FCD}"/>
                </a:ext>
              </a:extLst>
            </p:cNvPr>
            <p:cNvSpPr txBox="1"/>
            <p:nvPr/>
          </p:nvSpPr>
          <p:spPr>
            <a:xfrm rot="19072117">
              <a:off x="10089671" y="6295265"/>
              <a:ext cx="937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noProof="0"/>
                <a:t>Cond 3</a:t>
              </a:r>
            </a:p>
          </p:txBody>
        </p:sp>
        <p:cxnSp>
          <p:nvCxnSpPr>
            <p:cNvPr id="1258" name="Straight Connector 1257">
              <a:extLst>
                <a:ext uri="{FF2B5EF4-FFF2-40B4-BE49-F238E27FC236}">
                  <a16:creationId xmlns:a16="http://schemas.microsoft.com/office/drawing/2014/main" id="{3F53D3E9-998C-2CAE-8B97-9024ED77A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8166" y="5072393"/>
              <a:ext cx="0" cy="1414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1" name="Straight Connector 1260">
              <a:extLst>
                <a:ext uri="{FF2B5EF4-FFF2-40B4-BE49-F238E27FC236}">
                  <a16:creationId xmlns:a16="http://schemas.microsoft.com/office/drawing/2014/main" id="{732F03F2-592C-8EDB-DF56-1B9E83B33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95889" y="5072393"/>
              <a:ext cx="2045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Straight Connector 1264">
              <a:extLst>
                <a:ext uri="{FF2B5EF4-FFF2-40B4-BE49-F238E27FC236}">
                  <a16:creationId xmlns:a16="http://schemas.microsoft.com/office/drawing/2014/main" id="{95377A60-1B51-0ACE-996B-DD91EAA2DC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98601" y="5872163"/>
              <a:ext cx="0" cy="85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6" name="Straight Connector 1265">
              <a:extLst>
                <a:ext uri="{FF2B5EF4-FFF2-40B4-BE49-F238E27FC236}">
                  <a16:creationId xmlns:a16="http://schemas.microsoft.com/office/drawing/2014/main" id="{8C5B2979-12E3-17A6-EF77-2D5E5510A9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6324" y="5871184"/>
              <a:ext cx="2045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Straight Connector 1266">
              <a:extLst>
                <a:ext uri="{FF2B5EF4-FFF2-40B4-BE49-F238E27FC236}">
                  <a16:creationId xmlns:a16="http://schemas.microsoft.com/office/drawing/2014/main" id="{2C36D370-13F6-B6FC-8256-9A414C6662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99036" y="5506167"/>
              <a:ext cx="0" cy="1414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8" name="Straight Connector 1267">
              <a:extLst>
                <a:ext uri="{FF2B5EF4-FFF2-40B4-BE49-F238E27FC236}">
                  <a16:creationId xmlns:a16="http://schemas.microsoft.com/office/drawing/2014/main" id="{8B9332D2-3B5E-6ECD-1612-4F30A28698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96759" y="5506167"/>
              <a:ext cx="2045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8" name="Group 1277">
            <a:extLst>
              <a:ext uri="{FF2B5EF4-FFF2-40B4-BE49-F238E27FC236}">
                <a16:creationId xmlns:a16="http://schemas.microsoft.com/office/drawing/2014/main" id="{3046F0F7-852C-DD7C-AA13-BA1950469F96}"/>
              </a:ext>
            </a:extLst>
          </p:cNvPr>
          <p:cNvGrpSpPr/>
          <p:nvPr/>
        </p:nvGrpSpPr>
        <p:grpSpPr>
          <a:xfrm>
            <a:off x="9248328" y="1469985"/>
            <a:ext cx="1664208" cy="1288960"/>
            <a:chOff x="9372600" y="4919816"/>
            <a:chExt cx="1664208" cy="1288960"/>
          </a:xfrm>
        </p:grpSpPr>
        <p:cxnSp>
          <p:nvCxnSpPr>
            <p:cNvPr id="1279" name="Straight Connector 1278">
              <a:extLst>
                <a:ext uri="{FF2B5EF4-FFF2-40B4-BE49-F238E27FC236}">
                  <a16:creationId xmlns:a16="http://schemas.microsoft.com/office/drawing/2014/main" id="{35E7592D-3B5F-15D8-73AE-D27D647F5FDB}"/>
                </a:ext>
              </a:extLst>
            </p:cNvPr>
            <p:cNvCxnSpPr/>
            <p:nvPr/>
          </p:nvCxnSpPr>
          <p:spPr>
            <a:xfrm>
              <a:off x="9372600" y="4919816"/>
              <a:ext cx="0" cy="12889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4ACD53BC-DC34-9FE9-3B50-494AFFBAA7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0" y="6208776"/>
              <a:ext cx="166420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97" name="Picture 1296" descr="Heat Map - an overview | ScienceDirect Topics">
            <a:extLst>
              <a:ext uri="{FF2B5EF4-FFF2-40B4-BE49-F238E27FC236}">
                <a16:creationId xmlns:a16="http://schemas.microsoft.com/office/drawing/2014/main" id="{03BBF721-D8FD-AB56-7912-A2D2C7E5C6F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79576" y="1482379"/>
            <a:ext cx="1446076" cy="1429316"/>
          </a:xfrm>
          <a:prstGeom prst="rect">
            <a:avLst/>
          </a:prstGeom>
        </p:spPr>
      </p:pic>
      <p:cxnSp>
        <p:nvCxnSpPr>
          <p:cNvPr id="1298" name="Straight Arrow Connector 1297">
            <a:extLst>
              <a:ext uri="{FF2B5EF4-FFF2-40B4-BE49-F238E27FC236}">
                <a16:creationId xmlns:a16="http://schemas.microsoft.com/office/drawing/2014/main" id="{87F0C4F8-70BB-3396-49A5-5347048C0FC2}"/>
              </a:ext>
            </a:extLst>
          </p:cNvPr>
          <p:cNvCxnSpPr>
            <a:cxnSpLocks/>
          </p:cNvCxnSpPr>
          <p:nvPr/>
        </p:nvCxnSpPr>
        <p:spPr>
          <a:xfrm flipH="1" flipV="1">
            <a:off x="8340767" y="2911695"/>
            <a:ext cx="205985" cy="371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3" name="Straight Arrow Connector 1302">
            <a:extLst>
              <a:ext uri="{FF2B5EF4-FFF2-40B4-BE49-F238E27FC236}">
                <a16:creationId xmlns:a16="http://schemas.microsoft.com/office/drawing/2014/main" id="{CF303C52-E612-E422-C712-F59B3DED90EB}"/>
              </a:ext>
            </a:extLst>
          </p:cNvPr>
          <p:cNvCxnSpPr>
            <a:cxnSpLocks/>
          </p:cNvCxnSpPr>
          <p:nvPr/>
        </p:nvCxnSpPr>
        <p:spPr>
          <a:xfrm flipV="1">
            <a:off x="9278722" y="2868781"/>
            <a:ext cx="229023" cy="414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0" name="Freeform: Shape 1309">
            <a:extLst>
              <a:ext uri="{FF2B5EF4-FFF2-40B4-BE49-F238E27FC236}">
                <a16:creationId xmlns:a16="http://schemas.microsoft.com/office/drawing/2014/main" id="{4B2BF610-0232-71AC-EF6C-BCE8791319A1}"/>
              </a:ext>
            </a:extLst>
          </p:cNvPr>
          <p:cNvSpPr/>
          <p:nvPr/>
        </p:nvSpPr>
        <p:spPr>
          <a:xfrm>
            <a:off x="9332140" y="1672545"/>
            <a:ext cx="1325880" cy="991024"/>
          </a:xfrm>
          <a:custGeom>
            <a:avLst/>
            <a:gdLst>
              <a:gd name="csX0" fmla="*/ 0 w 1325880"/>
              <a:gd name="csY0" fmla="*/ 1207008 h 1207008"/>
              <a:gd name="csX1" fmla="*/ 356616 w 1325880"/>
              <a:gd name="csY1" fmla="*/ 1161288 h 1207008"/>
              <a:gd name="csX2" fmla="*/ 603504 w 1325880"/>
              <a:gd name="csY2" fmla="*/ 978408 h 1207008"/>
              <a:gd name="csX3" fmla="*/ 804672 w 1325880"/>
              <a:gd name="csY3" fmla="*/ 603504 h 1207008"/>
              <a:gd name="csX4" fmla="*/ 987552 w 1325880"/>
              <a:gd name="csY4" fmla="*/ 100584 h 1207008"/>
              <a:gd name="csX5" fmla="*/ 1325880 w 1325880"/>
              <a:gd name="csY5" fmla="*/ 0 h 1207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325880" h="1207008">
                <a:moveTo>
                  <a:pt x="0" y="1207008"/>
                </a:moveTo>
                <a:cubicBezTo>
                  <a:pt x="128016" y="1203198"/>
                  <a:pt x="256032" y="1199388"/>
                  <a:pt x="356616" y="1161288"/>
                </a:cubicBezTo>
                <a:cubicBezTo>
                  <a:pt x="457200" y="1123188"/>
                  <a:pt x="528828" y="1071372"/>
                  <a:pt x="603504" y="978408"/>
                </a:cubicBezTo>
                <a:cubicBezTo>
                  <a:pt x="678180" y="885444"/>
                  <a:pt x="740664" y="749808"/>
                  <a:pt x="804672" y="603504"/>
                </a:cubicBezTo>
                <a:cubicBezTo>
                  <a:pt x="868680" y="457200"/>
                  <a:pt x="900684" y="201168"/>
                  <a:pt x="987552" y="100584"/>
                </a:cubicBezTo>
                <a:cubicBezTo>
                  <a:pt x="1074420" y="0"/>
                  <a:pt x="1234440" y="16764"/>
                  <a:pt x="132588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1" name="Oval 1310">
            <a:extLst>
              <a:ext uri="{FF2B5EF4-FFF2-40B4-BE49-F238E27FC236}">
                <a16:creationId xmlns:a16="http://schemas.microsoft.com/office/drawing/2014/main" id="{44E87AF3-5C0C-74F5-D78D-DA6C930939E8}"/>
              </a:ext>
            </a:extLst>
          </p:cNvPr>
          <p:cNvSpPr/>
          <p:nvPr/>
        </p:nvSpPr>
        <p:spPr>
          <a:xfrm>
            <a:off x="9422450" y="2596513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2" name="Oval 1311">
            <a:extLst>
              <a:ext uri="{FF2B5EF4-FFF2-40B4-BE49-F238E27FC236}">
                <a16:creationId xmlns:a16="http://schemas.microsoft.com/office/drawing/2014/main" id="{E10BA8A1-AED8-4EE6-3766-F64C684273AC}"/>
              </a:ext>
            </a:extLst>
          </p:cNvPr>
          <p:cNvSpPr/>
          <p:nvPr/>
        </p:nvSpPr>
        <p:spPr>
          <a:xfrm>
            <a:off x="9662900" y="2617850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3" name="Oval 1312">
            <a:extLst>
              <a:ext uri="{FF2B5EF4-FFF2-40B4-BE49-F238E27FC236}">
                <a16:creationId xmlns:a16="http://schemas.microsoft.com/office/drawing/2014/main" id="{185376A6-3610-647C-3E2D-C8628E518E9D}"/>
              </a:ext>
            </a:extLst>
          </p:cNvPr>
          <p:cNvSpPr/>
          <p:nvPr/>
        </p:nvSpPr>
        <p:spPr>
          <a:xfrm>
            <a:off x="9765009" y="2481438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4" name="Oval 1313">
            <a:extLst>
              <a:ext uri="{FF2B5EF4-FFF2-40B4-BE49-F238E27FC236}">
                <a16:creationId xmlns:a16="http://schemas.microsoft.com/office/drawing/2014/main" id="{6ED0D093-7B68-7359-7DC7-83C789CFFA44}"/>
              </a:ext>
            </a:extLst>
          </p:cNvPr>
          <p:cNvSpPr/>
          <p:nvPr/>
        </p:nvSpPr>
        <p:spPr>
          <a:xfrm>
            <a:off x="9975342" y="24944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5" name="Oval 1314">
            <a:extLst>
              <a:ext uri="{FF2B5EF4-FFF2-40B4-BE49-F238E27FC236}">
                <a16:creationId xmlns:a16="http://schemas.microsoft.com/office/drawing/2014/main" id="{404419D4-1292-FE31-B63D-265881D919FC}"/>
              </a:ext>
            </a:extLst>
          </p:cNvPr>
          <p:cNvSpPr/>
          <p:nvPr/>
        </p:nvSpPr>
        <p:spPr>
          <a:xfrm>
            <a:off x="10019834" y="228223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6" name="Oval 1315">
            <a:extLst>
              <a:ext uri="{FF2B5EF4-FFF2-40B4-BE49-F238E27FC236}">
                <a16:creationId xmlns:a16="http://schemas.microsoft.com/office/drawing/2014/main" id="{D127A6EA-4B60-E113-606F-AFD9F476ADAB}"/>
              </a:ext>
            </a:extLst>
          </p:cNvPr>
          <p:cNvSpPr/>
          <p:nvPr/>
        </p:nvSpPr>
        <p:spPr>
          <a:xfrm>
            <a:off x="10065553" y="2097498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7" name="Oval 1316">
            <a:extLst>
              <a:ext uri="{FF2B5EF4-FFF2-40B4-BE49-F238E27FC236}">
                <a16:creationId xmlns:a16="http://schemas.microsoft.com/office/drawing/2014/main" id="{E928B7D3-4673-EFF7-3536-D7809A392B79}"/>
              </a:ext>
            </a:extLst>
          </p:cNvPr>
          <p:cNvSpPr/>
          <p:nvPr/>
        </p:nvSpPr>
        <p:spPr>
          <a:xfrm>
            <a:off x="10230145" y="2017484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8" name="Oval 1317">
            <a:extLst>
              <a:ext uri="{FF2B5EF4-FFF2-40B4-BE49-F238E27FC236}">
                <a16:creationId xmlns:a16="http://schemas.microsoft.com/office/drawing/2014/main" id="{4B14A1EB-4A72-0222-CE1C-3ACF42DC3F54}"/>
              </a:ext>
            </a:extLst>
          </p:cNvPr>
          <p:cNvSpPr/>
          <p:nvPr/>
        </p:nvSpPr>
        <p:spPr>
          <a:xfrm>
            <a:off x="10207285" y="1825514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9" name="Oval 1318">
            <a:extLst>
              <a:ext uri="{FF2B5EF4-FFF2-40B4-BE49-F238E27FC236}">
                <a16:creationId xmlns:a16="http://schemas.microsoft.com/office/drawing/2014/main" id="{50E89236-78EA-1AFA-D358-8FC8D3326281}"/>
              </a:ext>
            </a:extLst>
          </p:cNvPr>
          <p:cNvSpPr/>
          <p:nvPr/>
        </p:nvSpPr>
        <p:spPr>
          <a:xfrm>
            <a:off x="10283016" y="1680687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0" name="Oval 1319">
            <a:extLst>
              <a:ext uri="{FF2B5EF4-FFF2-40B4-BE49-F238E27FC236}">
                <a16:creationId xmlns:a16="http://schemas.microsoft.com/office/drawing/2014/main" id="{78C0CC0C-288D-7247-5862-8CF1B5D88702}"/>
              </a:ext>
            </a:extLst>
          </p:cNvPr>
          <p:cNvSpPr/>
          <p:nvPr/>
        </p:nvSpPr>
        <p:spPr>
          <a:xfrm>
            <a:off x="10333894" y="1716406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1" name="Oval 1320">
            <a:extLst>
              <a:ext uri="{FF2B5EF4-FFF2-40B4-BE49-F238E27FC236}">
                <a16:creationId xmlns:a16="http://schemas.microsoft.com/office/drawing/2014/main" id="{3C10760D-7FF6-31FE-4E42-B2685D57797A}"/>
              </a:ext>
            </a:extLst>
          </p:cNvPr>
          <p:cNvSpPr/>
          <p:nvPr/>
        </p:nvSpPr>
        <p:spPr>
          <a:xfrm>
            <a:off x="10489342" y="1613967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2" name="Oval 1321">
            <a:extLst>
              <a:ext uri="{FF2B5EF4-FFF2-40B4-BE49-F238E27FC236}">
                <a16:creationId xmlns:a16="http://schemas.microsoft.com/office/drawing/2014/main" id="{5E281D89-3807-76A7-5D31-7A87F044704B}"/>
              </a:ext>
            </a:extLst>
          </p:cNvPr>
          <p:cNvSpPr/>
          <p:nvPr/>
        </p:nvSpPr>
        <p:spPr>
          <a:xfrm>
            <a:off x="10582373" y="1680686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3" name="Oval 1322">
            <a:extLst>
              <a:ext uri="{FF2B5EF4-FFF2-40B4-BE49-F238E27FC236}">
                <a16:creationId xmlns:a16="http://schemas.microsoft.com/office/drawing/2014/main" id="{F1DCD88E-E760-4CD4-8883-081A106EB01D}"/>
              </a:ext>
            </a:extLst>
          </p:cNvPr>
          <p:cNvSpPr/>
          <p:nvPr/>
        </p:nvSpPr>
        <p:spPr>
          <a:xfrm>
            <a:off x="9918489" y="2389624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4" name="Oval 1323">
            <a:extLst>
              <a:ext uri="{FF2B5EF4-FFF2-40B4-BE49-F238E27FC236}">
                <a16:creationId xmlns:a16="http://schemas.microsoft.com/office/drawing/2014/main" id="{0BA44AE4-EF56-4BCE-6E97-AD91DAA19118}"/>
              </a:ext>
            </a:extLst>
          </p:cNvPr>
          <p:cNvSpPr/>
          <p:nvPr/>
        </p:nvSpPr>
        <p:spPr>
          <a:xfrm>
            <a:off x="9847315" y="2517344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5" name="Oval 1324">
            <a:extLst>
              <a:ext uri="{FF2B5EF4-FFF2-40B4-BE49-F238E27FC236}">
                <a16:creationId xmlns:a16="http://schemas.microsoft.com/office/drawing/2014/main" id="{AFD4DC28-6AD2-45AA-02B7-D3DD89AF1C43}"/>
              </a:ext>
            </a:extLst>
          </p:cNvPr>
          <p:cNvSpPr/>
          <p:nvPr/>
        </p:nvSpPr>
        <p:spPr>
          <a:xfrm>
            <a:off x="9542675" y="2649018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6" name="Oval 1325">
            <a:extLst>
              <a:ext uri="{FF2B5EF4-FFF2-40B4-BE49-F238E27FC236}">
                <a16:creationId xmlns:a16="http://schemas.microsoft.com/office/drawing/2014/main" id="{A30DE7D5-1990-7A56-4AA5-A904B15AD0A9}"/>
              </a:ext>
            </a:extLst>
          </p:cNvPr>
          <p:cNvSpPr/>
          <p:nvPr/>
        </p:nvSpPr>
        <p:spPr>
          <a:xfrm>
            <a:off x="10146792" y="1971577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7" name="Oval 1326">
            <a:extLst>
              <a:ext uri="{FF2B5EF4-FFF2-40B4-BE49-F238E27FC236}">
                <a16:creationId xmlns:a16="http://schemas.microsoft.com/office/drawing/2014/main" id="{F53114BE-958D-414D-8BFD-2DC4DCA217B1}"/>
              </a:ext>
            </a:extLst>
          </p:cNvPr>
          <p:cNvSpPr/>
          <p:nvPr/>
        </p:nvSpPr>
        <p:spPr>
          <a:xfrm>
            <a:off x="10412414" y="1670687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8" name="TextBox 1327">
            <a:extLst>
              <a:ext uri="{FF2B5EF4-FFF2-40B4-BE49-F238E27FC236}">
                <a16:creationId xmlns:a16="http://schemas.microsoft.com/office/drawing/2014/main" id="{74EF4A7F-20ED-57AB-0135-0A72CB696ECA}"/>
              </a:ext>
            </a:extLst>
          </p:cNvPr>
          <p:cNvSpPr txBox="1"/>
          <p:nvPr/>
        </p:nvSpPr>
        <p:spPr>
          <a:xfrm>
            <a:off x="4811610" y="4547164"/>
            <a:ext cx="2568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Lógica de programación</a:t>
            </a:r>
          </a:p>
          <a:p>
            <a:pPr algn="ctr"/>
            <a:r>
              <a:rPr lang="es-ES"/>
              <a:t>con Python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84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0" dur="2062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1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7" grpId="0"/>
      <p:bldP spid="1222" grpId="0"/>
      <p:bldP spid="1223" grpId="0"/>
      <p:bldP spid="1224" grpId="0"/>
      <p:bldP spid="1225" grpId="0" animBg="1"/>
      <p:bldP spid="1282" grpId="0" animBg="1"/>
      <p:bldP spid="1284" grpId="0" animBg="1"/>
      <p:bldP spid="1310" grpId="0" animBg="1"/>
      <p:bldP spid="1311" grpId="0" animBg="1"/>
      <p:bldP spid="1312" grpId="0" animBg="1"/>
      <p:bldP spid="1313" grpId="0" animBg="1"/>
      <p:bldP spid="1314" grpId="0" animBg="1"/>
      <p:bldP spid="1315" grpId="0" animBg="1"/>
      <p:bldP spid="1316" grpId="0" animBg="1"/>
      <p:bldP spid="1317" grpId="0" animBg="1"/>
      <p:bldP spid="1318" grpId="0" animBg="1"/>
      <p:bldP spid="1319" grpId="0" animBg="1"/>
      <p:bldP spid="1320" grpId="0" animBg="1"/>
      <p:bldP spid="1321" grpId="0" animBg="1"/>
      <p:bldP spid="1322" grpId="0" animBg="1"/>
      <p:bldP spid="1323" grpId="0" animBg="1"/>
      <p:bldP spid="1324" grpId="0" animBg="1"/>
      <p:bldP spid="1325" grpId="0" animBg="1"/>
      <p:bldP spid="1326" grpId="0" animBg="1"/>
      <p:bldP spid="13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E0281-E646-B7D8-8E2C-A7892A5B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C830-D966-4B68-4D2D-3817CAF9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Instrucciones</a:t>
            </a:r>
            <a:r>
              <a:rPr lang="es-ES"/>
              <a:t> =</a:t>
            </a:r>
            <a:r>
              <a:rPr lang="es-ES" noProof="0"/>
              <a:t> </a:t>
            </a:r>
            <a:r>
              <a:rPr lang="es-ES" b="1" noProof="0"/>
              <a:t>algoritmos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E3A00F-A3EA-4920-9E4A-DC4BFA92F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576" y="2121932"/>
            <a:ext cx="2658978" cy="4210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D06A64-D29C-3AB9-81DD-29BDB93C9EDF}"/>
              </a:ext>
            </a:extLst>
          </p:cNvPr>
          <p:cNvSpPr txBox="1"/>
          <p:nvPr/>
        </p:nvSpPr>
        <p:spPr>
          <a:xfrm>
            <a:off x="1888715" y="1775877"/>
            <a:ext cx="179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0" i="0" noProof="0">
                <a:solidFill>
                  <a:schemeClr val="tx1"/>
                </a:solidFill>
                <a:effectLst/>
                <a:latin typeface="+mn-lt"/>
              </a:rPr>
              <a:t>(c. 780 – c. 850)</a:t>
            </a:r>
            <a:endParaRPr lang="es-ES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766778-60D6-9C9B-37FC-4B1608D3B2BC}"/>
              </a:ext>
            </a:extLst>
          </p:cNvPr>
          <p:cNvSpPr txBox="1"/>
          <p:nvPr/>
        </p:nvSpPr>
        <p:spPr>
          <a:xfrm>
            <a:off x="1298165" y="1520845"/>
            <a:ext cx="29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noProof="0"/>
              <a:t>Gran biblioteca de Bagdad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22E060-B7DE-447B-0EB6-52BF614A5042}"/>
              </a:ext>
            </a:extLst>
          </p:cNvPr>
          <p:cNvSpPr txBox="1"/>
          <p:nvPr/>
        </p:nvSpPr>
        <p:spPr>
          <a:xfrm>
            <a:off x="7576385" y="1575852"/>
            <a:ext cx="3428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err="1"/>
              <a:t>Traducción</a:t>
            </a:r>
            <a:r>
              <a:rPr lang="en-US"/>
              <a:t> al </a:t>
            </a:r>
            <a:r>
              <a:rPr lang="en-US" err="1"/>
              <a:t>latin</a:t>
            </a:r>
            <a:r>
              <a:rPr lang="en-US"/>
              <a:t> (Siglo XII)</a:t>
            </a:r>
          </a:p>
          <a:p>
            <a:pPr algn="ctr"/>
            <a:endParaRPr lang="en-US" sz="1800" b="0">
              <a:solidFill>
                <a:schemeClr val="tx1"/>
              </a:solidFill>
              <a:effectLst/>
              <a:latin typeface="+mn-lt"/>
            </a:endParaRPr>
          </a:p>
          <a:p>
            <a:pPr algn="ctr"/>
            <a:r>
              <a:rPr lang="en-US" sz="1800" b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sz="1800" b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NUMERO INDORUM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E01BA9-9874-484C-B6D0-7FFFC08F2053}"/>
              </a:ext>
            </a:extLst>
          </p:cNvPr>
          <p:cNvSpPr txBox="1"/>
          <p:nvPr/>
        </p:nvSpPr>
        <p:spPr>
          <a:xfrm>
            <a:off x="4347544" y="2020054"/>
            <a:ext cx="3428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AE" b="1"/>
              <a:t>الخوارزميّ</a:t>
            </a:r>
            <a:endParaRPr lang="en-US" sz="1800" b="1" i="0">
              <a:solidFill>
                <a:schemeClr val="tx1"/>
              </a:solidFill>
              <a:effectLst/>
              <a:latin typeface="+mn-lt"/>
            </a:endParaRPr>
          </a:p>
          <a:p>
            <a:pPr algn="ctr"/>
            <a:r>
              <a:rPr lang="en-US" sz="1800" b="1" i="0">
                <a:solidFill>
                  <a:schemeClr val="tx1"/>
                </a:solidFill>
                <a:effectLst/>
                <a:latin typeface="+mn-lt"/>
              </a:rPr>
              <a:t>(Al-</a:t>
            </a:r>
            <a:r>
              <a:rPr lang="en-US" sz="1800" b="1" i="0" err="1">
                <a:solidFill>
                  <a:schemeClr val="tx1"/>
                </a:solidFill>
                <a:effectLst/>
                <a:latin typeface="+mn-lt"/>
              </a:rPr>
              <a:t>Khwārizmī</a:t>
            </a:r>
            <a:r>
              <a:rPr lang="en-US" sz="1800" b="1" i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5B980AA-51ED-7E0A-6574-B534CB3DFC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460" b="18295"/>
          <a:stretch>
            <a:fillRect/>
          </a:stretch>
        </p:blipFill>
        <p:spPr>
          <a:xfrm>
            <a:off x="8020332" y="2776181"/>
            <a:ext cx="2541096" cy="357806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D4F5109-D33F-96A5-FFE4-DCDE7DA4810D}"/>
              </a:ext>
            </a:extLst>
          </p:cNvPr>
          <p:cNvSpPr txBox="1"/>
          <p:nvPr/>
        </p:nvSpPr>
        <p:spPr>
          <a:xfrm>
            <a:off x="4760498" y="3584933"/>
            <a:ext cx="26710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Compendio de métodos </a:t>
            </a:r>
            <a:r>
              <a:rPr lang="es-ES" b="1"/>
              <a:t>sistemáticos</a:t>
            </a:r>
            <a:r>
              <a:rPr lang="es-ES"/>
              <a:t> para resolver ecuaciones lineales y cuadráticas usando numerales decimales (o indios)</a:t>
            </a:r>
            <a:endParaRPr lang="en-US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503E53E4-6B16-0F8A-7BBD-F6EC2DE7D6AA}"/>
              </a:ext>
            </a:extLst>
          </p:cNvPr>
          <p:cNvCxnSpPr>
            <a:cxnSpLocks/>
            <a:stCxn id="17" idx="1"/>
            <a:endCxn id="17" idx="3"/>
          </p:cNvCxnSpPr>
          <p:nvPr/>
        </p:nvCxnSpPr>
        <p:spPr>
          <a:xfrm>
            <a:off x="4347544" y="2343220"/>
            <a:ext cx="34289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798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09502-FD50-739A-0511-E237B8E7E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D655-5289-41EF-5E81-C346FF829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Algoritmos: una receta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FB039B-E437-010A-56FF-E501210A6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066" y="1815286"/>
            <a:ext cx="3314700" cy="41433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CA60B7-C037-23CE-2F03-C9941F1781B3}"/>
              </a:ext>
            </a:extLst>
          </p:cNvPr>
          <p:cNvSpPr txBox="1"/>
          <p:nvPr/>
        </p:nvSpPr>
        <p:spPr>
          <a:xfrm>
            <a:off x="6597236" y="1815286"/>
            <a:ext cx="409731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u="sng" noProof="0"/>
              <a:t>Componentes</a:t>
            </a:r>
            <a:r>
              <a:rPr lang="es-ES" sz="2800" noProof="0"/>
              <a:t>:</a:t>
            </a:r>
          </a:p>
          <a:p>
            <a:endParaRPr lang="es-ES" sz="2800" noProof="0"/>
          </a:p>
          <a:p>
            <a:pPr marL="342900" indent="-342900">
              <a:buFont typeface="+mj-lt"/>
              <a:buAutoNum type="arabicPeriod"/>
            </a:pPr>
            <a:r>
              <a:rPr lang="es-ES" sz="2800" noProof="0"/>
              <a:t>Serie de </a:t>
            </a:r>
            <a:r>
              <a:rPr lang="es-ES" sz="2800" b="1" noProof="0"/>
              <a:t>pasos</a:t>
            </a:r>
          </a:p>
          <a:p>
            <a:pPr marL="342900" indent="-342900">
              <a:buFont typeface="+mj-lt"/>
              <a:buAutoNum type="arabicPeriod"/>
            </a:pPr>
            <a:endParaRPr lang="es-ES" sz="2800" b="1" noProof="0"/>
          </a:p>
          <a:p>
            <a:pPr marL="342900" indent="-342900">
              <a:buFont typeface="+mj-lt"/>
              <a:buAutoNum type="arabicPeriod"/>
            </a:pPr>
            <a:r>
              <a:rPr lang="es-ES" sz="2800" noProof="0"/>
              <a:t>Mecanismos de </a:t>
            </a:r>
            <a:r>
              <a:rPr lang="es-ES" sz="2800" b="1" noProof="0"/>
              <a:t>control de flujo</a:t>
            </a:r>
          </a:p>
          <a:p>
            <a:pPr marL="342900" indent="-342900">
              <a:buFont typeface="+mj-lt"/>
              <a:buAutoNum type="arabicPeriod"/>
            </a:pPr>
            <a:endParaRPr lang="es-ES" sz="2800" b="1" noProof="0"/>
          </a:p>
          <a:p>
            <a:pPr marL="342900" indent="-342900">
              <a:buFont typeface="+mj-lt"/>
              <a:buAutoNum type="arabicPeriod"/>
            </a:pPr>
            <a:r>
              <a:rPr lang="es-ES" sz="2800" noProof="0"/>
              <a:t>Mecanismo para </a:t>
            </a:r>
            <a:r>
              <a:rPr lang="es-ES" sz="2800" b="1" noProof="0"/>
              <a:t>detenerse</a:t>
            </a:r>
          </a:p>
          <a:p>
            <a:pPr marL="342900" indent="-342900">
              <a:buFont typeface="+mj-lt"/>
              <a:buAutoNum type="arabicPeriod"/>
            </a:pPr>
            <a:endParaRPr lang="es-ES" sz="2800" noProof="0"/>
          </a:p>
        </p:txBody>
      </p:sp>
    </p:spTree>
    <p:extLst>
      <p:ext uri="{BB962C8B-B14F-4D97-AF65-F5344CB8AC3E}">
        <p14:creationId xmlns:p14="http://schemas.microsoft.com/office/powerpoint/2010/main" val="285376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A4412-BE6C-156A-3DFA-F3470B37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3460-CB6E-88E3-AEE6-49CE3F926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Las computadoras hacen 2 cosas: </a:t>
            </a:r>
            <a:r>
              <a:rPr lang="es-ES" b="1" noProof="0"/>
              <a:t>MEMORIZAN</a:t>
            </a:r>
            <a:r>
              <a:rPr lang="es-ES" noProof="0"/>
              <a:t> y </a:t>
            </a:r>
            <a:r>
              <a:rPr lang="es-ES" b="1" noProof="0"/>
              <a:t>COMPUTAN</a:t>
            </a:r>
          </a:p>
        </p:txBody>
      </p:sp>
      <p:pic>
        <p:nvPicPr>
          <p:cNvPr id="3" name="Picture 2" descr="Computer Chip Line Drawing – Royalty-Free Vector | VectorStock">
            <a:extLst>
              <a:ext uri="{FF2B5EF4-FFF2-40B4-BE49-F238E27FC236}">
                <a16:creationId xmlns:a16="http://schemas.microsoft.com/office/drawing/2014/main" id="{7FBBCEEA-4FB7-614A-369A-EC367B4CC44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8434111" y="2516845"/>
            <a:ext cx="1181332" cy="1149940"/>
          </a:xfrm>
          <a:prstGeom prst="rect">
            <a:avLst/>
          </a:prstGeom>
        </p:spPr>
      </p:pic>
      <p:pic>
        <p:nvPicPr>
          <p:cNvPr id="5" name="Picture 4" descr="Hand Drawn Vector Ram Memory Doodle Stock Vector (Royalty Free) 2338269477  | Shutterstock">
            <a:extLst>
              <a:ext uri="{FF2B5EF4-FFF2-40B4-BE49-F238E27FC236}">
                <a16:creationId xmlns:a16="http://schemas.microsoft.com/office/drawing/2014/main" id="{D25D33DC-4722-0C33-8D75-833AB1CB45F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3543" b="39028"/>
          <a:stretch>
            <a:fillRect/>
          </a:stretch>
        </p:blipFill>
        <p:spPr>
          <a:xfrm>
            <a:off x="4866894" y="2726055"/>
            <a:ext cx="2476500" cy="731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A52DE-0378-C3F7-7B63-0E26D0604DBE}"/>
              </a:ext>
            </a:extLst>
          </p:cNvPr>
          <p:cNvSpPr txBox="1"/>
          <p:nvPr/>
        </p:nvSpPr>
        <p:spPr>
          <a:xfrm>
            <a:off x="4863450" y="1851698"/>
            <a:ext cx="2483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/>
              <a:t>RAM</a:t>
            </a:r>
          </a:p>
          <a:p>
            <a:pPr algn="ctr"/>
            <a:r>
              <a:rPr lang="es-ES" sz="1400"/>
              <a:t>Random Access Memory</a:t>
            </a:r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FB7DE-1416-A373-258E-670F627AA7B2}"/>
              </a:ext>
            </a:extLst>
          </p:cNvPr>
          <p:cNvSpPr txBox="1"/>
          <p:nvPr/>
        </p:nvSpPr>
        <p:spPr>
          <a:xfrm>
            <a:off x="8022675" y="1851698"/>
            <a:ext cx="20042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/>
              <a:t>CPU</a:t>
            </a:r>
          </a:p>
          <a:p>
            <a:pPr algn="ctr"/>
            <a:r>
              <a:rPr lang="en-US" sz="1400" noProof="0"/>
              <a:t>Central Processing Unit</a:t>
            </a:r>
          </a:p>
        </p:txBody>
      </p:sp>
      <p:pic>
        <p:nvPicPr>
          <p:cNvPr id="8" name="Picture 7" descr="hard disk drive illustration design 49213546 Vector Art at ...">
            <a:extLst>
              <a:ext uri="{FF2B5EF4-FFF2-40B4-BE49-F238E27FC236}">
                <a16:creationId xmlns:a16="http://schemas.microsoft.com/office/drawing/2014/main" id="{063971A2-F7A2-E3C7-3572-8D0A9788B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066" y="2602230"/>
            <a:ext cx="863268" cy="9791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86AF7E-81DF-AA77-EAC1-26267AFCA558}"/>
              </a:ext>
            </a:extLst>
          </p:cNvPr>
          <p:cNvSpPr txBox="1"/>
          <p:nvPr/>
        </p:nvSpPr>
        <p:spPr>
          <a:xfrm>
            <a:off x="1855006" y="1851698"/>
            <a:ext cx="2483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/>
              <a:t>Storage memory</a:t>
            </a:r>
          </a:p>
          <a:p>
            <a:pPr algn="ctr"/>
            <a:r>
              <a:rPr lang="en-US" sz="1400" noProof="0"/>
              <a:t>SSD/HDD</a:t>
            </a:r>
          </a:p>
        </p:txBody>
      </p:sp>
      <p:pic>
        <p:nvPicPr>
          <p:cNvPr id="10" name="Picture 9" descr="Logic gate - Wikipedia">
            <a:extLst>
              <a:ext uri="{FF2B5EF4-FFF2-40B4-BE49-F238E27FC236}">
                <a16:creationId xmlns:a16="http://schemas.microsoft.com/office/drawing/2014/main" id="{60071EE3-9840-7792-37B0-33A9F80AA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3892" y="3982370"/>
            <a:ext cx="1443102" cy="1922210"/>
          </a:xfrm>
          <a:prstGeom prst="rect">
            <a:avLst/>
          </a:prstGeom>
          <a:ln>
            <a:solidFill>
              <a:srgbClr val="FFC000"/>
            </a:solidFill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0E4113-272E-E1F8-0436-A190DFB222EB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265736" y="3393978"/>
            <a:ext cx="349707" cy="5883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54FF070-3073-B517-65FA-DA5AAF6E7039}"/>
              </a:ext>
            </a:extLst>
          </p:cNvPr>
          <p:cNvSpPr txBox="1"/>
          <p:nvPr/>
        </p:nvSpPr>
        <p:spPr>
          <a:xfrm>
            <a:off x="2396926" y="3688174"/>
            <a:ext cx="1399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i="1"/>
              <a:t>Permanente</a:t>
            </a:r>
            <a:endParaRPr lang="en-US" i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447D54-BD3A-56F4-C345-86ED22A73D8E}"/>
              </a:ext>
            </a:extLst>
          </p:cNvPr>
          <p:cNvSpPr txBox="1"/>
          <p:nvPr/>
        </p:nvSpPr>
        <p:spPr>
          <a:xfrm>
            <a:off x="5542772" y="3688174"/>
            <a:ext cx="110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i="1"/>
              <a:t>Temporal</a:t>
            </a:r>
            <a:endParaRPr lang="en-US" i="1"/>
          </a:p>
        </p:txBody>
      </p:sp>
      <p:pic>
        <p:nvPicPr>
          <p:cNvPr id="25" name="Picture 24" descr="Logic gate - Wikipedia">
            <a:extLst>
              <a:ext uri="{FF2B5EF4-FFF2-40B4-BE49-F238E27FC236}">
                <a16:creationId xmlns:a16="http://schemas.microsoft.com/office/drawing/2014/main" id="{EA53973B-D4CA-8930-3EA5-EE2D137314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103" y="3269749"/>
            <a:ext cx="93265" cy="124229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86CACE5-6D52-67E4-A8CB-58A4769B010A}"/>
              </a:ext>
            </a:extLst>
          </p:cNvPr>
          <p:cNvSpPr txBox="1"/>
          <p:nvPr/>
        </p:nvSpPr>
        <p:spPr>
          <a:xfrm>
            <a:off x="5690313" y="4740231"/>
            <a:ext cx="2908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i="1"/>
              <a:t>Operaciones de cómputo:</a:t>
            </a:r>
          </a:p>
          <a:p>
            <a:pPr algn="ctr"/>
            <a:r>
              <a:rPr lang="es-ES" i="1"/>
              <a:t>+ | − | ÷ | × | Lógica</a:t>
            </a:r>
            <a:endParaRPr lang="en-US" i="1"/>
          </a:p>
        </p:txBody>
      </p:sp>
      <p:pic>
        <p:nvPicPr>
          <p:cNvPr id="28" name="Picture 27" descr="Small Logic Gates — The building blocks of versatile digital circuits - Part 1 | Nuts &amp; Volts Magazine">
            <a:extLst>
              <a:ext uri="{FF2B5EF4-FFF2-40B4-BE49-F238E27FC236}">
                <a16:creationId xmlns:a16="http://schemas.microsoft.com/office/drawing/2014/main" id="{A863B712-4948-BD94-6DDC-6509C9E15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8813" y="4579232"/>
            <a:ext cx="2662992" cy="13983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E259DD6-A8E6-A110-3CEF-BD2ACDC49C74}"/>
              </a:ext>
            </a:extLst>
          </p:cNvPr>
          <p:cNvSpPr txBox="1"/>
          <p:nvPr/>
        </p:nvSpPr>
        <p:spPr>
          <a:xfrm>
            <a:off x="4111619" y="3949037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i="1"/>
              <a:t>Memoria</a:t>
            </a:r>
            <a:endParaRPr lang="en-US" b="1" i="1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B6ECE21-1FD3-F05F-06E1-4C382265A982}"/>
              </a:ext>
            </a:extLst>
          </p:cNvPr>
          <p:cNvCxnSpPr>
            <a:stCxn id="29" idx="1"/>
            <a:endCxn id="13" idx="3"/>
          </p:cNvCxnSpPr>
          <p:nvPr/>
        </p:nvCxnSpPr>
        <p:spPr>
          <a:xfrm flipH="1" flipV="1">
            <a:off x="3796476" y="3872840"/>
            <a:ext cx="315143" cy="260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CB03538-297D-73F6-0562-14E563C06E3B}"/>
              </a:ext>
            </a:extLst>
          </p:cNvPr>
          <p:cNvCxnSpPr>
            <a:cxnSpLocks/>
            <a:stCxn id="29" idx="3"/>
            <a:endCxn id="23" idx="1"/>
          </p:cNvCxnSpPr>
          <p:nvPr/>
        </p:nvCxnSpPr>
        <p:spPr>
          <a:xfrm flipV="1">
            <a:off x="5227630" y="3872840"/>
            <a:ext cx="315142" cy="260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1782F99-103F-D859-F433-F907A1FCD7A1}"/>
              </a:ext>
            </a:extLst>
          </p:cNvPr>
          <p:cNvSpPr/>
          <p:nvPr/>
        </p:nvSpPr>
        <p:spPr>
          <a:xfrm>
            <a:off x="5439110" y="5771213"/>
            <a:ext cx="3454782" cy="376985"/>
          </a:xfrm>
          <a:custGeom>
            <a:avLst/>
            <a:gdLst>
              <a:gd name="csX0" fmla="*/ 0 w 3507699"/>
              <a:gd name="csY0" fmla="*/ 0 h 376985"/>
              <a:gd name="csX1" fmla="*/ 1199213 w 3507699"/>
              <a:gd name="csY1" fmla="*/ 329784 h 376985"/>
              <a:gd name="csX2" fmla="*/ 2443397 w 3507699"/>
              <a:gd name="csY2" fmla="*/ 344774 h 376985"/>
              <a:gd name="csX3" fmla="*/ 3507699 w 3507699"/>
              <a:gd name="csY3" fmla="*/ 44971 h 376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507699" h="376985">
                <a:moveTo>
                  <a:pt x="0" y="0"/>
                </a:moveTo>
                <a:cubicBezTo>
                  <a:pt x="395990" y="136161"/>
                  <a:pt x="791980" y="272322"/>
                  <a:pt x="1199213" y="329784"/>
                </a:cubicBezTo>
                <a:cubicBezTo>
                  <a:pt x="1606446" y="387246"/>
                  <a:pt x="2058649" y="392243"/>
                  <a:pt x="2443397" y="344774"/>
                </a:cubicBezTo>
                <a:cubicBezTo>
                  <a:pt x="2828145" y="297305"/>
                  <a:pt x="3167922" y="171138"/>
                  <a:pt x="3507699" y="44971"/>
                </a:cubicBezTo>
              </a:path>
            </a:pathLst>
          </a:cu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11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  <p:bldP spid="26" grpId="0"/>
      <p:bldP spid="29" grpId="0"/>
      <p:bldP spid="3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F4C7B-83F7-8741-CD49-1EAF43DB4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8A63-6304-2DD5-61C5-4129DBAE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Las computadoras hacen 2 cosas: </a:t>
            </a:r>
            <a:r>
              <a:rPr lang="es-ES" b="1" noProof="0"/>
              <a:t>MEMORIZAN</a:t>
            </a:r>
            <a:r>
              <a:rPr lang="es-ES" noProof="0"/>
              <a:t> y </a:t>
            </a:r>
            <a:r>
              <a:rPr lang="es-ES" b="1" noProof="0"/>
              <a:t>COMPUTAN</a:t>
            </a:r>
          </a:p>
        </p:txBody>
      </p:sp>
      <p:pic>
        <p:nvPicPr>
          <p:cNvPr id="3" name="Picture 2" descr="Computer Chip Line Drawing – Royalty-Free Vector | VectorStock">
            <a:extLst>
              <a:ext uri="{FF2B5EF4-FFF2-40B4-BE49-F238E27FC236}">
                <a16:creationId xmlns:a16="http://schemas.microsoft.com/office/drawing/2014/main" id="{BCA792E7-4DAB-0451-58AD-AE06B4CEF36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8434111" y="2516845"/>
            <a:ext cx="1181332" cy="1149940"/>
          </a:xfrm>
          <a:prstGeom prst="rect">
            <a:avLst/>
          </a:prstGeom>
        </p:spPr>
      </p:pic>
      <p:pic>
        <p:nvPicPr>
          <p:cNvPr id="5" name="Picture 4" descr="Hand Drawn Vector Ram Memory Doodle Stock Vector (Royalty Free) 2338269477  | Shutterstock">
            <a:extLst>
              <a:ext uri="{FF2B5EF4-FFF2-40B4-BE49-F238E27FC236}">
                <a16:creationId xmlns:a16="http://schemas.microsoft.com/office/drawing/2014/main" id="{2DF5DF32-A659-6435-05FE-7056E5E3AB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3543" b="39028"/>
          <a:stretch>
            <a:fillRect/>
          </a:stretch>
        </p:blipFill>
        <p:spPr>
          <a:xfrm>
            <a:off x="4866894" y="2726055"/>
            <a:ext cx="2476500" cy="731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1C6EC7-D95C-AF23-7429-7A0D3393E94B}"/>
              </a:ext>
            </a:extLst>
          </p:cNvPr>
          <p:cNvSpPr txBox="1"/>
          <p:nvPr/>
        </p:nvSpPr>
        <p:spPr>
          <a:xfrm>
            <a:off x="4863450" y="1851698"/>
            <a:ext cx="2483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/>
              <a:t>RAM</a:t>
            </a:r>
          </a:p>
          <a:p>
            <a:pPr algn="ctr"/>
            <a:r>
              <a:rPr lang="es-ES" sz="1400"/>
              <a:t>Random Access Memory</a:t>
            </a:r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2BF23-77F3-C98D-DDF5-538755B4AEF3}"/>
              </a:ext>
            </a:extLst>
          </p:cNvPr>
          <p:cNvSpPr txBox="1"/>
          <p:nvPr/>
        </p:nvSpPr>
        <p:spPr>
          <a:xfrm>
            <a:off x="8022675" y="1851698"/>
            <a:ext cx="20042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/>
              <a:t>CPU</a:t>
            </a:r>
          </a:p>
          <a:p>
            <a:pPr algn="ctr"/>
            <a:r>
              <a:rPr lang="en-US" sz="1400" noProof="0"/>
              <a:t>Central Processing Unit</a:t>
            </a:r>
          </a:p>
        </p:txBody>
      </p:sp>
      <p:pic>
        <p:nvPicPr>
          <p:cNvPr id="8" name="Picture 7" descr="hard disk drive illustration design 49213546 Vector Art at ...">
            <a:extLst>
              <a:ext uri="{FF2B5EF4-FFF2-40B4-BE49-F238E27FC236}">
                <a16:creationId xmlns:a16="http://schemas.microsoft.com/office/drawing/2014/main" id="{D1DD88B6-C02A-4ECA-9D32-1BDB2B952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066" y="2602230"/>
            <a:ext cx="863268" cy="9791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DA45B8-18C9-F9EA-42FB-869376D65281}"/>
              </a:ext>
            </a:extLst>
          </p:cNvPr>
          <p:cNvSpPr txBox="1"/>
          <p:nvPr/>
        </p:nvSpPr>
        <p:spPr>
          <a:xfrm>
            <a:off x="1855006" y="1851698"/>
            <a:ext cx="2483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/>
              <a:t>Storage memory</a:t>
            </a:r>
          </a:p>
          <a:p>
            <a:pPr algn="ctr"/>
            <a:r>
              <a:rPr lang="en-US" sz="1400" noProof="0"/>
              <a:t>SSD/HDD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8491E-A066-E813-83E7-C2B5C9A31F28}"/>
              </a:ext>
            </a:extLst>
          </p:cNvPr>
          <p:cNvSpPr txBox="1"/>
          <p:nvPr/>
        </p:nvSpPr>
        <p:spPr>
          <a:xfrm>
            <a:off x="1828147" y="4390750"/>
            <a:ext cx="8535735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s-ES" sz="4000"/>
              <a:t>Necesitamos crear </a:t>
            </a:r>
            <a:r>
              <a:rPr lang="es-ES" sz="4000" b="1"/>
              <a:t>ABSTRACCIONES</a:t>
            </a:r>
          </a:p>
          <a:p>
            <a:pPr algn="ctr"/>
            <a:r>
              <a:rPr lang="es-ES" sz="4000"/>
              <a:t>para hacer cosas más complejas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937362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FC1D636-C2EC-2228-5AC6-D4B8FEC1E7A2}"/>
              </a:ext>
            </a:extLst>
          </p:cNvPr>
          <p:cNvSpPr/>
          <p:nvPr/>
        </p:nvSpPr>
        <p:spPr>
          <a:xfrm>
            <a:off x="960120" y="2769471"/>
            <a:ext cx="10296144" cy="222554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C2C6C0-CB97-A59D-51DB-B89AC861839D}"/>
              </a:ext>
            </a:extLst>
          </p:cNvPr>
          <p:cNvGrpSpPr/>
          <p:nvPr/>
        </p:nvGrpSpPr>
        <p:grpSpPr>
          <a:xfrm>
            <a:off x="5021580" y="1862680"/>
            <a:ext cx="2148840" cy="1214890"/>
            <a:chOff x="4983480" y="854444"/>
            <a:chExt cx="2148840" cy="121489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AC5C73-8579-534B-DC6F-9F8CB356EF91}"/>
                </a:ext>
              </a:extLst>
            </p:cNvPr>
            <p:cNvSpPr/>
            <p:nvPr/>
          </p:nvSpPr>
          <p:spPr>
            <a:xfrm>
              <a:off x="4983480" y="854444"/>
              <a:ext cx="2148840" cy="1196602"/>
            </a:xfrm>
            <a:prstGeom prst="roundRect">
              <a:avLst>
                <a:gd name="adj" fmla="val 9025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C76FEA7-03D8-B0EB-9B90-24F405829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082394" y="890068"/>
              <a:ext cx="1987588" cy="1179266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3EE18FB-5D5C-2743-AC8E-E2470DCF6C9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61705" y="3206389"/>
            <a:ext cx="1468592" cy="14685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56631A-BB7A-A55D-2CC2-12FBCBDBC7C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rcRect t="29713" b="19280"/>
          <a:stretch>
            <a:fillRect/>
          </a:stretch>
        </p:blipFill>
        <p:spPr>
          <a:xfrm>
            <a:off x="7865245" y="3624444"/>
            <a:ext cx="2710124" cy="8501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D01C3-5065-7B98-3190-BF5A176FBA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6589" y="3624444"/>
            <a:ext cx="3406891" cy="1007872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5193E4-39AC-BE4D-46A1-56115942A07A}"/>
              </a:ext>
            </a:extLst>
          </p:cNvPr>
          <p:cNvCxnSpPr>
            <a:cxnSpLocks/>
          </p:cNvCxnSpPr>
          <p:nvPr/>
        </p:nvCxnSpPr>
        <p:spPr>
          <a:xfrm>
            <a:off x="3328416" y="4524263"/>
            <a:ext cx="0" cy="841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25C34F6-BA7B-80F6-AED9-2ACF76E9ADF5}"/>
              </a:ext>
            </a:extLst>
          </p:cNvPr>
          <p:cNvSpPr txBox="1"/>
          <p:nvPr/>
        </p:nvSpPr>
        <p:spPr>
          <a:xfrm>
            <a:off x="2089025" y="5400321"/>
            <a:ext cx="2478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LENGUAJE DE PROGRAMACIÓN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2D6D72-90AD-0C61-EF26-97E67A771A37}"/>
              </a:ext>
            </a:extLst>
          </p:cNvPr>
          <p:cNvSpPr txBox="1"/>
          <p:nvPr/>
        </p:nvSpPr>
        <p:spPr>
          <a:xfrm>
            <a:off x="4856610" y="5400321"/>
            <a:ext cx="2478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INTERFAZ DE DESARROLLO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DABEF8-6D1D-2803-9718-1ADFD8AE3F92}"/>
              </a:ext>
            </a:extLst>
          </p:cNvPr>
          <p:cNvCxnSpPr>
            <a:cxnSpLocks/>
          </p:cNvCxnSpPr>
          <p:nvPr/>
        </p:nvCxnSpPr>
        <p:spPr>
          <a:xfrm>
            <a:off x="6096000" y="4674980"/>
            <a:ext cx="0" cy="69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B3EAF59-D4B6-353A-2507-1E404A0BACAC}"/>
              </a:ext>
            </a:extLst>
          </p:cNvPr>
          <p:cNvSpPr txBox="1"/>
          <p:nvPr/>
        </p:nvSpPr>
        <p:spPr>
          <a:xfrm>
            <a:off x="7706325" y="5400321"/>
            <a:ext cx="3047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CONTROLADOR DE LIBRERIAS Y ENTORNOS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A93932F-75C1-152C-2783-1F3070274716}"/>
              </a:ext>
            </a:extLst>
          </p:cNvPr>
          <p:cNvCxnSpPr>
            <a:cxnSpLocks/>
          </p:cNvCxnSpPr>
          <p:nvPr/>
        </p:nvCxnSpPr>
        <p:spPr>
          <a:xfrm>
            <a:off x="9220307" y="4524263"/>
            <a:ext cx="0" cy="859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83AF3B-2ABD-6D5E-CEAD-D99B04A0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¿Como ejecutaremos Python?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C0CD7-88D5-DE2E-D0EA-A226349EA5C1}"/>
              </a:ext>
            </a:extLst>
          </p:cNvPr>
          <p:cNvSpPr txBox="1"/>
          <p:nvPr/>
        </p:nvSpPr>
        <p:spPr>
          <a:xfrm>
            <a:off x="7441504" y="2029648"/>
            <a:ext cx="3481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>
                <a:solidFill>
                  <a:srgbClr val="C00000"/>
                </a:solidFill>
              </a:rPr>
              <a:t>¿TODOS LO TIENEN INSTALADO?</a:t>
            </a:r>
            <a:endParaRPr lang="en-US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100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28949-C6A7-BCDC-DF89-BB243BBE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Guía de instalación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E40FD-D560-61EB-4CA6-50171272E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735" y="1787655"/>
            <a:ext cx="5748530" cy="394105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95490C2-19EC-7901-0517-26B949D650C2}"/>
              </a:ext>
            </a:extLst>
          </p:cNvPr>
          <p:cNvSpPr/>
          <p:nvPr/>
        </p:nvSpPr>
        <p:spPr>
          <a:xfrm>
            <a:off x="7671816" y="5201978"/>
            <a:ext cx="914400" cy="430726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EE7277E-408B-0ADB-1749-56277890DA57}"/>
              </a:ext>
            </a:extLst>
          </p:cNvPr>
          <p:cNvSpPr/>
          <p:nvPr/>
        </p:nvSpPr>
        <p:spPr>
          <a:xfrm flipH="1">
            <a:off x="8631936" y="5242165"/>
            <a:ext cx="676656" cy="344820"/>
          </a:xfrm>
          <a:prstGeom prst="rightArrow">
            <a:avLst>
              <a:gd name="adj1" fmla="val 50000"/>
              <a:gd name="adj2" fmla="val 9773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8F0901-C0EA-81F4-A109-B3D24F8F2D8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AFB"/>
              </a:clrFrom>
              <a:clrTo>
                <a:srgbClr val="F8FA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4323" y="807962"/>
            <a:ext cx="1344009" cy="14873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F2C756-FBE4-E3B8-0B36-D71F04848FC9}"/>
              </a:ext>
            </a:extLst>
          </p:cNvPr>
          <p:cNvSpPr txBox="1"/>
          <p:nvPr/>
        </p:nvSpPr>
        <p:spPr>
          <a:xfrm>
            <a:off x="9437374" y="807962"/>
            <a:ext cx="1957908" cy="132556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s-ES" sz="1400" b="1" noProof="0"/>
              <a:t>Instalador de Windows</a:t>
            </a:r>
          </a:p>
        </p:txBody>
      </p:sp>
    </p:spTree>
    <p:extLst>
      <p:ext uri="{BB962C8B-B14F-4D97-AF65-F5344CB8AC3E}">
        <p14:creationId xmlns:p14="http://schemas.microsoft.com/office/powerpoint/2010/main" val="3171276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5F272-3B45-E1B2-4CDA-CB7D8AA9C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B0507-5D7B-EBA7-FF9B-D40606E1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Guía de instalación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8C255A-5940-992F-135B-AF4551C0F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1735" y="2037376"/>
            <a:ext cx="5748530" cy="349648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8FDA12E-7ABA-F773-8303-03DB215DA497}"/>
              </a:ext>
            </a:extLst>
          </p:cNvPr>
          <p:cNvSpPr/>
          <p:nvPr/>
        </p:nvSpPr>
        <p:spPr>
          <a:xfrm>
            <a:off x="3419856" y="4205282"/>
            <a:ext cx="1508760" cy="39415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47D0BDF-CF09-635F-868B-37E2EB79744E}"/>
              </a:ext>
            </a:extLst>
          </p:cNvPr>
          <p:cNvSpPr/>
          <p:nvPr/>
        </p:nvSpPr>
        <p:spPr>
          <a:xfrm>
            <a:off x="2676144" y="4208893"/>
            <a:ext cx="676656" cy="344820"/>
          </a:xfrm>
          <a:prstGeom prst="rightArrow">
            <a:avLst>
              <a:gd name="adj1" fmla="val 50000"/>
              <a:gd name="adj2" fmla="val 9773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6F92C-D1C7-CB5C-4F18-F9C85FE7815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AFB"/>
              </a:clrFrom>
              <a:clrTo>
                <a:srgbClr val="F8FA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4323" y="807962"/>
            <a:ext cx="1344009" cy="14873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F24891-5960-D075-137B-F2806172882C}"/>
              </a:ext>
            </a:extLst>
          </p:cNvPr>
          <p:cNvSpPr txBox="1"/>
          <p:nvPr/>
        </p:nvSpPr>
        <p:spPr>
          <a:xfrm>
            <a:off x="9437374" y="807962"/>
            <a:ext cx="1957908" cy="132556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s-ES" sz="1400" b="1" noProof="0"/>
              <a:t>Instalador de Windows</a:t>
            </a:r>
          </a:p>
        </p:txBody>
      </p:sp>
    </p:spTree>
    <p:extLst>
      <p:ext uri="{BB962C8B-B14F-4D97-AF65-F5344CB8AC3E}">
        <p14:creationId xmlns:p14="http://schemas.microsoft.com/office/powerpoint/2010/main" val="1468116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8C741-390C-22C9-432A-2433C4BE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omputer Chip Line Drawing – Royalty-Free Vector | VectorStock">
            <a:extLst>
              <a:ext uri="{FF2B5EF4-FFF2-40B4-BE49-F238E27FC236}">
                <a16:creationId xmlns:a16="http://schemas.microsoft.com/office/drawing/2014/main" id="{4A1D85F7-C736-B7DF-0141-7D884F6F59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8434111" y="2516845"/>
            <a:ext cx="1181332" cy="1149940"/>
          </a:xfrm>
          <a:prstGeom prst="rect">
            <a:avLst/>
          </a:prstGeom>
        </p:spPr>
      </p:pic>
      <p:pic>
        <p:nvPicPr>
          <p:cNvPr id="15" name="Picture 14" descr="Hand Drawn Vector Ram Memory Doodle Stock Vector (Royalty Free) 2338269477  | Shutterstock">
            <a:extLst>
              <a:ext uri="{FF2B5EF4-FFF2-40B4-BE49-F238E27FC236}">
                <a16:creationId xmlns:a16="http://schemas.microsoft.com/office/drawing/2014/main" id="{C43836D8-B914-22ED-712A-61CBFF347BB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3543" b="39028"/>
          <a:stretch>
            <a:fillRect/>
          </a:stretch>
        </p:blipFill>
        <p:spPr>
          <a:xfrm>
            <a:off x="4866894" y="2726055"/>
            <a:ext cx="2476500" cy="7315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388B24C-D1CF-DBC8-9BD2-06AAD3DFC25A}"/>
              </a:ext>
            </a:extLst>
          </p:cNvPr>
          <p:cNvSpPr txBox="1"/>
          <p:nvPr/>
        </p:nvSpPr>
        <p:spPr>
          <a:xfrm>
            <a:off x="4863450" y="1851698"/>
            <a:ext cx="2483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/>
              <a:t>RAM</a:t>
            </a:r>
          </a:p>
          <a:p>
            <a:pPr algn="ctr"/>
            <a:r>
              <a:rPr lang="es-ES" sz="1400"/>
              <a:t>Random Access Memory</a:t>
            </a:r>
            <a:endParaRPr 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0FFAE7-8605-700E-6211-EB8042B673F7}"/>
              </a:ext>
            </a:extLst>
          </p:cNvPr>
          <p:cNvSpPr txBox="1"/>
          <p:nvPr/>
        </p:nvSpPr>
        <p:spPr>
          <a:xfrm>
            <a:off x="8022675" y="1851698"/>
            <a:ext cx="20042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/>
              <a:t>CPU</a:t>
            </a:r>
          </a:p>
          <a:p>
            <a:pPr algn="ctr"/>
            <a:r>
              <a:rPr lang="en-US" sz="1400" noProof="0"/>
              <a:t>Central Processing Unit</a:t>
            </a:r>
          </a:p>
        </p:txBody>
      </p:sp>
      <p:pic>
        <p:nvPicPr>
          <p:cNvPr id="20" name="Picture 19" descr="hard disk drive illustration design 49213546 Vector Art at ...">
            <a:extLst>
              <a:ext uri="{FF2B5EF4-FFF2-40B4-BE49-F238E27FC236}">
                <a16:creationId xmlns:a16="http://schemas.microsoft.com/office/drawing/2014/main" id="{DA1EA4C3-4993-8FF0-1972-F4459722E0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066" y="2602230"/>
            <a:ext cx="863268" cy="97917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6E0FB1D-32D8-7CD6-A969-037CCAB6A9CD}"/>
              </a:ext>
            </a:extLst>
          </p:cNvPr>
          <p:cNvSpPr txBox="1"/>
          <p:nvPr/>
        </p:nvSpPr>
        <p:spPr>
          <a:xfrm>
            <a:off x="1855006" y="1851698"/>
            <a:ext cx="2483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/>
              <a:t>Storage memory</a:t>
            </a:r>
          </a:p>
          <a:p>
            <a:pPr algn="ctr"/>
            <a:r>
              <a:rPr lang="en-US" sz="1400" noProof="0"/>
              <a:t>SSD/HDD</a:t>
            </a:r>
          </a:p>
        </p:txBody>
      </p:sp>
      <p:pic>
        <p:nvPicPr>
          <p:cNvPr id="24" name="Picture 23" descr="Logic gate - Wikipedia">
            <a:extLst>
              <a:ext uri="{FF2B5EF4-FFF2-40B4-BE49-F238E27FC236}">
                <a16:creationId xmlns:a16="http://schemas.microsoft.com/office/drawing/2014/main" id="{041D1E4E-9FAD-2A64-7F7F-1C3D434873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3892" y="3982370"/>
            <a:ext cx="1443102" cy="1922210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25" name="Picture 24" descr="Logic gate - Wikipedia">
            <a:extLst>
              <a:ext uri="{FF2B5EF4-FFF2-40B4-BE49-F238E27FC236}">
                <a16:creationId xmlns:a16="http://schemas.microsoft.com/office/drawing/2014/main" id="{2A1DC5F9-26CA-524A-A38C-171F466604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9103" y="3269749"/>
            <a:ext cx="93265" cy="124229"/>
          </a:xfrm>
          <a:prstGeom prst="rect">
            <a:avLst/>
          </a:prstGeom>
          <a:ln>
            <a:solidFill>
              <a:srgbClr val="FFC000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DDEA957-56D3-8417-31A4-BE5ED79E6CCE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9265736" y="3393978"/>
            <a:ext cx="349707" cy="5883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F6E5AF0-0EEE-E53D-D5B7-BB7148788809}"/>
              </a:ext>
            </a:extLst>
          </p:cNvPr>
          <p:cNvSpPr txBox="1"/>
          <p:nvPr/>
        </p:nvSpPr>
        <p:spPr>
          <a:xfrm>
            <a:off x="4809757" y="3786843"/>
            <a:ext cx="25907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latin typeface="Consolas" panose="020B0609020204030204" pitchFamily="49" charset="0"/>
              </a:rPr>
              <a:t>0101000100100100101</a:t>
            </a:r>
          </a:p>
          <a:p>
            <a:r>
              <a:rPr lang="es-ES">
                <a:latin typeface="Consolas" panose="020B0609020204030204" pitchFamily="49" charset="0"/>
              </a:rPr>
              <a:t>0100000111101001001</a:t>
            </a:r>
          </a:p>
          <a:p>
            <a:r>
              <a:rPr lang="es-ES">
                <a:latin typeface="Consolas" panose="020B0609020204030204" pitchFamily="49" charset="0"/>
              </a:rPr>
              <a:t>0001000111100000101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EFD5E1-AF9B-1F4C-83A5-8F6DFB987D9E}"/>
              </a:ext>
            </a:extLst>
          </p:cNvPr>
          <p:cNvSpPr txBox="1"/>
          <p:nvPr/>
        </p:nvSpPr>
        <p:spPr>
          <a:xfrm>
            <a:off x="5843337" y="4943475"/>
            <a:ext cx="25907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latin typeface="Consolas" panose="020B0609020204030204" pitchFamily="49" charset="0"/>
              </a:rPr>
              <a:t>0101000100100100101</a:t>
            </a:r>
          </a:p>
          <a:p>
            <a:r>
              <a:rPr lang="es-ES">
                <a:latin typeface="Consolas" panose="020B0609020204030204" pitchFamily="49" charset="0"/>
              </a:rPr>
              <a:t>0100000111101001001</a:t>
            </a:r>
          </a:p>
          <a:p>
            <a:r>
              <a:rPr lang="es-ES">
                <a:latin typeface="Consolas" panose="020B0609020204030204" pitchFamily="49" charset="0"/>
              </a:rPr>
              <a:t>0001000111100000101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DEFCBB-3B1A-DFC1-41C6-26385A379466}"/>
              </a:ext>
            </a:extLst>
          </p:cNvPr>
          <p:cNvSpPr txBox="1"/>
          <p:nvPr/>
        </p:nvSpPr>
        <p:spPr>
          <a:xfrm>
            <a:off x="1801313" y="3786843"/>
            <a:ext cx="25907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latin typeface="Consolas" panose="020B0609020204030204" pitchFamily="49" charset="0"/>
              </a:rPr>
              <a:t>0101000100100100101</a:t>
            </a:r>
          </a:p>
          <a:p>
            <a:r>
              <a:rPr lang="es-ES">
                <a:latin typeface="Consolas" panose="020B0609020204030204" pitchFamily="49" charset="0"/>
              </a:rPr>
              <a:t>0100000111101001001</a:t>
            </a:r>
          </a:p>
          <a:p>
            <a:r>
              <a:rPr lang="es-ES">
                <a:latin typeface="Consolas" panose="020B0609020204030204" pitchFamily="49" charset="0"/>
              </a:rPr>
              <a:t>0001000111100000101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F2B4CB-8EDC-B9CC-43F6-407BBB006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Lenguaje de </a:t>
            </a:r>
            <a:r>
              <a:rPr lang="es-ES" b="1"/>
              <a:t>máquina</a:t>
            </a:r>
            <a:endParaRPr lang="en-US" b="1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CB2DF63-CBC5-0489-0180-CCF5070EA5E8}"/>
              </a:ext>
            </a:extLst>
          </p:cNvPr>
          <p:cNvCxnSpPr>
            <a:stCxn id="37" idx="3"/>
            <a:endCxn id="33" idx="1"/>
          </p:cNvCxnSpPr>
          <p:nvPr/>
        </p:nvCxnSpPr>
        <p:spPr>
          <a:xfrm>
            <a:off x="4392087" y="4248508"/>
            <a:ext cx="417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EAFF55-7317-AF36-10D7-88A91E3D1CCF}"/>
              </a:ext>
            </a:extLst>
          </p:cNvPr>
          <p:cNvCxnSpPr>
            <a:stCxn id="33" idx="0"/>
            <a:endCxn id="15" idx="2"/>
          </p:cNvCxnSpPr>
          <p:nvPr/>
        </p:nvCxnSpPr>
        <p:spPr>
          <a:xfrm flipV="1">
            <a:off x="6105144" y="3457575"/>
            <a:ext cx="0" cy="32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9180C7-D4CF-DC2B-1136-1D0041D85A46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>
            <a:off x="7343394" y="3091815"/>
            <a:ext cx="10907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5A8ACF-E6BB-B369-BB6F-E612970CD771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6105144" y="4710173"/>
            <a:ext cx="1033580" cy="233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9FED76D-61BB-A5B4-6493-A639D26AF906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-1566058" y="3358232"/>
            <a:ext cx="1468592" cy="14685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63EABE-7B01-8F50-EB83-107BE79B354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rcRect t="29713" b="19280"/>
          <a:stretch>
            <a:fillRect/>
          </a:stretch>
        </p:blipFill>
        <p:spPr>
          <a:xfrm rot="16200000">
            <a:off x="-2222727" y="4716836"/>
            <a:ext cx="2710124" cy="8501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0B1144-432E-9EC2-938C-DE82C88E01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-2492243" y="1414827"/>
            <a:ext cx="3406891" cy="100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2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92CA98-1848-7080-EBB3-5D96DE57A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20" y="5072046"/>
            <a:ext cx="3406891" cy="1007872"/>
          </a:xfrm>
          <a:prstGeom prst="rect">
            <a:avLst/>
          </a:prstGeom>
        </p:spPr>
      </p:pic>
      <p:pic>
        <p:nvPicPr>
          <p:cNvPr id="13" name="Picture 12" descr="Computer Chip Line Drawing – Royalty-Free Vector | VectorStock">
            <a:extLst>
              <a:ext uri="{FF2B5EF4-FFF2-40B4-BE49-F238E27FC236}">
                <a16:creationId xmlns:a16="http://schemas.microsoft.com/office/drawing/2014/main" id="{78E7E5AA-911A-4F53-4CDC-FECA231638D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8434111" y="2516845"/>
            <a:ext cx="1181332" cy="1149940"/>
          </a:xfrm>
          <a:prstGeom prst="rect">
            <a:avLst/>
          </a:prstGeom>
        </p:spPr>
      </p:pic>
      <p:pic>
        <p:nvPicPr>
          <p:cNvPr id="15" name="Picture 14" descr="Hand Drawn Vector Ram Memory Doodle Stock Vector (Royalty Free) 2338269477  | Shutterstock">
            <a:extLst>
              <a:ext uri="{FF2B5EF4-FFF2-40B4-BE49-F238E27FC236}">
                <a16:creationId xmlns:a16="http://schemas.microsoft.com/office/drawing/2014/main" id="{77E6C387-0013-A5AF-BA56-6C3117F0A0A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3543" b="39028"/>
          <a:stretch>
            <a:fillRect/>
          </a:stretch>
        </p:blipFill>
        <p:spPr>
          <a:xfrm>
            <a:off x="4865036" y="2726055"/>
            <a:ext cx="2476500" cy="731520"/>
          </a:xfrm>
          <a:prstGeom prst="rect">
            <a:avLst/>
          </a:prstGeom>
        </p:spPr>
      </p:pic>
      <p:pic>
        <p:nvPicPr>
          <p:cNvPr id="20" name="Picture 19" descr="hard disk drive illustration design 49213546 Vector Art at ...">
            <a:extLst>
              <a:ext uri="{FF2B5EF4-FFF2-40B4-BE49-F238E27FC236}">
                <a16:creationId xmlns:a16="http://schemas.microsoft.com/office/drawing/2014/main" id="{38D5B778-8FAA-22CD-7FD9-114DC93895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5066" y="2602230"/>
            <a:ext cx="863268" cy="979170"/>
          </a:xfrm>
          <a:prstGeom prst="rect">
            <a:avLst/>
          </a:prstGeom>
        </p:spPr>
      </p:pic>
      <p:pic>
        <p:nvPicPr>
          <p:cNvPr id="24" name="Picture 23" descr="Logic gate - Wikipedia">
            <a:extLst>
              <a:ext uri="{FF2B5EF4-FFF2-40B4-BE49-F238E27FC236}">
                <a16:creationId xmlns:a16="http://schemas.microsoft.com/office/drawing/2014/main" id="{95633362-8F0F-01DA-1B1D-3BADBCA651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3892" y="3982370"/>
            <a:ext cx="1443102" cy="1922210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25" name="Picture 24" descr="Logic gate - Wikipedia">
            <a:extLst>
              <a:ext uri="{FF2B5EF4-FFF2-40B4-BE49-F238E27FC236}">
                <a16:creationId xmlns:a16="http://schemas.microsoft.com/office/drawing/2014/main" id="{43F3A8C2-6066-41E4-8EC2-0FDE989C39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9103" y="3269749"/>
            <a:ext cx="93265" cy="124229"/>
          </a:xfrm>
          <a:prstGeom prst="rect">
            <a:avLst/>
          </a:prstGeom>
          <a:ln>
            <a:solidFill>
              <a:srgbClr val="FFC000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151E3CD-12B0-4A3F-55D5-AFD51256B0BD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9265736" y="3393978"/>
            <a:ext cx="349707" cy="5883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31E801D-1F70-0F19-FECC-3750A622C149}"/>
              </a:ext>
            </a:extLst>
          </p:cNvPr>
          <p:cNvSpPr txBox="1"/>
          <p:nvPr/>
        </p:nvSpPr>
        <p:spPr>
          <a:xfrm>
            <a:off x="4807905" y="3786843"/>
            <a:ext cx="25907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>
                <a:latin typeface="Consolas" panose="020B0609020204030204" pitchFamily="49" charset="0"/>
              </a:rPr>
              <a:t>Cargá</a:t>
            </a:r>
            <a:r>
              <a:rPr lang="es-ES">
                <a:latin typeface="Consolas" panose="020B0609020204030204" pitchFamily="49" charset="0"/>
              </a:rPr>
              <a:t> las variables</a:t>
            </a:r>
          </a:p>
          <a:p>
            <a:pPr algn="ctr"/>
            <a:r>
              <a:rPr lang="es-ES">
                <a:latin typeface="Consolas" panose="020B0609020204030204" pitchFamily="49" charset="0"/>
              </a:rPr>
              <a:t>A = 20612</a:t>
            </a:r>
          </a:p>
          <a:p>
            <a:pPr algn="ctr"/>
            <a:r>
              <a:rPr lang="es-ES">
                <a:latin typeface="Consolas" panose="020B0609020204030204" pitchFamily="49" charset="0"/>
              </a:rPr>
              <a:t>B = 205991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736FF8-B4DA-8F7A-1F3E-652CE637EE9B}"/>
              </a:ext>
            </a:extLst>
          </p:cNvPr>
          <p:cNvSpPr txBox="1"/>
          <p:nvPr/>
        </p:nvSpPr>
        <p:spPr>
          <a:xfrm>
            <a:off x="6103286" y="5039441"/>
            <a:ext cx="1451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>
                <a:latin typeface="Consolas" panose="020B0609020204030204" pitchFamily="49" charset="0"/>
              </a:rPr>
              <a:t>Sumá</a:t>
            </a:r>
            <a:r>
              <a:rPr lang="es-ES">
                <a:latin typeface="Consolas" panose="020B0609020204030204" pitchFamily="49" charset="0"/>
              </a:rPr>
              <a:t> A y B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B0BEC1-F428-CA6B-BD26-C504F8675AC6}"/>
              </a:ext>
            </a:extLst>
          </p:cNvPr>
          <p:cNvSpPr txBox="1"/>
          <p:nvPr/>
        </p:nvSpPr>
        <p:spPr>
          <a:xfrm>
            <a:off x="1927953" y="3786843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>
                <a:latin typeface="Consolas" panose="020B0609020204030204" pitchFamily="49" charset="0"/>
              </a:rPr>
              <a:t>Cargá</a:t>
            </a:r>
            <a:r>
              <a:rPr lang="es-ES">
                <a:latin typeface="Consolas" panose="020B0609020204030204" pitchFamily="49" charset="0"/>
              </a:rPr>
              <a:t> el programa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E818EEAD-96AA-1BC3-F95C-F6D889D7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Lenguaje de </a:t>
            </a:r>
            <a:r>
              <a:rPr lang="es-ES" b="1"/>
              <a:t>programación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65A1F-C4C4-C7BC-A9D2-5401A1F8C963}"/>
              </a:ext>
            </a:extLst>
          </p:cNvPr>
          <p:cNvSpPr txBox="1"/>
          <p:nvPr/>
        </p:nvSpPr>
        <p:spPr>
          <a:xfrm>
            <a:off x="4863450" y="1851698"/>
            <a:ext cx="2483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/>
              <a:t>RAM</a:t>
            </a:r>
          </a:p>
          <a:p>
            <a:pPr algn="ctr"/>
            <a:r>
              <a:rPr lang="es-ES" sz="1400"/>
              <a:t>Random Access Memory</a:t>
            </a:r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EDCB2-2663-93C7-6F5F-4AD3FF728673}"/>
              </a:ext>
            </a:extLst>
          </p:cNvPr>
          <p:cNvSpPr txBox="1"/>
          <p:nvPr/>
        </p:nvSpPr>
        <p:spPr>
          <a:xfrm>
            <a:off x="8022675" y="1851698"/>
            <a:ext cx="20042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/>
              <a:t>CPU</a:t>
            </a:r>
          </a:p>
          <a:p>
            <a:pPr algn="ctr"/>
            <a:r>
              <a:rPr lang="en-US" sz="1400" noProof="0"/>
              <a:t>Central Processing Unit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292BF9-4495-1F08-B97F-C49E5D63FF57}"/>
              </a:ext>
            </a:extLst>
          </p:cNvPr>
          <p:cNvSpPr txBox="1"/>
          <p:nvPr/>
        </p:nvSpPr>
        <p:spPr>
          <a:xfrm>
            <a:off x="1855006" y="1851698"/>
            <a:ext cx="2483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/>
              <a:t>Storage memory</a:t>
            </a:r>
          </a:p>
          <a:p>
            <a:pPr algn="ctr"/>
            <a:r>
              <a:rPr lang="en-US" sz="1400" noProof="0"/>
              <a:t>SSD/HDD</a:t>
            </a:r>
          </a:p>
        </p:txBody>
      </p:sp>
    </p:spTree>
    <p:extLst>
      <p:ext uri="{BB962C8B-B14F-4D97-AF65-F5344CB8AC3E}">
        <p14:creationId xmlns:p14="http://schemas.microsoft.com/office/powerpoint/2010/main" val="2138073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09214-E35C-514B-8700-0BF4D0EDF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D114C6-261E-7C68-B490-C3F4A4F95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892" y="1105694"/>
            <a:ext cx="3406891" cy="1007872"/>
          </a:xfrm>
          <a:prstGeom prst="rect">
            <a:avLst/>
          </a:prstGeom>
        </p:spPr>
      </p:pic>
      <p:pic>
        <p:nvPicPr>
          <p:cNvPr id="13" name="Picture 12" descr="Computer Chip Line Drawing – Royalty-Free Vector | VectorStock">
            <a:extLst>
              <a:ext uri="{FF2B5EF4-FFF2-40B4-BE49-F238E27FC236}">
                <a16:creationId xmlns:a16="http://schemas.microsoft.com/office/drawing/2014/main" id="{FF50DBAB-07C5-2E19-6DE6-5F511BB32FF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8434111" y="2516845"/>
            <a:ext cx="1181332" cy="1149940"/>
          </a:xfrm>
          <a:prstGeom prst="rect">
            <a:avLst/>
          </a:prstGeom>
        </p:spPr>
      </p:pic>
      <p:pic>
        <p:nvPicPr>
          <p:cNvPr id="15" name="Picture 14" descr="Hand Drawn Vector Ram Memory Doodle Stock Vector (Royalty Free) 2338269477  | Shutterstock">
            <a:extLst>
              <a:ext uri="{FF2B5EF4-FFF2-40B4-BE49-F238E27FC236}">
                <a16:creationId xmlns:a16="http://schemas.microsoft.com/office/drawing/2014/main" id="{A2F4EE90-EE99-C3DA-9B3A-B527962B332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3543" b="39028"/>
          <a:stretch>
            <a:fillRect/>
          </a:stretch>
        </p:blipFill>
        <p:spPr>
          <a:xfrm>
            <a:off x="4865036" y="2726055"/>
            <a:ext cx="2476500" cy="731520"/>
          </a:xfrm>
          <a:prstGeom prst="rect">
            <a:avLst/>
          </a:prstGeom>
        </p:spPr>
      </p:pic>
      <p:pic>
        <p:nvPicPr>
          <p:cNvPr id="20" name="Picture 19" descr="hard disk drive illustration design 49213546 Vector Art at ...">
            <a:extLst>
              <a:ext uri="{FF2B5EF4-FFF2-40B4-BE49-F238E27FC236}">
                <a16:creationId xmlns:a16="http://schemas.microsoft.com/office/drawing/2014/main" id="{A5C5F9FD-5304-52CE-5FD1-DC28CEB11D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5066" y="2602230"/>
            <a:ext cx="863268" cy="979170"/>
          </a:xfrm>
          <a:prstGeom prst="rect">
            <a:avLst/>
          </a:prstGeom>
        </p:spPr>
      </p:pic>
      <p:pic>
        <p:nvPicPr>
          <p:cNvPr id="24" name="Picture 23" descr="Logic gate - Wikipedia">
            <a:extLst>
              <a:ext uri="{FF2B5EF4-FFF2-40B4-BE49-F238E27FC236}">
                <a16:creationId xmlns:a16="http://schemas.microsoft.com/office/drawing/2014/main" id="{7C988564-CCDB-85BD-8240-2ED27FD330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3892" y="3982370"/>
            <a:ext cx="1443102" cy="1922210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25" name="Picture 24" descr="Logic gate - Wikipedia">
            <a:extLst>
              <a:ext uri="{FF2B5EF4-FFF2-40B4-BE49-F238E27FC236}">
                <a16:creationId xmlns:a16="http://schemas.microsoft.com/office/drawing/2014/main" id="{324BA23B-95B6-1FE5-0506-D30BBDE0DA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9103" y="3269749"/>
            <a:ext cx="93265" cy="124229"/>
          </a:xfrm>
          <a:prstGeom prst="rect">
            <a:avLst/>
          </a:prstGeom>
          <a:ln>
            <a:solidFill>
              <a:srgbClr val="FFC000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60DDB8-BDB1-6234-E6B5-38183A738E51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9265736" y="3393978"/>
            <a:ext cx="349707" cy="5883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itle 38">
            <a:extLst>
              <a:ext uri="{FF2B5EF4-FFF2-40B4-BE49-F238E27FC236}">
                <a16:creationId xmlns:a16="http://schemas.microsoft.com/office/drawing/2014/main" id="{6528E60C-26DB-BE4F-5A30-556E052C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Lenguaje de programación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4ECF38-FEC5-633B-1771-A8B83D56315E}"/>
              </a:ext>
            </a:extLst>
          </p:cNvPr>
          <p:cNvSpPr txBox="1"/>
          <p:nvPr/>
        </p:nvSpPr>
        <p:spPr>
          <a:xfrm>
            <a:off x="9722705" y="723174"/>
            <a:ext cx="160819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s-ES"/>
              <a:t>COMPILADOR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609EA6-1A27-5359-6879-A1F174586757}"/>
              </a:ext>
            </a:extLst>
          </p:cNvPr>
          <p:cNvSpPr txBox="1"/>
          <p:nvPr/>
        </p:nvSpPr>
        <p:spPr>
          <a:xfrm>
            <a:off x="4809757" y="3786843"/>
            <a:ext cx="25907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latin typeface="Consolas" panose="020B0609020204030204" pitchFamily="49" charset="0"/>
              </a:rPr>
              <a:t>0101000100100100101</a:t>
            </a:r>
          </a:p>
          <a:p>
            <a:r>
              <a:rPr lang="es-ES">
                <a:latin typeface="Consolas" panose="020B0609020204030204" pitchFamily="49" charset="0"/>
              </a:rPr>
              <a:t>0100000111101001001</a:t>
            </a:r>
          </a:p>
          <a:p>
            <a:r>
              <a:rPr lang="es-ES">
                <a:latin typeface="Consolas" panose="020B0609020204030204" pitchFamily="49" charset="0"/>
              </a:rPr>
              <a:t>0001000111100000101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EC005-2EA0-DE3C-86EF-84F5F51CEDA8}"/>
              </a:ext>
            </a:extLst>
          </p:cNvPr>
          <p:cNvSpPr txBox="1"/>
          <p:nvPr/>
        </p:nvSpPr>
        <p:spPr>
          <a:xfrm>
            <a:off x="5843337" y="4943475"/>
            <a:ext cx="25907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latin typeface="Consolas" panose="020B0609020204030204" pitchFamily="49" charset="0"/>
              </a:rPr>
              <a:t>0101000100100100101</a:t>
            </a:r>
          </a:p>
          <a:p>
            <a:r>
              <a:rPr lang="es-ES">
                <a:latin typeface="Consolas" panose="020B0609020204030204" pitchFamily="49" charset="0"/>
              </a:rPr>
              <a:t>0100000111101001001</a:t>
            </a:r>
          </a:p>
          <a:p>
            <a:r>
              <a:rPr lang="es-ES">
                <a:latin typeface="Consolas" panose="020B0609020204030204" pitchFamily="49" charset="0"/>
              </a:rPr>
              <a:t>0001000111100000101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60D82-4C0F-808B-1276-82A387519258}"/>
              </a:ext>
            </a:extLst>
          </p:cNvPr>
          <p:cNvSpPr txBox="1"/>
          <p:nvPr/>
        </p:nvSpPr>
        <p:spPr>
          <a:xfrm>
            <a:off x="1801313" y="3786843"/>
            <a:ext cx="25907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latin typeface="Consolas" panose="020B0609020204030204" pitchFamily="49" charset="0"/>
              </a:rPr>
              <a:t>0101000100100100101</a:t>
            </a:r>
          </a:p>
          <a:p>
            <a:r>
              <a:rPr lang="es-ES">
                <a:latin typeface="Consolas" panose="020B0609020204030204" pitchFamily="49" charset="0"/>
              </a:rPr>
              <a:t>0100000111101001001</a:t>
            </a:r>
          </a:p>
          <a:p>
            <a:r>
              <a:rPr lang="es-ES">
                <a:latin typeface="Consolas" panose="020B0609020204030204" pitchFamily="49" charset="0"/>
              </a:rPr>
              <a:t>0001000111100000101</a:t>
            </a:r>
            <a:endParaRPr lang="en-US">
              <a:latin typeface="Consolas" panose="020B060902020403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6D4018-F60D-B6FD-7C01-3C68D23F0D2D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>
            <a:off x="4392087" y="4248508"/>
            <a:ext cx="417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4D3AB0-A867-DC7D-BE29-07293FACB28B}"/>
              </a:ext>
            </a:extLst>
          </p:cNvPr>
          <p:cNvCxnSpPr>
            <a:stCxn id="10" idx="0"/>
          </p:cNvCxnSpPr>
          <p:nvPr/>
        </p:nvCxnSpPr>
        <p:spPr>
          <a:xfrm flipV="1">
            <a:off x="6105144" y="3457575"/>
            <a:ext cx="0" cy="32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A16F40-8773-567B-F492-188680AACF47}"/>
              </a:ext>
            </a:extLst>
          </p:cNvPr>
          <p:cNvCxnSpPr>
            <a:cxnSpLocks/>
          </p:cNvCxnSpPr>
          <p:nvPr/>
        </p:nvCxnSpPr>
        <p:spPr>
          <a:xfrm>
            <a:off x="7343394" y="3091815"/>
            <a:ext cx="10907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685683E-D3BF-DCB3-0768-9567E8098C2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105144" y="4710173"/>
            <a:ext cx="1033580" cy="233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4397A19-1692-E4CC-BC4E-24F81D5F2EB3}"/>
              </a:ext>
            </a:extLst>
          </p:cNvPr>
          <p:cNvSpPr txBox="1"/>
          <p:nvPr/>
        </p:nvSpPr>
        <p:spPr>
          <a:xfrm>
            <a:off x="4863450" y="1851698"/>
            <a:ext cx="2483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/>
              <a:t>RAM</a:t>
            </a:r>
          </a:p>
          <a:p>
            <a:pPr algn="ctr"/>
            <a:r>
              <a:rPr lang="es-ES" sz="1400"/>
              <a:t>Random Access Memory</a:t>
            </a:r>
            <a:endParaRPr lang="en-US"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84DC4E-F287-5225-0093-08CAEB53FED3}"/>
              </a:ext>
            </a:extLst>
          </p:cNvPr>
          <p:cNvSpPr txBox="1"/>
          <p:nvPr/>
        </p:nvSpPr>
        <p:spPr>
          <a:xfrm>
            <a:off x="8022675" y="1851698"/>
            <a:ext cx="20042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/>
              <a:t>CPU</a:t>
            </a:r>
          </a:p>
          <a:p>
            <a:pPr algn="ctr"/>
            <a:r>
              <a:rPr lang="en-US" sz="1400" noProof="0"/>
              <a:t>Central Processing Unit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0E2C71-8C09-8CFA-CC92-A044622BA348}"/>
              </a:ext>
            </a:extLst>
          </p:cNvPr>
          <p:cNvSpPr txBox="1"/>
          <p:nvPr/>
        </p:nvSpPr>
        <p:spPr>
          <a:xfrm>
            <a:off x="1855006" y="1851698"/>
            <a:ext cx="2483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/>
              <a:t>Storage memory</a:t>
            </a:r>
          </a:p>
          <a:p>
            <a:pPr algn="ctr"/>
            <a:r>
              <a:rPr lang="en-US" sz="1400" noProof="0"/>
              <a:t>SSD/HDD</a:t>
            </a:r>
          </a:p>
        </p:txBody>
      </p:sp>
    </p:spTree>
    <p:extLst>
      <p:ext uri="{BB962C8B-B14F-4D97-AF65-F5344CB8AC3E}">
        <p14:creationId xmlns:p14="http://schemas.microsoft.com/office/powerpoint/2010/main" val="1211199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B59AE-54D3-CE31-E04E-8CB1AFF45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8CCC56-3F84-AAE5-FE5B-A606B45B0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18" y="5072046"/>
            <a:ext cx="3406891" cy="1007872"/>
          </a:xfrm>
          <a:prstGeom prst="rect">
            <a:avLst/>
          </a:prstGeom>
        </p:spPr>
      </p:pic>
      <p:pic>
        <p:nvPicPr>
          <p:cNvPr id="13" name="Picture 12" descr="Computer Chip Line Drawing – Royalty-Free Vector | VectorStock">
            <a:extLst>
              <a:ext uri="{FF2B5EF4-FFF2-40B4-BE49-F238E27FC236}">
                <a16:creationId xmlns:a16="http://schemas.microsoft.com/office/drawing/2014/main" id="{EA9299B8-CA36-3DB4-554A-6D80456572B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8434111" y="2516845"/>
            <a:ext cx="1181332" cy="1149940"/>
          </a:xfrm>
          <a:prstGeom prst="rect">
            <a:avLst/>
          </a:prstGeom>
        </p:spPr>
      </p:pic>
      <p:pic>
        <p:nvPicPr>
          <p:cNvPr id="15" name="Picture 14" descr="Hand Drawn Vector Ram Memory Doodle Stock Vector (Royalty Free) 2338269477  | Shutterstock">
            <a:extLst>
              <a:ext uri="{FF2B5EF4-FFF2-40B4-BE49-F238E27FC236}">
                <a16:creationId xmlns:a16="http://schemas.microsoft.com/office/drawing/2014/main" id="{AD516EDD-48E0-057B-D684-72D231614A7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3543" b="39028"/>
          <a:stretch>
            <a:fillRect/>
          </a:stretch>
        </p:blipFill>
        <p:spPr>
          <a:xfrm>
            <a:off x="4865036" y="2726055"/>
            <a:ext cx="2476500" cy="731520"/>
          </a:xfrm>
          <a:prstGeom prst="rect">
            <a:avLst/>
          </a:prstGeom>
        </p:spPr>
      </p:pic>
      <p:pic>
        <p:nvPicPr>
          <p:cNvPr id="20" name="Picture 19" descr="hard disk drive illustration design 49213546 Vector Art at ...">
            <a:extLst>
              <a:ext uri="{FF2B5EF4-FFF2-40B4-BE49-F238E27FC236}">
                <a16:creationId xmlns:a16="http://schemas.microsoft.com/office/drawing/2014/main" id="{65E68048-5F6B-1180-9363-466AD4E64A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5066" y="2602230"/>
            <a:ext cx="863268" cy="97917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E2FFADD-1295-DCDF-AA3A-1C14F606DC22}"/>
              </a:ext>
            </a:extLst>
          </p:cNvPr>
          <p:cNvSpPr txBox="1"/>
          <p:nvPr/>
        </p:nvSpPr>
        <p:spPr>
          <a:xfrm>
            <a:off x="4863932" y="4170761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latin typeface="Consolas" panose="020B0609020204030204" pitchFamily="49" charset="0"/>
              </a:rPr>
              <a:t>resultado = 226603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48EA08D4-3B26-54B1-5051-D51FAD352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Lenguaje de programación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71879-873E-B6CE-AD56-F24E30DABA08}"/>
              </a:ext>
            </a:extLst>
          </p:cNvPr>
          <p:cNvSpPr txBox="1"/>
          <p:nvPr/>
        </p:nvSpPr>
        <p:spPr>
          <a:xfrm>
            <a:off x="4863450" y="1851698"/>
            <a:ext cx="2483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/>
              <a:t>RAM</a:t>
            </a:r>
          </a:p>
          <a:p>
            <a:pPr algn="ctr"/>
            <a:r>
              <a:rPr lang="es-ES" sz="1400"/>
              <a:t>Random Access Memory</a:t>
            </a:r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1FA56-155E-9D49-4D3B-28809E98631F}"/>
              </a:ext>
            </a:extLst>
          </p:cNvPr>
          <p:cNvSpPr txBox="1"/>
          <p:nvPr/>
        </p:nvSpPr>
        <p:spPr>
          <a:xfrm>
            <a:off x="8022675" y="1851698"/>
            <a:ext cx="20042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/>
              <a:t>CPU</a:t>
            </a:r>
          </a:p>
          <a:p>
            <a:pPr algn="ctr"/>
            <a:r>
              <a:rPr lang="en-US" sz="1400" noProof="0"/>
              <a:t>Central Processing 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5BD20-53FB-809F-4F34-C61C31498BF2}"/>
              </a:ext>
            </a:extLst>
          </p:cNvPr>
          <p:cNvSpPr txBox="1"/>
          <p:nvPr/>
        </p:nvSpPr>
        <p:spPr>
          <a:xfrm>
            <a:off x="1855006" y="1851698"/>
            <a:ext cx="2483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/>
              <a:t>Storage memory</a:t>
            </a:r>
          </a:p>
          <a:p>
            <a:pPr algn="ctr"/>
            <a:r>
              <a:rPr lang="en-US" sz="1400" noProof="0"/>
              <a:t>SSD/HDD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915FA-BD1F-A28A-3E74-A58A04418C16}"/>
              </a:ext>
            </a:extLst>
          </p:cNvPr>
          <p:cNvSpPr txBox="1"/>
          <p:nvPr/>
        </p:nvSpPr>
        <p:spPr>
          <a:xfrm>
            <a:off x="1882037" y="4702714"/>
            <a:ext cx="160819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s-ES"/>
              <a:t>COMPILADOR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46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3277F31-2463-7039-940F-62AA899ED3E4}"/>
              </a:ext>
            </a:extLst>
          </p:cNvPr>
          <p:cNvSpPr txBox="1"/>
          <p:nvPr/>
        </p:nvSpPr>
        <p:spPr>
          <a:xfrm rot="16200000">
            <a:off x="5600512" y="-1379249"/>
            <a:ext cx="990977" cy="1087008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 algn="ctr"/>
            <a:r>
              <a:rPr lang="es-ES" b="1"/>
              <a:t>Español</a:t>
            </a:r>
            <a:endParaRPr lang="en-US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2A7B78-31C1-32C9-C7A7-4E5966CD6F46}"/>
              </a:ext>
            </a:extLst>
          </p:cNvPr>
          <p:cNvSpPr txBox="1"/>
          <p:nvPr/>
        </p:nvSpPr>
        <p:spPr>
          <a:xfrm rot="16200000">
            <a:off x="5657290" y="325970"/>
            <a:ext cx="877420" cy="1087008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 algn="ctr"/>
            <a:r>
              <a:rPr lang="es-ES" b="1"/>
              <a:t>Python</a:t>
            </a:r>
            <a:endParaRPr lang="en-US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1AA4D-95D8-3FB3-2CE9-B190EB96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Lenguaje programación </a:t>
            </a:r>
            <a:r>
              <a:rPr lang="es-ES" i="1" u="sng"/>
              <a:t>VS</a:t>
            </a:r>
            <a:r>
              <a:rPr lang="es-ES"/>
              <a:t> Lenguaje natural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B57274-20C6-918F-84F9-7EA760635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467923" cy="4351338"/>
          </a:xfrm>
        </p:spPr>
        <p:txBody>
          <a:bodyPr/>
          <a:lstStyle/>
          <a:p>
            <a:r>
              <a:rPr lang="es-ES" b="1" u="sng"/>
              <a:t>Primitivos</a:t>
            </a:r>
            <a:r>
              <a:rPr lang="es-ES"/>
              <a:t>:</a:t>
            </a:r>
          </a:p>
          <a:p>
            <a:pPr lvl="1"/>
            <a:r>
              <a:rPr lang="es-ES"/>
              <a:t>Literales </a:t>
            </a:r>
            <a:r>
              <a:rPr lang="es-ES" sz="1200"/>
              <a:t>(objetos)</a:t>
            </a:r>
          </a:p>
          <a:p>
            <a:pPr lvl="1"/>
            <a:r>
              <a:rPr lang="es-ES"/>
              <a:t>Operadores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73D33A-06B4-84D8-341B-A093E599E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18968" y="1825625"/>
            <a:ext cx="2467923" cy="4351338"/>
          </a:xfrm>
        </p:spPr>
        <p:txBody>
          <a:bodyPr/>
          <a:lstStyle/>
          <a:p>
            <a:r>
              <a:rPr lang="es-ES" b="1" u="sng"/>
              <a:t>Sintaxis</a:t>
            </a:r>
            <a:r>
              <a:rPr lang="es-ES"/>
              <a:t>:</a:t>
            </a:r>
          </a:p>
          <a:p>
            <a:pPr lvl="1"/>
            <a:r>
              <a:rPr lang="es-ES"/>
              <a:t>Validas</a:t>
            </a:r>
          </a:p>
          <a:p>
            <a:pPr lvl="1"/>
            <a:r>
              <a:rPr lang="es-ES"/>
              <a:t>Inválidas</a:t>
            </a:r>
            <a:endParaRPr lang="en-US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638460E-7166-DAFD-1F99-593E22B2FCD8}"/>
              </a:ext>
            </a:extLst>
          </p:cNvPr>
          <p:cNvSpPr/>
          <p:nvPr/>
        </p:nvSpPr>
        <p:spPr>
          <a:xfrm>
            <a:off x="1384173" y="5038707"/>
            <a:ext cx="1540002" cy="14541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D586A94C-C7B6-89DD-B1CD-7E4C2430E72C}"/>
              </a:ext>
            </a:extLst>
          </p:cNvPr>
          <p:cNvSpPr txBox="1">
            <a:spLocks/>
          </p:cNvSpPr>
          <p:nvPr/>
        </p:nvSpPr>
        <p:spPr>
          <a:xfrm>
            <a:off x="6199736" y="1825625"/>
            <a:ext cx="246792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u="sng"/>
              <a:t>Semántica</a:t>
            </a:r>
            <a:r>
              <a:rPr lang="es-ES"/>
              <a:t>:</a:t>
            </a:r>
          </a:p>
          <a:p>
            <a:pPr lvl="1"/>
            <a:r>
              <a:rPr lang="es-ES"/>
              <a:t>Válidas</a:t>
            </a:r>
          </a:p>
          <a:p>
            <a:pPr lvl="1"/>
            <a:r>
              <a:rPr lang="es-ES"/>
              <a:t>Inválidas</a:t>
            </a:r>
            <a:endParaRPr lang="en-US"/>
          </a:p>
        </p:txBody>
      </p:sp>
      <p:pic>
        <p:nvPicPr>
          <p:cNvPr id="16" name="Picture 15" descr="Word clouds of frequent tokens (a) and most used emojis in Spanish (b) | Download Scientific Diagram">
            <a:extLst>
              <a:ext uri="{FF2B5EF4-FFF2-40B4-BE49-F238E27FC236}">
                <a16:creationId xmlns:a16="http://schemas.microsoft.com/office/drawing/2014/main" id="{F51323A5-3B5C-DC5C-D095-770CC6EF1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173" y="3285793"/>
            <a:ext cx="1540002" cy="15400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451750B-D040-8CD7-9E3C-FE5C52784F59}"/>
              </a:ext>
            </a:extLst>
          </p:cNvPr>
          <p:cNvSpPr txBox="1"/>
          <p:nvPr/>
        </p:nvSpPr>
        <p:spPr>
          <a:xfrm>
            <a:off x="3619508" y="3708162"/>
            <a:ext cx="223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rgbClr val="C00000"/>
                </a:solidFill>
              </a:rPr>
              <a:t>SUJETO</a:t>
            </a:r>
            <a:r>
              <a:rPr lang="es-ES"/>
              <a:t> </a:t>
            </a:r>
            <a:r>
              <a:rPr lang="es-ES">
                <a:solidFill>
                  <a:srgbClr val="7030A0"/>
                </a:solidFill>
              </a:rPr>
              <a:t>PREDICADO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ACB3FF-98B5-8886-1EAB-80E7C729A818}"/>
              </a:ext>
            </a:extLst>
          </p:cNvPr>
          <p:cNvSpPr txBox="1"/>
          <p:nvPr/>
        </p:nvSpPr>
        <p:spPr>
          <a:xfrm>
            <a:off x="3218245" y="5438299"/>
            <a:ext cx="3036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rgbClr val="C00000"/>
                </a:solidFill>
              </a:rPr>
              <a:t>LITERAL</a:t>
            </a:r>
            <a:r>
              <a:rPr lang="es-ES"/>
              <a:t> </a:t>
            </a:r>
            <a:r>
              <a:rPr lang="es-ES">
                <a:solidFill>
                  <a:srgbClr val="7030A0"/>
                </a:solidFill>
              </a:rPr>
              <a:t>OPERADOR</a:t>
            </a:r>
            <a:r>
              <a:rPr lang="es-ES">
                <a:solidFill>
                  <a:schemeClr val="accent6"/>
                </a:solidFill>
              </a:rPr>
              <a:t> </a:t>
            </a:r>
            <a:r>
              <a:rPr lang="es-ES">
                <a:solidFill>
                  <a:srgbClr val="C00000"/>
                </a:solidFill>
              </a:rPr>
              <a:t>LITERAL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60C774-61F3-34E3-3F0D-1AEC157A9D75}"/>
              </a:ext>
            </a:extLst>
          </p:cNvPr>
          <p:cNvSpPr txBox="1"/>
          <p:nvPr/>
        </p:nvSpPr>
        <p:spPr>
          <a:xfrm>
            <a:off x="3859189" y="4077494"/>
            <a:ext cx="1754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trike="sngStrike">
                <a:solidFill>
                  <a:srgbClr val="C00000"/>
                </a:solidFill>
              </a:rPr>
              <a:t>SUJETO </a:t>
            </a:r>
            <a:r>
              <a:rPr lang="es-ES" strike="sngStrike" err="1">
                <a:solidFill>
                  <a:srgbClr val="C00000"/>
                </a:solidFill>
              </a:rPr>
              <a:t>SUJETO</a:t>
            </a:r>
            <a:endParaRPr lang="en-US" strike="sngStrike">
              <a:solidFill>
                <a:srgbClr val="7030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E25317-1B7A-355F-B585-3915F323C626}"/>
              </a:ext>
            </a:extLst>
          </p:cNvPr>
          <p:cNvSpPr txBox="1"/>
          <p:nvPr/>
        </p:nvSpPr>
        <p:spPr>
          <a:xfrm>
            <a:off x="3401789" y="5761010"/>
            <a:ext cx="266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trike="sngStrike">
                <a:solidFill>
                  <a:srgbClr val="C00000"/>
                </a:solidFill>
              </a:rPr>
              <a:t>LITERAL</a:t>
            </a:r>
            <a:r>
              <a:rPr lang="es-ES" strike="sngStrike">
                <a:solidFill>
                  <a:schemeClr val="accent6"/>
                </a:solidFill>
              </a:rPr>
              <a:t> </a:t>
            </a:r>
            <a:r>
              <a:rPr lang="es-ES" strike="sngStrike" err="1">
                <a:solidFill>
                  <a:srgbClr val="C00000"/>
                </a:solidFill>
              </a:rPr>
              <a:t>LITERAL</a:t>
            </a:r>
            <a:r>
              <a:rPr lang="es-ES" strike="sngStrike">
                <a:solidFill>
                  <a:srgbClr val="C00000"/>
                </a:solidFill>
              </a:rPr>
              <a:t> </a:t>
            </a:r>
            <a:r>
              <a:rPr lang="es-ES" strike="sngStrike" err="1">
                <a:solidFill>
                  <a:srgbClr val="C00000"/>
                </a:solidFill>
              </a:rPr>
              <a:t>LITERAL</a:t>
            </a:r>
            <a:endParaRPr lang="en-US" strike="sngStrike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B95553-A6F4-244F-191E-76C3D92618A7}"/>
              </a:ext>
            </a:extLst>
          </p:cNvPr>
          <p:cNvSpPr txBox="1"/>
          <p:nvPr/>
        </p:nvSpPr>
        <p:spPr>
          <a:xfrm>
            <a:off x="6156577" y="3708162"/>
            <a:ext cx="2654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rgbClr val="C00000"/>
                </a:solidFill>
              </a:rPr>
              <a:t>JUAN</a:t>
            </a:r>
            <a:r>
              <a:rPr lang="es-ES"/>
              <a:t> </a:t>
            </a:r>
            <a:r>
              <a:rPr lang="es-ES">
                <a:solidFill>
                  <a:srgbClr val="7030A0"/>
                </a:solidFill>
              </a:rPr>
              <a:t>APRENDE PYTHON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204D05-27F0-BA89-FDDB-ED4DD5D5B32B}"/>
              </a:ext>
            </a:extLst>
          </p:cNvPr>
          <p:cNvSpPr txBox="1"/>
          <p:nvPr/>
        </p:nvSpPr>
        <p:spPr>
          <a:xfrm>
            <a:off x="7159762" y="5438299"/>
            <a:ext cx="647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rgbClr val="C00000"/>
                </a:solidFill>
              </a:rPr>
              <a:t>1</a:t>
            </a:r>
            <a:r>
              <a:rPr lang="es-ES"/>
              <a:t> </a:t>
            </a:r>
            <a:r>
              <a:rPr lang="es-ES">
                <a:solidFill>
                  <a:srgbClr val="7030A0"/>
                </a:solidFill>
              </a:rPr>
              <a:t>+</a:t>
            </a:r>
            <a:r>
              <a:rPr lang="es-ES">
                <a:solidFill>
                  <a:schemeClr val="accent6"/>
                </a:solidFill>
              </a:rPr>
              <a:t> </a:t>
            </a:r>
            <a:r>
              <a:rPr lang="es-ES">
                <a:solidFill>
                  <a:srgbClr val="C00000"/>
                </a:solidFill>
              </a:rPr>
              <a:t>1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9C99A0-D553-9D41-A685-07B0F2324548}"/>
              </a:ext>
            </a:extLst>
          </p:cNvPr>
          <p:cNvSpPr txBox="1"/>
          <p:nvPr/>
        </p:nvSpPr>
        <p:spPr>
          <a:xfrm>
            <a:off x="6086842" y="4077494"/>
            <a:ext cx="2793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trike="sngStrike">
                <a:solidFill>
                  <a:srgbClr val="C00000"/>
                </a:solidFill>
              </a:rPr>
              <a:t>JUAN </a:t>
            </a:r>
            <a:r>
              <a:rPr lang="es-ES" strike="sngStrike">
                <a:solidFill>
                  <a:srgbClr val="7030A0"/>
                </a:solidFill>
              </a:rPr>
              <a:t>APRENDER PYTHON</a:t>
            </a:r>
            <a:endParaRPr lang="en-US" strike="sngStrike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E63E1E-13F0-6B53-9021-101E9FE9E426}"/>
              </a:ext>
            </a:extLst>
          </p:cNvPr>
          <p:cNvSpPr txBox="1"/>
          <p:nvPr/>
        </p:nvSpPr>
        <p:spPr>
          <a:xfrm>
            <a:off x="6790495" y="5761010"/>
            <a:ext cx="1386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trike="sngStrike">
                <a:solidFill>
                  <a:srgbClr val="C00000"/>
                </a:solidFill>
              </a:rPr>
              <a:t>3.2 </a:t>
            </a:r>
            <a:r>
              <a:rPr lang="es-ES" strike="sngStrike">
                <a:solidFill>
                  <a:schemeClr val="accent5"/>
                </a:solidFill>
              </a:rPr>
              <a:t>/ </a:t>
            </a:r>
            <a:r>
              <a:rPr lang="es-ES" strike="sngStrike">
                <a:solidFill>
                  <a:srgbClr val="C00000"/>
                </a:solidFill>
              </a:rPr>
              <a:t>“JUAN”</a:t>
            </a:r>
            <a:endParaRPr lang="en-US" strike="sngStrike">
              <a:solidFill>
                <a:srgbClr val="C00000"/>
              </a:solidFill>
            </a:endParaRPr>
          </a:p>
        </p:txBody>
      </p:sp>
      <p:sp>
        <p:nvSpPr>
          <p:cNvPr id="29" name="Content Placeholder 5">
            <a:extLst>
              <a:ext uri="{FF2B5EF4-FFF2-40B4-BE49-F238E27FC236}">
                <a16:creationId xmlns:a16="http://schemas.microsoft.com/office/drawing/2014/main" id="{93BF0AC6-B816-B877-DB1A-3EC27F12B68C}"/>
              </a:ext>
            </a:extLst>
          </p:cNvPr>
          <p:cNvSpPr txBox="1">
            <a:spLocks/>
          </p:cNvSpPr>
          <p:nvPr/>
        </p:nvSpPr>
        <p:spPr>
          <a:xfrm>
            <a:off x="8880505" y="1825625"/>
            <a:ext cx="246792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u="sng"/>
              <a:t>Significado</a:t>
            </a:r>
            <a:r>
              <a:rPr lang="es-ES"/>
              <a:t>:</a:t>
            </a:r>
          </a:p>
          <a:p>
            <a:pPr lvl="1"/>
            <a:r>
              <a:rPr lang="es-ES"/>
              <a:t>Válidos</a:t>
            </a:r>
          </a:p>
          <a:p>
            <a:pPr lvl="1"/>
            <a:r>
              <a:rPr lang="es-ES"/>
              <a:t>Inválidos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AD7E31-AA73-006B-CF4B-2C723A9E96B0}"/>
              </a:ext>
            </a:extLst>
          </p:cNvPr>
          <p:cNvSpPr txBox="1"/>
          <p:nvPr/>
        </p:nvSpPr>
        <p:spPr>
          <a:xfrm>
            <a:off x="8908766" y="3708162"/>
            <a:ext cx="2427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Persona que hace algo</a:t>
            </a:r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96F691-4BF8-8031-E6C4-82279EB904EF}"/>
              </a:ext>
            </a:extLst>
          </p:cNvPr>
          <p:cNvSpPr txBox="1"/>
          <p:nvPr/>
        </p:nvSpPr>
        <p:spPr>
          <a:xfrm>
            <a:off x="9309520" y="4077494"/>
            <a:ext cx="1626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Sin significado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9F4495-8FDE-E7D9-4483-8B2338F64FA4}"/>
              </a:ext>
            </a:extLst>
          </p:cNvPr>
          <p:cNvSpPr txBox="1"/>
          <p:nvPr/>
        </p:nvSpPr>
        <p:spPr>
          <a:xfrm>
            <a:off x="10006207" y="54382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2</a:t>
            </a: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A7FEF7-13EE-A2EC-7535-8DA11C5ED225}"/>
              </a:ext>
            </a:extLst>
          </p:cNvPr>
          <p:cNvSpPr txBox="1"/>
          <p:nvPr/>
        </p:nvSpPr>
        <p:spPr>
          <a:xfrm>
            <a:off x="9678204" y="5761010"/>
            <a:ext cx="964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ERROR!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42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169E9-8407-AAAC-211C-AAB4819B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6E002-5E01-283F-FA99-FBBA74864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Tipos de errores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B7BCC-74B7-D404-919F-6D0E3B31D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87525"/>
            <a:ext cx="2467923" cy="4351338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s-ES" b="1" u="sng" noProof="0"/>
              <a:t>Sintácticos</a:t>
            </a:r>
          </a:p>
          <a:p>
            <a:pPr marL="0" indent="0" algn="ctr">
              <a:buNone/>
            </a:pPr>
            <a:endParaRPr lang="es-ES" b="1" u="sng" noProof="0"/>
          </a:p>
          <a:p>
            <a:pPr marL="0" indent="0" algn="ctr">
              <a:buNone/>
            </a:pPr>
            <a:r>
              <a:rPr lang="es-ES" noProof="0"/>
              <a:t>se frena el programa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106D43A-1D3C-593D-ED1C-6768690493D4}"/>
              </a:ext>
            </a:extLst>
          </p:cNvPr>
          <p:cNvSpPr txBox="1">
            <a:spLocks/>
          </p:cNvSpPr>
          <p:nvPr/>
        </p:nvSpPr>
        <p:spPr>
          <a:xfrm>
            <a:off x="4859352" y="1787525"/>
            <a:ext cx="2467923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u="sng" noProof="0"/>
              <a:t>Semánticos</a:t>
            </a:r>
          </a:p>
          <a:p>
            <a:pPr marL="0" indent="0" algn="ctr">
              <a:buNone/>
            </a:pPr>
            <a:endParaRPr lang="es-ES" b="1" u="sng" noProof="0"/>
          </a:p>
          <a:p>
            <a:pPr marL="0" indent="0" algn="ctr">
              <a:buNone/>
            </a:pPr>
            <a:r>
              <a:rPr lang="es-ES" noProof="0"/>
              <a:t>se frena el programa</a:t>
            </a:r>
          </a:p>
        </p:txBody>
      </p:sp>
      <p:sp>
        <p:nvSpPr>
          <p:cNvPr id="29" name="Content Placeholder 5">
            <a:extLst>
              <a:ext uri="{FF2B5EF4-FFF2-40B4-BE49-F238E27FC236}">
                <a16:creationId xmlns:a16="http://schemas.microsoft.com/office/drawing/2014/main" id="{E40A629D-1FD3-DE27-06A7-F5CA6634A2FE}"/>
              </a:ext>
            </a:extLst>
          </p:cNvPr>
          <p:cNvSpPr txBox="1">
            <a:spLocks/>
          </p:cNvSpPr>
          <p:nvPr/>
        </p:nvSpPr>
        <p:spPr>
          <a:xfrm>
            <a:off x="8733477" y="1787525"/>
            <a:ext cx="2772724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u="sng" noProof="0"/>
              <a:t>De significado</a:t>
            </a:r>
          </a:p>
          <a:p>
            <a:pPr marL="0" indent="0" algn="ctr">
              <a:buNone/>
            </a:pPr>
            <a:endParaRPr lang="es-ES" b="1" noProof="0"/>
          </a:p>
          <a:p>
            <a:pPr marL="0" indent="0" algn="ctr">
              <a:buNone/>
            </a:pPr>
            <a:r>
              <a:rPr lang="es-ES" noProof="0"/>
              <a:t>Crash</a:t>
            </a:r>
          </a:p>
          <a:p>
            <a:pPr marL="0" indent="0" algn="ctr">
              <a:buNone/>
            </a:pPr>
            <a:endParaRPr lang="es-ES" noProof="0"/>
          </a:p>
          <a:p>
            <a:pPr marL="0" indent="0" algn="ctr">
              <a:buNone/>
            </a:pPr>
            <a:r>
              <a:rPr lang="es-ES" noProof="0"/>
              <a:t>Corre para siempre</a:t>
            </a:r>
          </a:p>
          <a:p>
            <a:pPr marL="0" indent="0" algn="ctr">
              <a:buNone/>
            </a:pPr>
            <a:endParaRPr lang="es-ES" b="1" u="sng" noProof="0"/>
          </a:p>
          <a:p>
            <a:pPr marL="0" indent="0" algn="ctr">
              <a:buNone/>
            </a:pPr>
            <a:r>
              <a:rPr lang="es-ES" b="1" noProof="0"/>
              <a:t>¡¡¡RESULTADO ERRONEO!!</a:t>
            </a:r>
          </a:p>
        </p:txBody>
      </p:sp>
    </p:spTree>
    <p:extLst>
      <p:ext uri="{BB962C8B-B14F-4D97-AF65-F5344CB8AC3E}">
        <p14:creationId xmlns:p14="http://schemas.microsoft.com/office/powerpoint/2010/main" val="2680708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84134-D7AC-AA76-6E00-3093E94D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/>
              <a:t>Error de significado causa choque del</a:t>
            </a:r>
            <a:br>
              <a:rPr lang="es-ES" noProof="0"/>
            </a:br>
            <a:r>
              <a:rPr lang="es-ES" noProof="0"/>
              <a:t>Mars </a:t>
            </a:r>
            <a:r>
              <a:rPr lang="es-ES" noProof="0" err="1"/>
              <a:t>Climate</a:t>
            </a:r>
            <a:r>
              <a:rPr lang="es-ES" noProof="0"/>
              <a:t> </a:t>
            </a:r>
            <a:r>
              <a:rPr lang="es-ES" noProof="0" err="1"/>
              <a:t>Orbiter</a:t>
            </a:r>
            <a:r>
              <a:rPr lang="es-ES" noProof="0"/>
              <a:t> (1999)</a:t>
            </a:r>
          </a:p>
        </p:txBody>
      </p:sp>
      <p:pic>
        <p:nvPicPr>
          <p:cNvPr id="5" name="Picture 4" descr="How NASA Lost Its Mars Climate Orbiter From a Metric Error">
            <a:extLst>
              <a:ext uri="{FF2B5EF4-FFF2-40B4-BE49-F238E27FC236}">
                <a16:creationId xmlns:a16="http://schemas.microsoft.com/office/drawing/2014/main" id="{599D06EE-D9AC-2004-B3B8-C7EAD9929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975" y="1551781"/>
            <a:ext cx="6496050" cy="48720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06A961-8E4F-A21E-5B7F-3C85C1D77CDF}"/>
              </a:ext>
            </a:extLst>
          </p:cNvPr>
          <p:cNvSpPr txBox="1"/>
          <p:nvPr/>
        </p:nvSpPr>
        <p:spPr>
          <a:xfrm>
            <a:off x="9220200" y="2983684"/>
            <a:ext cx="24003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noProof="0"/>
              <a:t>Lockheed Martin </a:t>
            </a:r>
            <a:r>
              <a:rPr lang="es-ES" noProof="0" err="1"/>
              <a:t>Astronautics</a:t>
            </a:r>
            <a:endParaRPr lang="es-ES" noProof="0"/>
          </a:p>
          <a:p>
            <a:pPr algn="ctr"/>
            <a:r>
              <a:rPr lang="es-ES" noProof="0"/>
              <a:t>↓</a:t>
            </a:r>
            <a:endParaRPr lang="es-ES" sz="1800" b="0" i="0" noProof="0">
              <a:solidFill>
                <a:schemeClr val="tx1"/>
              </a:solidFill>
              <a:effectLst/>
              <a:latin typeface="+mn-lt"/>
            </a:endParaRPr>
          </a:p>
          <a:p>
            <a:pPr algn="ctr"/>
            <a:r>
              <a:rPr lang="es-ES" sz="1800" b="1" i="0" noProof="0">
                <a:solidFill>
                  <a:schemeClr val="tx1"/>
                </a:solidFill>
                <a:effectLst/>
                <a:latin typeface="+mn-lt"/>
              </a:rPr>
              <a:t>Sistema imperial</a:t>
            </a:r>
          </a:p>
          <a:p>
            <a:pPr algn="ctr"/>
            <a:r>
              <a:rPr lang="es-ES"/>
              <a:t>(pulgadas, pies, libras)</a:t>
            </a:r>
            <a:endParaRPr lang="es-ES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D177D-77F7-11F1-67B2-92B3386F95E1}"/>
              </a:ext>
            </a:extLst>
          </p:cNvPr>
          <p:cNvSpPr txBox="1"/>
          <p:nvPr/>
        </p:nvSpPr>
        <p:spPr>
          <a:xfrm>
            <a:off x="571500" y="2983684"/>
            <a:ext cx="24003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noProof="0"/>
              <a:t>Jet </a:t>
            </a:r>
            <a:r>
              <a:rPr lang="es-ES" noProof="0" err="1"/>
              <a:t>Propulsion</a:t>
            </a:r>
            <a:r>
              <a:rPr lang="es-ES" noProof="0"/>
              <a:t> </a:t>
            </a:r>
            <a:r>
              <a:rPr lang="es-ES" noProof="0" err="1"/>
              <a:t>Laboratory</a:t>
            </a:r>
            <a:endParaRPr lang="es-ES" noProof="0"/>
          </a:p>
          <a:p>
            <a:pPr algn="ctr"/>
            <a:r>
              <a:rPr lang="es-ES" noProof="0"/>
              <a:t>↓</a:t>
            </a:r>
          </a:p>
          <a:p>
            <a:pPr algn="ctr"/>
            <a:r>
              <a:rPr lang="es-ES" b="1" noProof="0"/>
              <a:t>Sistema</a:t>
            </a:r>
            <a:r>
              <a:rPr lang="es-ES" sz="1800" b="1" i="0" noProof="0">
                <a:solidFill>
                  <a:schemeClr val="tx1"/>
                </a:solidFill>
                <a:effectLst/>
                <a:latin typeface="+mn-lt"/>
              </a:rPr>
              <a:t> métrico</a:t>
            </a:r>
          </a:p>
          <a:p>
            <a:pPr algn="ctr"/>
            <a:r>
              <a:rPr lang="es-ES"/>
              <a:t>(m, cm, g, kg)</a:t>
            </a:r>
            <a:endParaRPr lang="es-ES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908A65-37AF-DA4E-941F-6772FE764CB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rcRect t="29713" b="19280"/>
          <a:stretch>
            <a:fillRect/>
          </a:stretch>
        </p:blipFill>
        <p:spPr>
          <a:xfrm rot="16200000">
            <a:off x="-1974187" y="1859370"/>
            <a:ext cx="2710124" cy="85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00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5E948C-1310-4A5C-580F-6DBB5694DDC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rcRect t="29713" b="19280"/>
          <a:stretch>
            <a:fillRect/>
          </a:stretch>
        </p:blipFill>
        <p:spPr>
          <a:xfrm>
            <a:off x="4740938" y="1545045"/>
            <a:ext cx="2710124" cy="8501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467611-78D0-CB16-7AE7-407BDA7C40BC}"/>
              </a:ext>
            </a:extLst>
          </p:cNvPr>
          <p:cNvSpPr txBox="1"/>
          <p:nvPr/>
        </p:nvSpPr>
        <p:spPr>
          <a:xfrm>
            <a:off x="4210907" y="2999511"/>
            <a:ext cx="377019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/>
              <a:t>Controlador de</a:t>
            </a:r>
          </a:p>
          <a:p>
            <a:pPr algn="ctr"/>
            <a:endParaRPr lang="es-ES" sz="2800"/>
          </a:p>
          <a:p>
            <a:pPr algn="ctr"/>
            <a:r>
              <a:rPr lang="es-ES" sz="2800" b="1"/>
              <a:t>PAQUETES/LIBRERIAS</a:t>
            </a:r>
          </a:p>
          <a:p>
            <a:pPr algn="ctr"/>
            <a:r>
              <a:rPr lang="es-ES" sz="2800"/>
              <a:t>y</a:t>
            </a:r>
          </a:p>
          <a:p>
            <a:pPr algn="ctr"/>
            <a:r>
              <a:rPr lang="es-ES" sz="2800" b="1"/>
              <a:t>ENTORNOS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1276929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A421AA-31D5-6315-4E2D-16088E5A1111}"/>
              </a:ext>
            </a:extLst>
          </p:cNvPr>
          <p:cNvCxnSpPr>
            <a:cxnSpLocks/>
          </p:cNvCxnSpPr>
          <p:nvPr/>
        </p:nvCxnSpPr>
        <p:spPr>
          <a:xfrm>
            <a:off x="4924142" y="4558538"/>
            <a:ext cx="27266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1BC7093-E9C7-A9C0-A513-869CEC4E2970}"/>
              </a:ext>
            </a:extLst>
          </p:cNvPr>
          <p:cNvCxnSpPr>
            <a:cxnSpLocks/>
          </p:cNvCxnSpPr>
          <p:nvPr/>
        </p:nvCxnSpPr>
        <p:spPr>
          <a:xfrm>
            <a:off x="5013684" y="2548419"/>
            <a:ext cx="0" cy="31958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8D3C900-EA51-5A02-C1A1-2A850166FB5A}"/>
              </a:ext>
            </a:extLst>
          </p:cNvPr>
          <p:cNvCxnSpPr>
            <a:cxnSpLocks/>
          </p:cNvCxnSpPr>
          <p:nvPr/>
        </p:nvCxnSpPr>
        <p:spPr>
          <a:xfrm>
            <a:off x="3953467" y="2548419"/>
            <a:ext cx="0" cy="31958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3F5F1BD-D73E-7B2A-2E32-940FE0360B29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953467" y="3378778"/>
            <a:ext cx="0" cy="6391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1E3F0FCE-02D7-1959-AF7D-CCC3D9A4BD41}"/>
              </a:ext>
            </a:extLst>
          </p:cNvPr>
          <p:cNvCxnSpPr>
            <a:cxnSpLocks/>
            <a:stCxn id="45" idx="0"/>
            <a:endCxn id="68" idx="1"/>
          </p:cNvCxnSpPr>
          <p:nvPr/>
        </p:nvCxnSpPr>
        <p:spPr>
          <a:xfrm rot="5400000" flipH="1" flipV="1">
            <a:off x="5982890" y="3299293"/>
            <a:ext cx="903236" cy="534058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0DDEC4E5-84BE-3DD3-2269-14A3D7FA1294}"/>
              </a:ext>
            </a:extLst>
          </p:cNvPr>
          <p:cNvCxnSpPr>
            <a:cxnSpLocks/>
            <a:stCxn id="68" idx="3"/>
            <a:endCxn id="60" idx="0"/>
          </p:cNvCxnSpPr>
          <p:nvPr/>
        </p:nvCxnSpPr>
        <p:spPr>
          <a:xfrm>
            <a:off x="7882869" y="3114704"/>
            <a:ext cx="498622" cy="903236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33F0C06-32B3-DC86-D6EE-63E7B867D453}"/>
              </a:ext>
            </a:extLst>
          </p:cNvPr>
          <p:cNvCxnSpPr>
            <a:cxnSpLocks/>
          </p:cNvCxnSpPr>
          <p:nvPr/>
        </p:nvCxnSpPr>
        <p:spPr>
          <a:xfrm>
            <a:off x="4924142" y="4951730"/>
            <a:ext cx="27266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3CA8F99-3779-1A14-E527-A3056A263F42}"/>
              </a:ext>
            </a:extLst>
          </p:cNvPr>
          <p:cNvCxnSpPr>
            <a:cxnSpLocks/>
          </p:cNvCxnSpPr>
          <p:nvPr/>
        </p:nvCxnSpPr>
        <p:spPr>
          <a:xfrm>
            <a:off x="2919374" y="2548419"/>
            <a:ext cx="0" cy="31958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7B2096F-13C7-3D4F-9671-F7198CF870F9}"/>
              </a:ext>
            </a:extLst>
          </p:cNvPr>
          <p:cNvSpPr txBox="1"/>
          <p:nvPr/>
        </p:nvSpPr>
        <p:spPr>
          <a:xfrm>
            <a:off x="9818082" y="4875530"/>
            <a:ext cx="933044" cy="88392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sz="6600"/>
              <a:t>2</a:t>
            </a:r>
            <a:endParaRPr lang="en-US" sz="6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23857-05B4-8877-1219-9E75A0CE068B}"/>
              </a:ext>
            </a:extLst>
          </p:cNvPr>
          <p:cNvSpPr txBox="1"/>
          <p:nvPr/>
        </p:nvSpPr>
        <p:spPr>
          <a:xfrm>
            <a:off x="3710452" y="1586727"/>
            <a:ext cx="48603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6600"/>
              <a:t>+</a:t>
            </a:r>
            <a:endParaRPr lang="en-US" sz="6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A3D8BB-24E6-A3D9-2C9E-C1037F52EC82}"/>
              </a:ext>
            </a:extLst>
          </p:cNvPr>
          <p:cNvSpPr txBox="1"/>
          <p:nvPr/>
        </p:nvSpPr>
        <p:spPr>
          <a:xfrm>
            <a:off x="4770669" y="1586727"/>
            <a:ext cx="48603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6600"/>
              <a:t>1</a:t>
            </a:r>
            <a:endParaRPr lang="en-US" sz="66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747E5B-FA74-55AB-C0BD-69627B184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588952"/>
              </p:ext>
            </p:extLst>
          </p:nvPr>
        </p:nvGraphicFramePr>
        <p:xfrm>
          <a:off x="2982792" y="4017940"/>
          <a:ext cx="194135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675">
                  <a:extLst>
                    <a:ext uri="{9D8B030D-6E8A-4147-A177-3AD203B41FA5}">
                      <a16:colId xmlns:a16="http://schemas.microsoft.com/office/drawing/2014/main" val="2681832237"/>
                    </a:ext>
                  </a:extLst>
                </a:gridCol>
                <a:gridCol w="970675">
                  <a:extLst>
                    <a:ext uri="{9D8B030D-6E8A-4147-A177-3AD203B41FA5}">
                      <a16:colId xmlns:a16="http://schemas.microsoft.com/office/drawing/2014/main" val="1796366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ID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Valor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33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943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1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62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78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…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…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415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N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4367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C322649-29E9-DA7B-EEBA-7309B028386F}"/>
              </a:ext>
            </a:extLst>
          </p:cNvPr>
          <p:cNvSpPr txBox="1"/>
          <p:nvPr/>
        </p:nvSpPr>
        <p:spPr>
          <a:xfrm>
            <a:off x="2338027" y="2868000"/>
            <a:ext cx="32308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400"/>
              <a:t>Programa: </a:t>
            </a:r>
            <a:r>
              <a:rPr lang="es-ES" sz="2400" b="1"/>
              <a:t>suma_v1.0</a:t>
            </a:r>
            <a:endParaRPr lang="en-US" sz="2400" b="1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7F6C30E4-CE4E-D982-DBFC-9057AE5A5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554077"/>
              </p:ext>
            </p:extLst>
          </p:nvPr>
        </p:nvGraphicFramePr>
        <p:xfrm>
          <a:off x="5196804" y="4017940"/>
          <a:ext cx="194135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675">
                  <a:extLst>
                    <a:ext uri="{9D8B030D-6E8A-4147-A177-3AD203B41FA5}">
                      <a16:colId xmlns:a16="http://schemas.microsoft.com/office/drawing/2014/main" val="2681832237"/>
                    </a:ext>
                  </a:extLst>
                </a:gridCol>
                <a:gridCol w="970675">
                  <a:extLst>
                    <a:ext uri="{9D8B030D-6E8A-4147-A177-3AD203B41FA5}">
                      <a16:colId xmlns:a16="http://schemas.microsoft.com/office/drawing/2014/main" val="1796366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ID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Valor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33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0001</a:t>
                      </a:r>
                      <a:endParaRPr lang="en-US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943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1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0001</a:t>
                      </a:r>
                      <a:endParaRPr lang="en-US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62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78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…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…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415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N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43677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42FFD0D3-A81D-10F9-A95C-6D5979BF3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253933"/>
              </p:ext>
            </p:extLst>
          </p:nvPr>
        </p:nvGraphicFramePr>
        <p:xfrm>
          <a:off x="7410816" y="4017940"/>
          <a:ext cx="194135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675">
                  <a:extLst>
                    <a:ext uri="{9D8B030D-6E8A-4147-A177-3AD203B41FA5}">
                      <a16:colId xmlns:a16="http://schemas.microsoft.com/office/drawing/2014/main" val="2681832237"/>
                    </a:ext>
                  </a:extLst>
                </a:gridCol>
                <a:gridCol w="970675">
                  <a:extLst>
                    <a:ext uri="{9D8B030D-6E8A-4147-A177-3AD203B41FA5}">
                      <a16:colId xmlns:a16="http://schemas.microsoft.com/office/drawing/2014/main" val="1796366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ID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Valor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33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/>
                        <a:t>0001</a:t>
                      </a:r>
                      <a:endParaRPr lang="en-US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943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1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/>
                        <a:t>0001</a:t>
                      </a:r>
                      <a:endParaRPr lang="en-US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62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0010</a:t>
                      </a:r>
                      <a:endParaRPr lang="en-US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78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…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…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415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N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43677"/>
                  </a:ext>
                </a:extLst>
              </a:tr>
            </a:tbl>
          </a:graphicData>
        </a:graphic>
      </p:graphicFrame>
      <p:pic>
        <p:nvPicPr>
          <p:cNvPr id="68" name="Picture 67" descr="Computer Chip Line Drawing – Royalty-Free Vector | VectorStock">
            <a:extLst>
              <a:ext uri="{FF2B5EF4-FFF2-40B4-BE49-F238E27FC236}">
                <a16:creationId xmlns:a16="http://schemas.microsoft.com/office/drawing/2014/main" id="{A33A2B56-2A6D-2F04-F30E-BD98886D462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6701537" y="2539734"/>
            <a:ext cx="1181332" cy="1149940"/>
          </a:xfrm>
          <a:prstGeom prst="rect">
            <a:avLst/>
          </a:prstGeom>
        </p:spPr>
      </p:pic>
      <p:pic>
        <p:nvPicPr>
          <p:cNvPr id="69" name="Picture 68" descr="Hand Drawn Vector Ram Memory Doodle Stock Vector (Royalty Free) 2338269477  | Shutterstock">
            <a:extLst>
              <a:ext uri="{FF2B5EF4-FFF2-40B4-BE49-F238E27FC236}">
                <a16:creationId xmlns:a16="http://schemas.microsoft.com/office/drawing/2014/main" id="{2A9A2147-E59B-4ED5-3453-2DBB6ADFD74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3543" b="39028"/>
          <a:stretch>
            <a:fillRect/>
          </a:stretch>
        </p:blipFill>
        <p:spPr>
          <a:xfrm rot="16200000">
            <a:off x="1311643" y="4793192"/>
            <a:ext cx="2476500" cy="7315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CEA420-B072-CA14-AA6A-D68BD426E3A9}"/>
              </a:ext>
            </a:extLst>
          </p:cNvPr>
          <p:cNvSpPr txBox="1"/>
          <p:nvPr/>
        </p:nvSpPr>
        <p:spPr>
          <a:xfrm>
            <a:off x="1251718" y="4635732"/>
            <a:ext cx="844526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/>
              <a:t>RAM</a:t>
            </a:r>
          </a:p>
          <a:p>
            <a:pPr algn="ctr"/>
            <a:r>
              <a:rPr lang="es-ES" sz="1400"/>
              <a:t>Random</a:t>
            </a:r>
          </a:p>
          <a:p>
            <a:pPr algn="ctr"/>
            <a:r>
              <a:rPr lang="es-ES" sz="1400"/>
              <a:t>Access</a:t>
            </a:r>
          </a:p>
          <a:p>
            <a:pPr algn="ctr"/>
            <a:r>
              <a:rPr lang="es-ES" sz="1400"/>
              <a:t>Memory</a:t>
            </a:r>
            <a:endParaRPr lang="en-US" sz="140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84E67EC-11A8-EDF1-85D9-2F97C905F8AC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9352166" y="5317490"/>
            <a:ext cx="46591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491DC73-B4A5-E48D-FD14-966A2C45A179}"/>
              </a:ext>
            </a:extLst>
          </p:cNvPr>
          <p:cNvSpPr txBox="1"/>
          <p:nvPr/>
        </p:nvSpPr>
        <p:spPr>
          <a:xfrm>
            <a:off x="2650235" y="1586727"/>
            <a:ext cx="48603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6600"/>
              <a:t>1</a:t>
            </a:r>
            <a:endParaRPr lang="en-US" sz="66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802275C-B867-3D2D-024F-C2F0E91ED969}"/>
              </a:ext>
            </a:extLst>
          </p:cNvPr>
          <p:cNvSpPr txBox="1"/>
          <p:nvPr/>
        </p:nvSpPr>
        <p:spPr>
          <a:xfrm>
            <a:off x="6290101" y="1912377"/>
            <a:ext cx="20042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/>
              <a:t>CPU</a:t>
            </a:r>
          </a:p>
          <a:p>
            <a:pPr algn="ctr"/>
            <a:r>
              <a:rPr lang="en-US" sz="1400" noProof="0"/>
              <a:t>Central Processing Unit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351D8CC-67C3-BAB8-2DA8-262AE2874FE6}"/>
              </a:ext>
            </a:extLst>
          </p:cNvPr>
          <p:cNvSpPr txBox="1"/>
          <p:nvPr/>
        </p:nvSpPr>
        <p:spPr>
          <a:xfrm>
            <a:off x="10064031" y="576912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err="1"/>
              <a:t>int</a:t>
            </a:r>
            <a:endParaRPr lang="en-US" i="1"/>
          </a:p>
        </p:txBody>
      </p:sp>
      <p:sp>
        <p:nvSpPr>
          <p:cNvPr id="92" name="Title 91">
            <a:extLst>
              <a:ext uri="{FF2B5EF4-FFF2-40B4-BE49-F238E27FC236}">
                <a16:creationId xmlns:a16="http://schemas.microsoft.com/office/drawing/2014/main" id="{D084EFBA-FB0D-A262-455C-B2B13BBC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Nuestro código va a usar código de otros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05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9" grpId="0"/>
      <p:bldP spid="87" grpId="0"/>
      <p:bldP spid="8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2BE34-215B-34CF-17D7-5CB46E2FB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Mis programas </a:t>
            </a:r>
            <a:r>
              <a:rPr lang="es-ES" b="1"/>
              <a:t>dependen</a:t>
            </a:r>
            <a:r>
              <a:rPr lang="es-ES"/>
              <a:t> de suma_v1.0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9CCB99-7618-4312-7541-86A0B1C36656}"/>
              </a:ext>
            </a:extLst>
          </p:cNvPr>
          <p:cNvSpPr/>
          <p:nvPr/>
        </p:nvSpPr>
        <p:spPr>
          <a:xfrm>
            <a:off x="2530545" y="3925807"/>
            <a:ext cx="1207008" cy="1426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Mi</a:t>
            </a:r>
          </a:p>
          <a:p>
            <a:pPr algn="ctr"/>
            <a:r>
              <a:rPr lang="es-ES"/>
              <a:t>Programa1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DEDC01-1AAB-33E7-BE06-5258DF4EE1F9}"/>
              </a:ext>
            </a:extLst>
          </p:cNvPr>
          <p:cNvSpPr/>
          <p:nvPr/>
        </p:nvSpPr>
        <p:spPr>
          <a:xfrm>
            <a:off x="4164389" y="3925807"/>
            <a:ext cx="1207008" cy="1426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Mi</a:t>
            </a:r>
          </a:p>
          <a:p>
            <a:pPr algn="ctr"/>
            <a:r>
              <a:rPr lang="es-ES"/>
              <a:t>Programa2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E8BA6D-FE61-E510-D095-1D36BFD2E58B}"/>
              </a:ext>
            </a:extLst>
          </p:cNvPr>
          <p:cNvSpPr/>
          <p:nvPr/>
        </p:nvSpPr>
        <p:spPr>
          <a:xfrm>
            <a:off x="5798233" y="3925807"/>
            <a:ext cx="1207008" cy="1426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Mi</a:t>
            </a:r>
          </a:p>
          <a:p>
            <a:pPr algn="ctr"/>
            <a:r>
              <a:rPr lang="es-ES"/>
              <a:t>Programa3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9F4E2B-6345-5A9F-E076-270236FA0BA5}"/>
              </a:ext>
            </a:extLst>
          </p:cNvPr>
          <p:cNvSpPr txBox="1"/>
          <p:nvPr/>
        </p:nvSpPr>
        <p:spPr>
          <a:xfrm>
            <a:off x="4115346" y="2514600"/>
            <a:ext cx="1305095" cy="4086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s-ES"/>
              <a:t>suma_v1.0</a:t>
            </a:r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E53AF3-FCB8-A2CF-8FD5-A8B7BB57CF04}"/>
              </a:ext>
            </a:extLst>
          </p:cNvPr>
          <p:cNvCxnSpPr>
            <a:endCxn id="5" idx="0"/>
          </p:cNvCxnSpPr>
          <p:nvPr/>
        </p:nvCxnSpPr>
        <p:spPr>
          <a:xfrm flipH="1">
            <a:off x="3134049" y="2923223"/>
            <a:ext cx="1633845" cy="1002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109820-06BA-AB2D-8292-C538B4BA98F7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4767893" y="2923223"/>
            <a:ext cx="1" cy="1002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CEA41D-75B6-A943-925F-4824B852F58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767894" y="2923223"/>
            <a:ext cx="1633843" cy="1002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A96D523-DB80-7001-4680-33AFB4C21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978916"/>
              </p:ext>
            </p:extLst>
          </p:nvPr>
        </p:nvGraphicFramePr>
        <p:xfrm>
          <a:off x="366245" y="3897359"/>
          <a:ext cx="1737464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4366">
                  <a:extLst>
                    <a:ext uri="{9D8B030D-6E8A-4147-A177-3AD203B41FA5}">
                      <a16:colId xmlns:a16="http://schemas.microsoft.com/office/drawing/2014/main" val="739215370"/>
                    </a:ext>
                  </a:extLst>
                </a:gridCol>
                <a:gridCol w="434366">
                  <a:extLst>
                    <a:ext uri="{9D8B030D-6E8A-4147-A177-3AD203B41FA5}">
                      <a16:colId xmlns:a16="http://schemas.microsoft.com/office/drawing/2014/main" val="2330811198"/>
                    </a:ext>
                  </a:extLst>
                </a:gridCol>
                <a:gridCol w="434366">
                  <a:extLst>
                    <a:ext uri="{9D8B030D-6E8A-4147-A177-3AD203B41FA5}">
                      <a16:colId xmlns:a16="http://schemas.microsoft.com/office/drawing/2014/main" val="4001065931"/>
                    </a:ext>
                  </a:extLst>
                </a:gridCol>
                <a:gridCol w="434366">
                  <a:extLst>
                    <a:ext uri="{9D8B030D-6E8A-4147-A177-3AD203B41FA5}">
                      <a16:colId xmlns:a16="http://schemas.microsoft.com/office/drawing/2014/main" val="12517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A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B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C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D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52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124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52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674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123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7545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516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64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12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42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7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87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21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11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52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883173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11C2986-1370-67EA-3CFA-204DAAE1A029}"/>
              </a:ext>
            </a:extLst>
          </p:cNvPr>
          <p:cNvCxnSpPr>
            <a:endCxn id="5" idx="1"/>
          </p:cNvCxnSpPr>
          <p:nvPr/>
        </p:nvCxnSpPr>
        <p:spPr>
          <a:xfrm>
            <a:off x="2103709" y="4639039"/>
            <a:ext cx="4268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2C1BA99-A9AC-1820-D8AE-C468C09CB3B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34049" y="5352271"/>
            <a:ext cx="0" cy="391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C271024-C9E0-621F-C4D6-2A7F12970DE8}"/>
              </a:ext>
            </a:extLst>
          </p:cNvPr>
          <p:cNvSpPr txBox="1"/>
          <p:nvPr/>
        </p:nvSpPr>
        <p:spPr>
          <a:xfrm>
            <a:off x="2644170" y="5743575"/>
            <a:ext cx="979755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b="1"/>
              <a:t>P = 0.98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739788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D799-E0AF-AE8B-DA46-07FC16B1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F27E1AC-636D-92D0-0451-321DCF22E9D3}"/>
              </a:ext>
            </a:extLst>
          </p:cNvPr>
          <p:cNvCxnSpPr>
            <a:cxnSpLocks/>
          </p:cNvCxnSpPr>
          <p:nvPr/>
        </p:nvCxnSpPr>
        <p:spPr>
          <a:xfrm>
            <a:off x="4924142" y="4568063"/>
            <a:ext cx="27266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6A325B4-F536-6CA2-5E92-AAB5E7CBDB3B}"/>
              </a:ext>
            </a:extLst>
          </p:cNvPr>
          <p:cNvCxnSpPr>
            <a:cxnSpLocks/>
          </p:cNvCxnSpPr>
          <p:nvPr/>
        </p:nvCxnSpPr>
        <p:spPr>
          <a:xfrm>
            <a:off x="5013684" y="2557944"/>
            <a:ext cx="0" cy="31958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B9D3296-2C9F-385F-AC76-BAF819B75257}"/>
              </a:ext>
            </a:extLst>
          </p:cNvPr>
          <p:cNvCxnSpPr>
            <a:cxnSpLocks/>
          </p:cNvCxnSpPr>
          <p:nvPr/>
        </p:nvCxnSpPr>
        <p:spPr>
          <a:xfrm>
            <a:off x="3953467" y="2557944"/>
            <a:ext cx="0" cy="31958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5D417EA-8A93-2E1C-3412-8FB889467EC9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953467" y="3388303"/>
            <a:ext cx="0" cy="6391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BFA86F38-7A27-6C1B-F794-502D3E5264C3}"/>
              </a:ext>
            </a:extLst>
          </p:cNvPr>
          <p:cNvCxnSpPr>
            <a:cxnSpLocks/>
            <a:stCxn id="45" idx="0"/>
            <a:endCxn id="68" idx="1"/>
          </p:cNvCxnSpPr>
          <p:nvPr/>
        </p:nvCxnSpPr>
        <p:spPr>
          <a:xfrm rot="5400000" flipH="1" flipV="1">
            <a:off x="5982890" y="3308818"/>
            <a:ext cx="903236" cy="534058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2264AC50-D97B-2F18-DA87-469BEE289F10}"/>
              </a:ext>
            </a:extLst>
          </p:cNvPr>
          <p:cNvCxnSpPr>
            <a:cxnSpLocks/>
            <a:stCxn id="68" idx="3"/>
            <a:endCxn id="60" idx="0"/>
          </p:cNvCxnSpPr>
          <p:nvPr/>
        </p:nvCxnSpPr>
        <p:spPr>
          <a:xfrm>
            <a:off x="7882869" y="3124229"/>
            <a:ext cx="498622" cy="903236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39A987A-8374-34F9-A1B0-6EE1E4CFE8D4}"/>
              </a:ext>
            </a:extLst>
          </p:cNvPr>
          <p:cNvCxnSpPr>
            <a:cxnSpLocks/>
          </p:cNvCxnSpPr>
          <p:nvPr/>
        </p:nvCxnSpPr>
        <p:spPr>
          <a:xfrm>
            <a:off x="4924142" y="4961255"/>
            <a:ext cx="27266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4917EAB-C21F-44D7-F1F6-88B4BD784ACA}"/>
              </a:ext>
            </a:extLst>
          </p:cNvPr>
          <p:cNvCxnSpPr>
            <a:cxnSpLocks/>
          </p:cNvCxnSpPr>
          <p:nvPr/>
        </p:nvCxnSpPr>
        <p:spPr>
          <a:xfrm>
            <a:off x="2919374" y="2557944"/>
            <a:ext cx="0" cy="31958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D79C44E-E2F8-1BCF-E905-3ED50DA6098A}"/>
              </a:ext>
            </a:extLst>
          </p:cNvPr>
          <p:cNvSpPr txBox="1"/>
          <p:nvPr/>
        </p:nvSpPr>
        <p:spPr>
          <a:xfrm>
            <a:off x="9818082" y="4885055"/>
            <a:ext cx="933044" cy="8839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sz="6600"/>
              <a:t>11</a:t>
            </a:r>
            <a:endParaRPr lang="en-US" sz="6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EE35C-F9D0-5306-6F3C-8D0FED4245FB}"/>
              </a:ext>
            </a:extLst>
          </p:cNvPr>
          <p:cNvSpPr txBox="1"/>
          <p:nvPr/>
        </p:nvSpPr>
        <p:spPr>
          <a:xfrm>
            <a:off x="3710452" y="1596252"/>
            <a:ext cx="48603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6600"/>
              <a:t>+</a:t>
            </a:r>
            <a:endParaRPr lang="en-US" sz="6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88B38-3740-C723-306D-1FA009041AF3}"/>
              </a:ext>
            </a:extLst>
          </p:cNvPr>
          <p:cNvSpPr txBox="1"/>
          <p:nvPr/>
        </p:nvSpPr>
        <p:spPr>
          <a:xfrm>
            <a:off x="4770669" y="1596252"/>
            <a:ext cx="48603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6600"/>
              <a:t>1</a:t>
            </a:r>
            <a:endParaRPr lang="en-US" sz="66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45A150-7A71-942A-5E6A-48EB39603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481383"/>
              </p:ext>
            </p:extLst>
          </p:nvPr>
        </p:nvGraphicFramePr>
        <p:xfrm>
          <a:off x="2982792" y="4027465"/>
          <a:ext cx="194135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675">
                  <a:extLst>
                    <a:ext uri="{9D8B030D-6E8A-4147-A177-3AD203B41FA5}">
                      <a16:colId xmlns:a16="http://schemas.microsoft.com/office/drawing/2014/main" val="2681832237"/>
                    </a:ext>
                  </a:extLst>
                </a:gridCol>
                <a:gridCol w="970675">
                  <a:extLst>
                    <a:ext uri="{9D8B030D-6E8A-4147-A177-3AD203B41FA5}">
                      <a16:colId xmlns:a16="http://schemas.microsoft.com/office/drawing/2014/main" val="1796366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ID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Valor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33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943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1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62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78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…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…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415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N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4367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3E43B5B-399D-766B-03F5-D94EE4D35E93}"/>
              </a:ext>
            </a:extLst>
          </p:cNvPr>
          <p:cNvSpPr txBox="1"/>
          <p:nvPr/>
        </p:nvSpPr>
        <p:spPr>
          <a:xfrm>
            <a:off x="2338027" y="2877525"/>
            <a:ext cx="3230880" cy="51077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400"/>
              <a:t>Programa: </a:t>
            </a:r>
            <a:r>
              <a:rPr lang="es-ES" sz="2400" b="1"/>
              <a:t>suma_v3.7</a:t>
            </a:r>
            <a:endParaRPr lang="en-US" sz="2400" b="1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D61365C0-86AE-9E2D-FBE8-AEFFF516D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407615"/>
              </p:ext>
            </p:extLst>
          </p:nvPr>
        </p:nvGraphicFramePr>
        <p:xfrm>
          <a:off x="5196804" y="4027465"/>
          <a:ext cx="194135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675">
                  <a:extLst>
                    <a:ext uri="{9D8B030D-6E8A-4147-A177-3AD203B41FA5}">
                      <a16:colId xmlns:a16="http://schemas.microsoft.com/office/drawing/2014/main" val="2681832237"/>
                    </a:ext>
                  </a:extLst>
                </a:gridCol>
                <a:gridCol w="970675">
                  <a:extLst>
                    <a:ext uri="{9D8B030D-6E8A-4147-A177-3AD203B41FA5}">
                      <a16:colId xmlns:a16="http://schemas.microsoft.com/office/drawing/2014/main" val="1796366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ID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Valor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33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0001</a:t>
                      </a:r>
                      <a:endParaRPr lang="en-US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943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1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0001</a:t>
                      </a:r>
                      <a:endParaRPr lang="en-US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62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78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…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…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415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N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43677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A40FC270-7ACA-0E11-8D53-7372630E0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276017"/>
              </p:ext>
            </p:extLst>
          </p:nvPr>
        </p:nvGraphicFramePr>
        <p:xfrm>
          <a:off x="7410816" y="4027465"/>
          <a:ext cx="194135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675">
                  <a:extLst>
                    <a:ext uri="{9D8B030D-6E8A-4147-A177-3AD203B41FA5}">
                      <a16:colId xmlns:a16="http://schemas.microsoft.com/office/drawing/2014/main" val="2681832237"/>
                    </a:ext>
                  </a:extLst>
                </a:gridCol>
                <a:gridCol w="970675">
                  <a:extLst>
                    <a:ext uri="{9D8B030D-6E8A-4147-A177-3AD203B41FA5}">
                      <a16:colId xmlns:a16="http://schemas.microsoft.com/office/drawing/2014/main" val="1796366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ID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Valor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33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/>
                        <a:t>0001</a:t>
                      </a:r>
                      <a:endParaRPr lang="en-US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943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1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/>
                        <a:t>0001</a:t>
                      </a:r>
                      <a:endParaRPr lang="en-US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62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0010</a:t>
                      </a:r>
                      <a:endParaRPr lang="en-US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78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…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…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415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N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0000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43677"/>
                  </a:ext>
                </a:extLst>
              </a:tr>
            </a:tbl>
          </a:graphicData>
        </a:graphic>
      </p:graphicFrame>
      <p:pic>
        <p:nvPicPr>
          <p:cNvPr id="68" name="Picture 67" descr="Computer Chip Line Drawing – Royalty-Free Vector | VectorStock">
            <a:extLst>
              <a:ext uri="{FF2B5EF4-FFF2-40B4-BE49-F238E27FC236}">
                <a16:creationId xmlns:a16="http://schemas.microsoft.com/office/drawing/2014/main" id="{3F6B59F1-92E0-68E4-0F73-42BA63A6DDA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6701537" y="2549259"/>
            <a:ext cx="1181332" cy="1149940"/>
          </a:xfrm>
          <a:prstGeom prst="rect">
            <a:avLst/>
          </a:prstGeom>
        </p:spPr>
      </p:pic>
      <p:pic>
        <p:nvPicPr>
          <p:cNvPr id="69" name="Picture 68" descr="Hand Drawn Vector Ram Memory Doodle Stock Vector (Royalty Free) 2338269477  | Shutterstock">
            <a:extLst>
              <a:ext uri="{FF2B5EF4-FFF2-40B4-BE49-F238E27FC236}">
                <a16:creationId xmlns:a16="http://schemas.microsoft.com/office/drawing/2014/main" id="{A2B03AFC-FB92-7DCB-CD17-CCBDA64A582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3543" b="39028"/>
          <a:stretch>
            <a:fillRect/>
          </a:stretch>
        </p:blipFill>
        <p:spPr>
          <a:xfrm rot="16200000">
            <a:off x="1311643" y="4802717"/>
            <a:ext cx="2476500" cy="7315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CAC466-D4C4-E9C2-2038-C2F25B10F513}"/>
              </a:ext>
            </a:extLst>
          </p:cNvPr>
          <p:cNvSpPr txBox="1"/>
          <p:nvPr/>
        </p:nvSpPr>
        <p:spPr>
          <a:xfrm>
            <a:off x="1251718" y="4645257"/>
            <a:ext cx="844526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/>
              <a:t>RAM</a:t>
            </a:r>
          </a:p>
          <a:p>
            <a:pPr algn="ctr"/>
            <a:r>
              <a:rPr lang="es-ES" sz="1400"/>
              <a:t>Random</a:t>
            </a:r>
          </a:p>
          <a:p>
            <a:pPr algn="ctr"/>
            <a:r>
              <a:rPr lang="es-ES" sz="1400"/>
              <a:t>Access</a:t>
            </a:r>
          </a:p>
          <a:p>
            <a:pPr algn="ctr"/>
            <a:r>
              <a:rPr lang="es-ES" sz="1400"/>
              <a:t>Memory</a:t>
            </a:r>
            <a:endParaRPr lang="en-US" sz="140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7143834-EF18-7F14-70DB-66AC1634913E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9352166" y="5327015"/>
            <a:ext cx="46591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3C6EB93-6BEB-0760-02AF-9C25FDE188C7}"/>
              </a:ext>
            </a:extLst>
          </p:cNvPr>
          <p:cNvSpPr txBox="1"/>
          <p:nvPr/>
        </p:nvSpPr>
        <p:spPr>
          <a:xfrm>
            <a:off x="2650235" y="1596252"/>
            <a:ext cx="48603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6600"/>
              <a:t>1</a:t>
            </a:r>
            <a:endParaRPr lang="en-US" sz="66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EB2ABEA-7E35-6A27-CBC8-BB3DBC8EB2A0}"/>
              </a:ext>
            </a:extLst>
          </p:cNvPr>
          <p:cNvSpPr txBox="1"/>
          <p:nvPr/>
        </p:nvSpPr>
        <p:spPr>
          <a:xfrm>
            <a:off x="6290101" y="1921902"/>
            <a:ext cx="20042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/>
              <a:t>CPU</a:t>
            </a:r>
          </a:p>
          <a:p>
            <a:pPr algn="ctr"/>
            <a:r>
              <a:rPr lang="en-US" sz="1400" noProof="0"/>
              <a:t>Central Processing Unit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3250EB9-9267-EFEC-CA8C-7721B936A6BD}"/>
              </a:ext>
            </a:extLst>
          </p:cNvPr>
          <p:cNvSpPr txBox="1"/>
          <p:nvPr/>
        </p:nvSpPr>
        <p:spPr>
          <a:xfrm>
            <a:off x="10062299" y="5778654"/>
            <a:ext cx="444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i="1" err="1"/>
              <a:t>str</a:t>
            </a:r>
            <a:endParaRPr lang="en-US" i="1"/>
          </a:p>
        </p:txBody>
      </p:sp>
      <p:sp>
        <p:nvSpPr>
          <p:cNvPr id="3" name="Title 91">
            <a:extLst>
              <a:ext uri="{FF2B5EF4-FFF2-40B4-BE49-F238E27FC236}">
                <a16:creationId xmlns:a16="http://schemas.microsoft.com/office/drawing/2014/main" id="{F9AECB97-3CF4-D3A9-1737-B0323676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ES"/>
              <a:t>El código de otros se suele actualizar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DA7C8B-D1AE-828D-6065-D241ED7DE939}"/>
              </a:ext>
            </a:extLst>
          </p:cNvPr>
          <p:cNvSpPr txBox="1"/>
          <p:nvPr/>
        </p:nvSpPr>
        <p:spPr>
          <a:xfrm>
            <a:off x="8671779" y="3145201"/>
            <a:ext cx="322565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/>
              <a:t>Por defecto concatena</a:t>
            </a:r>
          </a:p>
          <a:p>
            <a:pPr algn="ctr"/>
            <a:r>
              <a:rPr lang="es-ES" sz="2000"/>
              <a:t>"1" + "1" = "11"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75873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427FF-7D7A-6012-7257-5BEBDD90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25B734-BC62-753A-C9F3-9303885380B6}"/>
              </a:ext>
            </a:extLst>
          </p:cNvPr>
          <p:cNvCxnSpPr>
            <a:cxnSpLocks/>
            <a:stCxn id="11" idx="3"/>
            <a:endCxn id="3" idx="1"/>
          </p:cNvCxnSpPr>
          <p:nvPr/>
        </p:nvCxnSpPr>
        <p:spPr>
          <a:xfrm>
            <a:off x="5420441" y="2718912"/>
            <a:ext cx="1761955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67E261D-CA36-3B03-829A-DED351F8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suma_v1.0 -&gt; suma_v3.7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F21C52-3EFE-B412-A75E-2554A089F940}"/>
              </a:ext>
            </a:extLst>
          </p:cNvPr>
          <p:cNvSpPr/>
          <p:nvPr/>
        </p:nvSpPr>
        <p:spPr>
          <a:xfrm>
            <a:off x="2530545" y="3925807"/>
            <a:ext cx="1207008" cy="1426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Mi</a:t>
            </a:r>
          </a:p>
          <a:p>
            <a:pPr algn="ctr"/>
            <a:r>
              <a:rPr lang="es-ES"/>
              <a:t>Programa1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62B708-67FA-CA76-F498-32FD2B585C44}"/>
              </a:ext>
            </a:extLst>
          </p:cNvPr>
          <p:cNvSpPr/>
          <p:nvPr/>
        </p:nvSpPr>
        <p:spPr>
          <a:xfrm>
            <a:off x="4164389" y="3925807"/>
            <a:ext cx="1207008" cy="1426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Mi</a:t>
            </a:r>
          </a:p>
          <a:p>
            <a:pPr algn="ctr"/>
            <a:r>
              <a:rPr lang="es-ES"/>
              <a:t>Programa2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C38558-2DC9-BA62-CE23-7EF1F3A98C2B}"/>
              </a:ext>
            </a:extLst>
          </p:cNvPr>
          <p:cNvSpPr/>
          <p:nvPr/>
        </p:nvSpPr>
        <p:spPr>
          <a:xfrm>
            <a:off x="5798233" y="3925807"/>
            <a:ext cx="1207008" cy="1426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Mi</a:t>
            </a:r>
          </a:p>
          <a:p>
            <a:pPr algn="ctr"/>
            <a:r>
              <a:rPr lang="es-ES"/>
              <a:t>Programa3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ACCADA-BF5D-D3A3-B2A4-3E0C3EC91F97}"/>
              </a:ext>
            </a:extLst>
          </p:cNvPr>
          <p:cNvSpPr txBox="1"/>
          <p:nvPr/>
        </p:nvSpPr>
        <p:spPr>
          <a:xfrm>
            <a:off x="4115346" y="2514600"/>
            <a:ext cx="1305095" cy="4086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s-ES"/>
              <a:t>suma_v1.0</a:t>
            </a:r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CD8172-B44A-20BF-5EBD-AFCEF249F42D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flipH="1">
            <a:off x="3134049" y="2923223"/>
            <a:ext cx="4700895" cy="1002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94B985-16A0-44B9-589C-245A5752C5FE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flipH="1">
            <a:off x="4767893" y="2923223"/>
            <a:ext cx="3067051" cy="1002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E6DA97-EB29-289A-9835-CFCEEB1DCD8A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flipH="1">
            <a:off x="6401737" y="2923223"/>
            <a:ext cx="1433207" cy="1002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CF04C73-5041-503B-120C-EFB796EEBCF7}"/>
              </a:ext>
            </a:extLst>
          </p:cNvPr>
          <p:cNvGraphicFramePr>
            <a:graphicFrameLocks noGrp="1"/>
          </p:cNvGraphicFramePr>
          <p:nvPr/>
        </p:nvGraphicFramePr>
        <p:xfrm>
          <a:off x="366245" y="3897359"/>
          <a:ext cx="1737464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4366">
                  <a:extLst>
                    <a:ext uri="{9D8B030D-6E8A-4147-A177-3AD203B41FA5}">
                      <a16:colId xmlns:a16="http://schemas.microsoft.com/office/drawing/2014/main" val="739215370"/>
                    </a:ext>
                  </a:extLst>
                </a:gridCol>
                <a:gridCol w="434366">
                  <a:extLst>
                    <a:ext uri="{9D8B030D-6E8A-4147-A177-3AD203B41FA5}">
                      <a16:colId xmlns:a16="http://schemas.microsoft.com/office/drawing/2014/main" val="2330811198"/>
                    </a:ext>
                  </a:extLst>
                </a:gridCol>
                <a:gridCol w="434366">
                  <a:extLst>
                    <a:ext uri="{9D8B030D-6E8A-4147-A177-3AD203B41FA5}">
                      <a16:colId xmlns:a16="http://schemas.microsoft.com/office/drawing/2014/main" val="4001065931"/>
                    </a:ext>
                  </a:extLst>
                </a:gridCol>
                <a:gridCol w="434366">
                  <a:extLst>
                    <a:ext uri="{9D8B030D-6E8A-4147-A177-3AD203B41FA5}">
                      <a16:colId xmlns:a16="http://schemas.microsoft.com/office/drawing/2014/main" val="12517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A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B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C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D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52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124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52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674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123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7545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516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64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12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42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7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87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21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11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52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883173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BF4036-0F11-C3EA-46E7-85F443699855}"/>
              </a:ext>
            </a:extLst>
          </p:cNvPr>
          <p:cNvCxnSpPr>
            <a:endCxn id="5" idx="1"/>
          </p:cNvCxnSpPr>
          <p:nvPr/>
        </p:nvCxnSpPr>
        <p:spPr>
          <a:xfrm>
            <a:off x="2103709" y="4639039"/>
            <a:ext cx="4268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B996330-6248-4B3E-6872-9ED09646D65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34049" y="5352271"/>
            <a:ext cx="0" cy="391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EB6E379-5228-DA19-AA9E-D63CFEAC1A51}"/>
              </a:ext>
            </a:extLst>
          </p:cNvPr>
          <p:cNvSpPr txBox="1"/>
          <p:nvPr/>
        </p:nvSpPr>
        <p:spPr>
          <a:xfrm>
            <a:off x="2605282" y="5743575"/>
            <a:ext cx="1057534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b="1"/>
              <a:t>¡ERROR!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9F44FC-ECC6-9B7C-37D4-795871FD9231}"/>
              </a:ext>
            </a:extLst>
          </p:cNvPr>
          <p:cNvSpPr txBox="1"/>
          <p:nvPr/>
        </p:nvSpPr>
        <p:spPr>
          <a:xfrm>
            <a:off x="7182396" y="2514600"/>
            <a:ext cx="1305095" cy="40862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s-ES"/>
              <a:t>suma_v3.7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46EBFC-799B-934D-A859-BD0268A62336}"/>
              </a:ext>
            </a:extLst>
          </p:cNvPr>
          <p:cNvSpPr txBox="1"/>
          <p:nvPr/>
        </p:nvSpPr>
        <p:spPr>
          <a:xfrm>
            <a:off x="5651819" y="1970425"/>
            <a:ext cx="1299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/>
              <a:t>¡actualizar</a:t>
            </a:r>
          </a:p>
          <a:p>
            <a:pPr algn="ctr"/>
            <a:r>
              <a:rPr lang="es-ES" b="1"/>
              <a:t>es mejor!</a:t>
            </a:r>
            <a:endParaRPr lang="en-US" b="1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51EB37DD-A273-F13A-FFCC-F8A52DD929E5}"/>
              </a:ext>
            </a:extLst>
          </p:cNvPr>
          <p:cNvSpPr/>
          <p:nvPr/>
        </p:nvSpPr>
        <p:spPr>
          <a:xfrm>
            <a:off x="4121239" y="2023721"/>
            <a:ext cx="1390382" cy="1390382"/>
          </a:xfrm>
          <a:prstGeom prst="mathMultiply">
            <a:avLst>
              <a:gd name="adj1" fmla="val 7079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592BB7-54B6-D725-C98B-7DE48CCF2A55}"/>
              </a:ext>
            </a:extLst>
          </p:cNvPr>
          <p:cNvSpPr txBox="1"/>
          <p:nvPr/>
        </p:nvSpPr>
        <p:spPr>
          <a:xfrm>
            <a:off x="2802066" y="6185215"/>
            <a:ext cx="663964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b="1"/>
              <a:t>P = 0</a:t>
            </a:r>
            <a:endParaRPr 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92D05-F520-0946-6C26-F396EF326D9B}"/>
              </a:ext>
            </a:extLst>
          </p:cNvPr>
          <p:cNvSpPr txBox="1"/>
          <p:nvPr/>
        </p:nvSpPr>
        <p:spPr>
          <a:xfrm>
            <a:off x="6066418" y="2485951"/>
            <a:ext cx="47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/>
              <a:t>(NO)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208946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30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930ECCCC-35A7-20B9-9BD8-CCC3D0291F50}"/>
              </a:ext>
            </a:extLst>
          </p:cNvPr>
          <p:cNvSpPr/>
          <p:nvPr/>
        </p:nvSpPr>
        <p:spPr>
          <a:xfrm>
            <a:off x="4115503" y="2292656"/>
            <a:ext cx="1304780" cy="118255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DBA477-CBE4-B7F3-2D27-7F279799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Dependencias y entornos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31F9B9-FE01-FDE2-508B-5712A00E4A31}"/>
              </a:ext>
            </a:extLst>
          </p:cNvPr>
          <p:cNvSpPr txBox="1"/>
          <p:nvPr/>
        </p:nvSpPr>
        <p:spPr>
          <a:xfrm>
            <a:off x="4185843" y="251460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suma_1.0</a:t>
            </a: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AA57A7-4783-06AB-9890-1D34E77FBD5E}"/>
              </a:ext>
            </a:extLst>
          </p:cNvPr>
          <p:cNvSpPr/>
          <p:nvPr/>
        </p:nvSpPr>
        <p:spPr>
          <a:xfrm>
            <a:off x="7802644" y="2292656"/>
            <a:ext cx="1304780" cy="118255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EFE909-C03A-41C1-2EC0-6EAB4B54DA58}"/>
              </a:ext>
            </a:extLst>
          </p:cNvPr>
          <p:cNvSpPr txBox="1"/>
          <p:nvPr/>
        </p:nvSpPr>
        <p:spPr>
          <a:xfrm>
            <a:off x="7872984" y="251460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suma_3.7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7446E-CE0E-4211-D508-A692C3ED01D5}"/>
              </a:ext>
            </a:extLst>
          </p:cNvPr>
          <p:cNvSpPr txBox="1"/>
          <p:nvPr/>
        </p:nvSpPr>
        <p:spPr>
          <a:xfrm>
            <a:off x="3921604" y="1849630"/>
            <a:ext cx="16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err="1"/>
              <a:t>Environment</a:t>
            </a:r>
            <a:r>
              <a:rPr lang="es-ES" b="1"/>
              <a:t> 1</a:t>
            </a:r>
            <a:endParaRPr lang="en-US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33B600-3B02-8023-4F7B-3CD8FC37D98B}"/>
              </a:ext>
            </a:extLst>
          </p:cNvPr>
          <p:cNvSpPr txBox="1"/>
          <p:nvPr/>
        </p:nvSpPr>
        <p:spPr>
          <a:xfrm>
            <a:off x="7608744" y="1849630"/>
            <a:ext cx="16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err="1"/>
              <a:t>Environment</a:t>
            </a:r>
            <a:r>
              <a:rPr lang="es-ES" b="1"/>
              <a:t> 2</a:t>
            </a:r>
            <a:endParaRPr lang="en-US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91E1B7-8248-D3B3-A93B-56DCA43E3717}"/>
              </a:ext>
            </a:extLst>
          </p:cNvPr>
          <p:cNvSpPr/>
          <p:nvPr/>
        </p:nvSpPr>
        <p:spPr>
          <a:xfrm>
            <a:off x="2530545" y="3925807"/>
            <a:ext cx="1207008" cy="1426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Mi</a:t>
            </a:r>
          </a:p>
          <a:p>
            <a:pPr algn="ctr"/>
            <a:r>
              <a:rPr lang="es-ES"/>
              <a:t>Programa1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338508-240A-698D-30A7-7D2E75FF3827}"/>
              </a:ext>
            </a:extLst>
          </p:cNvPr>
          <p:cNvSpPr/>
          <p:nvPr/>
        </p:nvSpPr>
        <p:spPr>
          <a:xfrm>
            <a:off x="4164389" y="3925807"/>
            <a:ext cx="1207008" cy="1426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Mi</a:t>
            </a:r>
          </a:p>
          <a:p>
            <a:pPr algn="ctr"/>
            <a:r>
              <a:rPr lang="es-ES"/>
              <a:t>Programa2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101D13-5B94-0311-4889-37FD1C9F3921}"/>
              </a:ext>
            </a:extLst>
          </p:cNvPr>
          <p:cNvSpPr/>
          <p:nvPr/>
        </p:nvSpPr>
        <p:spPr>
          <a:xfrm>
            <a:off x="5798233" y="3925807"/>
            <a:ext cx="1207008" cy="1426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Mi</a:t>
            </a:r>
          </a:p>
          <a:p>
            <a:pPr algn="ctr"/>
            <a:r>
              <a:rPr lang="es-ES"/>
              <a:t>Programa3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7EE7204-AEA3-5D01-0786-ACCA25B87775}"/>
              </a:ext>
            </a:extLst>
          </p:cNvPr>
          <p:cNvCxnSpPr>
            <a:stCxn id="9" idx="3"/>
            <a:endCxn id="14" idx="0"/>
          </p:cNvCxnSpPr>
          <p:nvPr/>
        </p:nvCxnSpPr>
        <p:spPr>
          <a:xfrm flipH="1">
            <a:off x="3134049" y="3302027"/>
            <a:ext cx="1172535" cy="623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61368F2-8D13-1C16-7339-44C1FD4C1DD8}"/>
              </a:ext>
            </a:extLst>
          </p:cNvPr>
          <p:cNvCxnSpPr>
            <a:cxnSpLocks/>
            <a:stCxn id="9" idx="5"/>
            <a:endCxn id="16" idx="0"/>
          </p:cNvCxnSpPr>
          <p:nvPr/>
        </p:nvCxnSpPr>
        <p:spPr>
          <a:xfrm>
            <a:off x="5229202" y="3302027"/>
            <a:ext cx="1172535" cy="623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6B014B2-7608-E792-9F94-0904AF9B64E7}"/>
              </a:ext>
            </a:extLst>
          </p:cNvPr>
          <p:cNvCxnSpPr>
            <a:cxnSpLocks/>
            <a:stCxn id="9" idx="4"/>
            <a:endCxn id="15" idx="0"/>
          </p:cNvCxnSpPr>
          <p:nvPr/>
        </p:nvCxnSpPr>
        <p:spPr>
          <a:xfrm>
            <a:off x="4767893" y="3475208"/>
            <a:ext cx="0" cy="450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BF17D44-D917-95BC-5B33-4B6E927B0826}"/>
              </a:ext>
            </a:extLst>
          </p:cNvPr>
          <p:cNvSpPr/>
          <p:nvPr/>
        </p:nvSpPr>
        <p:spPr>
          <a:xfrm>
            <a:off x="7851529" y="3925807"/>
            <a:ext cx="1207008" cy="142646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Programa de otra persona</a:t>
            </a:r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1C433D-47C8-9BEE-78BD-F30CE8D83DC5}"/>
              </a:ext>
            </a:extLst>
          </p:cNvPr>
          <p:cNvCxnSpPr>
            <a:cxnSpLocks/>
            <a:stCxn id="10" idx="4"/>
            <a:endCxn id="29" idx="0"/>
          </p:cNvCxnSpPr>
          <p:nvPr/>
        </p:nvCxnSpPr>
        <p:spPr>
          <a:xfrm flipH="1">
            <a:off x="8455033" y="3475208"/>
            <a:ext cx="1" cy="450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DFD9F62D-052E-27A3-667F-CD62F94222C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rcRect t="29713" b="19280"/>
          <a:stretch>
            <a:fillRect/>
          </a:stretch>
        </p:blipFill>
        <p:spPr>
          <a:xfrm>
            <a:off x="5860102" y="1562908"/>
            <a:ext cx="1502722" cy="4713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507E34-DA9A-8A70-E24F-CD189955C83B}"/>
              </a:ext>
            </a:extLst>
          </p:cNvPr>
          <p:cNvSpPr txBox="1"/>
          <p:nvPr/>
        </p:nvSpPr>
        <p:spPr>
          <a:xfrm>
            <a:off x="504931" y="2622322"/>
            <a:ext cx="2629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/>
              <a:t>Aislamientos </a:t>
            </a:r>
            <a:r>
              <a:rPr lang="es-ES" sz="2800">
                <a:sym typeface="Wingdings" panose="05000000000000000000" pitchFamily="2" charset="2"/>
              </a:rPr>
              <a:t>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201117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57DF4-F187-A94F-838B-5D11F5903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7543-F441-BFD9-1276-DBAA812B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¿Cuándo crear un </a:t>
            </a:r>
            <a:r>
              <a:rPr lang="es-ES" err="1"/>
              <a:t>environment</a:t>
            </a:r>
            <a:r>
              <a:rPr lang="es-ES"/>
              <a:t>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B84A0-8C19-4801-8D60-F7194EA96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Al iniciar un nuevo proyecto de código</a:t>
            </a:r>
          </a:p>
          <a:p>
            <a:r>
              <a:rPr lang="es-ES">
                <a:sym typeface="Wingdings" panose="05000000000000000000" pitchFamily="2" charset="2"/>
              </a:rPr>
              <a:t>Cada vez que descarguemos un programa de internet que use Python (GitHub)</a:t>
            </a:r>
          </a:p>
          <a:p>
            <a:r>
              <a:rPr lang="es-ES">
                <a:sym typeface="Wingdings" panose="05000000000000000000" pitchFamily="2" charset="2"/>
              </a:rPr>
              <a:t>Ahora</a:t>
            </a:r>
          </a:p>
        </p:txBody>
      </p:sp>
    </p:spTree>
    <p:extLst>
      <p:ext uri="{BB962C8B-B14F-4D97-AF65-F5344CB8AC3E}">
        <p14:creationId xmlns:p14="http://schemas.microsoft.com/office/powerpoint/2010/main" val="1099584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9AC7-5645-F62B-BD02-6446156A4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Creemos nuestro primer </a:t>
            </a:r>
            <a:r>
              <a:rPr lang="es-ES" err="1"/>
              <a:t>env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00E0A-7901-87B1-1FF9-722EAE84C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err="1"/>
              <a:t>Environment</a:t>
            </a:r>
            <a:r>
              <a:rPr lang="es-ES"/>
              <a:t> para la clase 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31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B12D6D-7FE7-F592-1BAE-7C1751D1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Crear </a:t>
            </a:r>
            <a:r>
              <a:rPr lang="es-ES" err="1"/>
              <a:t>environment</a:t>
            </a:r>
            <a:r>
              <a:rPr lang="es-ES"/>
              <a:t>: clase_1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19C46A-5898-C7DE-73C2-6B333992A5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41"/>
          <a:stretch>
            <a:fillRect/>
          </a:stretch>
        </p:blipFill>
        <p:spPr>
          <a:xfrm>
            <a:off x="2183059" y="1643063"/>
            <a:ext cx="2143424" cy="20813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Uso de la tecla de Windows para iniciar su experiencia en Windows">
            <a:extLst>
              <a:ext uri="{FF2B5EF4-FFF2-40B4-BE49-F238E27FC236}">
                <a16:creationId xmlns:a16="http://schemas.microsoft.com/office/drawing/2014/main" id="{9E099440-9650-0C48-2BA6-9F774DC951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B"/>
              </a:clrFrom>
              <a:clrTo>
                <a:srgbClr val="F9F9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3430" y="2239266"/>
            <a:ext cx="1009650" cy="1009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253AFF-3F1D-D886-5DFB-9318CCE7E616}"/>
              </a:ext>
            </a:extLst>
          </p:cNvPr>
          <p:cNvSpPr txBox="1"/>
          <p:nvPr/>
        </p:nvSpPr>
        <p:spPr>
          <a:xfrm>
            <a:off x="790693" y="1732060"/>
            <a:ext cx="115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/>
              <a:t>Windows</a:t>
            </a:r>
            <a:endParaRPr lang="en-US" b="1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7DED2D-1A74-96B6-A153-F9996CB4033B}"/>
              </a:ext>
            </a:extLst>
          </p:cNvPr>
          <p:cNvSpPr/>
          <p:nvPr/>
        </p:nvSpPr>
        <p:spPr>
          <a:xfrm>
            <a:off x="2181225" y="3000376"/>
            <a:ext cx="1956592" cy="614698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640E85-FE7A-39EC-86E8-3EEB22841B0C}"/>
              </a:ext>
            </a:extLst>
          </p:cNvPr>
          <p:cNvSpPr txBox="1"/>
          <p:nvPr/>
        </p:nvSpPr>
        <p:spPr>
          <a:xfrm>
            <a:off x="6006839" y="1530906"/>
            <a:ext cx="62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/>
              <a:t>Mac</a:t>
            </a:r>
            <a:endParaRPr lang="en-US" b="1"/>
          </a:p>
        </p:txBody>
      </p:sp>
      <p:pic>
        <p:nvPicPr>
          <p:cNvPr id="16" name="Picture 15" descr="Search Your Mac: Command Spacebar - Teacher Tech with Alice Keeler">
            <a:extLst>
              <a:ext uri="{FF2B5EF4-FFF2-40B4-BE49-F238E27FC236}">
                <a16:creationId xmlns:a16="http://schemas.microsoft.com/office/drawing/2014/main" id="{FD47800A-F7B8-E7F0-A597-C2E097A90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336" y="1997263"/>
            <a:ext cx="1490102" cy="13841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ECE5843-2056-D36D-44FB-3E58782BAF23}"/>
              </a:ext>
            </a:extLst>
          </p:cNvPr>
          <p:cNvSpPr txBox="1"/>
          <p:nvPr/>
        </p:nvSpPr>
        <p:spPr>
          <a:xfrm>
            <a:off x="9408518" y="1530906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/>
              <a:t>Linux</a:t>
            </a:r>
            <a:endParaRPr lang="en-US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E84A18-9572-CAA8-EC55-8C899E161A96}"/>
              </a:ext>
            </a:extLst>
          </p:cNvPr>
          <p:cNvSpPr txBox="1"/>
          <p:nvPr/>
        </p:nvSpPr>
        <p:spPr>
          <a:xfrm>
            <a:off x="1117011" y="3921196"/>
            <a:ext cx="3007432" cy="4086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u="sng"/>
              <a:t>Buscar</a:t>
            </a:r>
            <a:r>
              <a:rPr lang="es-ES"/>
              <a:t>: </a:t>
            </a:r>
            <a:r>
              <a:rPr lang="es-ES" b="1"/>
              <a:t>Anaconda </a:t>
            </a:r>
            <a:r>
              <a:rPr lang="es-ES" b="1" err="1"/>
              <a:t>Prompt</a:t>
            </a:r>
            <a:endParaRPr lang="en-US" b="1"/>
          </a:p>
        </p:txBody>
      </p:sp>
      <p:pic>
        <p:nvPicPr>
          <p:cNvPr id="21" name="Picture 20" descr="11 Combinaciones de teclado que pueden hacer tu vida más fácil">
            <a:extLst>
              <a:ext uri="{FF2B5EF4-FFF2-40B4-BE49-F238E27FC236}">
                <a16:creationId xmlns:a16="http://schemas.microsoft.com/office/drawing/2014/main" id="{692DE24F-26F6-3D7A-30D2-6AFAC2F7B8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403" b="27952"/>
          <a:stretch>
            <a:fillRect/>
          </a:stretch>
        </p:blipFill>
        <p:spPr>
          <a:xfrm>
            <a:off x="8391531" y="2254167"/>
            <a:ext cx="2781294" cy="591608"/>
          </a:xfrm>
          <a:prstGeom prst="round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0FA1657-FD7B-8E20-9153-B7E2587CD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430" y="4583075"/>
            <a:ext cx="3439914" cy="192843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0A44B78-8A9F-48A5-A82A-444D163A49A8}"/>
              </a:ext>
            </a:extLst>
          </p:cNvPr>
          <p:cNvSpPr txBox="1"/>
          <p:nvPr/>
        </p:nvSpPr>
        <p:spPr>
          <a:xfrm>
            <a:off x="5316902" y="3382293"/>
            <a:ext cx="2016828" cy="4086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u="sng"/>
              <a:t>Buscar</a:t>
            </a:r>
            <a:r>
              <a:rPr lang="es-ES"/>
              <a:t>: </a:t>
            </a:r>
            <a:r>
              <a:rPr lang="es-ES" b="1"/>
              <a:t>Terminal</a:t>
            </a:r>
            <a:endParaRPr lang="en-US" b="1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540BE3-8433-6D3C-A8E2-1BBA155CB3A6}"/>
              </a:ext>
            </a:extLst>
          </p:cNvPr>
          <p:cNvCxnSpPr/>
          <p:nvPr/>
        </p:nvCxnSpPr>
        <p:spPr>
          <a:xfrm>
            <a:off x="4838700" y="1530906"/>
            <a:ext cx="0" cy="4980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ADA94C-E063-129C-D630-85130FC5C15D}"/>
              </a:ext>
            </a:extLst>
          </p:cNvPr>
          <p:cNvCxnSpPr>
            <a:cxnSpLocks/>
          </p:cNvCxnSpPr>
          <p:nvPr/>
        </p:nvCxnSpPr>
        <p:spPr>
          <a:xfrm>
            <a:off x="7772400" y="1530906"/>
            <a:ext cx="0" cy="24314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DF2CF8F-1785-B3FB-4F69-DA3F7A6014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406" y="4198278"/>
            <a:ext cx="4788250" cy="227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6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4A1A0-C6AE-7EA5-9F34-ACB415D2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Crear </a:t>
            </a:r>
            <a:r>
              <a:rPr lang="es-ES" err="1"/>
              <a:t>environment</a:t>
            </a:r>
            <a:r>
              <a:rPr lang="es-ES"/>
              <a:t>: clase_1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FF8BE3-1FDE-5F89-F6FC-CA1BDB97A9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688"/>
          <a:stretch>
            <a:fillRect/>
          </a:stretch>
        </p:blipFill>
        <p:spPr>
          <a:xfrm>
            <a:off x="4376043" y="1614488"/>
            <a:ext cx="3439914" cy="95095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7C4FF1B-A419-671A-F20F-1DFE8609B484}"/>
              </a:ext>
            </a:extLst>
          </p:cNvPr>
          <p:cNvSpPr/>
          <p:nvPr/>
        </p:nvSpPr>
        <p:spPr>
          <a:xfrm>
            <a:off x="4343400" y="1984413"/>
            <a:ext cx="575568" cy="38100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C1380-7B20-18F8-4787-BBD3C503CA0C}"/>
              </a:ext>
            </a:extLst>
          </p:cNvPr>
          <p:cNvSpPr txBox="1"/>
          <p:nvPr/>
        </p:nvSpPr>
        <p:spPr>
          <a:xfrm>
            <a:off x="7839075" y="1990247"/>
            <a:ext cx="1798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>
                <a:solidFill>
                  <a:srgbClr val="C00000"/>
                </a:solidFill>
              </a:rPr>
              <a:t>Ambiente</a:t>
            </a:r>
            <a:r>
              <a:rPr lang="es-ES" b="1" i="1">
                <a:solidFill>
                  <a:srgbClr val="C00000"/>
                </a:solidFill>
              </a:rPr>
              <a:t> BASE</a:t>
            </a:r>
            <a:endParaRPr lang="en-US" b="1" i="1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C3AC2-D252-C766-43D9-86FDA047A9D7}"/>
              </a:ext>
            </a:extLst>
          </p:cNvPr>
          <p:cNvSpPr txBox="1"/>
          <p:nvPr/>
        </p:nvSpPr>
        <p:spPr>
          <a:xfrm>
            <a:off x="3048000" y="2639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800" b="0" u="none" strike="noStrike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800" b="0" u="none" strike="noStrike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create --name clase_1 python=3.14</a:t>
            </a:r>
            <a:endParaRPr lang="en-US" sz="1050" b="0" u="none" strike="noStrike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C0A25A-E7B7-7901-6D2B-451351D25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4291"/>
          <a:stretch>
            <a:fillRect/>
          </a:stretch>
        </p:blipFill>
        <p:spPr>
          <a:xfrm>
            <a:off x="4376042" y="3200387"/>
            <a:ext cx="3439916" cy="390523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16B62C-012A-129E-4B1C-60E1CC97B1F7}"/>
              </a:ext>
            </a:extLst>
          </p:cNvPr>
          <p:cNvCxnSpPr>
            <a:cxnSpLocks/>
          </p:cNvCxnSpPr>
          <p:nvPr/>
        </p:nvCxnSpPr>
        <p:spPr>
          <a:xfrm>
            <a:off x="3033285" y="3390887"/>
            <a:ext cx="1310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393874F-0106-1373-8863-6CE89F5AAAC0}"/>
              </a:ext>
            </a:extLst>
          </p:cNvPr>
          <p:cNvSpPr txBox="1"/>
          <p:nvPr/>
        </p:nvSpPr>
        <p:spPr>
          <a:xfrm>
            <a:off x="585360" y="3206221"/>
            <a:ext cx="244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/>
              <a:t>Le decimos que si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39E599-2AC6-2741-9991-D53790310011}"/>
              </a:ext>
            </a:extLst>
          </p:cNvPr>
          <p:cNvSpPr txBox="1"/>
          <p:nvPr/>
        </p:nvSpPr>
        <p:spPr>
          <a:xfrm>
            <a:off x="419368" y="2639961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/>
              <a:t>1º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E1D589-1D0F-4177-89AB-6620011AFBB8}"/>
              </a:ext>
            </a:extLst>
          </p:cNvPr>
          <p:cNvSpPr txBox="1"/>
          <p:nvPr/>
        </p:nvSpPr>
        <p:spPr>
          <a:xfrm>
            <a:off x="419368" y="3201375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/>
              <a:t>2º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E15157-D5D2-A232-9AF3-FFC92686020E}"/>
              </a:ext>
            </a:extLst>
          </p:cNvPr>
          <p:cNvSpPr txBox="1"/>
          <p:nvPr/>
        </p:nvSpPr>
        <p:spPr>
          <a:xfrm>
            <a:off x="419368" y="3727274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/>
              <a:t>3º</a:t>
            </a: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FA5C7-663E-9E9B-DCC0-9AEEEE06B00B}"/>
              </a:ext>
            </a:extLst>
          </p:cNvPr>
          <p:cNvSpPr txBox="1"/>
          <p:nvPr/>
        </p:nvSpPr>
        <p:spPr>
          <a:xfrm>
            <a:off x="3048000" y="37966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800" b="0" u="none" strike="noStrike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800" b="0" u="none" strike="noStrike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activate clase_1</a:t>
            </a:r>
            <a:endParaRPr lang="en-US" sz="1050" b="0" u="none" strike="noStrike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948275-D9FB-395D-F01F-62619E35BA51}"/>
              </a:ext>
            </a:extLst>
          </p:cNvPr>
          <p:cNvCxnSpPr>
            <a:cxnSpLocks/>
          </p:cNvCxnSpPr>
          <p:nvPr/>
        </p:nvCxnSpPr>
        <p:spPr>
          <a:xfrm>
            <a:off x="3033285" y="4002158"/>
            <a:ext cx="15978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FFCB390-27B2-8A83-74F9-85EC3D8B6EE5}"/>
              </a:ext>
            </a:extLst>
          </p:cNvPr>
          <p:cNvSpPr txBox="1"/>
          <p:nvPr/>
        </p:nvSpPr>
        <p:spPr>
          <a:xfrm>
            <a:off x="585360" y="3658179"/>
            <a:ext cx="2445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/>
              <a:t>Activamos el nuevo ambiente</a:t>
            </a:r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FC2DF8B-9778-0B21-AB4C-3CF0DBC09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043" y="4359247"/>
            <a:ext cx="3453508" cy="422715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C266E7CB-3579-6209-BA67-D4829A1C83A0}"/>
              </a:ext>
            </a:extLst>
          </p:cNvPr>
          <p:cNvSpPr/>
          <p:nvPr/>
        </p:nvSpPr>
        <p:spPr>
          <a:xfrm>
            <a:off x="4343399" y="4359247"/>
            <a:ext cx="809626" cy="38100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3D439B-4973-9F7C-9EBA-DAC0F32CAC00}"/>
              </a:ext>
            </a:extLst>
          </p:cNvPr>
          <p:cNvSpPr txBox="1"/>
          <p:nvPr/>
        </p:nvSpPr>
        <p:spPr>
          <a:xfrm>
            <a:off x="7839075" y="4365081"/>
            <a:ext cx="2044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>
                <a:solidFill>
                  <a:srgbClr val="C00000"/>
                </a:solidFill>
              </a:rPr>
              <a:t>Ambiente</a:t>
            </a:r>
            <a:r>
              <a:rPr lang="es-ES" b="1" i="1">
                <a:solidFill>
                  <a:srgbClr val="C00000"/>
                </a:solidFill>
              </a:rPr>
              <a:t> clase_1</a:t>
            </a:r>
            <a:endParaRPr lang="en-US" b="1" i="1">
              <a:solidFill>
                <a:srgbClr val="C00000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10B1066-86BC-81AB-0A83-78D7970B88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285" y="5383479"/>
            <a:ext cx="6125430" cy="95263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A92F794-69AD-E62D-4C11-A5690DAA8316}"/>
              </a:ext>
            </a:extLst>
          </p:cNvPr>
          <p:cNvSpPr txBox="1"/>
          <p:nvPr/>
        </p:nvSpPr>
        <p:spPr>
          <a:xfrm>
            <a:off x="419368" y="4920129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/>
              <a:t>4º</a:t>
            </a:r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B5D0F7-D6BF-C4EB-F089-7EC7D2C4FC92}"/>
              </a:ext>
            </a:extLst>
          </p:cNvPr>
          <p:cNvSpPr txBox="1"/>
          <p:nvPr/>
        </p:nvSpPr>
        <p:spPr>
          <a:xfrm>
            <a:off x="3048000" y="49059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s-ES">
                <a:latin typeface="Consolas" panose="020B0609020204030204" pitchFamily="49" charset="0"/>
              </a:rPr>
              <a:t>p</a:t>
            </a:r>
            <a:r>
              <a:rPr lang="en-US" err="1">
                <a:latin typeface="Consolas" panose="020B0609020204030204" pitchFamily="49" charset="0"/>
              </a:rPr>
              <a:t>ython</a:t>
            </a:r>
            <a:endParaRPr lang="en-US" sz="1050" b="0" u="none" strike="noStrike"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4FB951F-6F34-A173-1416-400E3DFB8431}"/>
              </a:ext>
            </a:extLst>
          </p:cNvPr>
          <p:cNvCxnSpPr>
            <a:cxnSpLocks/>
          </p:cNvCxnSpPr>
          <p:nvPr/>
        </p:nvCxnSpPr>
        <p:spPr>
          <a:xfrm>
            <a:off x="3033285" y="5120942"/>
            <a:ext cx="25864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EFF1B03-D937-3D9F-DAEE-4CA62D50143A}"/>
              </a:ext>
            </a:extLst>
          </p:cNvPr>
          <p:cNvSpPr txBox="1"/>
          <p:nvPr/>
        </p:nvSpPr>
        <p:spPr>
          <a:xfrm>
            <a:off x="585360" y="4939200"/>
            <a:ext cx="244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/>
              <a:t>Abrimos Python</a:t>
            </a:r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8A7BA01-6F31-A4BF-8DE8-DEE54E4C8E82}"/>
              </a:ext>
            </a:extLst>
          </p:cNvPr>
          <p:cNvCxnSpPr>
            <a:cxnSpLocks/>
          </p:cNvCxnSpPr>
          <p:nvPr/>
        </p:nvCxnSpPr>
        <p:spPr>
          <a:xfrm>
            <a:off x="3033285" y="2860262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E2BC7CF-C6A7-A693-11BF-3E9FB6E3AA55}"/>
              </a:ext>
            </a:extLst>
          </p:cNvPr>
          <p:cNvSpPr txBox="1"/>
          <p:nvPr/>
        </p:nvSpPr>
        <p:spPr>
          <a:xfrm>
            <a:off x="935377" y="2675596"/>
            <a:ext cx="2095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/>
              <a:t>Creamos ambiente</a:t>
            </a:r>
            <a:endParaRPr lang="en-US" b="1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C63CE1B-29F1-8780-D809-3F35B09DCB0E}"/>
              </a:ext>
            </a:extLst>
          </p:cNvPr>
          <p:cNvSpPr/>
          <p:nvPr/>
        </p:nvSpPr>
        <p:spPr>
          <a:xfrm>
            <a:off x="3576208" y="5471156"/>
            <a:ext cx="690992" cy="325172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DF46F1-1503-F73C-0DAA-963688DF6450}"/>
              </a:ext>
            </a:extLst>
          </p:cNvPr>
          <p:cNvSpPr txBox="1"/>
          <p:nvPr/>
        </p:nvSpPr>
        <p:spPr>
          <a:xfrm>
            <a:off x="9144000" y="5675129"/>
            <a:ext cx="1359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>
                <a:solidFill>
                  <a:srgbClr val="C00000"/>
                </a:solidFill>
              </a:rPr>
              <a:t>Python 3.14</a:t>
            </a:r>
            <a:endParaRPr lang="en-US" b="1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260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B24365E-5BFF-E509-4CE7-CAC68182E2C0}"/>
              </a:ext>
            </a:extLst>
          </p:cNvPr>
          <p:cNvGrpSpPr/>
          <p:nvPr/>
        </p:nvGrpSpPr>
        <p:grpSpPr>
          <a:xfrm>
            <a:off x="1308719" y="1998433"/>
            <a:ext cx="906812" cy="882714"/>
            <a:chOff x="1308719" y="748127"/>
            <a:chExt cx="906812" cy="882714"/>
          </a:xfrm>
        </p:grpSpPr>
        <p:pic>
          <p:nvPicPr>
            <p:cNvPr id="5" name="Picture 4" descr="Computer Chip Line Drawing – Royalty-Free Vector | VectorStock">
              <a:extLst>
                <a:ext uri="{FF2B5EF4-FFF2-40B4-BE49-F238E27FC236}">
                  <a16:creationId xmlns:a16="http://schemas.microsoft.com/office/drawing/2014/main" id="{F8E092D4-9D25-BE0D-107A-C30382E73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6112" t="16112" r="16112" b="22800"/>
            <a:stretch>
              <a:fillRect/>
            </a:stretch>
          </p:blipFill>
          <p:spPr>
            <a:xfrm>
              <a:off x="1308719" y="748127"/>
              <a:ext cx="906812" cy="88271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7DB157-A0D9-286C-4E90-651C30555558}"/>
                </a:ext>
              </a:extLst>
            </p:cNvPr>
            <p:cNvSpPr txBox="1"/>
            <p:nvPr/>
          </p:nvSpPr>
          <p:spPr>
            <a:xfrm>
              <a:off x="1416518" y="866319"/>
              <a:ext cx="691215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>
                  <a:latin typeface="Consolas" panose="020B0609020204030204" pitchFamily="49" charset="0"/>
                </a:rPr>
                <a:t>0101</a:t>
              </a:r>
            </a:p>
            <a:p>
              <a:pPr algn="ctr"/>
              <a:r>
                <a:rPr lang="en-US">
                  <a:latin typeface="Consolas" panose="020B0609020204030204" pitchFamily="49" charset="0"/>
                </a:rPr>
                <a:t>0011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21C92E-A6EA-FE8C-1DB1-36AA2A17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La Shell de Python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CEF86-8ED4-D049-99AB-942136E81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85" y="1923917"/>
            <a:ext cx="6125430" cy="952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571CE6-C918-AC69-8A9F-D81E5D2416C8}"/>
              </a:ext>
            </a:extLst>
          </p:cNvPr>
          <p:cNvSpPr txBox="1"/>
          <p:nvPr/>
        </p:nvSpPr>
        <p:spPr>
          <a:xfrm>
            <a:off x="1860371" y="3796785"/>
            <a:ext cx="84712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Sirve para ejecutar </a:t>
            </a:r>
            <a:r>
              <a:rPr lang="es-ES" b="1"/>
              <a:t>COMANDOS</a:t>
            </a:r>
            <a:r>
              <a:rPr lang="es-ES"/>
              <a:t> que serán interpretados por el interprete de Python</a:t>
            </a:r>
          </a:p>
          <a:p>
            <a:pPr algn="ctr"/>
            <a:endParaRPr lang="es-ES"/>
          </a:p>
          <a:p>
            <a:pPr algn="ctr"/>
            <a:r>
              <a:rPr lang="es-ES"/>
              <a:t>La podemos cargar en muchos lugares</a:t>
            </a:r>
          </a:p>
          <a:p>
            <a:pPr algn="ctr"/>
            <a:endParaRPr lang="es-ES"/>
          </a:p>
          <a:p>
            <a:pPr algn="ctr"/>
            <a:r>
              <a:rPr lang="es-ES"/>
              <a:t>De fondo, Python es ejecutado por muchos </a:t>
            </a:r>
            <a:r>
              <a:rPr lang="es-ES" b="1"/>
              <a:t>PROGRAMAS</a:t>
            </a:r>
          </a:p>
          <a:p>
            <a:pPr algn="ctr"/>
            <a:r>
              <a:rPr lang="es-ES"/>
              <a:t>(una lista de comandos que son ejecutados en un orden determinado)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5E8575-3035-59CF-E170-17A7C16E55DA}"/>
              </a:ext>
            </a:extLst>
          </p:cNvPr>
          <p:cNvGrpSpPr/>
          <p:nvPr/>
        </p:nvGrpSpPr>
        <p:grpSpPr>
          <a:xfrm>
            <a:off x="1009582" y="1647691"/>
            <a:ext cx="1505086" cy="1505084"/>
            <a:chOff x="1009582" y="1647691"/>
            <a:chExt cx="1505086" cy="1505084"/>
          </a:xfrm>
        </p:grpSpPr>
        <p:pic>
          <p:nvPicPr>
            <p:cNvPr id="10" name="Picture 9" descr="U.S. Shell Irish Deep Shell | Michaels">
              <a:extLst>
                <a:ext uri="{FF2B5EF4-FFF2-40B4-BE49-F238E27FC236}">
                  <a16:creationId xmlns:a16="http://schemas.microsoft.com/office/drawing/2014/main" id="{53AC5890-3477-7397-3837-D5B5AED92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09582" y="1647691"/>
              <a:ext cx="1505086" cy="1505084"/>
            </a:xfrm>
            <a:prstGeom prst="rect">
              <a:avLst/>
            </a:prstGeom>
          </p:spPr>
        </p:pic>
        <p:pic>
          <p:nvPicPr>
            <p:cNvPr id="11" name="Picture 10" descr="Python (programming language) - Wikipedia">
              <a:extLst>
                <a:ext uri="{FF2B5EF4-FFF2-40B4-BE49-F238E27FC236}">
                  <a16:creationId xmlns:a16="http://schemas.microsoft.com/office/drawing/2014/main" id="{0061BC3E-682F-036D-C926-91E167151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 amt="70000"/>
            </a:blip>
            <a:stretch>
              <a:fillRect/>
            </a:stretch>
          </p:blipFill>
          <p:spPr>
            <a:xfrm>
              <a:off x="1470540" y="2108648"/>
              <a:ext cx="583170" cy="583170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797BCD4-B504-9C54-B805-036B4238781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13485" y="4256805"/>
            <a:ext cx="535142" cy="535142"/>
          </a:xfrm>
          <a:prstGeom prst="rect">
            <a:avLst/>
          </a:prstGeom>
        </p:spPr>
      </p:pic>
      <p:pic>
        <p:nvPicPr>
          <p:cNvPr id="14" name="Picture 13" descr="File:Visual Studio Code 1.35 icon.svg - Wikimedia Commons">
            <a:extLst>
              <a:ext uri="{FF2B5EF4-FFF2-40B4-BE49-F238E27FC236}">
                <a16:creationId xmlns:a16="http://schemas.microsoft.com/office/drawing/2014/main" id="{0DFFD202-10E3-679B-BBA2-CDD6B49DCE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9872" y="4312737"/>
            <a:ext cx="423278" cy="423278"/>
          </a:xfrm>
          <a:prstGeom prst="rect">
            <a:avLst/>
          </a:prstGeom>
        </p:spPr>
      </p:pic>
      <p:pic>
        <p:nvPicPr>
          <p:cNvPr id="16" name="Picture 15" descr="Terminal (macOS) - Wikipedia">
            <a:extLst>
              <a:ext uri="{FF2B5EF4-FFF2-40B4-BE49-F238E27FC236}">
                <a16:creationId xmlns:a16="http://schemas.microsoft.com/office/drawing/2014/main" id="{F325BBC9-F249-332E-1EE9-10EA26F6FE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6613" y="4257675"/>
            <a:ext cx="533402" cy="533402"/>
          </a:xfrm>
          <a:prstGeom prst="rect">
            <a:avLst/>
          </a:prstGeom>
        </p:spPr>
      </p:pic>
      <p:pic>
        <p:nvPicPr>
          <p:cNvPr id="18" name="Picture 17" descr="How to use a Python program to create a new folder and file">
            <a:extLst>
              <a:ext uri="{FF2B5EF4-FFF2-40B4-BE49-F238E27FC236}">
                <a16:creationId xmlns:a16="http://schemas.microsoft.com/office/drawing/2014/main" id="{122748DD-E4D2-539A-7B48-E13B3872FB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172" y="4524376"/>
            <a:ext cx="1962496" cy="19019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634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0 L -0.03724 0.1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62" y="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03724 0.12569 L 1.04167E-6 3.7037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4" y="-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C61A3-EEC9-BDD4-71AD-F64E35839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8064-7039-BBC9-F8C8-22EC0B461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/>
              <a:t>Parte I </a:t>
            </a:r>
            <a:br>
              <a:rPr lang="es-ES"/>
            </a:br>
            <a:br>
              <a:rPr lang="es-ES"/>
            </a:br>
            <a:r>
              <a:rPr lang="es-ES"/>
              <a:t>Tipos de objetos (</a:t>
            </a:r>
            <a:r>
              <a:rPr lang="es-ES" err="1">
                <a:latin typeface="Consolas" panose="020B0609020204030204" pitchFamily="49" charset="0"/>
              </a:rPr>
              <a:t>types</a:t>
            </a:r>
            <a:r>
              <a:rPr lang="es-ES"/>
              <a:t>) y Expresiones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9709A-F2F2-5E99-9721-C10A21C6F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err="1">
                <a:latin typeface="Consolas" panose="020B0609020204030204" pitchFamily="49" charset="0"/>
              </a:rPr>
              <a:t>int</a:t>
            </a:r>
            <a:r>
              <a:rPr lang="es-ES">
                <a:latin typeface="Consolas" panose="020B0609020204030204" pitchFamily="49" charset="0"/>
              </a:rPr>
              <a:t> | </a:t>
            </a:r>
            <a:r>
              <a:rPr lang="es-ES" err="1">
                <a:latin typeface="Consolas" panose="020B0609020204030204" pitchFamily="49" charset="0"/>
              </a:rPr>
              <a:t>float</a:t>
            </a:r>
            <a:r>
              <a:rPr lang="es-ES">
                <a:latin typeface="Consolas" panose="020B0609020204030204" pitchFamily="49" charset="0"/>
              </a:rPr>
              <a:t> | </a:t>
            </a:r>
            <a:r>
              <a:rPr lang="es-ES" err="1">
                <a:latin typeface="Consolas" panose="020B0609020204030204" pitchFamily="49" charset="0"/>
              </a:rPr>
              <a:t>bool</a:t>
            </a:r>
            <a:r>
              <a:rPr lang="es-ES">
                <a:latin typeface="Consolas" panose="020B0609020204030204" pitchFamily="49" charset="0"/>
              </a:rPr>
              <a:t> | </a:t>
            </a:r>
            <a:r>
              <a:rPr lang="es-ES" err="1">
                <a:latin typeface="Consolas" panose="020B0609020204030204" pitchFamily="49" charset="0"/>
              </a:rPr>
              <a:t>NoneType</a:t>
            </a:r>
            <a:r>
              <a:rPr lang="es-ES">
                <a:latin typeface="Consolas" panose="020B0609020204030204" pitchFamily="49" charset="0"/>
              </a:rPr>
              <a:t> | </a:t>
            </a:r>
            <a:r>
              <a:rPr lang="es-ES" err="1">
                <a:latin typeface="Consolas" panose="020B0609020204030204" pitchFamily="49" charset="0"/>
              </a:rPr>
              <a:t>str</a:t>
            </a:r>
            <a:r>
              <a:rPr lang="es-ES">
                <a:latin typeface="Consolas" panose="020B0609020204030204" pitchFamily="49" charset="0"/>
              </a:rPr>
              <a:t> | …</a:t>
            </a:r>
          </a:p>
          <a:p>
            <a:r>
              <a:rPr lang="es-ES">
                <a:latin typeface="+mj-lt"/>
              </a:rPr>
              <a:t>Conversiones</a:t>
            </a:r>
          </a:p>
          <a:p>
            <a:r>
              <a:rPr lang="es-ES">
                <a:latin typeface="Consolas" panose="020B0609020204030204" pitchFamily="49" charset="0"/>
              </a:rPr>
              <a:t>OUT: </a:t>
            </a:r>
            <a:r>
              <a:rPr lang="es-ES" err="1">
                <a:latin typeface="Consolas" panose="020B0609020204030204" pitchFamily="49" charset="0"/>
              </a:rPr>
              <a:t>print</a:t>
            </a:r>
            <a:r>
              <a:rPr lang="es-ES">
                <a:latin typeface="Consolas" panose="020B0609020204030204" pitchFamily="49" charset="0"/>
              </a:rPr>
              <a:t>()</a:t>
            </a:r>
          </a:p>
          <a:p>
            <a:r>
              <a:rPr lang="es-ES">
                <a:latin typeface="+mj-lt"/>
              </a:rPr>
              <a:t>Operaciones entre objetos</a:t>
            </a:r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0325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5672D5-77E9-C2B9-218A-2C76237AF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Objetos </a:t>
            </a:r>
            <a:r>
              <a:rPr lang="es-ES" sz="2400"/>
              <a:t>(o Literales)</a:t>
            </a:r>
            <a:endParaRPr lang="es-ES" sz="2400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B523A2-4406-73C1-2EAD-2D5DAE520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s-ES" u="sng" noProof="0"/>
              <a:t>Escalares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2F8F1-29D5-127C-81BE-57BA967D71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s-ES" noProof="0" dirty="0"/>
              <a:t>No pueden subdividirse</a:t>
            </a:r>
          </a:p>
          <a:p>
            <a:pPr marL="0" indent="0">
              <a:buNone/>
            </a:pPr>
            <a:endParaRPr lang="es-ES" noProof="0" dirty="0"/>
          </a:p>
          <a:p>
            <a:pPr marL="0" indent="0" algn="ctr">
              <a:buNone/>
            </a:pPr>
            <a:endParaRPr lang="es-ES" noProof="0" dirty="0"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 noProof="0" dirty="0" err="1">
                <a:latin typeface="Consolas" panose="020B0609020204030204" pitchFamily="49" charset="0"/>
              </a:rPr>
              <a:t>int</a:t>
            </a:r>
            <a:endParaRPr lang="es-ES" noProof="0" dirty="0"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 noProof="0" dirty="0" err="1">
                <a:latin typeface="Consolas" panose="020B0609020204030204" pitchFamily="49" charset="0"/>
              </a:rPr>
              <a:t>float</a:t>
            </a:r>
            <a:endParaRPr lang="es-ES" noProof="0" dirty="0"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 noProof="0" dirty="0" err="1">
                <a:latin typeface="Consolas" panose="020B0609020204030204" pitchFamily="49" charset="0"/>
              </a:rPr>
              <a:t>bool</a:t>
            </a:r>
            <a:endParaRPr lang="es-ES" noProof="0" dirty="0"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 noProof="0" dirty="0" err="1">
                <a:latin typeface="Consolas" panose="020B0609020204030204" pitchFamily="49" charset="0"/>
              </a:rPr>
              <a:t>NoneType</a:t>
            </a:r>
            <a:endParaRPr lang="es-ES" noProof="0" dirty="0">
              <a:latin typeface="Consolas" panose="020B0609020204030204" pitchFamily="49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A79277-E4A5-01B1-A3C1-1B2EA35FB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s-ES" u="sng" noProof="0"/>
              <a:t>NO escalares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39DAEC-A246-C06F-8AEB-868A12A1A43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ctr"/>
            <a:r>
              <a:rPr lang="es-ES" noProof="0" dirty="0"/>
              <a:t>Tienen estructura interna</a:t>
            </a:r>
          </a:p>
          <a:p>
            <a:pPr algn="ctr"/>
            <a:r>
              <a:rPr lang="es-ES" noProof="0" dirty="0"/>
              <a:t>Podemos acceder a ella</a:t>
            </a:r>
          </a:p>
          <a:p>
            <a:pPr marL="0" indent="0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dirty="0" err="1">
                <a:latin typeface="Consolas" panose="020B0609020204030204" pitchFamily="49" charset="0"/>
              </a:rPr>
              <a:t>str</a:t>
            </a:r>
            <a:endParaRPr lang="es-ES" dirty="0"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 dirty="0" err="1">
                <a:latin typeface="Consolas" panose="020B0609020204030204" pitchFamily="49" charset="0"/>
              </a:rPr>
              <a:t>tuple</a:t>
            </a:r>
            <a:endParaRPr lang="es-ES" dirty="0"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 dirty="0" err="1">
                <a:latin typeface="Consolas" panose="020B0609020204030204" pitchFamily="49" charset="0"/>
              </a:rPr>
              <a:t>list</a:t>
            </a:r>
            <a:endParaRPr lang="es-ES" dirty="0"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 dirty="0" err="1">
                <a:latin typeface="Consolas" panose="020B0609020204030204" pitchFamily="49" charset="0"/>
              </a:rPr>
              <a:t>dict</a:t>
            </a:r>
            <a:endParaRPr lang="es-ES" dirty="0"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endParaRPr lang="es-ES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0E2D27-17F1-DDCF-C8B4-AE0D9351626C}"/>
              </a:ext>
            </a:extLst>
          </p:cNvPr>
          <p:cNvSpPr txBox="1"/>
          <p:nvPr/>
        </p:nvSpPr>
        <p:spPr>
          <a:xfrm>
            <a:off x="4872188" y="4597955"/>
            <a:ext cx="2600035" cy="57888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800" b="1" noProof="0">
                <a:latin typeface="Consolas" panose="020B0609020204030204" pitchFamily="49" charset="0"/>
              </a:rPr>
              <a:t>type(OBJETO)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D157AC-1C52-E95C-EACF-9E81842DE3C6}"/>
                  </a:ext>
                </a:extLst>
              </p:cNvPr>
              <p:cNvSpPr txBox="1"/>
              <p:nvPr/>
            </p:nvSpPr>
            <p:spPr>
              <a:xfrm>
                <a:off x="742481" y="4076194"/>
                <a:ext cx="1590500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>
                    <a:solidFill>
                      <a:schemeClr val="accent6"/>
                    </a:solidFill>
                    <a:latin typeface="Consolas" panose="020B0609020204030204" pitchFamily="49" charset="0"/>
                  </a:rPr>
                  <a:t> (-1,0,52)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D157AC-1C52-E95C-EACF-9E81842DE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81" y="4076194"/>
                <a:ext cx="1590500" cy="369332"/>
              </a:xfrm>
              <a:prstGeom prst="rect">
                <a:avLst/>
              </a:prstGeom>
              <a:blipFill>
                <a:blip r:embed="rId3"/>
                <a:stretch>
                  <a:fillRect t="-10000" r="-229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BA4F7DA5-44DE-D24B-340F-F97423A23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004909-06A3-965D-A67E-D728E9101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7005A69-25B8-C100-6011-B0250C2F08FB}"/>
              </a:ext>
            </a:extLst>
          </p:cNvPr>
          <p:cNvSpPr txBox="1"/>
          <p:nvPr/>
        </p:nvSpPr>
        <p:spPr>
          <a:xfrm>
            <a:off x="742481" y="5066792"/>
            <a:ext cx="145103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s-ES" err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True|False</a:t>
            </a:r>
            <a:endParaRPr lang="en-US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404DBF-BFC7-193C-E21F-0D73CE6B5BB0}"/>
              </a:ext>
            </a:extLst>
          </p:cNvPr>
          <p:cNvSpPr txBox="1"/>
          <p:nvPr/>
        </p:nvSpPr>
        <p:spPr>
          <a:xfrm>
            <a:off x="742481" y="5610218"/>
            <a:ext cx="69121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s-ES" err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8D43EF-E6D3-8903-9D51-D66F65503ADB}"/>
                  </a:ext>
                </a:extLst>
              </p:cNvPr>
              <p:cNvSpPr txBox="1"/>
              <p:nvPr/>
            </p:nvSpPr>
            <p:spPr>
              <a:xfrm>
                <a:off x="742481" y="4571493"/>
                <a:ext cx="1242648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>
                    <a:solidFill>
                      <a:schemeClr val="accent6"/>
                    </a:solidFill>
                    <a:latin typeface="Consolas" panose="020B0609020204030204" pitchFamily="49" charset="0"/>
                  </a:rPr>
                  <a:t> (3.52)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8D43EF-E6D3-8903-9D51-D66F65503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81" y="4571493"/>
                <a:ext cx="1242648" cy="369332"/>
              </a:xfrm>
              <a:prstGeom prst="rect">
                <a:avLst/>
              </a:prstGeom>
              <a:blipFill>
                <a:blip r:embed="rId5"/>
                <a:stretch>
                  <a:fillRect t="-8197" r="-294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BCE7C4E-7545-D685-FCF3-F138B9047045}"/>
              </a:ext>
            </a:extLst>
          </p:cNvPr>
          <p:cNvSpPr txBox="1"/>
          <p:nvPr/>
        </p:nvSpPr>
        <p:spPr>
          <a:xfrm>
            <a:off x="9521262" y="5617299"/>
            <a:ext cx="183095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s-E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>
                <a:solidFill>
                  <a:schemeClr val="accent2"/>
                </a:solidFill>
                <a:latin typeface="Consolas" panose="020B0609020204030204" pitchFamily="49" charset="0"/>
              </a:rPr>
              <a:t>"A"</a:t>
            </a:r>
            <a:r>
              <a:rPr lang="es-ES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>
                <a:solidFill>
                  <a:schemeClr val="accent2"/>
                </a:solidFill>
                <a:latin typeface="Consolas" panose="020B0609020204030204" pitchFamily="49" charset="0"/>
              </a:rPr>
              <a:t>5,"B"</a:t>
            </a:r>
            <a:r>
              <a:rPr lang="es-ES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:2</a:t>
            </a:r>
            <a:r>
              <a:rPr lang="es-E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1">
              <a:solidFill>
                <a:schemeClr val="accent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DDF7F4-BD18-660E-800D-B8A37E8E98B6}"/>
              </a:ext>
            </a:extLst>
          </p:cNvPr>
          <p:cNvSpPr txBox="1"/>
          <p:nvPr/>
        </p:nvSpPr>
        <p:spPr>
          <a:xfrm>
            <a:off x="10154447" y="5148462"/>
            <a:ext cx="119776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s-ES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[1, </a:t>
            </a:r>
            <a:r>
              <a:rPr lang="es-ES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s-ES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ES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s-ES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]</a:t>
            </a:r>
            <a:endParaRPr lang="en-US">
              <a:solidFill>
                <a:schemeClr val="accent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B91AF1-1E6C-C290-B238-7F96393FD515}"/>
              </a:ext>
            </a:extLst>
          </p:cNvPr>
          <p:cNvSpPr txBox="1"/>
          <p:nvPr/>
        </p:nvSpPr>
        <p:spPr>
          <a:xfrm>
            <a:off x="10027810" y="4128587"/>
            <a:ext cx="132440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s-ES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s-ES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Python!"</a:t>
            </a:r>
            <a:endParaRPr lang="en-US">
              <a:solidFill>
                <a:schemeClr val="accent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FB59E7-CA63-1898-774E-FAE43E462310}"/>
              </a:ext>
            </a:extLst>
          </p:cNvPr>
          <p:cNvSpPr txBox="1"/>
          <p:nvPr/>
        </p:nvSpPr>
        <p:spPr>
          <a:xfrm>
            <a:off x="4883459" y="5241409"/>
            <a:ext cx="2577503" cy="408623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>
                <a:solidFill>
                  <a:schemeClr val="accent2"/>
                </a:solidFill>
              </a:rPr>
              <a:t>función</a:t>
            </a:r>
            <a:r>
              <a:rPr lang="es-ES">
                <a:solidFill>
                  <a:schemeClr val="accent2"/>
                </a:solidFill>
              </a:rPr>
              <a:t>( </a:t>
            </a:r>
            <a:r>
              <a:rPr lang="es-ES">
                <a:solidFill>
                  <a:schemeClr val="accent4"/>
                </a:solidFill>
              </a:rPr>
              <a:t>ARGUMENTO</a:t>
            </a:r>
            <a:r>
              <a:rPr lang="es-ES">
                <a:solidFill>
                  <a:schemeClr val="accent2"/>
                </a:solidFill>
              </a:rPr>
              <a:t> 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B3A9DD-CE0A-285F-7EA8-D0F3AC499449}"/>
              </a:ext>
            </a:extLst>
          </p:cNvPr>
          <p:cNvSpPr txBox="1"/>
          <p:nvPr/>
        </p:nvSpPr>
        <p:spPr>
          <a:xfrm>
            <a:off x="10154447" y="4607163"/>
            <a:ext cx="119776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s-ES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(1, </a:t>
            </a:r>
            <a:r>
              <a:rPr lang="es-ES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s-ES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ES">
                <a:solidFill>
                  <a:schemeClr val="accent2"/>
                </a:solidFill>
                <a:latin typeface="Consolas" panose="020B0609020204030204" pitchFamily="49" charset="0"/>
              </a:rPr>
              <a:t>")</a:t>
            </a:r>
            <a:endParaRPr lang="en-US">
              <a:solidFill>
                <a:schemeClr val="accent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09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8" grpId="0"/>
      <p:bldP spid="19" grpId="0"/>
      <p:bldP spid="20" grpId="0"/>
      <p:bldP spid="21" grpId="0"/>
      <p:bldP spid="22" grpId="0"/>
      <p:bldP spid="23" grpId="0"/>
      <p:bldP spid="28" grpId="0"/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9A72B-A170-D7A5-C860-46C89C62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89E58A-1A65-405F-0661-95BCFF9E4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Ejemplos de escalares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7FDA0D8-EA3B-77DB-68E0-02208F722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" u="sng">
                <a:latin typeface="+mj-lt"/>
              </a:rPr>
              <a:t>Input</a:t>
            </a:r>
            <a:endParaRPr lang="en-US" u="sng">
              <a:latin typeface="+mj-lt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693492C9-F66E-EBE6-98F7-80FC4454C4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5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type(5)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3.0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type(3.0)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None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type(</a:t>
            </a:r>
            <a:r>
              <a:rPr lang="es-ES" err="1">
                <a:latin typeface="Consolas" panose="020B0609020204030204" pitchFamily="49" charset="0"/>
              </a:rPr>
              <a:t>None</a:t>
            </a:r>
            <a:r>
              <a:rPr lang="es-ES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True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False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type(False)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51B32AA-630F-1164-A44B-98321E87A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s-ES" u="sng">
                <a:latin typeface="+mj-lt"/>
              </a:rPr>
              <a:t>Output</a:t>
            </a:r>
            <a:endParaRPr lang="en-US" u="sng">
              <a:latin typeface="+mj-lt"/>
            </a:endParaRP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61EEC63E-34B4-CD57-E3DA-96E3B1FD40C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5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&lt;</a:t>
            </a:r>
            <a:r>
              <a:rPr lang="es-ES" err="1">
                <a:latin typeface="Consolas" panose="020B0609020204030204" pitchFamily="49" charset="0"/>
              </a:rPr>
              <a:t>class</a:t>
            </a:r>
            <a:r>
              <a:rPr lang="es-ES">
                <a:latin typeface="Consolas" panose="020B0609020204030204" pitchFamily="49" charset="0"/>
              </a:rPr>
              <a:t> '</a:t>
            </a:r>
            <a:r>
              <a:rPr lang="es-ES" err="1">
                <a:latin typeface="Consolas" panose="020B0609020204030204" pitchFamily="49" charset="0"/>
              </a:rPr>
              <a:t>int</a:t>
            </a:r>
            <a:r>
              <a:rPr lang="es-ES">
                <a:latin typeface="Consolas" panose="020B0609020204030204" pitchFamily="49" charset="0"/>
              </a:rPr>
              <a:t>'&gt;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3.0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&lt;</a:t>
            </a:r>
            <a:r>
              <a:rPr lang="es-ES" err="1">
                <a:latin typeface="Consolas" panose="020B0609020204030204" pitchFamily="49" charset="0"/>
              </a:rPr>
              <a:t>class</a:t>
            </a:r>
            <a:r>
              <a:rPr lang="es-ES">
                <a:latin typeface="Consolas" panose="020B0609020204030204" pitchFamily="49" charset="0"/>
              </a:rPr>
              <a:t> '</a:t>
            </a:r>
            <a:r>
              <a:rPr lang="es-ES" err="1">
                <a:latin typeface="Consolas" panose="020B0609020204030204" pitchFamily="49" charset="0"/>
              </a:rPr>
              <a:t>float</a:t>
            </a:r>
            <a:r>
              <a:rPr lang="es-ES">
                <a:latin typeface="Consolas" panose="020B0609020204030204" pitchFamily="49" charset="0"/>
              </a:rPr>
              <a:t>'&gt;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&lt;</a:t>
            </a:r>
            <a:r>
              <a:rPr lang="es-ES" err="1">
                <a:latin typeface="Consolas" panose="020B0609020204030204" pitchFamily="49" charset="0"/>
              </a:rPr>
              <a:t>class</a:t>
            </a:r>
            <a:r>
              <a:rPr lang="es-ES">
                <a:latin typeface="Consolas" panose="020B0609020204030204" pitchFamily="49" charset="0"/>
              </a:rPr>
              <a:t> '</a:t>
            </a:r>
            <a:r>
              <a:rPr lang="en-US" err="1">
                <a:latin typeface="Consolas" panose="020B0609020204030204" pitchFamily="49" charset="0"/>
              </a:rPr>
              <a:t>NoneType</a:t>
            </a:r>
            <a:r>
              <a:rPr lang="es-ES">
                <a:latin typeface="Consolas" panose="020B0609020204030204" pitchFamily="49" charset="0"/>
              </a:rPr>
              <a:t>'&gt;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True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False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&lt;</a:t>
            </a:r>
            <a:r>
              <a:rPr lang="es-ES" err="1">
                <a:latin typeface="Consolas" panose="020B0609020204030204" pitchFamily="49" charset="0"/>
              </a:rPr>
              <a:t>class</a:t>
            </a:r>
            <a:r>
              <a:rPr lang="es-ES">
                <a:latin typeface="Consolas" panose="020B0609020204030204" pitchFamily="49" charset="0"/>
              </a:rPr>
              <a:t> '</a:t>
            </a:r>
            <a:r>
              <a:rPr lang="es-ES" err="1">
                <a:latin typeface="Consolas" panose="020B0609020204030204" pitchFamily="49" charset="0"/>
              </a:rPr>
              <a:t>bool</a:t>
            </a:r>
            <a:r>
              <a:rPr lang="es-ES">
                <a:latin typeface="Consolas" panose="020B0609020204030204" pitchFamily="49" charset="0"/>
              </a:rPr>
              <a:t>'&gt;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718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F0BCA-4C26-FB33-D7AF-377CE74C4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FB2BA0-747E-FE14-6C6D-93FB4518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Conversiones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CE7EF87-5A16-1A65-785C-DD8ADC169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" u="sng">
                <a:latin typeface="+mj-lt"/>
              </a:rPr>
              <a:t>Input</a:t>
            </a:r>
            <a:endParaRPr lang="en-US" u="sng">
              <a:latin typeface="+mj-lt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8FDCF2AF-2101-4E4F-917A-CABA442E63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err="1">
                <a:latin typeface="Consolas" panose="020B0609020204030204" pitchFamily="49" charset="0"/>
              </a:rPr>
              <a:t>float</a:t>
            </a:r>
            <a:r>
              <a:rPr lang="es-ES">
                <a:latin typeface="Consolas" panose="020B0609020204030204" pitchFamily="49" charset="0"/>
              </a:rPr>
              <a:t>(3)</a:t>
            </a:r>
          </a:p>
          <a:p>
            <a:pPr marL="0" indent="0">
              <a:buNone/>
            </a:pPr>
            <a:r>
              <a:rPr lang="es-ES" err="1">
                <a:latin typeface="Consolas" panose="020B0609020204030204" pitchFamily="49" charset="0"/>
              </a:rPr>
              <a:t>int</a:t>
            </a:r>
            <a:r>
              <a:rPr lang="es-ES">
                <a:latin typeface="Consolas" panose="020B0609020204030204" pitchFamily="49" charset="0"/>
              </a:rPr>
              <a:t>(3.9)</a:t>
            </a:r>
          </a:p>
          <a:p>
            <a:pPr marL="0" indent="0">
              <a:buNone/>
            </a:pPr>
            <a:r>
              <a:rPr lang="es-ES" b="1" err="1">
                <a:latin typeface="Consolas" panose="020B0609020204030204" pitchFamily="49" charset="0"/>
              </a:rPr>
              <a:t>bool</a:t>
            </a:r>
            <a:r>
              <a:rPr lang="es-ES" b="1">
                <a:latin typeface="Consolas" panose="020B0609020204030204" pitchFamily="49" charset="0"/>
              </a:rPr>
              <a:t>(0)</a:t>
            </a:r>
          </a:p>
          <a:p>
            <a:pPr marL="0" indent="0">
              <a:buNone/>
            </a:pPr>
            <a:r>
              <a:rPr lang="es-ES" err="1">
                <a:latin typeface="Consolas" panose="020B0609020204030204" pitchFamily="49" charset="0"/>
              </a:rPr>
              <a:t>bool</a:t>
            </a:r>
            <a:r>
              <a:rPr lang="es-ES">
                <a:latin typeface="Consolas" panose="020B0609020204030204" pitchFamily="49" charset="0"/>
              </a:rPr>
              <a:t>(1)</a:t>
            </a:r>
          </a:p>
          <a:p>
            <a:pPr marL="0" indent="0">
              <a:buNone/>
            </a:pPr>
            <a:r>
              <a:rPr lang="es-ES" err="1">
                <a:latin typeface="Consolas" panose="020B0609020204030204" pitchFamily="49" charset="0"/>
              </a:rPr>
              <a:t>bool</a:t>
            </a:r>
            <a:r>
              <a:rPr lang="es-ES">
                <a:latin typeface="Consolas" panose="020B0609020204030204" pitchFamily="49" charset="0"/>
              </a:rPr>
              <a:t>(3)</a:t>
            </a:r>
          </a:p>
          <a:p>
            <a:pPr marL="0" indent="0">
              <a:buNone/>
            </a:pPr>
            <a:r>
              <a:rPr lang="es-ES" err="1">
                <a:latin typeface="Consolas" panose="020B0609020204030204" pitchFamily="49" charset="0"/>
              </a:rPr>
              <a:t>bool</a:t>
            </a:r>
            <a:r>
              <a:rPr lang="es-ES">
                <a:latin typeface="Consolas" panose="020B0609020204030204" pitchFamily="49" charset="0"/>
              </a:rPr>
              <a:t>(3.0)</a:t>
            </a:r>
          </a:p>
          <a:p>
            <a:pPr marL="0" indent="0">
              <a:buNone/>
            </a:pPr>
            <a:r>
              <a:rPr lang="es-ES" err="1">
                <a:latin typeface="Consolas" panose="020B0609020204030204" pitchFamily="49" charset="0"/>
              </a:rPr>
              <a:t>bool</a:t>
            </a:r>
            <a:r>
              <a:rPr lang="es-ES">
                <a:latin typeface="Consolas" panose="020B0609020204030204" pitchFamily="49" charset="0"/>
              </a:rPr>
              <a:t>(-1.29)</a:t>
            </a:r>
          </a:p>
          <a:p>
            <a:pPr marL="0" indent="0">
              <a:buNone/>
            </a:pPr>
            <a:endParaRPr lang="es-ES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>
              <a:latin typeface="Consolas" panose="020B0609020204030204" pitchFamily="49" charset="0"/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E561493-8A90-9DF9-546E-528ABF4192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s-ES" u="sng">
                <a:latin typeface="+mj-lt"/>
              </a:rPr>
              <a:t>Output</a:t>
            </a:r>
            <a:endParaRPr lang="en-US" u="sng">
              <a:latin typeface="+mj-lt"/>
            </a:endParaRP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83226C3A-2C37-DA0A-4BE7-3D8C64776E5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3.0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3</a:t>
            </a:r>
          </a:p>
          <a:p>
            <a:pPr marL="0" indent="0">
              <a:buNone/>
            </a:pPr>
            <a:r>
              <a:rPr lang="en-US" b="1">
                <a:latin typeface="Consolas" panose="020B0609020204030204" pitchFamily="49" charset="0"/>
              </a:rPr>
              <a:t>False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True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True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True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True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47315-2663-58F4-E749-6BB3FA8FC924}"/>
              </a:ext>
            </a:extLst>
          </p:cNvPr>
          <p:cNvSpPr txBox="1"/>
          <p:nvPr/>
        </p:nvSpPr>
        <p:spPr>
          <a:xfrm>
            <a:off x="3194884" y="3145393"/>
            <a:ext cx="2465308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noProof="0" err="1">
                <a:latin typeface="Consolas" panose="020B0609020204030204" pitchFamily="49" charset="0"/>
              </a:rPr>
              <a:t>float</a:t>
            </a:r>
            <a:r>
              <a:rPr lang="es-ES" sz="2000" b="1" noProof="0">
                <a:latin typeface="Consolas" panose="020B0609020204030204" pitchFamily="49" charset="0"/>
              </a:rPr>
              <a:t>(</a:t>
            </a:r>
            <a:r>
              <a:rPr lang="es-ES" sz="2000" b="1">
                <a:latin typeface="Consolas" panose="020B0609020204030204" pitchFamily="49" charset="0"/>
              </a:rPr>
              <a:t>INT|FLOAT</a:t>
            </a:r>
            <a:r>
              <a:rPr lang="es-ES" sz="2000" b="1" noProof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C1E4C-B6E4-BEA3-E24E-9333592F2E23}"/>
              </a:ext>
            </a:extLst>
          </p:cNvPr>
          <p:cNvSpPr txBox="1"/>
          <p:nvPr/>
        </p:nvSpPr>
        <p:spPr>
          <a:xfrm>
            <a:off x="3326872" y="3891240"/>
            <a:ext cx="2201337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noProof="0" err="1">
                <a:latin typeface="Consolas" panose="020B0609020204030204" pitchFamily="49" charset="0"/>
              </a:rPr>
              <a:t>int</a:t>
            </a:r>
            <a:r>
              <a:rPr lang="es-ES" sz="2000" b="1" noProof="0">
                <a:latin typeface="Consolas" panose="020B0609020204030204" pitchFamily="49" charset="0"/>
              </a:rPr>
              <a:t>(</a:t>
            </a:r>
            <a:r>
              <a:rPr lang="es-ES" sz="2000" b="1">
                <a:latin typeface="Consolas" panose="020B0609020204030204" pitchFamily="49" charset="0"/>
              </a:rPr>
              <a:t>INT|FLOAT</a:t>
            </a:r>
            <a:r>
              <a:rPr lang="es-ES" sz="2000" b="1" noProof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B1E85-3DD0-D5B7-7EB3-1C6D95C0611B}"/>
              </a:ext>
            </a:extLst>
          </p:cNvPr>
          <p:cNvSpPr txBox="1"/>
          <p:nvPr/>
        </p:nvSpPr>
        <p:spPr>
          <a:xfrm>
            <a:off x="3266102" y="4637087"/>
            <a:ext cx="2322880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noProof="0" err="1">
                <a:latin typeface="Consolas" panose="020B0609020204030204" pitchFamily="49" charset="0"/>
              </a:rPr>
              <a:t>bool</a:t>
            </a:r>
            <a:r>
              <a:rPr lang="es-ES" sz="2000" b="1" noProof="0">
                <a:latin typeface="Consolas" panose="020B0609020204030204" pitchFamily="49" charset="0"/>
              </a:rPr>
              <a:t>(INT|FLOAT)</a:t>
            </a:r>
          </a:p>
        </p:txBody>
      </p:sp>
    </p:spTree>
    <p:extLst>
      <p:ext uri="{BB962C8B-B14F-4D97-AF65-F5344CB8AC3E}">
        <p14:creationId xmlns:p14="http://schemas.microsoft.com/office/powerpoint/2010/main" val="7980638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53829-F05A-1AE4-026A-4377682A3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641D6F-9CD7-0EE8-0F7D-C26994DF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 err="1">
                <a:latin typeface="Consolas" panose="020B0609020204030204" pitchFamily="49" charset="0"/>
              </a:rPr>
              <a:t>print</a:t>
            </a:r>
            <a:r>
              <a:rPr lang="es-ES" noProof="0">
                <a:latin typeface="Consolas" panose="020B0609020204030204" pitchFamily="49" charset="0"/>
              </a:rPr>
              <a:t>()</a:t>
            </a:r>
            <a:br>
              <a:rPr lang="es-ES" noProof="0"/>
            </a:br>
            <a:r>
              <a:rPr lang="es-ES" noProof="0"/>
              <a:t>Provee información al usuario (OUTPUT)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F90389E-20FF-E98B-3F96-8DBDB0185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" u="sng">
                <a:latin typeface="+mj-lt"/>
              </a:rPr>
              <a:t>Input</a:t>
            </a:r>
            <a:endParaRPr lang="en-US" u="sng">
              <a:latin typeface="+mj-lt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26DE64DB-CF98-A32D-EFB8-61BBDA479B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5</a:t>
            </a:r>
          </a:p>
          <a:p>
            <a:pPr marL="0" indent="0">
              <a:buNone/>
            </a:pPr>
            <a:r>
              <a:rPr lang="es-ES" err="1">
                <a:latin typeface="Consolas" panose="020B0609020204030204" pitchFamily="49" charset="0"/>
              </a:rPr>
              <a:t>print</a:t>
            </a:r>
            <a:r>
              <a:rPr lang="es-ES">
                <a:latin typeface="Consolas" panose="020B0609020204030204" pitchFamily="49" charset="0"/>
              </a:rPr>
              <a:t>(5)</a:t>
            </a:r>
          </a:p>
          <a:p>
            <a:pPr marL="0" indent="0">
              <a:buNone/>
            </a:pPr>
            <a:r>
              <a:rPr lang="es-ES" err="1">
                <a:latin typeface="Consolas" panose="020B0609020204030204" pitchFamily="49" charset="0"/>
              </a:rPr>
              <a:t>print</a:t>
            </a:r>
            <a:r>
              <a:rPr lang="es-ES">
                <a:latin typeface="Consolas" panose="020B0609020204030204" pitchFamily="49" charset="0"/>
              </a:rPr>
              <a:t>(91.62)</a:t>
            </a:r>
          </a:p>
          <a:p>
            <a:pPr marL="0" indent="0">
              <a:buNone/>
            </a:pPr>
            <a:r>
              <a:rPr lang="es-ES" err="1">
                <a:latin typeface="Consolas" panose="020B0609020204030204" pitchFamily="49" charset="0"/>
              </a:rPr>
              <a:t>print</a:t>
            </a:r>
            <a:r>
              <a:rPr lang="es-ES">
                <a:latin typeface="Consolas" panose="020B0609020204030204" pitchFamily="49" charset="0"/>
              </a:rPr>
              <a:t>(91.62, 5, True)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3514DEB-00B5-8F0C-C2CE-CAD68404E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s-ES" u="sng">
                <a:latin typeface="+mj-lt"/>
              </a:rPr>
              <a:t>Output</a:t>
            </a:r>
            <a:endParaRPr lang="en-US" u="sng">
              <a:latin typeface="+mj-lt"/>
            </a:endParaRP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D9024456-0ED0-89A2-BE3A-3DB8FE04711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5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5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91.62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91.62 5 True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198584-4A74-AC90-9495-01B84CB58D4D}"/>
              </a:ext>
            </a:extLst>
          </p:cNvPr>
          <p:cNvSpPr txBox="1"/>
          <p:nvPr/>
        </p:nvSpPr>
        <p:spPr>
          <a:xfrm>
            <a:off x="3605581" y="5437187"/>
            <a:ext cx="4980851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noProof="0" err="1">
                <a:latin typeface="Consolas" panose="020B0609020204030204" pitchFamily="49" charset="0"/>
              </a:rPr>
              <a:t>print</a:t>
            </a:r>
            <a:r>
              <a:rPr lang="es-ES" sz="2000" b="1" noProof="0">
                <a:latin typeface="Consolas" panose="020B0609020204030204" pitchFamily="49" charset="0"/>
              </a:rPr>
              <a:t>(objeto</a:t>
            </a:r>
            <a:r>
              <a:rPr lang="es-ES" sz="2000" b="1" noProof="0">
                <a:solidFill>
                  <a:schemeClr val="accent4"/>
                </a:solidFill>
                <a:latin typeface="Consolas" panose="020B0609020204030204" pitchFamily="49" charset="0"/>
              </a:rPr>
              <a:t>, objeto, objeto , …</a:t>
            </a:r>
            <a:r>
              <a:rPr lang="es-ES" sz="2000" b="1" noProof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3267E-1A3B-8824-B585-9FB4A03759A7}"/>
              </a:ext>
            </a:extLst>
          </p:cNvPr>
          <p:cNvSpPr txBox="1"/>
          <p:nvPr/>
        </p:nvSpPr>
        <p:spPr>
          <a:xfrm>
            <a:off x="2873109" y="5879861"/>
            <a:ext cx="6598218" cy="408623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>
                <a:solidFill>
                  <a:schemeClr val="accent2"/>
                </a:solidFill>
              </a:rPr>
              <a:t>función</a:t>
            </a:r>
            <a:r>
              <a:rPr lang="es-ES">
                <a:solidFill>
                  <a:schemeClr val="accent2"/>
                </a:solidFill>
              </a:rPr>
              <a:t>( </a:t>
            </a:r>
            <a:r>
              <a:rPr lang="es-ES">
                <a:solidFill>
                  <a:schemeClr val="accent4"/>
                </a:solidFill>
              </a:rPr>
              <a:t>ARGUMENTO_1, ARGUMENTO_2, ARGUMENTO_3, …</a:t>
            </a:r>
            <a:r>
              <a:rPr lang="es-ES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71906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2661D-16BA-F595-2E52-691BF9DD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BAA834-CEE7-91DC-9512-B434F419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/>
              <a:t>Operadores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F847E-D010-DD65-D709-D7E329C17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s-ES" u="sng" noProof="0"/>
              <a:t>Comparativos</a:t>
            </a:r>
            <a:endParaRPr lang="es-ES" b="0" u="sng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FFBC53-C9AB-493F-2B04-D23B2D1C85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==</a:t>
            </a:r>
          </a:p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!=</a:t>
            </a:r>
          </a:p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&gt;</a:t>
            </a:r>
          </a:p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&gt;=</a:t>
            </a:r>
          </a:p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&lt;</a:t>
            </a:r>
          </a:p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&lt;=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8291CDF-A6A7-0875-2764-878590DA9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s-ES" u="sng" noProof="0"/>
              <a:t>Aritméticos </a:t>
            </a:r>
            <a:r>
              <a:rPr lang="es-ES" b="0" u="sng" noProof="0"/>
              <a:t>(</a:t>
            </a:r>
            <a:r>
              <a:rPr lang="es-ES" b="0" u="sng" noProof="0" err="1">
                <a:latin typeface="Consolas" panose="020B0609020204030204" pitchFamily="49" charset="0"/>
              </a:rPr>
              <a:t>float|int</a:t>
            </a:r>
            <a:r>
              <a:rPr lang="es-ES" b="0" u="sng" noProof="0"/>
              <a:t>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77EC1F6-6C99-30E7-A2AA-7D01A299901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+</a:t>
            </a:r>
          </a:p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–</a:t>
            </a:r>
          </a:p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*</a:t>
            </a:r>
          </a:p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/</a:t>
            </a:r>
          </a:p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//</a:t>
            </a:r>
          </a:p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%</a:t>
            </a:r>
          </a:p>
          <a:p>
            <a:pPr marL="0" indent="0" algn="ctr">
              <a:buNone/>
            </a:pPr>
            <a:r>
              <a:rPr lang="es-ES" sz="2400" noProof="0" dirty="0">
                <a:latin typeface="Consolas" panose="020B0609020204030204" pitchFamily="49" charset="0"/>
              </a:rPr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5785417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2F9B-403E-FE9B-A30E-C2F5857EF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FC55D8-6354-F1E7-919B-CAB7C90D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/>
              <a:t>Expresiones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A0B4F-6CA7-C979-16BA-BE51CEB48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s-ES" u="sng" noProof="0"/>
              <a:t>Comparativas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22A7DB-4D07-B990-E5E7-67B115119F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a == b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a != b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a &gt; b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a &gt;= b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a &lt; b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a &lt;= b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6FA327E-C93A-5F3E-DAC1-B51535E6E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s-ES" u="sng" noProof="0"/>
              <a:t>Aritméticas </a:t>
            </a:r>
            <a:r>
              <a:rPr lang="es-ES" b="0" u="sng" noProof="0"/>
              <a:t>(</a:t>
            </a:r>
            <a:r>
              <a:rPr lang="es-ES" b="0" u="sng" noProof="0" err="1">
                <a:latin typeface="Consolas" panose="020B0609020204030204" pitchFamily="49" charset="0"/>
              </a:rPr>
              <a:t>float|int</a:t>
            </a:r>
            <a:r>
              <a:rPr lang="es-ES" b="0" u="sng" noProof="0"/>
              <a:t>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5DB5AA0-8690-549B-1540-79F71DC632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+ j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– j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* j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/ j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// j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% j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** j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62AD2-BE84-6F42-2818-DE915D81F850}"/>
              </a:ext>
            </a:extLst>
          </p:cNvPr>
          <p:cNvSpPr txBox="1"/>
          <p:nvPr/>
        </p:nvSpPr>
        <p:spPr>
          <a:xfrm>
            <a:off x="4436061" y="3236913"/>
            <a:ext cx="3319879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noProof="0">
                <a:solidFill>
                  <a:srgbClr val="C00000"/>
                </a:solidFill>
                <a:latin typeface="Consolas" panose="020B0609020204030204" pitchFamily="49" charset="0"/>
              </a:rPr>
              <a:t>OBJETO</a:t>
            </a:r>
            <a:r>
              <a:rPr lang="es-ES" sz="2000" b="1" noProof="0">
                <a:latin typeface="Consolas" panose="020B0609020204030204" pitchFamily="49" charset="0"/>
              </a:rPr>
              <a:t> </a:t>
            </a:r>
            <a:r>
              <a:rPr lang="es-ES" sz="2000" b="1" noProof="0">
                <a:solidFill>
                  <a:schemeClr val="accent5"/>
                </a:solidFill>
                <a:latin typeface="Consolas" panose="020B0609020204030204" pitchFamily="49" charset="0"/>
              </a:rPr>
              <a:t>OPERADOR</a:t>
            </a:r>
            <a:r>
              <a:rPr lang="es-ES" sz="2000" b="1" noProof="0">
                <a:latin typeface="Consolas" panose="020B0609020204030204" pitchFamily="49" charset="0"/>
              </a:rPr>
              <a:t> </a:t>
            </a:r>
            <a:r>
              <a:rPr lang="es-ES" sz="2000" b="1" noProof="0">
                <a:solidFill>
                  <a:srgbClr val="C00000"/>
                </a:solidFill>
                <a:latin typeface="Consolas" panose="020B0609020204030204" pitchFamily="49" charset="0"/>
              </a:rPr>
              <a:t>OBJETO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C07454-0D20-22C7-58ED-7D44F7229014}"/>
              </a:ext>
            </a:extLst>
          </p:cNvPr>
          <p:cNvCxnSpPr>
            <a:cxnSpLocks/>
          </p:cNvCxnSpPr>
          <p:nvPr/>
        </p:nvCxnSpPr>
        <p:spPr>
          <a:xfrm>
            <a:off x="6096001" y="3801824"/>
            <a:ext cx="0" cy="651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57EBE19-C679-3110-1F40-6F969FBA7590}"/>
              </a:ext>
            </a:extLst>
          </p:cNvPr>
          <p:cNvSpPr txBox="1"/>
          <p:nvPr/>
        </p:nvSpPr>
        <p:spPr>
          <a:xfrm>
            <a:off x="5560529" y="4592637"/>
            <a:ext cx="1070937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noProof="0">
                <a:solidFill>
                  <a:srgbClr val="C00000"/>
                </a:solidFill>
                <a:latin typeface="Consolas" panose="020B0609020204030204" pitchFamily="49" charset="0"/>
              </a:rPr>
              <a:t>OBJETO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ABE50D-0228-1681-DBD0-92B214491EB5}"/>
              </a:ext>
            </a:extLst>
          </p:cNvPr>
          <p:cNvSpPr txBox="1"/>
          <p:nvPr/>
        </p:nvSpPr>
        <p:spPr>
          <a:xfrm>
            <a:off x="5522750" y="2862340"/>
            <a:ext cx="1160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/>
              <a:t>Expresión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672AFD-1AE5-A287-2CC9-7215D3B2ED5D}"/>
              </a:ext>
            </a:extLst>
          </p:cNvPr>
          <p:cNvSpPr txBox="1"/>
          <p:nvPr/>
        </p:nvSpPr>
        <p:spPr>
          <a:xfrm>
            <a:off x="4986202" y="5020468"/>
            <a:ext cx="223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/>
              <a:t>Valor de la expresión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3F71F4-43FE-0ACE-3595-079EC7794514}"/>
              </a:ext>
            </a:extLst>
          </p:cNvPr>
          <p:cNvSpPr txBox="1"/>
          <p:nvPr/>
        </p:nvSpPr>
        <p:spPr>
          <a:xfrm>
            <a:off x="3026111" y="5751234"/>
            <a:ext cx="785139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err="1">
                <a:latin typeface="Consolas" panose="020B0609020204030204" pitchFamily="49" charset="0"/>
              </a:rPr>
              <a:t>bool</a:t>
            </a:r>
            <a:endParaRPr lang="es-ES" sz="2000" b="1" noProof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09849-7149-6004-E367-C03479F95434}"/>
              </a:ext>
            </a:extLst>
          </p:cNvPr>
          <p:cNvSpPr txBox="1"/>
          <p:nvPr/>
        </p:nvSpPr>
        <p:spPr>
          <a:xfrm>
            <a:off x="8015576" y="5751234"/>
            <a:ext cx="1496437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err="1">
                <a:latin typeface="Consolas" panose="020B0609020204030204" pitchFamily="49" charset="0"/>
              </a:rPr>
              <a:t>int|float</a:t>
            </a:r>
            <a:endParaRPr lang="es-ES" sz="2000" b="1" noProof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F68DA-F83C-E9D6-50A0-AB430F7A13D9}"/>
              </a:ext>
            </a:extLst>
          </p:cNvPr>
          <p:cNvSpPr txBox="1"/>
          <p:nvPr/>
        </p:nvSpPr>
        <p:spPr>
          <a:xfrm>
            <a:off x="9462000" y="4418806"/>
            <a:ext cx="2452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solidFill>
                  <a:schemeClr val="accent2"/>
                </a:solidFill>
              </a:rPr>
              <a:t>La </a:t>
            </a:r>
            <a:r>
              <a:rPr lang="es-ES" sz="1400" b="1">
                <a:solidFill>
                  <a:schemeClr val="accent2"/>
                </a:solidFill>
              </a:rPr>
              <a:t>parte entera </a:t>
            </a:r>
            <a:r>
              <a:rPr lang="es-ES" sz="1400">
                <a:solidFill>
                  <a:schemeClr val="accent2"/>
                </a:solidFill>
              </a:rPr>
              <a:t>de la división</a:t>
            </a:r>
            <a:endParaRPr lang="en-US" sz="140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608898-3B69-2E26-B9C9-07E12D72BB95}"/>
              </a:ext>
            </a:extLst>
          </p:cNvPr>
          <p:cNvSpPr txBox="1"/>
          <p:nvPr/>
        </p:nvSpPr>
        <p:spPr>
          <a:xfrm>
            <a:off x="9771087" y="4866282"/>
            <a:ext cx="1834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solidFill>
                  <a:schemeClr val="accent2"/>
                </a:solidFill>
              </a:rPr>
              <a:t>El </a:t>
            </a:r>
            <a:r>
              <a:rPr lang="es-ES" sz="1400" b="1">
                <a:solidFill>
                  <a:schemeClr val="accent2"/>
                </a:solidFill>
              </a:rPr>
              <a:t>resto</a:t>
            </a:r>
            <a:r>
              <a:rPr lang="es-ES" sz="1400">
                <a:solidFill>
                  <a:schemeClr val="accent2"/>
                </a:solidFill>
              </a:rPr>
              <a:t> de la división</a:t>
            </a:r>
            <a:endParaRPr lang="en-US" sz="1400">
              <a:solidFill>
                <a:schemeClr val="accent2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B9EA03-B818-5853-5D56-364604A19A55}"/>
              </a:ext>
            </a:extLst>
          </p:cNvPr>
          <p:cNvCxnSpPr>
            <a:endCxn id="3" idx="1"/>
          </p:cNvCxnSpPr>
          <p:nvPr/>
        </p:nvCxnSpPr>
        <p:spPr>
          <a:xfrm>
            <a:off x="9309100" y="4572694"/>
            <a:ext cx="152900" cy="1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FAC82D-67F9-18A8-9853-CF31E7E2A418}"/>
              </a:ext>
            </a:extLst>
          </p:cNvPr>
          <p:cNvCxnSpPr>
            <a:cxnSpLocks/>
          </p:cNvCxnSpPr>
          <p:nvPr/>
        </p:nvCxnSpPr>
        <p:spPr>
          <a:xfrm>
            <a:off x="9309100" y="5021162"/>
            <a:ext cx="475612" cy="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9999C38-A00C-D409-220F-405A433B30D3}"/>
              </a:ext>
            </a:extLst>
          </p:cNvPr>
          <p:cNvSpPr txBox="1"/>
          <p:nvPr/>
        </p:nvSpPr>
        <p:spPr>
          <a:xfrm>
            <a:off x="10534341" y="5225808"/>
            <a:ext cx="308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>
                <a:solidFill>
                  <a:schemeClr val="accent2"/>
                </a:solidFill>
              </a:rPr>
              <a:t>i</a:t>
            </a:r>
            <a:r>
              <a:rPr lang="es-ES" sz="2400" baseline="30000">
                <a:solidFill>
                  <a:schemeClr val="accent2"/>
                </a:solidFill>
              </a:rPr>
              <a:t>j</a:t>
            </a:r>
            <a:endParaRPr lang="en-US" sz="2400" baseline="30000">
              <a:solidFill>
                <a:schemeClr val="accent2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6D1246-58D3-C935-521A-66E579A84FE5}"/>
              </a:ext>
            </a:extLst>
          </p:cNvPr>
          <p:cNvCxnSpPr>
            <a:cxnSpLocks/>
          </p:cNvCxnSpPr>
          <p:nvPr/>
        </p:nvCxnSpPr>
        <p:spPr>
          <a:xfrm>
            <a:off x="9309100" y="5464508"/>
            <a:ext cx="1054100" cy="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6832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90139-6791-2654-2EEE-C38325DE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156139-B284-1691-995B-0BACA37E3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/>
              <a:t>Expresiones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8ABB9-E165-D823-187C-EE4F82D92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406796" y="1681163"/>
            <a:ext cx="5157787" cy="823912"/>
          </a:xfrm>
        </p:spPr>
        <p:txBody>
          <a:bodyPr anchor="ctr"/>
          <a:lstStyle/>
          <a:p>
            <a:pPr algn="ctr"/>
            <a:r>
              <a:rPr lang="es-ES" u="sng" noProof="0"/>
              <a:t>Comparativas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3D6130-94AC-0BB6-25FD-FD8765DCF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406796" y="2505075"/>
            <a:ext cx="5157787" cy="36845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a == b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a != b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a &gt; b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a &gt;= b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a &lt; b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a &lt;= b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9F2CDD-F498-2449-61AA-A481EDE9B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04406" y="1681163"/>
            <a:ext cx="5183188" cy="823912"/>
          </a:xfrm>
        </p:spPr>
        <p:txBody>
          <a:bodyPr anchor="ctr"/>
          <a:lstStyle/>
          <a:p>
            <a:pPr algn="ctr"/>
            <a:r>
              <a:rPr lang="es-ES" u="sng" noProof="0"/>
              <a:t>Aritméticas </a:t>
            </a:r>
            <a:r>
              <a:rPr lang="es-ES" b="0" u="sng" noProof="0"/>
              <a:t>(</a:t>
            </a:r>
            <a:r>
              <a:rPr lang="es-ES" b="0" u="sng" noProof="0" err="1">
                <a:latin typeface="Consolas" panose="020B0609020204030204" pitchFamily="49" charset="0"/>
              </a:rPr>
              <a:t>float|int</a:t>
            </a:r>
            <a:r>
              <a:rPr lang="es-ES" b="0" u="sng" noProof="0"/>
              <a:t>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917FE97-8E3D-C008-6823-D5817E521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04406" y="2505075"/>
            <a:ext cx="5183188" cy="36845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+ j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– j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* j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/ j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// j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% j</a:t>
            </a:r>
          </a:p>
          <a:p>
            <a:pPr marL="0" indent="0" algn="ctr">
              <a:buNone/>
            </a:pPr>
            <a:r>
              <a:rPr lang="es-ES" sz="2400" noProof="0">
                <a:latin typeface="Consolas" panose="020B0609020204030204" pitchFamily="49" charset="0"/>
              </a:rPr>
              <a:t>i ** 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A3994-EBA1-8700-8176-A0187B1B52B0}"/>
              </a:ext>
            </a:extLst>
          </p:cNvPr>
          <p:cNvSpPr txBox="1"/>
          <p:nvPr/>
        </p:nvSpPr>
        <p:spPr>
          <a:xfrm>
            <a:off x="1779527" y="5751234"/>
            <a:ext cx="785139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err="1">
                <a:latin typeface="Consolas" panose="020B0609020204030204" pitchFamily="49" charset="0"/>
              </a:rPr>
              <a:t>bool</a:t>
            </a:r>
            <a:endParaRPr lang="es-ES" sz="2000" b="1" noProof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92197-CA67-216B-FD09-2B87B4D991C7}"/>
              </a:ext>
            </a:extLst>
          </p:cNvPr>
          <p:cNvSpPr txBox="1"/>
          <p:nvPr/>
        </p:nvSpPr>
        <p:spPr>
          <a:xfrm>
            <a:off x="5347782" y="5751234"/>
            <a:ext cx="1496437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err="1">
                <a:latin typeface="Consolas" panose="020B0609020204030204" pitchFamily="49" charset="0"/>
              </a:rPr>
              <a:t>int|float</a:t>
            </a:r>
            <a:endParaRPr lang="es-ES" sz="2000" b="1" noProof="0">
              <a:latin typeface="Consolas" panose="020B0609020204030204" pitchFamily="49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57C4403-631B-BC04-3468-51B9B8632E19}"/>
              </a:ext>
            </a:extLst>
          </p:cNvPr>
          <p:cNvSpPr txBox="1">
            <a:spLocks/>
          </p:cNvSpPr>
          <p:nvPr/>
        </p:nvSpPr>
        <p:spPr>
          <a:xfrm>
            <a:off x="7441010" y="1681163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u="sng"/>
              <a:t>Lógicas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5F87426C-AEBA-4C64-529A-FD5DB885136D}"/>
              </a:ext>
            </a:extLst>
          </p:cNvPr>
          <p:cNvSpPr txBox="1">
            <a:spLocks/>
          </p:cNvSpPr>
          <p:nvPr/>
        </p:nvSpPr>
        <p:spPr>
          <a:xfrm>
            <a:off x="7441010" y="2505075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2400">
                <a:latin typeface="Consolas" panose="020B0609020204030204" pitchFamily="49" charset="0"/>
              </a:rPr>
              <a:t>a </a:t>
            </a:r>
            <a:r>
              <a:rPr lang="es-ES" sz="2400">
                <a:solidFill>
                  <a:schemeClr val="accent5"/>
                </a:solidFill>
                <a:latin typeface="Consolas" panose="020B0609020204030204" pitchFamily="49" charset="0"/>
              </a:rPr>
              <a:t>and</a:t>
            </a:r>
            <a:r>
              <a:rPr lang="es-ES" sz="2400">
                <a:latin typeface="Consolas" panose="020B0609020204030204" pitchFamily="49" charset="0"/>
              </a:rPr>
              <a:t> b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sz="2400">
                <a:latin typeface="Consolas" panose="020B0609020204030204" pitchFamily="49" charset="0"/>
              </a:rPr>
              <a:t>a </a:t>
            </a:r>
            <a:r>
              <a:rPr lang="es-ES" sz="2400" err="1">
                <a:solidFill>
                  <a:schemeClr val="accent5"/>
                </a:solidFill>
                <a:latin typeface="Consolas" panose="020B0609020204030204" pitchFamily="49" charset="0"/>
              </a:rPr>
              <a:t>or</a:t>
            </a:r>
            <a:r>
              <a:rPr lang="es-ES" sz="2400">
                <a:latin typeface="Consolas" panose="020B0609020204030204" pitchFamily="49" charset="0"/>
              </a:rPr>
              <a:t> b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sz="2400" err="1">
                <a:solidFill>
                  <a:schemeClr val="accent5"/>
                </a:solidFill>
                <a:latin typeface="Consolas" panose="020B0609020204030204" pitchFamily="49" charset="0"/>
              </a:rPr>
              <a:t>not</a:t>
            </a:r>
            <a:r>
              <a:rPr lang="es-ES" sz="2400">
                <a:latin typeface="Consolas" panose="020B0609020204030204" pitchFamily="49" charset="0"/>
              </a:rPr>
              <a:t>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45F972-2A89-B33A-BD51-696162C88991}"/>
              </a:ext>
            </a:extLst>
          </p:cNvPr>
          <p:cNvSpPr txBox="1"/>
          <p:nvPr/>
        </p:nvSpPr>
        <p:spPr>
          <a:xfrm>
            <a:off x="9627333" y="5751234"/>
            <a:ext cx="785139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err="1">
                <a:latin typeface="Consolas" panose="020B0609020204030204" pitchFamily="49" charset="0"/>
              </a:rPr>
              <a:t>bool</a:t>
            </a:r>
            <a:endParaRPr lang="es-ES" sz="2000" b="1" noProof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6498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F6D76-60F4-7B9B-EDC9-507B6DA2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8D7AE9-869D-6BAE-C9CA-D0E10C036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/>
              <a:t>Expresiones lógicas (</a:t>
            </a:r>
            <a:r>
              <a:rPr lang="es-ES" b="1" noProof="0" err="1">
                <a:latin typeface="Consolas" panose="020B0609020204030204" pitchFamily="49" charset="0"/>
              </a:rPr>
              <a:t>bool</a:t>
            </a:r>
            <a:r>
              <a:rPr lang="es-ES"/>
              <a:t>)</a:t>
            </a:r>
            <a:endParaRPr lang="es-ES" b="1" noProof="0">
              <a:latin typeface="Consolas" panose="020B0609020204030204" pitchFamily="49" charset="0"/>
            </a:endParaRP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94608162-0679-0E01-F590-1357FF8CA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5"/>
                </a:solidFill>
                <a:latin typeface="Consolas" panose="020B0609020204030204" pitchFamily="49" charset="0"/>
              </a:rPr>
              <a:t>and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  <a:endParaRPr lang="el-GR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5"/>
                </a:solidFill>
                <a:latin typeface="Consolas" panose="020B0609020204030204" pitchFamily="49" charset="0"/>
              </a:rPr>
              <a:t>and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</a:p>
          <a:p>
            <a:pPr marL="0" indent="0" algn="ctr">
              <a:buNone/>
            </a:pP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5"/>
                </a:solidFill>
                <a:latin typeface="Consolas" panose="020B0609020204030204" pitchFamily="49" charset="0"/>
              </a:rPr>
              <a:t>and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False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  <a:endParaRPr lang="el-GR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l-GR">
                <a:latin typeface="Consolas" panose="020B0609020204030204" pitchFamily="49" charset="0"/>
              </a:rPr>
              <a:t>---------------------</a:t>
            </a:r>
            <a:endParaRPr lang="en-US"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</a:rPr>
              <a:t>or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  <a:endParaRPr lang="en-US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 err="1">
                <a:solidFill>
                  <a:schemeClr val="accent5"/>
                </a:solidFill>
                <a:latin typeface="Consolas" panose="020B0609020204030204" pitchFamily="49" charset="0"/>
              </a:rPr>
              <a:t>or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  <a:endParaRPr lang="en-US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 err="1">
                <a:solidFill>
                  <a:schemeClr val="accent5"/>
                </a:solidFill>
                <a:latin typeface="Consolas" panose="020B0609020204030204" pitchFamily="49" charset="0"/>
              </a:rPr>
              <a:t>or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  <a:endParaRPr lang="el-GR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l-GR">
                <a:latin typeface="Consolas" panose="020B0609020204030204" pitchFamily="49" charset="0"/>
              </a:rPr>
              <a:t>---------------------</a:t>
            </a:r>
            <a:endParaRPr lang="en-US"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 err="1">
                <a:solidFill>
                  <a:schemeClr val="accent5"/>
                </a:solidFill>
                <a:latin typeface="Consolas" panose="020B0609020204030204" pitchFamily="49" charset="0"/>
              </a:rPr>
              <a:t>not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  <a:endParaRPr lang="en-US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s-ES" err="1">
                <a:solidFill>
                  <a:schemeClr val="accent5"/>
                </a:solidFill>
                <a:latin typeface="Consolas" panose="020B0609020204030204" pitchFamily="49" charset="0"/>
              </a:rPr>
              <a:t>not</a:t>
            </a:r>
            <a:r>
              <a:rPr lang="es-ES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  <a:endParaRPr lang="el-GR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pic>
        <p:nvPicPr>
          <p:cNvPr id="24" name="Picture 23" descr="Logic gate - Wikipedia">
            <a:extLst>
              <a:ext uri="{FF2B5EF4-FFF2-40B4-BE49-F238E27FC236}">
                <a16:creationId xmlns:a16="http://schemas.microsoft.com/office/drawing/2014/main" id="{0C1C547F-6254-C249-A0E8-63C68E05D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451" y="4080248"/>
            <a:ext cx="1169110" cy="1557254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25" name="Picture 24" descr="Small Logic Gates — The building blocks of versatile digital circuits - Part 1 | Nuts &amp; Volts Magazine">
            <a:extLst>
              <a:ext uri="{FF2B5EF4-FFF2-40B4-BE49-F238E27FC236}">
                <a16:creationId xmlns:a16="http://schemas.microsoft.com/office/drawing/2014/main" id="{8BAA6754-B754-1B3A-C6EB-FAFE46609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12" y="2623798"/>
            <a:ext cx="2157388" cy="11328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91292D8-2763-2122-7454-C34226B6AEDF}"/>
              </a:ext>
            </a:extLst>
          </p:cNvPr>
          <p:cNvSpPr txBox="1"/>
          <p:nvPr/>
        </p:nvSpPr>
        <p:spPr>
          <a:xfrm>
            <a:off x="322796" y="1964293"/>
            <a:ext cx="306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Los primitivos por excelencia</a:t>
            </a:r>
          </a:p>
        </p:txBody>
      </p:sp>
      <p:sp>
        <p:nvSpPr>
          <p:cNvPr id="27" name="Content Placeholder 22">
            <a:extLst>
              <a:ext uri="{FF2B5EF4-FFF2-40B4-BE49-F238E27FC236}">
                <a16:creationId xmlns:a16="http://schemas.microsoft.com/office/drawing/2014/main" id="{1337B5F1-DB7E-BC87-6521-65AE10202530}"/>
              </a:ext>
            </a:extLst>
          </p:cNvPr>
          <p:cNvSpPr txBox="1">
            <a:spLocks/>
          </p:cNvSpPr>
          <p:nvPr/>
        </p:nvSpPr>
        <p:spPr>
          <a:xfrm>
            <a:off x="8914240" y="1825625"/>
            <a:ext cx="32777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5"/>
                </a:solidFill>
                <a:latin typeface="Consolas" panose="020B0609020204030204" pitchFamily="49" charset="0"/>
              </a:rPr>
              <a:t>and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el-GR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5"/>
                </a:solidFill>
                <a:latin typeface="Consolas" panose="020B0609020204030204" pitchFamily="49" charset="0"/>
              </a:rPr>
              <a:t>and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5"/>
                </a:solidFill>
                <a:latin typeface="Consolas" panose="020B0609020204030204" pitchFamily="49" charset="0"/>
              </a:rPr>
              <a:t>and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0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endParaRPr lang="el-GR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l-GR">
                <a:latin typeface="Consolas" panose="020B0609020204030204" pitchFamily="49" charset="0"/>
              </a:rPr>
              <a:t>-----------</a:t>
            </a:r>
            <a:endParaRPr lang="en-US"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</a:rPr>
              <a:t>or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en-US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 err="1">
                <a:solidFill>
                  <a:schemeClr val="accent5"/>
                </a:solidFill>
                <a:latin typeface="Consolas" panose="020B0609020204030204" pitchFamily="49" charset="0"/>
              </a:rPr>
              <a:t>or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en-US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 err="1">
                <a:solidFill>
                  <a:schemeClr val="accent5"/>
                </a:solidFill>
                <a:latin typeface="Consolas" panose="020B0609020204030204" pitchFamily="49" charset="0"/>
              </a:rPr>
              <a:t>or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endParaRPr lang="el-GR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l-GR">
                <a:latin typeface="Consolas" panose="020B0609020204030204" pitchFamily="49" charset="0"/>
              </a:rPr>
              <a:t>-----------</a:t>
            </a:r>
            <a:endParaRPr lang="en-US"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err="1">
                <a:solidFill>
                  <a:schemeClr val="accent5"/>
                </a:solidFill>
                <a:latin typeface="Consolas" panose="020B0609020204030204" pitchFamily="49" charset="0"/>
              </a:rPr>
              <a:t>not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endParaRPr lang="en-US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err="1">
                <a:solidFill>
                  <a:schemeClr val="accent5"/>
                </a:solidFill>
                <a:latin typeface="Consolas" panose="020B0609020204030204" pitchFamily="49" charset="0"/>
              </a:rPr>
              <a:t>not</a:t>
            </a:r>
            <a:r>
              <a:rPr lang="es-ES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el-GR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45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E759D-8C68-32E5-FAB6-E5280BAEA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B4A6CB-5A5D-4587-9F77-76755A6D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Expresiones combinadas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BE45220-685E-4981-3BAC-3C25FFEC9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s-ES" u="sng">
                <a:latin typeface="+mj-lt"/>
              </a:rPr>
              <a:t>Input</a:t>
            </a:r>
            <a:endParaRPr lang="en-US" u="sng">
              <a:latin typeface="+mj-lt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92DFF6F1-3D03-A7B5-205F-928A2095AA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3 &gt; 2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3 * ( 3 + 2 ) == 5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3 ** 2 &lt; 5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( 3+2 == 5 ) and (6 &gt; 2)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( 6 &gt; 5 ) or ( 6 &lt; 5 )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B898995-2B84-F250-A88F-439312A42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s-ES" u="sng">
                <a:latin typeface="+mj-lt"/>
              </a:rPr>
              <a:t>Output</a:t>
            </a:r>
            <a:endParaRPr lang="en-US" u="sng">
              <a:latin typeface="+mj-lt"/>
            </a:endParaRP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8BC8760F-9E61-E247-D170-B0379DD9EE3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True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False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False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True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True</a:t>
            </a:r>
            <a:endParaRPr 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6084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E410-C2F9-2DBF-9FF4-9E42D1952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9D89AF-4371-A3AD-19E0-80E300BE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Asignaciones</a:t>
            </a:r>
            <a:br>
              <a:rPr lang="es-ES"/>
            </a:br>
            <a:r>
              <a:rPr lang="es-ES"/>
              <a:t>(Poner nombres a los objetos)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77A9F726-C88A-D5DC-F366-E96693DE5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751512" cy="823912"/>
          </a:xfrm>
        </p:spPr>
        <p:txBody>
          <a:bodyPr anchor="ctr"/>
          <a:lstStyle/>
          <a:p>
            <a:pPr algn="ctr"/>
            <a:r>
              <a:rPr lang="es-ES" u="sng">
                <a:latin typeface="+mj-lt"/>
              </a:rPr>
              <a:t>Input</a:t>
            </a:r>
            <a:endParaRPr lang="en-US" u="sng">
              <a:latin typeface="+mj-lt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5610E5E-1CCB-1728-153C-5FEFA460F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7034212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[1] </a:t>
            </a:r>
            <a:r>
              <a:rPr lang="es-ES" sz="2400">
                <a:latin typeface="Consolas" panose="020B0609020204030204" pitchFamily="49" charset="0"/>
              </a:rPr>
              <a:t>pi = 3.14</a:t>
            </a:r>
          </a:p>
          <a:p>
            <a:pPr marL="0" indent="0">
              <a:buNone/>
            </a:pPr>
            <a:r>
              <a:rPr lang="es-ES" sz="24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[2] </a:t>
            </a:r>
            <a:r>
              <a:rPr lang="en-US" sz="2400">
                <a:latin typeface="Consolas" panose="020B0609020204030204" pitchFamily="49" charset="0"/>
              </a:rPr>
              <a:t>radio = 6</a:t>
            </a:r>
          </a:p>
          <a:p>
            <a:pPr marL="0" indent="0">
              <a:buNone/>
            </a:pPr>
            <a:r>
              <a:rPr lang="en-US" sz="24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[3] </a:t>
            </a:r>
            <a:r>
              <a:rPr lang="en-US" sz="2400">
                <a:latin typeface="Consolas" panose="020B0609020204030204" pitchFamily="49" charset="0"/>
              </a:rPr>
              <a:t>area = pi * (radio ** 2)</a:t>
            </a:r>
          </a:p>
          <a:p>
            <a:pPr marL="0" indent="0">
              <a:buNone/>
            </a:pPr>
            <a:r>
              <a:rPr lang="en-US" sz="24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[4] </a:t>
            </a:r>
            <a:r>
              <a:rPr lang="en-US" sz="2400">
                <a:latin typeface="Consolas" panose="020B0609020204030204" pitchFamily="49" charset="0"/>
              </a:rPr>
              <a:t>print(area) </a:t>
            </a:r>
          </a:p>
          <a:p>
            <a:pPr marL="0" indent="0">
              <a:buNone/>
            </a:pPr>
            <a:r>
              <a:rPr lang="en-US" sz="2400">
                <a:latin typeface="Consolas" panose="020B0609020204030204" pitchFamily="49" charset="0"/>
              </a:rPr>
              <a:t>----------------------------</a:t>
            </a:r>
          </a:p>
          <a:p>
            <a:pPr marL="0" indent="0">
              <a:buNone/>
            </a:pPr>
            <a:r>
              <a:rPr lang="en-US" sz="24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[5] </a:t>
            </a:r>
            <a:r>
              <a:rPr lang="en-US" sz="2400">
                <a:latin typeface="Consolas" panose="020B0609020204030204" pitchFamily="49" charset="0"/>
              </a:rPr>
              <a:t>radio = radio / 2</a:t>
            </a:r>
          </a:p>
          <a:p>
            <a:pPr marL="0" indent="0">
              <a:buNone/>
            </a:pPr>
            <a:r>
              <a:rPr lang="en-US" sz="24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[6] </a:t>
            </a:r>
            <a:r>
              <a:rPr lang="en-US" sz="2400">
                <a:latin typeface="Consolas" panose="020B0609020204030204" pitchFamily="49" charset="0"/>
              </a:rPr>
              <a:t>print(area)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8BEAFBD-873B-259D-C9EF-84CC13241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3300" y="1681163"/>
            <a:ext cx="4002088" cy="823912"/>
          </a:xfrm>
        </p:spPr>
        <p:txBody>
          <a:bodyPr anchor="ctr"/>
          <a:lstStyle/>
          <a:p>
            <a:pPr algn="ctr"/>
            <a:r>
              <a:rPr lang="es-ES" u="sng">
                <a:latin typeface="+mj-lt"/>
              </a:rPr>
              <a:t>Output</a:t>
            </a:r>
            <a:endParaRPr lang="en-US" u="sng">
              <a:latin typeface="+mj-lt"/>
            </a:endParaRP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8E98811B-0492-AB12-4FDF-45F1C8CF4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53300" y="2505075"/>
            <a:ext cx="4002088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4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>
                <a:latin typeface="Consolas" panose="020B0609020204030204" pitchFamily="49" charset="0"/>
              </a:rPr>
              <a:t>113.04</a:t>
            </a:r>
          </a:p>
          <a:p>
            <a:pPr marL="0" indent="0">
              <a:buNone/>
            </a:pPr>
            <a:endParaRPr lang="en-US" sz="24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>
                <a:latin typeface="Consolas" panose="020B0609020204030204" pitchFamily="49" charset="0"/>
              </a:rPr>
              <a:t>¿Más baja o </a:t>
            </a:r>
            <a:r>
              <a:rPr lang="en-US" sz="2400" b="1" err="1">
                <a:latin typeface="Consolas" panose="020B0609020204030204" pitchFamily="49" charset="0"/>
              </a:rPr>
              <a:t>más</a:t>
            </a:r>
            <a:r>
              <a:rPr lang="en-US" sz="2400" b="1">
                <a:latin typeface="Consolas" panose="020B0609020204030204" pitchFamily="49" charset="0"/>
              </a:rPr>
              <a:t> </a:t>
            </a:r>
            <a:r>
              <a:rPr lang="en-US" sz="2400" b="1" err="1">
                <a:latin typeface="Consolas" panose="020B0609020204030204" pitchFamily="49" charset="0"/>
              </a:rPr>
              <a:t>alta</a:t>
            </a:r>
            <a:r>
              <a:rPr lang="en-US" sz="2400" b="1">
                <a:latin typeface="Consolas" panose="020B0609020204030204" pitchFamily="49" charset="0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904AC8-4BD0-8999-D630-82EA7463DCE6}"/>
              </a:ext>
            </a:extLst>
          </p:cNvPr>
          <p:cNvSpPr txBox="1"/>
          <p:nvPr/>
        </p:nvSpPr>
        <p:spPr>
          <a:xfrm>
            <a:off x="4128069" y="6050201"/>
            <a:ext cx="4316879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>
                <a:solidFill>
                  <a:srgbClr val="C00000"/>
                </a:solidFill>
                <a:latin typeface="Consolas" panose="020B0609020204030204" pitchFamily="49" charset="0"/>
              </a:rPr>
              <a:t>NOMBRE_VAR</a:t>
            </a:r>
            <a:r>
              <a:rPr lang="es-ES" sz="2000" b="1">
                <a:latin typeface="Consolas" panose="020B0609020204030204" pitchFamily="49" charset="0"/>
              </a:rPr>
              <a:t> </a:t>
            </a:r>
            <a:r>
              <a:rPr lang="es-ES" sz="2000" b="1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s-ES" sz="2000" b="1">
                <a:latin typeface="Consolas" panose="020B0609020204030204" pitchFamily="49" charset="0"/>
              </a:rPr>
              <a:t> </a:t>
            </a:r>
            <a:r>
              <a:rPr lang="es-ES" sz="2000" b="1">
                <a:solidFill>
                  <a:srgbClr val="C00000"/>
                </a:solidFill>
                <a:latin typeface="Consolas" panose="020B0609020204030204" pitchFamily="49" charset="0"/>
              </a:rPr>
              <a:t>OBJETO|EXPRESION</a:t>
            </a:r>
          </a:p>
        </p:txBody>
      </p:sp>
    </p:spTree>
    <p:extLst>
      <p:ext uri="{BB962C8B-B14F-4D97-AF65-F5344CB8AC3E}">
        <p14:creationId xmlns:p14="http://schemas.microsoft.com/office/powerpoint/2010/main" val="32499862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102EF-AB8D-9B29-B679-9F291B89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1E6607-D122-7A08-2E89-18EE85887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Asignación de </a:t>
            </a:r>
            <a:r>
              <a:rPr lang="es-ES" b="1" noProof="0"/>
              <a:t>variables</a:t>
            </a:r>
            <a:br>
              <a:rPr lang="es-ES" noProof="0"/>
            </a:br>
            <a:r>
              <a:rPr lang="es-ES" noProof="0"/>
              <a:t>(Poner nombres a los objetos)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33BC00D4-1CA6-F312-152C-B9A74D8F4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751512" cy="823912"/>
          </a:xfrm>
        </p:spPr>
        <p:txBody>
          <a:bodyPr anchor="ctr"/>
          <a:lstStyle/>
          <a:p>
            <a:pPr algn="ctr"/>
            <a:r>
              <a:rPr lang="es-ES" u="sng" noProof="0">
                <a:latin typeface="+mj-lt"/>
              </a:rPr>
              <a:t>Input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1472757C-7602-B6C0-A037-7C2D1C2FC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7034212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[1] </a:t>
            </a:r>
            <a:r>
              <a:rPr lang="es-ES" sz="2400" noProof="0">
                <a:latin typeface="Consolas" panose="020B0609020204030204" pitchFamily="49" charset="0"/>
              </a:rPr>
              <a:t>pi = 3.14</a:t>
            </a:r>
          </a:p>
          <a:p>
            <a:pPr marL="0" indent="0">
              <a:buNone/>
            </a:pPr>
            <a:r>
              <a:rPr lang="es-ES" sz="24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[2] </a:t>
            </a:r>
            <a:r>
              <a:rPr lang="es-ES" sz="2400" noProof="0">
                <a:latin typeface="Consolas" panose="020B0609020204030204" pitchFamily="49" charset="0"/>
              </a:rPr>
              <a:t>radio = 6</a:t>
            </a:r>
          </a:p>
          <a:p>
            <a:pPr marL="0" indent="0">
              <a:buNone/>
            </a:pPr>
            <a:r>
              <a:rPr lang="es-ES" sz="24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[3] </a:t>
            </a:r>
            <a:r>
              <a:rPr lang="es-ES" sz="2400" noProof="0" err="1">
                <a:latin typeface="Consolas" panose="020B0609020204030204" pitchFamily="49" charset="0"/>
              </a:rPr>
              <a:t>area</a:t>
            </a:r>
            <a:r>
              <a:rPr lang="es-ES" sz="2400" noProof="0">
                <a:latin typeface="Consolas" panose="020B0609020204030204" pitchFamily="49" charset="0"/>
              </a:rPr>
              <a:t> = pi * (radio ** 2)</a:t>
            </a:r>
          </a:p>
          <a:p>
            <a:pPr marL="0" indent="0">
              <a:buNone/>
            </a:pPr>
            <a:r>
              <a:rPr lang="es-ES" sz="24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[4] </a:t>
            </a:r>
            <a:r>
              <a:rPr lang="es-ES" sz="2400" noProof="0" err="1">
                <a:latin typeface="Consolas" panose="020B0609020204030204" pitchFamily="49" charset="0"/>
              </a:rPr>
              <a:t>print</a:t>
            </a:r>
            <a:r>
              <a:rPr lang="es-ES" sz="2400" noProof="0">
                <a:latin typeface="Consolas" panose="020B0609020204030204" pitchFamily="49" charset="0"/>
              </a:rPr>
              <a:t>(</a:t>
            </a:r>
            <a:r>
              <a:rPr lang="es-ES" sz="2400" noProof="0" err="1">
                <a:latin typeface="Consolas" panose="020B0609020204030204" pitchFamily="49" charset="0"/>
              </a:rPr>
              <a:t>area</a:t>
            </a:r>
            <a:r>
              <a:rPr lang="es-ES" sz="2400" noProof="0">
                <a:latin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s-ES" sz="2400" noProof="0">
                <a:latin typeface="Consolas" panose="020B0609020204030204" pitchFamily="49" charset="0"/>
              </a:rPr>
              <a:t>----------------------------</a:t>
            </a:r>
          </a:p>
          <a:p>
            <a:pPr marL="0" indent="0">
              <a:buNone/>
            </a:pPr>
            <a:r>
              <a:rPr lang="es-ES" sz="24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[5] </a:t>
            </a:r>
            <a:r>
              <a:rPr lang="es-ES" sz="2400" noProof="0">
                <a:latin typeface="Consolas" panose="020B0609020204030204" pitchFamily="49" charset="0"/>
              </a:rPr>
              <a:t>radio = radio / 2</a:t>
            </a:r>
          </a:p>
          <a:p>
            <a:pPr marL="0" indent="0">
              <a:buNone/>
            </a:pPr>
            <a:r>
              <a:rPr lang="es-ES" sz="24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[6] </a:t>
            </a:r>
            <a:r>
              <a:rPr lang="es-ES" sz="2400" noProof="0" err="1">
                <a:latin typeface="Consolas" panose="020B0609020204030204" pitchFamily="49" charset="0"/>
              </a:rPr>
              <a:t>print</a:t>
            </a:r>
            <a:r>
              <a:rPr lang="es-ES" sz="2400" noProof="0">
                <a:latin typeface="Consolas" panose="020B0609020204030204" pitchFamily="49" charset="0"/>
              </a:rPr>
              <a:t>(</a:t>
            </a:r>
            <a:r>
              <a:rPr lang="es-ES" sz="2400" noProof="0" err="1">
                <a:latin typeface="Consolas" panose="020B0609020204030204" pitchFamily="49" charset="0"/>
              </a:rPr>
              <a:t>area</a:t>
            </a:r>
            <a:r>
              <a:rPr lang="es-ES" sz="2400" noProof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7DC44F8-5104-D893-C88E-56E659C58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3300" y="1681163"/>
            <a:ext cx="4002088" cy="823912"/>
          </a:xfrm>
        </p:spPr>
        <p:txBody>
          <a:bodyPr anchor="ctr"/>
          <a:lstStyle/>
          <a:p>
            <a:pPr algn="ctr"/>
            <a:r>
              <a:rPr lang="es-ES" u="sng" noProof="0">
                <a:latin typeface="+mj-lt"/>
              </a:rPr>
              <a:t>Output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17517906-D448-4678-CFC7-1BFD0C50C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53300" y="2505075"/>
            <a:ext cx="4002088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400" noProof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sz="2400" noProof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sz="2400" noProof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400" noProof="0">
                <a:latin typeface="Consolas" panose="020B0609020204030204" pitchFamily="49" charset="0"/>
              </a:rPr>
              <a:t>113.04</a:t>
            </a:r>
          </a:p>
          <a:p>
            <a:pPr marL="0" indent="0">
              <a:buNone/>
            </a:pPr>
            <a:endParaRPr lang="es-ES" sz="2400" noProof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sz="2400" noProof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400" noProof="0">
                <a:latin typeface="Consolas" panose="020B0609020204030204" pitchFamily="49" charset="0"/>
              </a:rPr>
              <a:t>113.04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12BF16-DE0D-4840-E966-AC76C0DAA325}"/>
              </a:ext>
            </a:extLst>
          </p:cNvPr>
          <p:cNvSpPr txBox="1"/>
          <p:nvPr/>
        </p:nvSpPr>
        <p:spPr>
          <a:xfrm>
            <a:off x="3584489" y="6050201"/>
            <a:ext cx="5404043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noProof="0">
                <a:solidFill>
                  <a:srgbClr val="C00000"/>
                </a:solidFill>
                <a:latin typeface="Consolas" panose="020B0609020204030204" pitchFamily="49" charset="0"/>
              </a:rPr>
              <a:t>NOMBRE_DE_VARIABLE</a:t>
            </a:r>
            <a:r>
              <a:rPr lang="es-ES" sz="2000" b="1" noProof="0">
                <a:latin typeface="Consolas" panose="020B0609020204030204" pitchFamily="49" charset="0"/>
              </a:rPr>
              <a:t> </a:t>
            </a:r>
            <a:r>
              <a:rPr lang="es-ES" sz="2000" b="1" noProof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r>
              <a:rPr lang="es-ES" sz="2000" b="1" noProof="0">
                <a:latin typeface="Consolas" panose="020B0609020204030204" pitchFamily="49" charset="0"/>
              </a:rPr>
              <a:t> </a:t>
            </a:r>
            <a:r>
              <a:rPr lang="es-ES" sz="2000" b="1" noProof="0">
                <a:solidFill>
                  <a:srgbClr val="C00000"/>
                </a:solidFill>
                <a:latin typeface="Consolas" panose="020B0609020204030204" pitchFamily="49" charset="0"/>
              </a:rPr>
              <a:t>OBJETO|EXPRESION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64C53D-78F7-CDC2-457D-B6C736FA530A}"/>
                  </a:ext>
                </a:extLst>
              </p:cNvPr>
              <p:cNvSpPr txBox="1"/>
              <p:nvPr/>
            </p:nvSpPr>
            <p:spPr>
              <a:xfrm>
                <a:off x="3983773" y="2600263"/>
                <a:ext cx="1539589" cy="492443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s-ES" sz="3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3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s-ES" sz="3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" sz="3200" noProof="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64C53D-78F7-CDC2-457D-B6C736FA5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773" y="2600263"/>
                <a:ext cx="153958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5536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D8AD9C-6462-1E64-CFDE-205D5AA22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698" y="2118476"/>
            <a:ext cx="3685650" cy="35150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954BEF-62A5-84A4-DC26-D26DAF275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00" y="2118476"/>
            <a:ext cx="3708402" cy="35207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AE9ED3-27F3-DA58-B7E0-21CD9617F54B}"/>
              </a:ext>
            </a:extLst>
          </p:cNvPr>
          <p:cNvSpPr txBox="1"/>
          <p:nvPr/>
        </p:nvSpPr>
        <p:spPr>
          <a:xfrm>
            <a:off x="8264402" y="32443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6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902CAB-0353-84D7-6323-571FD1118A96}"/>
              </a:ext>
            </a:extLst>
          </p:cNvPr>
          <p:cNvSpPr/>
          <p:nvPr/>
        </p:nvSpPr>
        <p:spPr>
          <a:xfrm>
            <a:off x="4064000" y="2501900"/>
            <a:ext cx="1054100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/>
              <a:t>3.14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E8D696-D856-C36A-2872-1D8D0CC5AAFA}"/>
              </a:ext>
            </a:extLst>
          </p:cNvPr>
          <p:cNvSpPr/>
          <p:nvPr/>
        </p:nvSpPr>
        <p:spPr>
          <a:xfrm>
            <a:off x="4064000" y="3207266"/>
            <a:ext cx="1054100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/>
              <a:t>6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BE920-1F93-17F5-44C5-76E271DF9229}"/>
              </a:ext>
            </a:extLst>
          </p:cNvPr>
          <p:cNvSpPr/>
          <p:nvPr/>
        </p:nvSpPr>
        <p:spPr>
          <a:xfrm>
            <a:off x="4064000" y="4008146"/>
            <a:ext cx="1270000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/>
              <a:t>113.04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322D13-6752-0420-62C2-8EFD0BA77306}"/>
              </a:ext>
            </a:extLst>
          </p:cNvPr>
          <p:cNvSpPr/>
          <p:nvPr/>
        </p:nvSpPr>
        <p:spPr>
          <a:xfrm>
            <a:off x="7912100" y="2501900"/>
            <a:ext cx="1054100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/>
              <a:t>3.14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54B35B-A461-1B08-7E0E-C6FEAA60373D}"/>
              </a:ext>
            </a:extLst>
          </p:cNvPr>
          <p:cNvSpPr/>
          <p:nvPr/>
        </p:nvSpPr>
        <p:spPr>
          <a:xfrm>
            <a:off x="7912100" y="4008146"/>
            <a:ext cx="1270000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/>
              <a:t>113.04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BB4751-4D15-E2B5-65D3-A1060C5EBB21}"/>
              </a:ext>
            </a:extLst>
          </p:cNvPr>
          <p:cNvSpPr/>
          <p:nvPr/>
        </p:nvSpPr>
        <p:spPr>
          <a:xfrm>
            <a:off x="7912100" y="4713512"/>
            <a:ext cx="1054100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/>
              <a:t>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6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8695-3841-EA35-B013-7C457870A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36ED91-56FA-3C5A-567A-6A42BAF1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/>
              <a:t>ABSTRACCIÓN</a:t>
            </a:r>
            <a:endParaRPr lang="es-ES" b="1" noProof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BE4F6BD-E696-3996-979B-5B6D53DB6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681163"/>
            <a:ext cx="5180013" cy="823912"/>
          </a:xfrm>
        </p:spPr>
        <p:txBody>
          <a:bodyPr anchor="ctr"/>
          <a:lstStyle/>
          <a:p>
            <a:pPr algn="ctr"/>
            <a:r>
              <a:rPr lang="es-ES" u="sng">
                <a:latin typeface="+mj-lt"/>
              </a:rPr>
              <a:t>Sin abstracción</a:t>
            </a:r>
            <a:endParaRPr lang="en-US" u="sng">
              <a:latin typeface="+mj-lt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722C1E3-E1A6-AFAC-0003-412B2EDB9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80012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[1] </a:t>
            </a:r>
            <a:r>
              <a:rPr lang="es-ES" sz="2000">
                <a:latin typeface="Consolas" panose="020B0609020204030204" pitchFamily="49" charset="0"/>
              </a:rPr>
              <a:t>a = 3.14</a:t>
            </a:r>
          </a:p>
          <a:p>
            <a:pPr marL="0" indent="0">
              <a:buNone/>
            </a:pPr>
            <a:r>
              <a:rPr lang="es-ES" sz="20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[2] </a:t>
            </a:r>
            <a:r>
              <a:rPr lang="en-US" sz="2000">
                <a:latin typeface="Consolas" panose="020B0609020204030204" pitchFamily="49" charset="0"/>
              </a:rPr>
              <a:t>b = 11</a:t>
            </a:r>
          </a:p>
          <a:p>
            <a:pPr marL="0" indent="0">
              <a:buNone/>
            </a:pPr>
            <a:r>
              <a:rPr lang="en-US" sz="20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[3] </a:t>
            </a:r>
            <a:r>
              <a:rPr lang="en-US" sz="2000">
                <a:latin typeface="Consolas" panose="020B0609020204030204" pitchFamily="49" charset="0"/>
              </a:rPr>
              <a:t>c = a * (b ** 2)</a:t>
            </a:r>
          </a:p>
          <a:p>
            <a:pPr marL="0" indent="0">
              <a:buNone/>
            </a:pPr>
            <a:r>
              <a:rPr lang="en-US" sz="20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[4] </a:t>
            </a:r>
            <a:r>
              <a:rPr lang="en-US" sz="2000">
                <a:latin typeface="Consolas" panose="020B0609020204030204" pitchFamily="49" charset="0"/>
              </a:rPr>
              <a:t>print(c) 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71C7D32-789F-4034-9B02-575FEA0DB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ctr"/>
          <a:lstStyle/>
          <a:p>
            <a:pPr algn="ctr"/>
            <a:r>
              <a:rPr lang="es-ES" u="sng"/>
              <a:t>Con  abstracción</a:t>
            </a:r>
            <a:endParaRPr lang="en-US" u="sng">
              <a:latin typeface="+mj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6DF73A-A068-47EF-31B5-C54E4573754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[1] </a:t>
            </a:r>
            <a:r>
              <a:rPr lang="es-ES" sz="2000">
                <a:latin typeface="Consolas" panose="020B0609020204030204" pitchFamily="49" charset="0"/>
              </a:rPr>
              <a:t>pi = 3.14</a:t>
            </a:r>
          </a:p>
          <a:p>
            <a:pPr marL="0" indent="0">
              <a:buNone/>
            </a:pPr>
            <a:r>
              <a:rPr lang="es-ES" sz="20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[2] </a:t>
            </a:r>
            <a:r>
              <a:rPr lang="en-US" sz="2000" err="1">
                <a:latin typeface="Consolas" panose="020B0609020204030204" pitchFamily="49" charset="0"/>
              </a:rPr>
              <a:t>diametro</a:t>
            </a:r>
            <a:r>
              <a:rPr lang="en-US" sz="2000">
                <a:latin typeface="Consolas" panose="020B0609020204030204" pitchFamily="49" charset="0"/>
              </a:rPr>
              <a:t> = 11</a:t>
            </a:r>
          </a:p>
          <a:p>
            <a:pPr marL="0" indent="0">
              <a:buNone/>
            </a:pPr>
            <a:r>
              <a:rPr lang="en-US" sz="20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[3] </a:t>
            </a:r>
            <a:r>
              <a:rPr lang="en-US" sz="2000">
                <a:latin typeface="Consolas" panose="020B0609020204030204" pitchFamily="49" charset="0"/>
              </a:rPr>
              <a:t>area = pi * (</a:t>
            </a:r>
            <a:r>
              <a:rPr lang="en-US" sz="2000" err="1">
                <a:latin typeface="Consolas" panose="020B0609020204030204" pitchFamily="49" charset="0"/>
              </a:rPr>
              <a:t>diametro</a:t>
            </a:r>
            <a:r>
              <a:rPr lang="en-US" sz="2000">
                <a:latin typeface="Consolas" panose="020B0609020204030204" pitchFamily="49" charset="0"/>
              </a:rPr>
              <a:t> ** 2)</a:t>
            </a:r>
          </a:p>
          <a:p>
            <a:pPr marL="0" indent="0">
              <a:buNone/>
            </a:pPr>
            <a:r>
              <a:rPr lang="en-US" sz="200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[4] </a:t>
            </a:r>
            <a:r>
              <a:rPr lang="en-US" sz="2000">
                <a:latin typeface="Consolas" panose="020B0609020204030204" pitchFamily="49" charset="0"/>
              </a:rPr>
              <a:t>print(area) </a:t>
            </a:r>
          </a:p>
          <a:p>
            <a:endParaRPr lang="en-US" sz="20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7210D71-8B9E-D327-B934-2D97CEBA5006}"/>
              </a:ext>
            </a:extLst>
          </p:cNvPr>
          <p:cNvSpPr/>
          <p:nvPr/>
        </p:nvSpPr>
        <p:spPr>
          <a:xfrm>
            <a:off x="8432800" y="3022601"/>
            <a:ext cx="1460500" cy="976310"/>
          </a:xfrm>
          <a:prstGeom prst="ellipse">
            <a:avLst/>
          </a:prstGeom>
          <a:noFill/>
          <a:ln w="76200">
            <a:solidFill>
              <a:srgbClr val="C00000">
                <a:alpha val="8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8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D8A8E-6EDE-F2EE-F05B-AA8A1916E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err="1"/>
              <a:t>Keywords</a:t>
            </a:r>
            <a:r>
              <a:rPr lang="es-ES" noProof="0"/>
              <a:t>: Palabras reservadas para Python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F2B060-8D4C-F49F-1CF8-1772B8AB3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929" y="1956216"/>
            <a:ext cx="5155034" cy="39049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4A4381-6E60-04C3-6E3A-F7E165DCB977}"/>
              </a:ext>
            </a:extLst>
          </p:cNvPr>
          <p:cNvSpPr txBox="1"/>
          <p:nvPr/>
        </p:nvSpPr>
        <p:spPr>
          <a:xfrm>
            <a:off x="6681207" y="3031524"/>
            <a:ext cx="4419351" cy="175432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/>
              <a:t>NO PUEDEN USARSE</a:t>
            </a:r>
          </a:p>
          <a:p>
            <a:pPr algn="ctr"/>
            <a:r>
              <a:rPr lang="en-US" sz="3600" err="1"/>
              <a:t>como</a:t>
            </a:r>
            <a:r>
              <a:rPr lang="en-US" sz="3600"/>
              <a:t> </a:t>
            </a:r>
            <a:r>
              <a:rPr lang="en-US" sz="3600" err="1"/>
              <a:t>nombres</a:t>
            </a:r>
            <a:endParaRPr lang="en-US" sz="3600"/>
          </a:p>
          <a:p>
            <a:pPr algn="ctr"/>
            <a:r>
              <a:rPr lang="en-US" sz="3600"/>
              <a:t>de variables</a:t>
            </a:r>
          </a:p>
        </p:txBody>
      </p:sp>
    </p:spTree>
    <p:extLst>
      <p:ext uri="{BB962C8B-B14F-4D97-AF65-F5344CB8AC3E}">
        <p14:creationId xmlns:p14="http://schemas.microsoft.com/office/powerpoint/2010/main" val="26798045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BA360-088D-9488-E4EA-9966F14AF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B0265-F849-522A-65CB-1A72A2357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/>
              <a:t>Parte II </a:t>
            </a:r>
            <a:br>
              <a:rPr lang="es-ES"/>
            </a:br>
            <a:br>
              <a:rPr lang="es-ES"/>
            </a:br>
            <a:r>
              <a:rPr lang="es-ES" err="1"/>
              <a:t>IDEs</a:t>
            </a:r>
            <a:r>
              <a:rPr lang="es-ES"/>
              <a:t> y Ramificación 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9E471-28A8-1FAB-D51C-9DB14F9ED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onsolas" panose="020B0609020204030204" pitchFamily="49" charset="0"/>
              </a:rPr>
              <a:t>Spyder</a:t>
            </a:r>
          </a:p>
          <a:p>
            <a:r>
              <a:rPr lang="en-US">
                <a:latin typeface="+mj-lt"/>
              </a:rPr>
              <a:t>if | </a:t>
            </a:r>
            <a:r>
              <a:rPr lang="en-US" err="1">
                <a:latin typeface="+mj-lt"/>
              </a:rPr>
              <a:t>elif</a:t>
            </a:r>
            <a:r>
              <a:rPr lang="en-US">
                <a:latin typeface="+mj-lt"/>
              </a:rPr>
              <a:t> | else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37B11D-4DD1-291A-6CEF-A298062C839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485373">
            <a:off x="12383707" y="3793179"/>
            <a:ext cx="1468592" cy="146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8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4E3F86-C1E9-4C76-5FF7-4DE90C6F2F6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6297" y="1763418"/>
            <a:ext cx="1468592" cy="14685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38CCC9-1C1A-7D1A-7722-45B4E59B3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85" y="810785"/>
            <a:ext cx="6125430" cy="952633"/>
          </a:xfrm>
          <a:prstGeom prst="rect">
            <a:avLst/>
          </a:prstGeom>
        </p:spPr>
      </p:pic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1DC05B56-657A-DE0A-41B5-9385C7656836}"/>
              </a:ext>
            </a:extLst>
          </p:cNvPr>
          <p:cNvSpPr/>
          <p:nvPr/>
        </p:nvSpPr>
        <p:spPr>
          <a:xfrm>
            <a:off x="-292100" y="-198866"/>
            <a:ext cx="12776200" cy="2971934"/>
          </a:xfrm>
          <a:prstGeom prst="mathMultiply">
            <a:avLst>
              <a:gd name="adj1" fmla="val 5790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86C0F5-81B7-143E-D347-48E0608D3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0" y="2506368"/>
            <a:ext cx="6807200" cy="39280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2913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8C60D-61B6-6AA0-280E-D3E48391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35A458-AAFD-2919-E2B9-F611B1A36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07" y="563207"/>
            <a:ext cx="10123986" cy="5842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U.S. Shell Irish Deep Shell | Michaels">
            <a:extLst>
              <a:ext uri="{FF2B5EF4-FFF2-40B4-BE49-F238E27FC236}">
                <a16:creationId xmlns:a16="http://schemas.microsoft.com/office/drawing/2014/main" id="{5270660F-5EAF-E74B-10CA-D33F6F103FC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23848" y="3768965"/>
            <a:ext cx="2351354" cy="2351350"/>
          </a:xfrm>
          <a:prstGeom prst="rect">
            <a:avLst/>
          </a:prstGeom>
        </p:spPr>
      </p:pic>
      <p:pic>
        <p:nvPicPr>
          <p:cNvPr id="9" name="Picture 8" descr="Python (programming language) - Wikipedia">
            <a:extLst>
              <a:ext uri="{FF2B5EF4-FFF2-40B4-BE49-F238E27FC236}">
                <a16:creationId xmlns:a16="http://schemas.microsoft.com/office/drawing/2014/main" id="{D70BFBEC-46EB-F93B-6A23-15C26CCBB4E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70000"/>
          </a:blip>
          <a:stretch>
            <a:fillRect/>
          </a:stretch>
        </p:blipFill>
        <p:spPr>
          <a:xfrm>
            <a:off x="8443990" y="4489105"/>
            <a:ext cx="911070" cy="9110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5257F8-993B-DB2B-DD60-161C0967A1D7}"/>
              </a:ext>
            </a:extLst>
          </p:cNvPr>
          <p:cNvSpPr txBox="1"/>
          <p:nvPr/>
        </p:nvSpPr>
        <p:spPr>
          <a:xfrm>
            <a:off x="1989798" y="3101961"/>
            <a:ext cx="3856440" cy="1569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ESCRIBIR</a:t>
            </a:r>
          </a:p>
          <a:p>
            <a:pPr algn="ctr"/>
            <a:r>
              <a:rPr lang="es-ES" sz="4800" b="1">
                <a:solidFill>
                  <a:schemeClr val="bg1"/>
                </a:solidFill>
              </a:rPr>
              <a:t>PROGRAMAS</a:t>
            </a:r>
            <a:endParaRPr lang="en-US" sz="4800" b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B593A2-28FA-9EDA-9787-62C5C3BF6D8D}"/>
              </a:ext>
            </a:extLst>
          </p:cNvPr>
          <p:cNvSpPr txBox="1"/>
          <p:nvPr/>
        </p:nvSpPr>
        <p:spPr>
          <a:xfrm>
            <a:off x="6623440" y="1799001"/>
            <a:ext cx="4475970" cy="1569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VARIABLES</a:t>
            </a:r>
          </a:p>
          <a:p>
            <a:pPr algn="ctr"/>
            <a:r>
              <a:rPr lang="es-ES" sz="4800" b="1">
                <a:solidFill>
                  <a:schemeClr val="bg1"/>
                </a:solidFill>
              </a:rPr>
              <a:t>GRÁFICAS, ETC</a:t>
            </a:r>
            <a:endParaRPr lang="en-US" sz="4800" b="1">
              <a:solidFill>
                <a:schemeClr val="bg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8607D9A-B26A-B8F4-8DA5-A56CBA9B8DFC}"/>
              </a:ext>
            </a:extLst>
          </p:cNvPr>
          <p:cNvSpPr/>
          <p:nvPr/>
        </p:nvSpPr>
        <p:spPr>
          <a:xfrm>
            <a:off x="3858095" y="4703407"/>
            <a:ext cx="4079405" cy="981904"/>
          </a:xfrm>
          <a:custGeom>
            <a:avLst/>
            <a:gdLst>
              <a:gd name="csX0" fmla="*/ 902 w 2593745"/>
              <a:gd name="csY0" fmla="*/ 0 h 981904"/>
              <a:gd name="csX1" fmla="*/ 600791 w 2593745"/>
              <a:gd name="csY1" fmla="*/ 787400 h 981904"/>
              <a:gd name="csX2" fmla="*/ 1654098 w 2593745"/>
              <a:gd name="csY2" fmla="*/ 977900 h 981904"/>
              <a:gd name="csX3" fmla="*/ 2593745 w 2593745"/>
              <a:gd name="csY3" fmla="*/ 698500 h 98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93745" h="981904">
                <a:moveTo>
                  <a:pt x="902" y="0"/>
                </a:moveTo>
                <a:cubicBezTo>
                  <a:pt x="-19950" y="452966"/>
                  <a:pt x="325258" y="624417"/>
                  <a:pt x="600791" y="787400"/>
                </a:cubicBezTo>
                <a:cubicBezTo>
                  <a:pt x="876324" y="950383"/>
                  <a:pt x="1281565" y="996950"/>
                  <a:pt x="1654098" y="977900"/>
                </a:cubicBezTo>
                <a:cubicBezTo>
                  <a:pt x="2026631" y="958850"/>
                  <a:pt x="2399011" y="777875"/>
                  <a:pt x="2593745" y="698500"/>
                </a:cubicBezTo>
              </a:path>
            </a:pathLst>
          </a:custGeom>
          <a:noFill/>
          <a:ln w="76200"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B49446-DB01-A0F5-5516-D86234A54325}"/>
              </a:ext>
            </a:extLst>
          </p:cNvPr>
          <p:cNvSpPr txBox="1"/>
          <p:nvPr/>
        </p:nvSpPr>
        <p:spPr>
          <a:xfrm>
            <a:off x="5100645" y="4913064"/>
            <a:ext cx="2136354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s-ES" sz="4000" b="1">
                <a:solidFill>
                  <a:schemeClr val="bg1"/>
                </a:solidFill>
              </a:rPr>
              <a:t>Ejecutar</a:t>
            </a:r>
            <a:endParaRPr lang="en-US" sz="4000" b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2BFD8D-CFCB-082E-DAF2-37F14D72C340}"/>
              </a:ext>
            </a:extLst>
          </p:cNvPr>
          <p:cNvSpPr txBox="1"/>
          <p:nvPr/>
        </p:nvSpPr>
        <p:spPr>
          <a:xfrm>
            <a:off x="3638939" y="265694"/>
            <a:ext cx="5059766" cy="51077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sz="2400"/>
              <a:t>IDE: Interfaz de Desarrollo Integrada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957945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E1F54-0E40-47E6-5A5D-A8D0A5FE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A74550-828C-2118-5CA3-5E0F44D9D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07" y="563207"/>
            <a:ext cx="10123986" cy="5842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772E97-6757-BEC2-3F13-83321B03718C}"/>
              </a:ext>
            </a:extLst>
          </p:cNvPr>
          <p:cNvSpPr txBox="1"/>
          <p:nvPr/>
        </p:nvSpPr>
        <p:spPr>
          <a:xfrm>
            <a:off x="4035473" y="265694"/>
            <a:ext cx="4266698" cy="5107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sz="2400" dirty="0"/>
              <a:t>Cargar </a:t>
            </a:r>
            <a:r>
              <a:rPr lang="es-ES" sz="2400" dirty="0" err="1"/>
              <a:t>environment</a:t>
            </a:r>
            <a:r>
              <a:rPr lang="es-ES" sz="2400" dirty="0"/>
              <a:t> "clase_1"</a:t>
            </a:r>
            <a:endParaRPr lang="en-US" sz="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F0D1C-7640-68C1-A996-084942364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817" y="1504573"/>
            <a:ext cx="2581635" cy="1390844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93E7ED-0459-CDE1-4F97-A54CF7EFD1EB}"/>
              </a:ext>
            </a:extLst>
          </p:cNvPr>
          <p:cNvCxnSpPr>
            <a:stCxn id="4" idx="0"/>
          </p:cNvCxnSpPr>
          <p:nvPr/>
        </p:nvCxnSpPr>
        <p:spPr>
          <a:xfrm flipV="1">
            <a:off x="4115635" y="1094282"/>
            <a:ext cx="546306" cy="410291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EC78699-C754-7514-50B2-8BFE21FD6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098" y="3345305"/>
            <a:ext cx="9697803" cy="2457793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BCC218-FA55-187F-3DCD-257C11B079A5}"/>
              </a:ext>
            </a:extLst>
          </p:cNvPr>
          <p:cNvSpPr txBox="1"/>
          <p:nvPr/>
        </p:nvSpPr>
        <p:spPr>
          <a:xfrm>
            <a:off x="5516289" y="2135947"/>
            <a:ext cx="38093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Tools </a:t>
            </a:r>
            <a:r>
              <a:rPr lang="el-GR" sz="3200" b="1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&gt; </a:t>
            </a:r>
            <a:r>
              <a:rPr lang="es-ES" sz="3200" b="1" dirty="0" err="1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Preferences</a:t>
            </a:r>
            <a:endParaRPr lang="en-US" sz="3200" b="1" dirty="0">
              <a:ln w="3175">
                <a:solidFill>
                  <a:schemeClr val="tx1"/>
                </a:solidFill>
              </a:ln>
              <a:solidFill>
                <a:schemeClr val="accent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CBF12F-A497-B06C-C506-0599898D8CC3}"/>
              </a:ext>
            </a:extLst>
          </p:cNvPr>
          <p:cNvSpPr txBox="1"/>
          <p:nvPr/>
        </p:nvSpPr>
        <p:spPr>
          <a:xfrm>
            <a:off x="2595252" y="3227612"/>
            <a:ext cx="3587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Python </a:t>
            </a:r>
            <a:r>
              <a:rPr lang="es-ES" sz="3200" b="1" dirty="0" err="1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interpreter</a:t>
            </a:r>
            <a:endParaRPr lang="en-US" sz="3200" b="1" dirty="0">
              <a:ln w="3175">
                <a:solidFill>
                  <a:schemeClr val="tx1"/>
                </a:solidFill>
              </a:ln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02A763-65E7-7BAA-2839-101EC47BD59A}"/>
              </a:ext>
            </a:extLst>
          </p:cNvPr>
          <p:cNvSpPr txBox="1"/>
          <p:nvPr/>
        </p:nvSpPr>
        <p:spPr>
          <a:xfrm>
            <a:off x="3358676" y="5044424"/>
            <a:ext cx="73771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Buscamos .../</a:t>
            </a:r>
            <a:r>
              <a:rPr lang="es-ES" sz="3200" b="1" dirty="0" err="1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envs</a:t>
            </a:r>
            <a:r>
              <a:rPr lang="es-ES" sz="3200" b="1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/clase_1/python.exe</a:t>
            </a:r>
            <a:endParaRPr lang="en-US" sz="3200" b="1" dirty="0">
              <a:ln w="3175">
                <a:solidFill>
                  <a:schemeClr val="tx1"/>
                </a:solidFill>
              </a:ln>
              <a:solidFill>
                <a:schemeClr val="accent2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C2E601-3DE9-E957-3ACE-BB878EA98AB5}"/>
              </a:ext>
            </a:extLst>
          </p:cNvPr>
          <p:cNvCxnSpPr>
            <a:cxnSpLocks/>
          </p:cNvCxnSpPr>
          <p:nvPr/>
        </p:nvCxnSpPr>
        <p:spPr>
          <a:xfrm flipV="1">
            <a:off x="2409825" y="3715658"/>
            <a:ext cx="739775" cy="1827439"/>
          </a:xfrm>
          <a:prstGeom prst="line">
            <a:avLst/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20294E9-7CD7-F0D5-2F83-C574A05EFCE3}"/>
              </a:ext>
            </a:extLst>
          </p:cNvPr>
          <p:cNvCxnSpPr>
            <a:cxnSpLocks/>
          </p:cNvCxnSpPr>
          <p:nvPr/>
        </p:nvCxnSpPr>
        <p:spPr>
          <a:xfrm flipH="1">
            <a:off x="9797143" y="4876801"/>
            <a:ext cx="217714" cy="290285"/>
          </a:xfrm>
          <a:prstGeom prst="line">
            <a:avLst/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586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C5FE56-45E1-A0B7-A4CE-511DB9A26F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0967" y="551412"/>
            <a:ext cx="9250066" cy="57551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E4744F-222A-004F-CC05-051EC07E9FAD}"/>
              </a:ext>
            </a:extLst>
          </p:cNvPr>
          <p:cNvSpPr/>
          <p:nvPr/>
        </p:nvSpPr>
        <p:spPr>
          <a:xfrm>
            <a:off x="3974841" y="3760237"/>
            <a:ext cx="2463281" cy="1294550"/>
          </a:xfrm>
          <a:custGeom>
            <a:avLst/>
            <a:gdLst>
              <a:gd name="csX0" fmla="*/ 0 w 2463281"/>
              <a:gd name="csY0" fmla="*/ 0 h 1294550"/>
              <a:gd name="csX1" fmla="*/ 1129004 w 2463281"/>
              <a:gd name="csY1" fmla="*/ 1101012 h 1294550"/>
              <a:gd name="csX2" fmla="*/ 2463281 w 2463281"/>
              <a:gd name="csY2" fmla="*/ 1287624 h 1294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463281" h="1294550">
                <a:moveTo>
                  <a:pt x="0" y="0"/>
                </a:moveTo>
                <a:cubicBezTo>
                  <a:pt x="359228" y="443204"/>
                  <a:pt x="718457" y="886408"/>
                  <a:pt x="1129004" y="1101012"/>
                </a:cubicBezTo>
                <a:cubicBezTo>
                  <a:pt x="1539551" y="1315616"/>
                  <a:pt x="2001416" y="1301620"/>
                  <a:pt x="2463281" y="1287624"/>
                </a:cubicBezTo>
              </a:path>
            </a:pathLst>
          </a:custGeom>
          <a:noFill/>
          <a:ln w="76200"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369ABC-E3E3-91CB-B03F-158F3A372CFE}"/>
              </a:ext>
            </a:extLst>
          </p:cNvPr>
          <p:cNvSpPr txBox="1"/>
          <p:nvPr/>
        </p:nvSpPr>
        <p:spPr>
          <a:xfrm>
            <a:off x="4432065" y="4105468"/>
            <a:ext cx="1440000" cy="1440000"/>
          </a:xfrm>
          <a:prstGeom prst="ellipse">
            <a:avLst/>
          </a:prstGeom>
          <a:solidFill>
            <a:srgbClr val="19232D"/>
          </a:solidFill>
          <a:ln w="762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7200" b="1">
                <a:solidFill>
                  <a:schemeClr val="bg1"/>
                </a:solidFill>
              </a:rPr>
              <a:t>F5</a:t>
            </a:r>
          </a:p>
        </p:txBody>
      </p:sp>
    </p:spTree>
    <p:extLst>
      <p:ext uri="{BB962C8B-B14F-4D97-AF65-F5344CB8AC3E}">
        <p14:creationId xmlns:p14="http://schemas.microsoft.com/office/powerpoint/2010/main" val="1411133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2771-C6D0-BA51-0A2E-39AB9A7AC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Ramificación con condicionales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9546D-E9B4-B0E4-A7CE-FFF9A15D7B19}"/>
              </a:ext>
            </a:extLst>
          </p:cNvPr>
          <p:cNvSpPr txBox="1"/>
          <p:nvPr/>
        </p:nvSpPr>
        <p:spPr>
          <a:xfrm>
            <a:off x="2220450" y="3753650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Consolas" panose="020B0609020204030204" pitchFamily="49" charset="0"/>
              </a:rPr>
              <a:t>becario_1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B0D38C-B4A3-3E69-DE2E-F5AB759C77C2}"/>
              </a:ext>
            </a:extLst>
          </p:cNvPr>
          <p:cNvCxnSpPr>
            <a:cxnSpLocks/>
          </p:cNvCxnSpPr>
          <p:nvPr/>
        </p:nvCxnSpPr>
        <p:spPr>
          <a:xfrm flipV="1">
            <a:off x="3683785" y="2586417"/>
            <a:ext cx="1158803" cy="1367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6F6CC81-CF7C-70FD-9783-B7F2EEEC2F41}"/>
              </a:ext>
            </a:extLst>
          </p:cNvPr>
          <p:cNvSpPr txBox="1"/>
          <p:nvPr/>
        </p:nvSpPr>
        <p:spPr>
          <a:xfrm>
            <a:off x="462763" y="1624942"/>
            <a:ext cx="2204450" cy="3385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err="1">
                <a:latin typeface="Consolas" panose="020B0609020204030204" pitchFamily="49" charset="0"/>
              </a:rPr>
              <a:t>fondo_PEIC</a:t>
            </a:r>
            <a:r>
              <a:rPr lang="en-US" sz="1600">
                <a:latin typeface="Consolas" panose="020B0609020204030204" pitchFamily="49" charset="0"/>
              </a:rPr>
              <a:t> = 6.000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924A6A-C04B-61D3-0D1C-305EA311EE4C}"/>
              </a:ext>
            </a:extLst>
          </p:cNvPr>
          <p:cNvSpPr txBox="1"/>
          <p:nvPr/>
        </p:nvSpPr>
        <p:spPr>
          <a:xfrm>
            <a:off x="462763" y="2390566"/>
            <a:ext cx="2765501" cy="3385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err="1">
                <a:latin typeface="Consolas" panose="020B0609020204030204" pitchFamily="49" charset="0"/>
              </a:rPr>
              <a:t>hacemos_experimento</a:t>
            </a:r>
            <a:r>
              <a:rPr lang="en-US" sz="1600">
                <a:latin typeface="Consolas" panose="020B0609020204030204" pitchFamily="49" charset="0"/>
              </a:rPr>
              <a:t> = 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6A70A1-3A6F-9932-3786-FBF632580450}"/>
              </a:ext>
            </a:extLst>
          </p:cNvPr>
          <p:cNvSpPr txBox="1"/>
          <p:nvPr/>
        </p:nvSpPr>
        <p:spPr>
          <a:xfrm>
            <a:off x="4842588" y="2386362"/>
            <a:ext cx="4134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>
                <a:solidFill>
                  <a:srgbClr val="7030A0"/>
                </a:solidFill>
                <a:latin typeface="Consolas" panose="020B0609020204030204" pitchFamily="49" charset="0"/>
              </a:rPr>
              <a:t>si</a:t>
            </a:r>
            <a:r>
              <a:rPr lang="en-US" sz="2000">
                <a:latin typeface="Consolas" panose="020B0609020204030204" pitchFamily="49" charset="0"/>
              </a:rPr>
              <a:t> </a:t>
            </a:r>
            <a:r>
              <a:rPr lang="en-US" sz="2000" err="1">
                <a:latin typeface="Consolas" panose="020B0609020204030204" pitchFamily="49" charset="0"/>
              </a:rPr>
              <a:t>experimento</a:t>
            </a:r>
            <a:r>
              <a:rPr lang="en-US" sz="2000">
                <a:latin typeface="Consolas" panose="020B0609020204030204" pitchFamily="49" charset="0"/>
              </a:rPr>
              <a:t> &lt;= </a:t>
            </a:r>
            <a:r>
              <a:rPr lang="en-US" sz="2000" err="1">
                <a:latin typeface="Consolas" panose="020B0609020204030204" pitchFamily="49" charset="0"/>
              </a:rPr>
              <a:t>fondo_PEIC</a:t>
            </a: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FC1805-097F-9940-90D9-54536F6A7389}"/>
              </a:ext>
            </a:extLst>
          </p:cNvPr>
          <p:cNvSpPr txBox="1"/>
          <p:nvPr/>
        </p:nvSpPr>
        <p:spPr>
          <a:xfrm>
            <a:off x="462763" y="2005652"/>
            <a:ext cx="3102131" cy="3385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err="1">
                <a:latin typeface="Consolas" panose="020B0609020204030204" pitchFamily="49" charset="0"/>
              </a:rPr>
              <a:t>precio_experimento</a:t>
            </a:r>
            <a:r>
              <a:rPr lang="en-US" sz="1600">
                <a:latin typeface="Consolas" panose="020B0609020204030204" pitchFamily="49" charset="0"/>
              </a:rPr>
              <a:t> = 5.000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2BC43A-8678-25B1-55A8-C0EC59FFD027}"/>
              </a:ext>
            </a:extLst>
          </p:cNvPr>
          <p:cNvSpPr txBox="1"/>
          <p:nvPr/>
        </p:nvSpPr>
        <p:spPr>
          <a:xfrm>
            <a:off x="6693801" y="3300839"/>
            <a:ext cx="3102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err="1">
                <a:latin typeface="Consolas" panose="020B0609020204030204" pitchFamily="49" charset="0"/>
              </a:rPr>
              <a:t>hacemos_experimento</a:t>
            </a:r>
            <a:r>
              <a:rPr lang="en-US" sz="1600">
                <a:latin typeface="Consolas" panose="020B0609020204030204" pitchFamily="49" charset="0"/>
              </a:rPr>
              <a:t> = </a:t>
            </a:r>
            <a:r>
              <a:rPr lang="en-US" sz="1600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B51C73-6729-74DA-2FEE-23D8C41630D1}"/>
              </a:ext>
            </a:extLst>
          </p:cNvPr>
          <p:cNvCxnSpPr>
            <a:cxnSpLocks/>
          </p:cNvCxnSpPr>
          <p:nvPr/>
        </p:nvCxnSpPr>
        <p:spPr>
          <a:xfrm>
            <a:off x="3683785" y="3953705"/>
            <a:ext cx="1158803" cy="1367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46DDC68-AF36-4F8A-66C9-B4CC626D70D9}"/>
              </a:ext>
            </a:extLst>
          </p:cNvPr>
          <p:cNvSpPr txBox="1"/>
          <p:nvPr/>
        </p:nvSpPr>
        <p:spPr>
          <a:xfrm>
            <a:off x="4842588" y="5120938"/>
            <a:ext cx="3993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>
                <a:solidFill>
                  <a:srgbClr val="7030A0"/>
                </a:solidFill>
                <a:latin typeface="Consolas" panose="020B0609020204030204" pitchFamily="49" charset="0"/>
              </a:rPr>
              <a:t>si</a:t>
            </a:r>
            <a:r>
              <a:rPr lang="en-US" sz="200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latin typeface="Consolas" panose="020B0609020204030204" pitchFamily="49" charset="0"/>
              </a:rPr>
              <a:t>experimento</a:t>
            </a:r>
            <a:r>
              <a:rPr lang="en-US" sz="2000">
                <a:latin typeface="Consolas" panose="020B0609020204030204" pitchFamily="49" charset="0"/>
              </a:rPr>
              <a:t> &gt; </a:t>
            </a:r>
            <a:r>
              <a:rPr lang="en-US" sz="2000" err="1">
                <a:latin typeface="Consolas" panose="020B0609020204030204" pitchFamily="49" charset="0"/>
              </a:rPr>
              <a:t>fondo_PEIC</a:t>
            </a:r>
            <a:endParaRPr lang="en-US" sz="2000">
              <a:latin typeface="Consolas" panose="020B0609020204030204" pitchFamily="49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2AFC0C7-E750-8EF1-6F27-99E7B2FBDB30}"/>
              </a:ext>
            </a:extLst>
          </p:cNvPr>
          <p:cNvCxnSpPr>
            <a:cxnSpLocks/>
          </p:cNvCxnSpPr>
          <p:nvPr/>
        </p:nvCxnSpPr>
        <p:spPr>
          <a:xfrm flipV="1">
            <a:off x="6909821" y="4646679"/>
            <a:ext cx="439593" cy="474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F2C49CB-00EA-EC31-0F47-B81289A8671A}"/>
              </a:ext>
            </a:extLst>
          </p:cNvPr>
          <p:cNvSpPr txBox="1"/>
          <p:nvPr/>
        </p:nvSpPr>
        <p:spPr>
          <a:xfrm>
            <a:off x="6693801" y="4298794"/>
            <a:ext cx="32143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err="1">
                <a:latin typeface="Consolas" panose="020B0609020204030204" pitchFamily="49" charset="0"/>
              </a:rPr>
              <a:t>hacemos_experimento</a:t>
            </a:r>
            <a:r>
              <a:rPr lang="en-US" sz="1600">
                <a:latin typeface="Consolas" panose="020B0609020204030204" pitchFamily="49" charset="0"/>
              </a:rPr>
              <a:t> = </a:t>
            </a:r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D434FDC-3F34-29AB-6C95-AF67B39575C9}"/>
              </a:ext>
            </a:extLst>
          </p:cNvPr>
          <p:cNvCxnSpPr>
            <a:cxnSpLocks/>
          </p:cNvCxnSpPr>
          <p:nvPr/>
        </p:nvCxnSpPr>
        <p:spPr>
          <a:xfrm>
            <a:off x="6909821" y="2817249"/>
            <a:ext cx="439593" cy="508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400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/>
      <p:bldP spid="24" grpId="0"/>
      <p:bldP spid="2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9C9F-3A04-FA6A-7C9C-E97F3B0D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72B64-F44E-E667-8D5D-409B71349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Ramificación con condicionales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997DA3-6B36-3637-112C-35E2D7E90504}"/>
              </a:ext>
            </a:extLst>
          </p:cNvPr>
          <p:cNvSpPr txBox="1"/>
          <p:nvPr/>
        </p:nvSpPr>
        <p:spPr>
          <a:xfrm>
            <a:off x="2220450" y="3753650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Consolas" panose="020B0609020204030204" pitchFamily="49" charset="0"/>
              </a:rPr>
              <a:t>becario_1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B9F9E5-2B09-682C-E7A0-B088841476B7}"/>
              </a:ext>
            </a:extLst>
          </p:cNvPr>
          <p:cNvCxnSpPr>
            <a:cxnSpLocks/>
          </p:cNvCxnSpPr>
          <p:nvPr/>
        </p:nvCxnSpPr>
        <p:spPr>
          <a:xfrm flipV="1">
            <a:off x="3683785" y="2586417"/>
            <a:ext cx="1158803" cy="1367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4414618-1134-478D-4902-AA10D07A8F88}"/>
              </a:ext>
            </a:extLst>
          </p:cNvPr>
          <p:cNvSpPr txBox="1"/>
          <p:nvPr/>
        </p:nvSpPr>
        <p:spPr>
          <a:xfrm>
            <a:off x="462763" y="1624942"/>
            <a:ext cx="2204450" cy="3385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err="1">
                <a:latin typeface="Consolas" panose="020B0609020204030204" pitchFamily="49" charset="0"/>
              </a:rPr>
              <a:t>fondo_PEIC</a:t>
            </a:r>
            <a:r>
              <a:rPr lang="en-US" sz="1600">
                <a:latin typeface="Consolas" panose="020B0609020204030204" pitchFamily="49" charset="0"/>
              </a:rPr>
              <a:t> = 6.000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9000BE-3BE4-2D7A-6FED-09C6076199D8}"/>
              </a:ext>
            </a:extLst>
          </p:cNvPr>
          <p:cNvSpPr txBox="1"/>
          <p:nvPr/>
        </p:nvSpPr>
        <p:spPr>
          <a:xfrm>
            <a:off x="462763" y="2760869"/>
            <a:ext cx="2765501" cy="3385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err="1">
                <a:latin typeface="Consolas" panose="020B0609020204030204" pitchFamily="49" charset="0"/>
              </a:rPr>
              <a:t>hacemos_experimento</a:t>
            </a:r>
            <a:r>
              <a:rPr lang="en-US" sz="1600">
                <a:latin typeface="Consolas" panose="020B0609020204030204" pitchFamily="49" charset="0"/>
              </a:rPr>
              <a:t> = 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B32EE-5F8B-E8A9-135C-C7A7927BEF6C}"/>
              </a:ext>
            </a:extLst>
          </p:cNvPr>
          <p:cNvSpPr txBox="1"/>
          <p:nvPr/>
        </p:nvSpPr>
        <p:spPr>
          <a:xfrm>
            <a:off x="4842588" y="2386362"/>
            <a:ext cx="5968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>
                <a:solidFill>
                  <a:srgbClr val="7030A0"/>
                </a:solidFill>
                <a:latin typeface="Consolas" panose="020B0609020204030204" pitchFamily="49" charset="0"/>
              </a:rPr>
              <a:t>si</a:t>
            </a:r>
            <a:r>
              <a:rPr lang="en-US" sz="2000">
                <a:latin typeface="Consolas" panose="020B0609020204030204" pitchFamily="49" charset="0"/>
              </a:rPr>
              <a:t> </a:t>
            </a:r>
            <a:r>
              <a:rPr lang="en-US" sz="2000" err="1">
                <a:latin typeface="Consolas" panose="020B0609020204030204" pitchFamily="49" charset="0"/>
              </a:rPr>
              <a:t>experimento</a:t>
            </a:r>
            <a:r>
              <a:rPr lang="en-US" sz="2000">
                <a:latin typeface="Consolas" panose="020B0609020204030204" pitchFamily="49" charset="0"/>
              </a:rPr>
              <a:t> &lt;= (</a:t>
            </a:r>
            <a:r>
              <a:rPr lang="en-US" sz="2000" err="1">
                <a:latin typeface="Consolas" panose="020B0609020204030204" pitchFamily="49" charset="0"/>
              </a:rPr>
              <a:t>fondo_PEIC</a:t>
            </a:r>
            <a:r>
              <a:rPr lang="en-US" sz="2000">
                <a:latin typeface="Consolas" panose="020B0609020204030204" pitchFamily="49" charset="0"/>
              </a:rPr>
              <a:t> * </a:t>
            </a:r>
            <a:r>
              <a:rPr lang="en-US" sz="2000" err="1">
                <a:solidFill>
                  <a:schemeClr val="accent2"/>
                </a:solidFill>
                <a:latin typeface="Consolas" panose="020B0609020204030204" pitchFamily="49" charset="0"/>
              </a:rPr>
              <a:t>fraccion</a:t>
            </a:r>
            <a:r>
              <a:rPr lang="en-US" sz="20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B22459-8B29-18E9-D968-9736F0768CF0}"/>
              </a:ext>
            </a:extLst>
          </p:cNvPr>
          <p:cNvSpPr txBox="1"/>
          <p:nvPr/>
        </p:nvSpPr>
        <p:spPr>
          <a:xfrm>
            <a:off x="462763" y="2375955"/>
            <a:ext cx="3102131" cy="3385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err="1">
                <a:latin typeface="Consolas" panose="020B0609020204030204" pitchFamily="49" charset="0"/>
              </a:rPr>
              <a:t>precio_experimento</a:t>
            </a:r>
            <a:r>
              <a:rPr lang="en-US" sz="1600">
                <a:latin typeface="Consolas" panose="020B0609020204030204" pitchFamily="49" charset="0"/>
              </a:rPr>
              <a:t> = 5.000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F696EB-8D25-FCB7-B977-9F529EF33ECD}"/>
              </a:ext>
            </a:extLst>
          </p:cNvPr>
          <p:cNvCxnSpPr>
            <a:cxnSpLocks/>
          </p:cNvCxnSpPr>
          <p:nvPr/>
        </p:nvCxnSpPr>
        <p:spPr>
          <a:xfrm>
            <a:off x="6909821" y="2817249"/>
            <a:ext cx="439593" cy="508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36730BB-C721-DC67-B175-B66B99D96F43}"/>
              </a:ext>
            </a:extLst>
          </p:cNvPr>
          <p:cNvSpPr txBox="1"/>
          <p:nvPr/>
        </p:nvSpPr>
        <p:spPr>
          <a:xfrm>
            <a:off x="6693801" y="3300839"/>
            <a:ext cx="3102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err="1">
                <a:latin typeface="Consolas" panose="020B0609020204030204" pitchFamily="49" charset="0"/>
              </a:rPr>
              <a:t>hacemos_experimento</a:t>
            </a:r>
            <a:r>
              <a:rPr lang="en-US" sz="1600">
                <a:latin typeface="Consolas" panose="020B0609020204030204" pitchFamily="49" charset="0"/>
              </a:rPr>
              <a:t> = </a:t>
            </a:r>
            <a:r>
              <a:rPr lang="en-US" sz="1600">
                <a:solidFill>
                  <a:schemeClr val="accent6"/>
                </a:solidFill>
                <a:latin typeface="Consolas" panose="020B0609020204030204" pitchFamily="49" charset="0"/>
              </a:rPr>
              <a:t>True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EE3F6D-3FDB-511D-DBB6-C9C6CB2CBE5B}"/>
              </a:ext>
            </a:extLst>
          </p:cNvPr>
          <p:cNvCxnSpPr>
            <a:cxnSpLocks/>
          </p:cNvCxnSpPr>
          <p:nvPr/>
        </p:nvCxnSpPr>
        <p:spPr>
          <a:xfrm>
            <a:off x="3683785" y="3953705"/>
            <a:ext cx="1158803" cy="1367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C953939-F3F4-4A5E-DBC6-57A7E27D503E}"/>
              </a:ext>
            </a:extLst>
          </p:cNvPr>
          <p:cNvSpPr txBox="1"/>
          <p:nvPr/>
        </p:nvSpPr>
        <p:spPr>
          <a:xfrm>
            <a:off x="4842588" y="5120938"/>
            <a:ext cx="5827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>
                <a:solidFill>
                  <a:srgbClr val="7030A0"/>
                </a:solidFill>
                <a:latin typeface="Consolas" panose="020B0609020204030204" pitchFamily="49" charset="0"/>
              </a:rPr>
              <a:t>si</a:t>
            </a:r>
            <a:r>
              <a:rPr lang="en-US" sz="200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latin typeface="Consolas" panose="020B0609020204030204" pitchFamily="49" charset="0"/>
              </a:rPr>
              <a:t>experimento</a:t>
            </a:r>
            <a:r>
              <a:rPr lang="en-US" sz="2000">
                <a:latin typeface="Consolas" panose="020B0609020204030204" pitchFamily="49" charset="0"/>
              </a:rPr>
              <a:t> &gt; (</a:t>
            </a:r>
            <a:r>
              <a:rPr lang="en-US" sz="2000" err="1">
                <a:latin typeface="Consolas" panose="020B0609020204030204" pitchFamily="49" charset="0"/>
              </a:rPr>
              <a:t>fondo_PEIC</a:t>
            </a:r>
            <a:r>
              <a:rPr lang="en-US" sz="2000">
                <a:latin typeface="Consolas" panose="020B0609020204030204" pitchFamily="49" charset="0"/>
              </a:rPr>
              <a:t> * </a:t>
            </a:r>
            <a:r>
              <a:rPr lang="en-US" sz="2000" err="1">
                <a:solidFill>
                  <a:schemeClr val="accent2"/>
                </a:solidFill>
                <a:latin typeface="Consolas" panose="020B0609020204030204" pitchFamily="49" charset="0"/>
              </a:rPr>
              <a:t>fraccion</a:t>
            </a:r>
            <a:r>
              <a:rPr lang="en-US" sz="200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057AA3-130D-2B1A-06AD-6D9729CA8E01}"/>
              </a:ext>
            </a:extLst>
          </p:cNvPr>
          <p:cNvCxnSpPr>
            <a:cxnSpLocks/>
          </p:cNvCxnSpPr>
          <p:nvPr/>
        </p:nvCxnSpPr>
        <p:spPr>
          <a:xfrm flipV="1">
            <a:off x="6909821" y="4646679"/>
            <a:ext cx="439593" cy="474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FBC0E88-DFCB-1797-7597-F68A593BFA97}"/>
              </a:ext>
            </a:extLst>
          </p:cNvPr>
          <p:cNvSpPr txBox="1"/>
          <p:nvPr/>
        </p:nvSpPr>
        <p:spPr>
          <a:xfrm>
            <a:off x="6693801" y="4298794"/>
            <a:ext cx="32143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err="1">
                <a:latin typeface="Consolas" panose="020B0609020204030204" pitchFamily="49" charset="0"/>
              </a:rPr>
              <a:t>hacemos_experimento</a:t>
            </a:r>
            <a:r>
              <a:rPr lang="en-US" sz="1600">
                <a:latin typeface="Consolas" panose="020B0609020204030204" pitchFamily="49" charset="0"/>
              </a:rPr>
              <a:t> = </a:t>
            </a:r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1465A-FA51-598C-A894-45FD31C2F547}"/>
              </a:ext>
            </a:extLst>
          </p:cNvPr>
          <p:cNvSpPr txBox="1"/>
          <p:nvPr/>
        </p:nvSpPr>
        <p:spPr>
          <a:xfrm>
            <a:off x="462763" y="2006623"/>
            <a:ext cx="1755609" cy="33855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err="1">
                <a:latin typeface="Consolas" panose="020B0609020204030204" pitchFamily="49" charset="0"/>
              </a:rPr>
              <a:t>fraccion</a:t>
            </a:r>
            <a:r>
              <a:rPr lang="en-US" sz="1600">
                <a:latin typeface="Consolas" panose="020B0609020204030204" pitchFamily="49" charset="0"/>
              </a:rPr>
              <a:t> = 0.5</a:t>
            </a:r>
          </a:p>
        </p:txBody>
      </p:sp>
    </p:spTree>
    <p:extLst>
      <p:ext uri="{BB962C8B-B14F-4D97-AF65-F5344CB8AC3E}">
        <p14:creationId xmlns:p14="http://schemas.microsoft.com/office/powerpoint/2010/main" val="2731055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9C2D5-B141-DA51-AA70-2BF09832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F99F-53C3-D36E-9CDE-2105BD36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Ramificación con condicionales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ADC5EF-6AD7-3125-DACD-1CDF7A769F8D}"/>
              </a:ext>
            </a:extLst>
          </p:cNvPr>
          <p:cNvGrpSpPr/>
          <p:nvPr/>
        </p:nvGrpSpPr>
        <p:grpSpPr>
          <a:xfrm>
            <a:off x="4301413" y="1838131"/>
            <a:ext cx="3589175" cy="3937518"/>
            <a:chOff x="4301413" y="1838131"/>
            <a:chExt cx="3589175" cy="393751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B2D9E0-011B-A05C-8014-340D9967CCDF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Código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1215751-5525-6C82-D7E3-F5592F231A20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amond 16">
              <a:extLst>
                <a:ext uri="{FF2B5EF4-FFF2-40B4-BE49-F238E27FC236}">
                  <a16:creationId xmlns:a16="http://schemas.microsoft.com/office/drawing/2014/main" id="{973CCFFD-412C-BC0B-8B9E-C19D274A18D6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TEST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7975F6E-1448-E33E-2C62-090EE06C676B}"/>
                </a:ext>
              </a:extLst>
            </p:cNvPr>
            <p:cNvCxnSpPr>
              <a:cxnSpLocks/>
            </p:cNvCxnSpPr>
            <p:nvPr/>
          </p:nvCxnSpPr>
          <p:spPr>
            <a:xfrm>
              <a:off x="6865776" y="3335696"/>
              <a:ext cx="580053" cy="5318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BD4C5C8-7CAA-1848-1845-277CC67024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6172" y="3331030"/>
              <a:ext cx="580053" cy="5318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60C26B-E39C-71D2-F612-36FB1D924D16}"/>
                </a:ext>
              </a:extLst>
            </p:cNvPr>
            <p:cNvSpPr/>
            <p:nvPr/>
          </p:nvSpPr>
          <p:spPr>
            <a:xfrm>
              <a:off x="4301413" y="3862874"/>
              <a:ext cx="88951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Bloque </a:t>
              </a:r>
              <a:r>
                <a:rPr lang="en-US" b="1"/>
                <a:t>True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1224DE9-D870-7249-44B2-BAEFFDB83A06}"/>
                </a:ext>
              </a:extLst>
            </p:cNvPr>
            <p:cNvSpPr/>
            <p:nvPr/>
          </p:nvSpPr>
          <p:spPr>
            <a:xfrm>
              <a:off x="7001070" y="3862874"/>
              <a:ext cx="889518" cy="70912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Bloque </a:t>
              </a:r>
              <a:r>
                <a:rPr lang="en-US" b="1"/>
                <a:t>False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8949624-4FEC-EE76-E168-5A84A080F08D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Código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33ECDE2-D370-AD1C-9216-A9555E21C3E0}"/>
                </a:ext>
              </a:extLst>
            </p:cNvPr>
            <p:cNvCxnSpPr>
              <a:cxnSpLocks/>
              <a:stCxn id="29" idx="2"/>
              <a:endCxn id="32" idx="0"/>
            </p:cNvCxnSpPr>
            <p:nvPr/>
          </p:nvCxnSpPr>
          <p:spPr>
            <a:xfrm>
              <a:off x="4746172" y="4572000"/>
              <a:ext cx="1349829" cy="513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AE15505-BC12-D052-8F88-4F91600A6E56}"/>
                </a:ext>
              </a:extLst>
            </p:cNvPr>
            <p:cNvCxnSpPr>
              <a:cxnSpLocks/>
              <a:stCxn id="30" idx="2"/>
              <a:endCxn id="32" idx="0"/>
            </p:cNvCxnSpPr>
            <p:nvPr/>
          </p:nvCxnSpPr>
          <p:spPr>
            <a:xfrm flipH="1">
              <a:off x="6096001" y="4572000"/>
              <a:ext cx="1349828" cy="513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92EC1FF-970E-70A2-0C08-59B25C9337CD}"/>
              </a:ext>
            </a:extLst>
          </p:cNvPr>
          <p:cNvSpPr/>
          <p:nvPr/>
        </p:nvSpPr>
        <p:spPr>
          <a:xfrm>
            <a:off x="6550090" y="2705878"/>
            <a:ext cx="1436914" cy="429208"/>
          </a:xfrm>
          <a:custGeom>
            <a:avLst/>
            <a:gdLst>
              <a:gd name="csX0" fmla="*/ 2220686 w 2220686"/>
              <a:gd name="csY0" fmla="*/ 0 h 429208"/>
              <a:gd name="csX1" fmla="*/ 914400 w 2220686"/>
              <a:gd name="csY1" fmla="*/ 111967 h 429208"/>
              <a:gd name="csX2" fmla="*/ 0 w 2220686"/>
              <a:gd name="csY2" fmla="*/ 429208 h 429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20686" h="429208">
                <a:moveTo>
                  <a:pt x="2220686" y="0"/>
                </a:moveTo>
                <a:cubicBezTo>
                  <a:pt x="1752600" y="20216"/>
                  <a:pt x="1284514" y="40432"/>
                  <a:pt x="914400" y="111967"/>
                </a:cubicBezTo>
                <a:cubicBezTo>
                  <a:pt x="544286" y="183502"/>
                  <a:pt x="272143" y="306355"/>
                  <a:pt x="0" y="429208"/>
                </a:cubicBezTo>
              </a:path>
            </a:pathLst>
          </a:custGeom>
          <a:noFill/>
          <a:ln>
            <a:solidFill>
              <a:srgbClr val="FFC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7F6781-59CE-DFEB-21EF-EF4B29A98091}"/>
              </a:ext>
            </a:extLst>
          </p:cNvPr>
          <p:cNvSpPr/>
          <p:nvPr/>
        </p:nvSpPr>
        <p:spPr>
          <a:xfrm>
            <a:off x="7987004" y="2435291"/>
            <a:ext cx="2603239" cy="541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rgbClr val="FFC000"/>
                </a:solidFill>
              </a:rPr>
              <a:t>Expresión</a:t>
            </a:r>
            <a:r>
              <a:rPr lang="en-US">
                <a:solidFill>
                  <a:srgbClr val="FFC000"/>
                </a:solidFill>
              </a:rPr>
              <a:t> </a:t>
            </a:r>
            <a:r>
              <a:rPr lang="en-US" err="1">
                <a:solidFill>
                  <a:srgbClr val="FFC000"/>
                </a:solidFill>
              </a:rPr>
              <a:t>que</a:t>
            </a:r>
            <a:r>
              <a:rPr lang="en-US">
                <a:solidFill>
                  <a:srgbClr val="FFC000"/>
                </a:solidFill>
              </a:rPr>
              <a:t> se </a:t>
            </a:r>
            <a:r>
              <a:rPr lang="en-US" err="1">
                <a:solidFill>
                  <a:srgbClr val="FFC000"/>
                </a:solidFill>
              </a:rPr>
              <a:t>evalúa</a:t>
            </a:r>
            <a:r>
              <a:rPr lang="en-US">
                <a:solidFill>
                  <a:srgbClr val="FFC000"/>
                </a:solidFill>
              </a:rPr>
              <a:t> </a:t>
            </a:r>
            <a:r>
              <a:rPr lang="en-US" err="1">
                <a:solidFill>
                  <a:srgbClr val="FFC000"/>
                </a:solidFill>
              </a:rPr>
              <a:t>por</a:t>
            </a:r>
            <a:r>
              <a:rPr lang="en-US">
                <a:solidFill>
                  <a:srgbClr val="FFC000"/>
                </a:solidFill>
              </a:rPr>
              <a:t> </a:t>
            </a:r>
            <a:r>
              <a:rPr lang="en-US" b="1">
                <a:solidFill>
                  <a:srgbClr val="FFC000"/>
                </a:solidFill>
              </a:rPr>
              <a:t>True</a:t>
            </a:r>
            <a:r>
              <a:rPr lang="en-US">
                <a:solidFill>
                  <a:srgbClr val="FFC000"/>
                </a:solidFill>
              </a:rPr>
              <a:t> o </a:t>
            </a:r>
            <a:r>
              <a:rPr lang="en-US" b="1">
                <a:solidFill>
                  <a:srgbClr val="FFC000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66365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F66102-6FA0-CFE1-6FCA-8FEEE6032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921" y="923731"/>
            <a:ext cx="11016158" cy="50105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149705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7C6FD-3E1A-06D6-51EC-542D5209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461F9E-1885-F1E0-5728-D5FFBC56B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Algunas aclaraciones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68D958-BC0F-C077-444F-72D537D24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noProof="0"/>
              <a:t>= para asignaciones</a:t>
            </a:r>
          </a:p>
          <a:p>
            <a:r>
              <a:rPr lang="es-ES" noProof="0"/>
              <a:t>== para comparaciones</a:t>
            </a:r>
          </a:p>
          <a:p>
            <a:endParaRPr lang="es-ES" noProof="0"/>
          </a:p>
          <a:p>
            <a:r>
              <a:rPr lang="es-ES" noProof="0"/>
              <a:t># para comentarios</a:t>
            </a:r>
          </a:p>
          <a:p>
            <a:endParaRPr lang="es-ES" noProof="0"/>
          </a:p>
          <a:p>
            <a:r>
              <a:rPr lang="es-ES" noProof="0"/>
              <a:t>INDENTACIÓN: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noProof="0"/>
              <a:t>Cada set código en el mismo nivel de </a:t>
            </a:r>
            <a:r>
              <a:rPr lang="es-ES" noProof="0" err="1"/>
              <a:t>indentación</a:t>
            </a:r>
            <a:r>
              <a:rPr lang="es-ES" noProof="0"/>
              <a:t> se ejecuta como un Bloque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noProof="0"/>
              <a:t>Es una guía visual</a:t>
            </a:r>
          </a:p>
        </p:txBody>
      </p:sp>
    </p:spTree>
    <p:extLst>
      <p:ext uri="{BB962C8B-B14F-4D97-AF65-F5344CB8AC3E}">
        <p14:creationId xmlns:p14="http://schemas.microsoft.com/office/powerpoint/2010/main" val="37129208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7D610-E8BB-85F1-5FC5-347896358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65537-FCDB-EF02-5613-B4C1E5213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Condicionales anidados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ADB13A-958E-DDA4-A02E-F335AE27A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93" y="1662695"/>
            <a:ext cx="9231013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15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59D3-8486-F6F4-FA41-D0D67D3D8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= VS ==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280DD-3F39-95E2-AC40-4A7CABC097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88"/>
          <a:stretch>
            <a:fillRect/>
          </a:stretch>
        </p:blipFill>
        <p:spPr>
          <a:xfrm>
            <a:off x="1475730" y="1510605"/>
            <a:ext cx="9240540" cy="44796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72207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9B917-A88E-E6B7-3C27-10B1572B5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661D-9C5D-2FE6-5F23-8CF4FF40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Resumen de control de flujo ramificado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77CBC-3841-39E7-D830-C35638584431}"/>
              </a:ext>
            </a:extLst>
          </p:cNvPr>
          <p:cNvSpPr txBox="1"/>
          <p:nvPr/>
        </p:nvSpPr>
        <p:spPr>
          <a:xfrm>
            <a:off x="2164192" y="1690688"/>
            <a:ext cx="2723823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noProof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2000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5A499-CA1D-2A5A-0F82-A0C330959E56}"/>
              </a:ext>
            </a:extLst>
          </p:cNvPr>
          <p:cNvSpPr txBox="1"/>
          <p:nvPr/>
        </p:nvSpPr>
        <p:spPr>
          <a:xfrm>
            <a:off x="2164193" y="3159295"/>
            <a:ext cx="2723823" cy="25545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ES" sz="2000" noProof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2000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...</a:t>
            </a:r>
          </a:p>
          <a:p>
            <a:r>
              <a:rPr lang="es-ES" sz="2000" noProof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2000" noProof="0">
                <a:latin typeface="Consolas" panose="020B0609020204030204" pitchFamily="49" charset="0"/>
              </a:rPr>
              <a:t>: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6A418-15CA-7AA9-C880-1EBF6FB9C69C}"/>
              </a:ext>
            </a:extLst>
          </p:cNvPr>
          <p:cNvSpPr txBox="1"/>
          <p:nvPr/>
        </p:nvSpPr>
        <p:spPr>
          <a:xfrm>
            <a:off x="5269581" y="1690688"/>
            <a:ext cx="2978142" cy="4023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sz="2000" noProof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2000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...</a:t>
            </a:r>
          </a:p>
          <a:p>
            <a:r>
              <a:rPr lang="es-ES" sz="2000" noProof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sz="2000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...</a:t>
            </a:r>
          </a:p>
          <a:p>
            <a:r>
              <a:rPr lang="es-ES" sz="2000" noProof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2000" noProof="0">
                <a:latin typeface="Consolas" panose="020B0609020204030204" pitchFamily="49" charset="0"/>
              </a:rPr>
              <a:t>: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6F6586-A658-A1FC-82B0-3917A14508E4}"/>
              </a:ext>
            </a:extLst>
          </p:cNvPr>
          <p:cNvSpPr txBox="1"/>
          <p:nvPr/>
        </p:nvSpPr>
        <p:spPr>
          <a:xfrm>
            <a:off x="3125126" y="6050201"/>
            <a:ext cx="4112947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noProof="0">
                <a:solidFill>
                  <a:schemeClr val="accent6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True</a:t>
            </a:r>
            <a:r>
              <a:rPr lang="es-ES" sz="2000" noProof="0">
                <a:latin typeface="Consolas" panose="020B0609020204030204" pitchFamily="49" charset="0"/>
                <a:sym typeface="Wingdings" panose="05000000000000000000" pitchFamily="2" charset="2"/>
              </a:rPr>
              <a:t>  </a:t>
            </a:r>
            <a:r>
              <a:rPr lang="es-ES" sz="2000" noProof="0">
                <a:latin typeface="Consolas" panose="020B0609020204030204" pitchFamily="49" charset="0"/>
              </a:rPr>
              <a:t>&lt;condición&gt; </a:t>
            </a:r>
            <a:r>
              <a:rPr lang="es-ES" sz="2000" noProof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s-ES" sz="2000" noProof="0">
                <a:solidFill>
                  <a:srgbClr val="C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False</a:t>
            </a:r>
            <a:endParaRPr lang="es-ES" sz="2000" noProof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55B2E-D609-632B-E7B7-0312FB3F4888}"/>
              </a:ext>
            </a:extLst>
          </p:cNvPr>
          <p:cNvSpPr txBox="1"/>
          <p:nvPr/>
        </p:nvSpPr>
        <p:spPr>
          <a:xfrm>
            <a:off x="8443172" y="2438965"/>
            <a:ext cx="27151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i="1" noProof="0">
                <a:solidFill>
                  <a:schemeClr val="accent2"/>
                </a:solidFill>
              </a:rPr>
              <a:t>Se evalúa </a:t>
            </a:r>
            <a:r>
              <a:rPr lang="es-ES" sz="2800" b="1" i="1" noProof="0">
                <a:solidFill>
                  <a:schemeClr val="accent2"/>
                </a:solidFill>
              </a:rPr>
              <a:t>SOLO el bloque de código </a:t>
            </a:r>
            <a:r>
              <a:rPr lang="es-ES" sz="2800" i="1" noProof="0">
                <a:solidFill>
                  <a:schemeClr val="accent2"/>
                </a:solidFill>
              </a:rPr>
              <a:t>que cumpla </a:t>
            </a:r>
            <a:r>
              <a:rPr lang="es-ES" sz="2800" b="1" i="1" noProof="0">
                <a:solidFill>
                  <a:schemeClr val="accent2"/>
                </a:solidFill>
              </a:rPr>
              <a:t>primero</a:t>
            </a:r>
            <a:r>
              <a:rPr lang="es-ES" sz="2800" i="1" noProof="0">
                <a:solidFill>
                  <a:schemeClr val="accent2"/>
                </a:solidFill>
              </a:rPr>
              <a:t> &lt;condición&gt;</a:t>
            </a:r>
          </a:p>
        </p:txBody>
      </p:sp>
    </p:spTree>
    <p:extLst>
      <p:ext uri="{BB962C8B-B14F-4D97-AF65-F5344CB8AC3E}">
        <p14:creationId xmlns:p14="http://schemas.microsoft.com/office/powerpoint/2010/main" val="2871714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71C545C-F34F-AE26-38BA-BFAE798F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88DB0D-64F3-F15E-7A4C-A14F72606461}"/>
              </a:ext>
            </a:extLst>
          </p:cNvPr>
          <p:cNvSpPr/>
          <p:nvPr/>
        </p:nvSpPr>
        <p:spPr>
          <a:xfrm>
            <a:off x="1428834" y="418306"/>
            <a:ext cx="1103086" cy="110308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dirty="0"/>
              <a:t>1 que</a:t>
            </a:r>
            <a:br>
              <a:rPr lang="es-ES" dirty="0"/>
            </a:br>
            <a:r>
              <a:rPr lang="es-ES" dirty="0"/>
              <a:t>NO sepa</a:t>
            </a:r>
          </a:p>
          <a:p>
            <a:pPr algn="ctr"/>
            <a:r>
              <a:rPr lang="es-ES" dirty="0"/>
              <a:t>Python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B6399-AB8D-4B1E-FFF6-0C16C29EB566}"/>
              </a:ext>
            </a:extLst>
          </p:cNvPr>
          <p:cNvSpPr txBox="1"/>
          <p:nvPr/>
        </p:nvSpPr>
        <p:spPr>
          <a:xfrm>
            <a:off x="1676068" y="1606525"/>
            <a:ext cx="2978142" cy="45423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noProof="0">
                <a:latin typeface="Consolas" panose="020B0609020204030204" pitchFamily="49" charset="0"/>
              </a:rPr>
              <a:t>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4D0007-58FD-D310-B738-B06B244C295C}"/>
              </a:ext>
            </a:extLst>
          </p:cNvPr>
          <p:cNvSpPr txBox="1"/>
          <p:nvPr/>
        </p:nvSpPr>
        <p:spPr>
          <a:xfrm>
            <a:off x="5623603" y="1598833"/>
            <a:ext cx="55015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/>
              <a:t>Escribir un programa que</a:t>
            </a:r>
            <a:r>
              <a:rPr lang="es-ES"/>
              <a:t>:</a:t>
            </a:r>
            <a:endParaRPr lang="es-ES" noProof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noProof="0"/>
              <a:t>Examine tres variables numéricas (</a:t>
            </a:r>
            <a:r>
              <a:rPr lang="es-ES" b="1" noProof="0"/>
              <a:t>x</a:t>
            </a:r>
            <a:r>
              <a:rPr lang="es-ES" noProof="0"/>
              <a:t>, </a:t>
            </a:r>
            <a:r>
              <a:rPr lang="es-ES" b="1" noProof="0"/>
              <a:t>y</a:t>
            </a:r>
            <a:r>
              <a:rPr lang="es-ES" noProof="0"/>
              <a:t>,</a:t>
            </a:r>
            <a:r>
              <a:rPr lang="es-ES" b="1" noProof="0"/>
              <a:t> z</a:t>
            </a:r>
            <a:r>
              <a:rPr lang="es-ES" noProof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/>
              <a:t>Imprima el Nº </a:t>
            </a:r>
            <a:r>
              <a:rPr lang="es-ES" b="1"/>
              <a:t>impar más grande </a:t>
            </a:r>
            <a:r>
              <a:rPr lang="es-ES"/>
              <a:t>de ellos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/>
              <a:t>Si ninguno es impar, debe indicarlo</a:t>
            </a:r>
          </a:p>
          <a:p>
            <a:endParaRPr lang="es-ES"/>
          </a:p>
          <a:p>
            <a:pPr algn="ctr"/>
            <a:r>
              <a:rPr lang="es-ES" u="sng"/>
              <a:t>TIPS</a:t>
            </a:r>
            <a:r>
              <a:rPr lang="es-ES"/>
              <a:t>:</a:t>
            </a:r>
          </a:p>
          <a:p>
            <a:r>
              <a:rPr lang="es-ES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True si es par</a:t>
            </a:r>
          </a:p>
          <a:p>
            <a:r>
              <a:rPr lang="es-ES">
                <a:latin typeface="Consolas" panose="020B0609020204030204" pitchFamily="49" charset="0"/>
              </a:rPr>
              <a:t>x % 2 == 0</a:t>
            </a:r>
          </a:p>
          <a:p>
            <a:r>
              <a:rPr lang="es-ES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True si es impar</a:t>
            </a:r>
          </a:p>
          <a:p>
            <a:r>
              <a:rPr lang="es-ES">
                <a:latin typeface="Consolas" panose="020B0609020204030204" pitchFamily="49" charset="0"/>
              </a:rPr>
              <a:t>x % 2 != 0</a:t>
            </a:r>
          </a:p>
          <a:p>
            <a:endParaRPr lang="es-ES">
              <a:latin typeface="Consolas" panose="020B0609020204030204" pitchFamily="49" charset="0"/>
            </a:endParaRPr>
          </a:p>
          <a:p>
            <a:pPr algn="ctr"/>
            <a:r>
              <a:rPr lang="es-ES" u="sng"/>
              <a:t>Solo usar</a:t>
            </a:r>
            <a:r>
              <a:rPr lang="es-ES"/>
              <a:t>:</a:t>
            </a:r>
            <a:endParaRPr lang="es-ES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>
                <a:latin typeface="+mj-lt"/>
              </a:rPr>
              <a:t>Ramificación		</a:t>
            </a:r>
            <a:r>
              <a:rPr lang="es-ES">
                <a:latin typeface="+mj-lt"/>
              </a:rPr>
              <a:t>(</a:t>
            </a:r>
            <a:r>
              <a:rPr lang="es-ES" err="1">
                <a:latin typeface="Consolas" panose="020B0609020204030204" pitchFamily="49" charset="0"/>
              </a:rPr>
              <a:t>if</a:t>
            </a:r>
            <a:r>
              <a:rPr lang="es-ES">
                <a:latin typeface="Consolas" panose="020B0609020204030204" pitchFamily="49" charset="0"/>
              </a:rPr>
              <a:t>, </a:t>
            </a:r>
            <a:r>
              <a:rPr lang="es-ES" err="1">
                <a:latin typeface="Consolas" panose="020B0609020204030204" pitchFamily="49" charset="0"/>
              </a:rPr>
              <a:t>elif</a:t>
            </a:r>
            <a:r>
              <a:rPr lang="es-ES">
                <a:latin typeface="Consolas" panose="020B0609020204030204" pitchFamily="49" charset="0"/>
              </a:rPr>
              <a:t>, </a:t>
            </a:r>
            <a:r>
              <a:rPr lang="es-ES" err="1">
                <a:latin typeface="Consolas" panose="020B0609020204030204" pitchFamily="49" charset="0"/>
              </a:rPr>
              <a:t>else</a:t>
            </a:r>
            <a:r>
              <a:rPr lang="es-ES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>
                <a:latin typeface="+mj-lt"/>
              </a:rPr>
              <a:t>Operaciones		</a:t>
            </a:r>
            <a:r>
              <a:rPr lang="es-ES">
                <a:latin typeface="+mj-lt"/>
              </a:rPr>
              <a:t>(</a:t>
            </a:r>
            <a:r>
              <a:rPr lang="es-ES">
                <a:latin typeface="Consolas" panose="020B0609020204030204" pitchFamily="49" charset="0"/>
              </a:rPr>
              <a:t>+, -, *, /, etc.</a:t>
            </a:r>
            <a:r>
              <a:rPr lang="es-ES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>
                <a:latin typeface="+mj-lt"/>
              </a:rPr>
              <a:t>Comparaciones	</a:t>
            </a:r>
            <a:r>
              <a:rPr lang="es-ES">
                <a:latin typeface="+mj-lt"/>
              </a:rPr>
              <a:t>(</a:t>
            </a:r>
            <a:r>
              <a:rPr lang="es-ES">
                <a:latin typeface="Consolas" panose="020B0609020204030204" pitchFamily="49" charset="0"/>
              </a:rPr>
              <a:t>==, !=, &lt;=, &gt;, etc.</a:t>
            </a:r>
            <a:r>
              <a:rPr lang="es-ES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>
                <a:latin typeface="+mj-lt"/>
              </a:rPr>
              <a:t>Lógica		</a:t>
            </a:r>
            <a:r>
              <a:rPr lang="es-ES">
                <a:latin typeface="+mj-lt"/>
              </a:rPr>
              <a:t>(</a:t>
            </a:r>
            <a:r>
              <a:rPr lang="es-ES">
                <a:latin typeface="Consolas" panose="020B0609020204030204" pitchFamily="49" charset="0"/>
              </a:rPr>
              <a:t>and, </a:t>
            </a:r>
            <a:r>
              <a:rPr lang="es-ES" err="1">
                <a:latin typeface="Consolas" panose="020B0609020204030204" pitchFamily="49" charset="0"/>
              </a:rPr>
              <a:t>or</a:t>
            </a:r>
            <a:r>
              <a:rPr lang="es-ES">
                <a:latin typeface="Consolas" panose="020B0609020204030204" pitchFamily="49" charset="0"/>
              </a:rPr>
              <a:t>, </a:t>
            </a:r>
            <a:r>
              <a:rPr lang="es-ES" err="1">
                <a:latin typeface="Consolas" panose="020B0609020204030204" pitchFamily="49" charset="0"/>
              </a:rPr>
              <a:t>not</a:t>
            </a:r>
            <a:r>
              <a:rPr lang="es-ES">
                <a:latin typeface="+mj-lt"/>
              </a:rPr>
              <a:t>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CC314F5-51DF-22D4-13E6-9315A992FAE4}"/>
              </a:ext>
            </a:extLst>
          </p:cNvPr>
          <p:cNvSpPr/>
          <p:nvPr/>
        </p:nvSpPr>
        <p:spPr>
          <a:xfrm>
            <a:off x="707902" y="171981"/>
            <a:ext cx="1560288" cy="386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Grupos de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726B2CA-BB6D-F843-53D4-0FFB192916E7}"/>
              </a:ext>
            </a:extLst>
          </p:cNvPr>
          <p:cNvSpPr/>
          <p:nvPr/>
        </p:nvSpPr>
        <p:spPr>
          <a:xfrm>
            <a:off x="429821" y="490878"/>
            <a:ext cx="1103086" cy="110308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dirty="0"/>
              <a:t>1 que</a:t>
            </a:r>
            <a:br>
              <a:rPr lang="es-ES" dirty="0"/>
            </a:br>
            <a:r>
              <a:rPr lang="es-ES" dirty="0"/>
              <a:t>haya visto</a:t>
            </a:r>
          </a:p>
          <a:p>
            <a:pPr algn="ctr"/>
            <a:r>
              <a:rPr lang="es-ES" dirty="0"/>
              <a:t>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544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47876-E3E7-6484-8E80-42557962F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70B0FE-994C-BC13-C1EA-2105D382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Ejercicio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7C7EE-75EF-5A0F-01DD-AF24C85C4B28}"/>
              </a:ext>
            </a:extLst>
          </p:cNvPr>
          <p:cNvSpPr txBox="1"/>
          <p:nvPr/>
        </p:nvSpPr>
        <p:spPr>
          <a:xfrm>
            <a:off x="-4221493" y="1606525"/>
            <a:ext cx="2978142" cy="45423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noProof="0">
                <a:latin typeface="Consolas" panose="020B0609020204030204" pitchFamily="49" charset="0"/>
              </a:rPr>
              <a:t>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F70DA-5D2F-0F30-A315-AA2CAE5840A6}"/>
              </a:ext>
            </a:extLst>
          </p:cNvPr>
          <p:cNvSpPr txBox="1"/>
          <p:nvPr/>
        </p:nvSpPr>
        <p:spPr>
          <a:xfrm>
            <a:off x="594403" y="1598833"/>
            <a:ext cx="55015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/>
              <a:t>Escribir un programa que</a:t>
            </a:r>
            <a:r>
              <a:rPr lang="es-ES"/>
              <a:t>:</a:t>
            </a:r>
            <a:endParaRPr lang="es-ES" noProof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noProof="0"/>
              <a:t>Examine tres variables numéricas (</a:t>
            </a:r>
            <a:r>
              <a:rPr lang="es-ES" b="1" noProof="0"/>
              <a:t>x</a:t>
            </a:r>
            <a:r>
              <a:rPr lang="es-ES" noProof="0"/>
              <a:t>, </a:t>
            </a:r>
            <a:r>
              <a:rPr lang="es-ES" b="1" noProof="0"/>
              <a:t>y</a:t>
            </a:r>
            <a:r>
              <a:rPr lang="es-ES" noProof="0"/>
              <a:t>,</a:t>
            </a:r>
            <a:r>
              <a:rPr lang="es-ES" b="1" noProof="0"/>
              <a:t> z</a:t>
            </a:r>
            <a:r>
              <a:rPr lang="es-ES" noProof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/>
              <a:t>Imprima el Nº </a:t>
            </a:r>
            <a:r>
              <a:rPr lang="es-ES" b="1"/>
              <a:t>impar más grande </a:t>
            </a:r>
            <a:r>
              <a:rPr lang="es-ES"/>
              <a:t>de ellos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/>
              <a:t>Si ninguno es impar, debe indicarlo</a:t>
            </a:r>
          </a:p>
          <a:p>
            <a:endParaRPr lang="es-ES"/>
          </a:p>
          <a:p>
            <a:pPr algn="ctr"/>
            <a:r>
              <a:rPr lang="es-ES" u="sng"/>
              <a:t>TIPS</a:t>
            </a:r>
            <a:r>
              <a:rPr lang="es-ES"/>
              <a:t>:</a:t>
            </a:r>
          </a:p>
          <a:p>
            <a:r>
              <a:rPr lang="es-ES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True si es par</a:t>
            </a:r>
          </a:p>
          <a:p>
            <a:r>
              <a:rPr lang="es-ES">
                <a:latin typeface="Consolas" panose="020B0609020204030204" pitchFamily="49" charset="0"/>
              </a:rPr>
              <a:t>x % 2 == 0</a:t>
            </a:r>
          </a:p>
          <a:p>
            <a:r>
              <a:rPr lang="es-ES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True si es impar</a:t>
            </a:r>
          </a:p>
          <a:p>
            <a:r>
              <a:rPr lang="es-ES">
                <a:latin typeface="Consolas" panose="020B0609020204030204" pitchFamily="49" charset="0"/>
              </a:rPr>
              <a:t>x % 2 != 0</a:t>
            </a:r>
          </a:p>
          <a:p>
            <a:endParaRPr lang="es-ES">
              <a:latin typeface="Consolas" panose="020B0609020204030204" pitchFamily="49" charset="0"/>
            </a:endParaRPr>
          </a:p>
          <a:p>
            <a:pPr algn="ctr"/>
            <a:r>
              <a:rPr lang="es-ES" u="sng"/>
              <a:t>Solo usar</a:t>
            </a:r>
            <a:r>
              <a:rPr lang="es-ES"/>
              <a:t>:</a:t>
            </a:r>
            <a:endParaRPr lang="es-ES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>
                <a:latin typeface="+mj-lt"/>
              </a:rPr>
              <a:t>Ramificación		</a:t>
            </a:r>
            <a:r>
              <a:rPr lang="es-ES">
                <a:latin typeface="+mj-lt"/>
              </a:rPr>
              <a:t>(</a:t>
            </a:r>
            <a:r>
              <a:rPr lang="es-ES" err="1">
                <a:latin typeface="Consolas" panose="020B0609020204030204" pitchFamily="49" charset="0"/>
              </a:rPr>
              <a:t>if</a:t>
            </a:r>
            <a:r>
              <a:rPr lang="es-ES">
                <a:latin typeface="Consolas" panose="020B0609020204030204" pitchFamily="49" charset="0"/>
              </a:rPr>
              <a:t>, </a:t>
            </a:r>
            <a:r>
              <a:rPr lang="es-ES" err="1">
                <a:latin typeface="Consolas" panose="020B0609020204030204" pitchFamily="49" charset="0"/>
              </a:rPr>
              <a:t>elif</a:t>
            </a:r>
            <a:r>
              <a:rPr lang="es-ES">
                <a:latin typeface="Consolas" panose="020B0609020204030204" pitchFamily="49" charset="0"/>
              </a:rPr>
              <a:t>, </a:t>
            </a:r>
            <a:r>
              <a:rPr lang="es-ES" err="1">
                <a:latin typeface="Consolas" panose="020B0609020204030204" pitchFamily="49" charset="0"/>
              </a:rPr>
              <a:t>else</a:t>
            </a:r>
            <a:r>
              <a:rPr lang="es-ES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>
                <a:latin typeface="+mj-lt"/>
              </a:rPr>
              <a:t>Operaciones		</a:t>
            </a:r>
            <a:r>
              <a:rPr lang="es-ES">
                <a:latin typeface="+mj-lt"/>
              </a:rPr>
              <a:t>(</a:t>
            </a:r>
            <a:r>
              <a:rPr lang="es-ES">
                <a:latin typeface="Consolas" panose="020B0609020204030204" pitchFamily="49" charset="0"/>
              </a:rPr>
              <a:t>+, -, *, /, etc.</a:t>
            </a:r>
            <a:r>
              <a:rPr lang="es-ES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>
                <a:latin typeface="+mj-lt"/>
              </a:rPr>
              <a:t>Comparaciones	</a:t>
            </a:r>
            <a:r>
              <a:rPr lang="es-ES">
                <a:latin typeface="+mj-lt"/>
              </a:rPr>
              <a:t>(</a:t>
            </a:r>
            <a:r>
              <a:rPr lang="es-ES">
                <a:latin typeface="Consolas" panose="020B0609020204030204" pitchFamily="49" charset="0"/>
              </a:rPr>
              <a:t>==, !=, &lt;=, &gt;, etc.</a:t>
            </a:r>
            <a:r>
              <a:rPr lang="es-ES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>
                <a:latin typeface="+mj-lt"/>
              </a:rPr>
              <a:t>Lógica		</a:t>
            </a:r>
            <a:r>
              <a:rPr lang="es-ES">
                <a:latin typeface="+mj-lt"/>
              </a:rPr>
              <a:t>(</a:t>
            </a:r>
            <a:r>
              <a:rPr lang="es-ES">
                <a:latin typeface="Consolas" panose="020B0609020204030204" pitchFamily="49" charset="0"/>
              </a:rPr>
              <a:t>and, </a:t>
            </a:r>
            <a:r>
              <a:rPr lang="es-ES" err="1">
                <a:latin typeface="Consolas" panose="020B0609020204030204" pitchFamily="49" charset="0"/>
              </a:rPr>
              <a:t>or</a:t>
            </a:r>
            <a:r>
              <a:rPr lang="es-ES">
                <a:latin typeface="Consolas" panose="020B0609020204030204" pitchFamily="49" charset="0"/>
              </a:rPr>
              <a:t>, </a:t>
            </a:r>
            <a:r>
              <a:rPr lang="es-ES" err="1">
                <a:latin typeface="Consolas" panose="020B0609020204030204" pitchFamily="49" charset="0"/>
              </a:rPr>
              <a:t>not</a:t>
            </a:r>
            <a:r>
              <a:rPr lang="es-ES">
                <a:latin typeface="+mj-lt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D7F7E-4DC1-E288-EDBC-4FAC76916943}"/>
              </a:ext>
            </a:extLst>
          </p:cNvPr>
          <p:cNvSpPr txBox="1"/>
          <p:nvPr/>
        </p:nvSpPr>
        <p:spPr>
          <a:xfrm>
            <a:off x="6184900" y="2100639"/>
            <a:ext cx="516890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en-US" u="sng"/>
              <a:t>RECOMENDACIONES</a:t>
            </a:r>
          </a:p>
          <a:p>
            <a:pPr lvl="0" algn="ctr"/>
            <a:endParaRPr lang="en-US" u="sng"/>
          </a:p>
          <a:p>
            <a:pPr lvl="0"/>
            <a:r>
              <a:rPr lang="en-US"/>
              <a:t>1</a:t>
            </a:r>
            <a:r>
              <a:rPr lang="en-US" baseline="30000"/>
              <a:t>ero</a:t>
            </a:r>
            <a:r>
              <a:rPr lang="en-US"/>
              <a:t>)	</a:t>
            </a:r>
            <a:r>
              <a:rPr lang="en-US" b="1" err="1"/>
              <a:t>Identificar</a:t>
            </a:r>
            <a:r>
              <a:rPr lang="en-US" b="1"/>
              <a:t> </a:t>
            </a:r>
            <a:r>
              <a:rPr lang="en-US" b="1" err="1"/>
              <a:t>los</a:t>
            </a:r>
            <a:r>
              <a:rPr lang="en-US" b="1"/>
              <a:t> </a:t>
            </a:r>
            <a:r>
              <a:rPr lang="en-US" b="1" err="1"/>
              <a:t>impares</a:t>
            </a:r>
            <a:r>
              <a:rPr lang="en-US"/>
              <a:t>: </a:t>
            </a:r>
            <a:r>
              <a:rPr lang="en-US" err="1"/>
              <a:t>imprimir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	</a:t>
            </a:r>
            <a:r>
              <a:rPr lang="en-US" err="1"/>
              <a:t>número</a:t>
            </a:r>
            <a:r>
              <a:rPr lang="en-US"/>
              <a:t> impar, sin </a:t>
            </a:r>
            <a:r>
              <a:rPr lang="en-US" err="1"/>
              <a:t>intentar</a:t>
            </a:r>
            <a:r>
              <a:rPr lang="en-US"/>
              <a:t> encontrar 	</a:t>
            </a:r>
            <a:r>
              <a:rPr lang="en-US" err="1"/>
              <a:t>todavía</a:t>
            </a:r>
            <a:r>
              <a:rPr lang="en-US"/>
              <a:t> el mayor.</a:t>
            </a:r>
          </a:p>
          <a:p>
            <a:pPr lvl="0"/>
            <a:r>
              <a:rPr lang="en-US"/>
              <a:t>2</a:t>
            </a:r>
            <a:r>
              <a:rPr lang="en-US" baseline="30000"/>
              <a:t>do</a:t>
            </a:r>
            <a:r>
              <a:rPr lang="en-US"/>
              <a:t>) 	</a:t>
            </a:r>
            <a:r>
              <a:rPr lang="en-US" b="1"/>
              <a:t>Encontrar el mayor entre </a:t>
            </a:r>
            <a:r>
              <a:rPr lang="en-US" b="1" err="1"/>
              <a:t>tres</a:t>
            </a:r>
            <a:r>
              <a:rPr lang="en-US" b="1"/>
              <a:t> </a:t>
            </a:r>
            <a:r>
              <a:rPr lang="en-US" b="1" err="1"/>
              <a:t>números</a:t>
            </a:r>
            <a:r>
              <a:rPr lang="en-US"/>
              <a:t>: 	</a:t>
            </a:r>
            <a:r>
              <a:rPr lang="en-US" err="1"/>
              <a:t>practicar</a:t>
            </a:r>
            <a:r>
              <a:rPr lang="en-US"/>
              <a:t> </a:t>
            </a:r>
            <a:r>
              <a:rPr lang="en-US" err="1"/>
              <a:t>comparaciones</a:t>
            </a:r>
            <a:r>
              <a:rPr lang="en-US"/>
              <a:t> sin </a:t>
            </a:r>
            <a:r>
              <a:rPr lang="en-US" err="1"/>
              <a:t>considerar</a:t>
            </a:r>
            <a:r>
              <a:rPr lang="en-US"/>
              <a:t> 	la </a:t>
            </a:r>
            <a:r>
              <a:rPr lang="en-US" err="1"/>
              <a:t>paridad</a:t>
            </a:r>
            <a:r>
              <a:rPr lang="en-US"/>
              <a:t>.</a:t>
            </a:r>
          </a:p>
          <a:p>
            <a:pPr lvl="0"/>
            <a:r>
              <a:rPr lang="en-US"/>
              <a:t>3</a:t>
            </a:r>
            <a:r>
              <a:rPr lang="en-US" baseline="30000"/>
              <a:t>ro</a:t>
            </a:r>
            <a:r>
              <a:rPr lang="en-US"/>
              <a:t>)	</a:t>
            </a:r>
            <a:r>
              <a:rPr lang="en-US" b="1" err="1"/>
              <a:t>Combinar</a:t>
            </a:r>
            <a:r>
              <a:rPr lang="en-US" b="1"/>
              <a:t> ambas ideas</a:t>
            </a:r>
            <a:r>
              <a:rPr lang="en-US"/>
              <a:t>: encontrar el 	mayor </a:t>
            </a:r>
            <a:r>
              <a:rPr lang="en-US" err="1"/>
              <a:t>número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cumpla</a:t>
            </a:r>
            <a:r>
              <a:rPr lang="en-US"/>
              <a:t> la </a:t>
            </a:r>
            <a:r>
              <a:rPr lang="en-US" err="1"/>
              <a:t>condición</a:t>
            </a:r>
            <a:r>
              <a:rPr lang="en-US"/>
              <a:t> 	de ser impar.</a:t>
            </a:r>
          </a:p>
        </p:txBody>
      </p:sp>
    </p:spTree>
    <p:extLst>
      <p:ext uri="{BB962C8B-B14F-4D97-AF65-F5344CB8AC3E}">
        <p14:creationId xmlns:p14="http://schemas.microsoft.com/office/powerpoint/2010/main" val="3940971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CE83-456B-E1E1-4F6C-4C6027A7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C381E60-0A9C-D2A7-869B-177F459A2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Ejercicio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3D457-5C18-3F0C-4451-FEBDF3327D1C}"/>
              </a:ext>
            </a:extLst>
          </p:cNvPr>
          <p:cNvSpPr txBox="1"/>
          <p:nvPr/>
        </p:nvSpPr>
        <p:spPr>
          <a:xfrm>
            <a:off x="-4221493" y="1606525"/>
            <a:ext cx="2978142" cy="45423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noProof="0">
                <a:latin typeface="Consolas" panose="020B0609020204030204" pitchFamily="49" charset="0"/>
              </a:rPr>
              <a:t>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D0F91E-13DF-D96D-8536-F469E325F5DE}"/>
              </a:ext>
            </a:extLst>
          </p:cNvPr>
          <p:cNvSpPr txBox="1"/>
          <p:nvPr/>
        </p:nvSpPr>
        <p:spPr>
          <a:xfrm>
            <a:off x="594403" y="1598833"/>
            <a:ext cx="55015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/>
              <a:t>Escribir un programa que</a:t>
            </a:r>
            <a:r>
              <a:rPr lang="es-ES"/>
              <a:t>:</a:t>
            </a:r>
            <a:endParaRPr lang="es-ES" noProof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noProof="0"/>
              <a:t>Examine tres variables numéricas (</a:t>
            </a:r>
            <a:r>
              <a:rPr lang="es-ES" b="1" noProof="0"/>
              <a:t>x</a:t>
            </a:r>
            <a:r>
              <a:rPr lang="es-ES" noProof="0"/>
              <a:t>, </a:t>
            </a:r>
            <a:r>
              <a:rPr lang="es-ES" b="1" noProof="0"/>
              <a:t>y</a:t>
            </a:r>
            <a:r>
              <a:rPr lang="es-ES" noProof="0"/>
              <a:t>,</a:t>
            </a:r>
            <a:r>
              <a:rPr lang="es-ES" b="1" noProof="0"/>
              <a:t> z</a:t>
            </a:r>
            <a:r>
              <a:rPr lang="es-ES" noProof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/>
              <a:t>Imprima el Nº </a:t>
            </a:r>
            <a:r>
              <a:rPr lang="es-ES" b="1"/>
              <a:t>impar más grande </a:t>
            </a:r>
            <a:r>
              <a:rPr lang="es-ES"/>
              <a:t>de ellos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/>
              <a:t>Si ninguno es impar, debe indicarlo</a:t>
            </a:r>
          </a:p>
          <a:p>
            <a:endParaRPr lang="es-ES"/>
          </a:p>
          <a:p>
            <a:pPr algn="ctr"/>
            <a:r>
              <a:rPr lang="es-ES" u="sng"/>
              <a:t>TIPS</a:t>
            </a:r>
            <a:r>
              <a:rPr lang="es-ES"/>
              <a:t>:</a:t>
            </a:r>
          </a:p>
          <a:p>
            <a:r>
              <a:rPr lang="es-ES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True si es par</a:t>
            </a:r>
          </a:p>
          <a:p>
            <a:r>
              <a:rPr lang="es-ES">
                <a:latin typeface="Consolas" panose="020B0609020204030204" pitchFamily="49" charset="0"/>
              </a:rPr>
              <a:t>x % 2 == 0</a:t>
            </a:r>
          </a:p>
          <a:p>
            <a:r>
              <a:rPr lang="es-ES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True si es impar</a:t>
            </a:r>
          </a:p>
          <a:p>
            <a:r>
              <a:rPr lang="es-ES">
                <a:latin typeface="Consolas" panose="020B0609020204030204" pitchFamily="49" charset="0"/>
              </a:rPr>
              <a:t>x % 2 != 0</a:t>
            </a:r>
          </a:p>
          <a:p>
            <a:endParaRPr lang="es-ES">
              <a:latin typeface="Consolas" panose="020B0609020204030204" pitchFamily="49" charset="0"/>
            </a:endParaRPr>
          </a:p>
          <a:p>
            <a:pPr algn="ctr"/>
            <a:r>
              <a:rPr lang="es-ES" u="sng"/>
              <a:t>Solo usar</a:t>
            </a:r>
            <a:r>
              <a:rPr lang="es-ES"/>
              <a:t>:</a:t>
            </a:r>
            <a:endParaRPr lang="es-ES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>
                <a:latin typeface="+mj-lt"/>
              </a:rPr>
              <a:t>Ramificación		</a:t>
            </a:r>
            <a:r>
              <a:rPr lang="es-ES">
                <a:latin typeface="+mj-lt"/>
              </a:rPr>
              <a:t>(</a:t>
            </a:r>
            <a:r>
              <a:rPr lang="es-ES" err="1">
                <a:latin typeface="Consolas" panose="020B0609020204030204" pitchFamily="49" charset="0"/>
              </a:rPr>
              <a:t>if</a:t>
            </a:r>
            <a:r>
              <a:rPr lang="es-ES">
                <a:latin typeface="Consolas" panose="020B0609020204030204" pitchFamily="49" charset="0"/>
              </a:rPr>
              <a:t>, </a:t>
            </a:r>
            <a:r>
              <a:rPr lang="es-ES" err="1">
                <a:latin typeface="Consolas" panose="020B0609020204030204" pitchFamily="49" charset="0"/>
              </a:rPr>
              <a:t>elif</a:t>
            </a:r>
            <a:r>
              <a:rPr lang="es-ES">
                <a:latin typeface="Consolas" panose="020B0609020204030204" pitchFamily="49" charset="0"/>
              </a:rPr>
              <a:t>, </a:t>
            </a:r>
            <a:r>
              <a:rPr lang="es-ES" err="1">
                <a:latin typeface="Consolas" panose="020B0609020204030204" pitchFamily="49" charset="0"/>
              </a:rPr>
              <a:t>else</a:t>
            </a:r>
            <a:r>
              <a:rPr lang="es-ES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>
                <a:latin typeface="+mj-lt"/>
              </a:rPr>
              <a:t>Operaciones		</a:t>
            </a:r>
            <a:r>
              <a:rPr lang="es-ES">
                <a:latin typeface="+mj-lt"/>
              </a:rPr>
              <a:t>(</a:t>
            </a:r>
            <a:r>
              <a:rPr lang="es-ES">
                <a:latin typeface="Consolas" panose="020B0609020204030204" pitchFamily="49" charset="0"/>
              </a:rPr>
              <a:t>+, -, *, /, etc.</a:t>
            </a:r>
            <a:r>
              <a:rPr lang="es-ES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>
                <a:latin typeface="+mj-lt"/>
              </a:rPr>
              <a:t>Comparaciones	</a:t>
            </a:r>
            <a:r>
              <a:rPr lang="es-ES">
                <a:latin typeface="+mj-lt"/>
              </a:rPr>
              <a:t>(</a:t>
            </a:r>
            <a:r>
              <a:rPr lang="es-ES">
                <a:latin typeface="Consolas" panose="020B0609020204030204" pitchFamily="49" charset="0"/>
              </a:rPr>
              <a:t>==, !=, &lt;=, &gt;, etc.</a:t>
            </a:r>
            <a:r>
              <a:rPr lang="es-ES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>
                <a:latin typeface="+mj-lt"/>
              </a:rPr>
              <a:t>Lógica		</a:t>
            </a:r>
            <a:r>
              <a:rPr lang="es-ES">
                <a:latin typeface="+mj-lt"/>
              </a:rPr>
              <a:t>(</a:t>
            </a:r>
            <a:r>
              <a:rPr lang="es-ES">
                <a:latin typeface="Consolas" panose="020B0609020204030204" pitchFamily="49" charset="0"/>
              </a:rPr>
              <a:t>and, </a:t>
            </a:r>
            <a:r>
              <a:rPr lang="es-ES" err="1">
                <a:latin typeface="Consolas" panose="020B0609020204030204" pitchFamily="49" charset="0"/>
              </a:rPr>
              <a:t>or</a:t>
            </a:r>
            <a:r>
              <a:rPr lang="es-ES">
                <a:latin typeface="Consolas" panose="020B0609020204030204" pitchFamily="49" charset="0"/>
              </a:rPr>
              <a:t>, </a:t>
            </a:r>
            <a:r>
              <a:rPr lang="es-ES" err="1">
                <a:latin typeface="Consolas" panose="020B0609020204030204" pitchFamily="49" charset="0"/>
              </a:rPr>
              <a:t>not</a:t>
            </a:r>
            <a:r>
              <a:rPr lang="es-ES">
                <a:latin typeface="+mj-lt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52D7B-7CBE-A9F8-B317-0E6345F0EBA4}"/>
              </a:ext>
            </a:extLst>
          </p:cNvPr>
          <p:cNvSpPr txBox="1"/>
          <p:nvPr/>
        </p:nvSpPr>
        <p:spPr>
          <a:xfrm>
            <a:off x="6365875" y="2429829"/>
            <a:ext cx="5231722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u="sng">
                <a:latin typeface="Consolas" panose="020B0609020204030204" pitchFamily="49" charset="0"/>
              </a:rPr>
              <a:t>IN </a:t>
            </a:r>
            <a:r>
              <a:rPr lang="en-US" b="1" u="sng" err="1">
                <a:latin typeface="Consolas" panose="020B0609020204030204" pitchFamily="49" charset="0"/>
              </a:rPr>
              <a:t>testeo</a:t>
            </a:r>
            <a:r>
              <a:rPr lang="en-US" b="1">
                <a:latin typeface="Consolas" panose="020B0609020204030204" pitchFamily="49" charset="0"/>
              </a:rPr>
              <a:t>		</a:t>
            </a:r>
            <a:r>
              <a:rPr lang="en-US" b="1" u="sng">
                <a:latin typeface="Consolas" panose="020B0609020204030204" pitchFamily="49" charset="0"/>
              </a:rPr>
              <a:t>OUT </a:t>
            </a:r>
            <a:r>
              <a:rPr lang="en-US" b="1" u="sng" err="1">
                <a:latin typeface="Consolas" panose="020B0609020204030204" pitchFamily="49" charset="0"/>
              </a:rPr>
              <a:t>esperados</a:t>
            </a:r>
            <a:endParaRPr lang="en-US" b="1" u="sng">
              <a:latin typeface="Consolas" panose="020B0609020204030204" pitchFamily="49" charset="0"/>
            </a:endParaRPr>
          </a:p>
          <a:p>
            <a:pPr>
              <a:buNone/>
            </a:pPr>
            <a:endParaRPr lang="en-US" b="1"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>
                <a:latin typeface="Consolas" panose="020B0609020204030204" pitchFamily="49" charset="0"/>
              </a:rPr>
              <a:t>x= 1|y= 2|z=-3		1</a:t>
            </a:r>
          </a:p>
          <a:p>
            <a:pPr>
              <a:buNone/>
            </a:pPr>
            <a:r>
              <a:rPr lang="en-US">
                <a:latin typeface="Consolas" panose="020B0609020204030204" pitchFamily="49" charset="0"/>
              </a:rPr>
              <a:t>x= 2|y= 4|z= 6		</a:t>
            </a:r>
            <a:r>
              <a:rPr lang="en-US" err="1">
                <a:latin typeface="Consolas" panose="020B0609020204030204" pitchFamily="49" charset="0"/>
              </a:rPr>
              <a:t>Ninguno</a:t>
            </a:r>
            <a:r>
              <a:rPr lang="en-US">
                <a:latin typeface="Consolas" panose="020B0609020204030204" pitchFamily="49" charset="0"/>
              </a:rPr>
              <a:t> es impar</a:t>
            </a:r>
          </a:p>
          <a:p>
            <a:pPr>
              <a:buNone/>
            </a:pPr>
            <a:r>
              <a:rPr lang="en-US">
                <a:latin typeface="Consolas" panose="020B0609020204030204" pitchFamily="49" charset="0"/>
              </a:rPr>
              <a:t>x=10|y= 7|z= 3		7</a:t>
            </a:r>
          </a:p>
          <a:p>
            <a:pPr>
              <a:buNone/>
            </a:pPr>
            <a:r>
              <a:rPr lang="en-US">
                <a:latin typeface="Consolas" panose="020B0609020204030204" pitchFamily="49" charset="0"/>
              </a:rPr>
              <a:t>x=-1|y=-3|z=-5		-1</a:t>
            </a:r>
          </a:p>
          <a:p>
            <a:pPr>
              <a:buNone/>
            </a:pPr>
            <a:r>
              <a:rPr lang="en-US">
                <a:latin typeface="Consolas" panose="020B0609020204030204" pitchFamily="49" charset="0"/>
              </a:rPr>
              <a:t>x= 2|y=-7|z= 4		-7</a:t>
            </a:r>
          </a:p>
          <a:p>
            <a:pPr>
              <a:buNone/>
            </a:pPr>
            <a:r>
              <a:rPr lang="en-US">
                <a:latin typeface="Consolas" panose="020B0609020204030204" pitchFamily="49" charset="0"/>
              </a:rPr>
              <a:t>x= 5|y= 5|z= 3		5</a:t>
            </a:r>
          </a:p>
          <a:p>
            <a:pPr>
              <a:buNone/>
            </a:pPr>
            <a:r>
              <a:rPr lang="en-US">
                <a:latin typeface="Consolas" panose="020B0609020204030204" pitchFamily="49" charset="0"/>
              </a:rPr>
              <a:t>x= 0|y=-3|z=-2		-3</a:t>
            </a:r>
          </a:p>
          <a:p>
            <a:pPr>
              <a:buNone/>
            </a:pPr>
            <a:r>
              <a:rPr lang="en-US">
                <a:latin typeface="Consolas" panose="020B0609020204030204" pitchFamily="49" charset="0"/>
              </a:rPr>
              <a:t>x=-4|y=-2|z=-6		</a:t>
            </a:r>
            <a:r>
              <a:rPr lang="en-US" err="1">
                <a:latin typeface="Consolas" panose="020B0609020204030204" pitchFamily="49" charset="0"/>
              </a:rPr>
              <a:t>Ninguno</a:t>
            </a:r>
            <a:r>
              <a:rPr lang="en-US">
                <a:latin typeface="Consolas" panose="020B0609020204030204" pitchFamily="49" charset="0"/>
              </a:rPr>
              <a:t> es impar</a:t>
            </a:r>
          </a:p>
        </p:txBody>
      </p:sp>
    </p:spTree>
    <p:extLst>
      <p:ext uri="{BB962C8B-B14F-4D97-AF65-F5344CB8AC3E}">
        <p14:creationId xmlns:p14="http://schemas.microsoft.com/office/powerpoint/2010/main" val="1546619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08DA9-3E3C-92F5-AFE5-84FE84056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0944DE7-900D-D177-CFAB-4DE1DF11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Ejercicio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B1CEE-683F-F578-ECAE-83201E6D7ECA}"/>
              </a:ext>
            </a:extLst>
          </p:cNvPr>
          <p:cNvSpPr txBox="1"/>
          <p:nvPr/>
        </p:nvSpPr>
        <p:spPr>
          <a:xfrm>
            <a:off x="-4221493" y="1606525"/>
            <a:ext cx="2978142" cy="45423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noProof="0">
                <a:latin typeface="Consolas" panose="020B0609020204030204" pitchFamily="49" charset="0"/>
              </a:rPr>
              <a:t>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EB3C07-4D89-843D-88BE-8AE44C41EC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61"/>
          <a:stretch>
            <a:fillRect/>
          </a:stretch>
        </p:blipFill>
        <p:spPr>
          <a:xfrm>
            <a:off x="2171355" y="1690688"/>
            <a:ext cx="7849290" cy="31307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CA99BD-705E-FCEE-0E45-B7E7AC4F99B5}"/>
              </a:ext>
            </a:extLst>
          </p:cNvPr>
          <p:cNvSpPr txBox="1"/>
          <p:nvPr/>
        </p:nvSpPr>
        <p:spPr>
          <a:xfrm>
            <a:off x="3502415" y="5245100"/>
            <a:ext cx="518718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b="1"/>
              <a:t>Código difícil:</a:t>
            </a:r>
          </a:p>
          <a:p>
            <a:pPr algn="ctr"/>
            <a:r>
              <a:rPr lang="es-ES" sz="2800" b="1"/>
              <a:t>Poca abstracción (BAJO NIVEL)</a:t>
            </a:r>
            <a:endParaRPr lang="en-US" sz="28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D54113-548E-B7C3-7733-BFC039A30F91}"/>
              </a:ext>
            </a:extLst>
          </p:cNvPr>
          <p:cNvSpPr txBox="1"/>
          <p:nvPr/>
        </p:nvSpPr>
        <p:spPr>
          <a:xfrm>
            <a:off x="9101242" y="5223421"/>
            <a:ext cx="1626166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noProof="0" err="1">
                <a:solidFill>
                  <a:schemeClr val="accent2"/>
                </a:solidFill>
                <a:latin typeface="Consolas" panose="020B0609020204030204" pitchFamily="49" charset="0"/>
              </a:rPr>
              <a:t>max</a:t>
            </a:r>
            <a:r>
              <a:rPr lang="es-ES" sz="2000" b="1" noProof="0">
                <a:latin typeface="Consolas" panose="020B0609020204030204" pitchFamily="49" charset="0"/>
              </a:rPr>
              <a:t>(</a:t>
            </a:r>
            <a:r>
              <a:rPr lang="es-ES" sz="2000" b="1" noProof="0">
                <a:solidFill>
                  <a:schemeClr val="accent4"/>
                </a:solidFill>
                <a:latin typeface="Consolas" panose="020B0609020204030204" pitchFamily="49" charset="0"/>
              </a:rPr>
              <a:t>LISTA</a:t>
            </a:r>
            <a:r>
              <a:rPr lang="es-ES" sz="2000" b="1" noProof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30DAE9-C69B-4901-9CB4-6FFEC383E904}"/>
              </a:ext>
            </a:extLst>
          </p:cNvPr>
          <p:cNvSpPr txBox="1"/>
          <p:nvPr/>
        </p:nvSpPr>
        <p:spPr>
          <a:xfrm>
            <a:off x="9101243" y="5780107"/>
            <a:ext cx="1626166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b="1" noProof="0">
                <a:solidFill>
                  <a:schemeClr val="accent2"/>
                </a:solidFill>
                <a:latin typeface="Consolas" panose="020B0609020204030204" pitchFamily="49" charset="0"/>
              </a:rPr>
              <a:t>min</a:t>
            </a:r>
            <a:r>
              <a:rPr lang="es-ES" sz="2000" b="1" noProof="0">
                <a:latin typeface="Consolas" panose="020B0609020204030204" pitchFamily="49" charset="0"/>
              </a:rPr>
              <a:t>(</a:t>
            </a:r>
            <a:r>
              <a:rPr lang="es-ES" sz="2000" b="1" noProof="0">
                <a:solidFill>
                  <a:schemeClr val="accent4"/>
                </a:solidFill>
                <a:latin typeface="Consolas" panose="020B0609020204030204" pitchFamily="49" charset="0"/>
              </a:rPr>
              <a:t>LISTA</a:t>
            </a:r>
            <a:r>
              <a:rPr lang="es-ES" sz="2000" b="1" noProof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84255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B2187-765E-8E35-065B-B22C17B3A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6B8CD-25A9-1C11-B1FA-9544BDA1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Tiempo de ejecución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59C6D7-21C7-F38E-7B51-B99B76748B69}"/>
              </a:ext>
            </a:extLst>
          </p:cNvPr>
          <p:cNvSpPr txBox="1"/>
          <p:nvPr/>
        </p:nvSpPr>
        <p:spPr>
          <a:xfrm>
            <a:off x="5904083" y="1746674"/>
            <a:ext cx="40237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u="sng" noProof="0"/>
              <a:t>Tiempo de ejecución (</a:t>
            </a:r>
            <a:r>
              <a:rPr lang="es-ES" b="1" u="sng" noProof="0"/>
              <a:t>COMPLEJIDAD</a:t>
            </a:r>
            <a:r>
              <a:rPr lang="es-ES" u="sng" noProof="0"/>
              <a:t>)</a:t>
            </a:r>
            <a:r>
              <a:rPr lang="es-ES" noProof="0"/>
              <a:t>:</a:t>
            </a:r>
          </a:p>
          <a:p>
            <a:pPr algn="ctr"/>
            <a:endParaRPr lang="es-ES" noProof="0"/>
          </a:p>
          <a:p>
            <a:pPr algn="ctr"/>
            <a:r>
              <a:rPr lang="es-ES" b="1" noProof="0">
                <a:solidFill>
                  <a:schemeClr val="accent2"/>
                </a:solidFill>
              </a:rPr>
              <a:t>CONSTANTE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7209F61-6E91-ED05-8D3D-5ED10AB59E38}"/>
              </a:ext>
            </a:extLst>
          </p:cNvPr>
          <p:cNvCxnSpPr>
            <a:cxnSpLocks/>
          </p:cNvCxnSpPr>
          <p:nvPr/>
        </p:nvCxnSpPr>
        <p:spPr>
          <a:xfrm flipV="1">
            <a:off x="6304369" y="3058738"/>
            <a:ext cx="2764986" cy="209005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BF59796-15E4-35B4-088B-D565461327B1}"/>
              </a:ext>
            </a:extLst>
          </p:cNvPr>
          <p:cNvCxnSpPr>
            <a:cxnSpLocks/>
          </p:cNvCxnSpPr>
          <p:nvPr/>
        </p:nvCxnSpPr>
        <p:spPr>
          <a:xfrm>
            <a:off x="6304369" y="5158200"/>
            <a:ext cx="3054235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861EF48-03BE-D503-2E87-72EAA734262D}"/>
              </a:ext>
            </a:extLst>
          </p:cNvPr>
          <p:cNvSpPr/>
          <p:nvPr/>
        </p:nvSpPr>
        <p:spPr>
          <a:xfrm>
            <a:off x="6298163" y="2817845"/>
            <a:ext cx="2230017" cy="2332653"/>
          </a:xfrm>
          <a:custGeom>
            <a:avLst/>
            <a:gdLst>
              <a:gd name="csX0" fmla="*/ 0 w 2230017"/>
              <a:gd name="csY0" fmla="*/ 2332653 h 2332653"/>
              <a:gd name="csX1" fmla="*/ 1436915 w 2230017"/>
              <a:gd name="csY1" fmla="*/ 1922106 h 2332653"/>
              <a:gd name="csX2" fmla="*/ 2230017 w 2230017"/>
              <a:gd name="csY2" fmla="*/ 0 h 2332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0017" h="2332653">
                <a:moveTo>
                  <a:pt x="0" y="2332653"/>
                </a:moveTo>
                <a:cubicBezTo>
                  <a:pt x="532623" y="2321767"/>
                  <a:pt x="1065246" y="2310881"/>
                  <a:pt x="1436915" y="1922106"/>
                </a:cubicBezTo>
                <a:cubicBezTo>
                  <a:pt x="1808584" y="1533331"/>
                  <a:pt x="2019300" y="766665"/>
                  <a:pt x="2230017" y="0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FB0999-28FB-D360-F53D-F0BDECD9D2BB}"/>
              </a:ext>
            </a:extLst>
          </p:cNvPr>
          <p:cNvCxnSpPr>
            <a:cxnSpLocks/>
          </p:cNvCxnSpPr>
          <p:nvPr/>
        </p:nvCxnSpPr>
        <p:spPr>
          <a:xfrm>
            <a:off x="6298163" y="4096041"/>
            <a:ext cx="3060441" cy="144149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3C96E3F-7C64-2526-B1E1-001DAF85C624}"/>
              </a:ext>
            </a:extLst>
          </p:cNvPr>
          <p:cNvSpPr txBox="1"/>
          <p:nvPr/>
        </p:nvSpPr>
        <p:spPr>
          <a:xfrm>
            <a:off x="8511302" y="270722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148A42-AE63-1635-7BBF-32CE76A1ABDA}"/>
              </a:ext>
            </a:extLst>
          </p:cNvPr>
          <p:cNvSpPr txBox="1"/>
          <p:nvPr/>
        </p:nvSpPr>
        <p:spPr>
          <a:xfrm>
            <a:off x="8925521" y="30810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70D70E-D545-5818-7BCC-F8146B185115}"/>
              </a:ext>
            </a:extLst>
          </p:cNvPr>
          <p:cNvSpPr txBox="1"/>
          <p:nvPr/>
        </p:nvSpPr>
        <p:spPr>
          <a:xfrm>
            <a:off x="9340002" y="49735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36644A-333E-8F1F-EDF9-620CF094068B}"/>
              </a:ext>
            </a:extLst>
          </p:cNvPr>
          <p:cNvSpPr txBox="1"/>
          <p:nvPr/>
        </p:nvSpPr>
        <p:spPr>
          <a:xfrm>
            <a:off x="9291787" y="52792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9869176-FE9F-D3AE-90C0-7A9261E17074}"/>
              </a:ext>
            </a:extLst>
          </p:cNvPr>
          <p:cNvCxnSpPr/>
          <p:nvPr/>
        </p:nvCxnSpPr>
        <p:spPr>
          <a:xfrm>
            <a:off x="6304370" y="5001210"/>
            <a:ext cx="3054234" cy="0"/>
          </a:xfrm>
          <a:prstGeom prst="line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2FC22F-E605-CC0E-6DD7-7FA1E4C32083}"/>
              </a:ext>
            </a:extLst>
          </p:cNvPr>
          <p:cNvCxnSpPr>
            <a:cxnSpLocks/>
          </p:cNvCxnSpPr>
          <p:nvPr/>
        </p:nvCxnSpPr>
        <p:spPr>
          <a:xfrm flipV="1">
            <a:off x="6304370" y="2746707"/>
            <a:ext cx="0" cy="2883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9BF758-4404-EACB-66CC-6A0733A8FA2D}"/>
              </a:ext>
            </a:extLst>
          </p:cNvPr>
          <p:cNvCxnSpPr>
            <a:cxnSpLocks/>
          </p:cNvCxnSpPr>
          <p:nvPr/>
        </p:nvCxnSpPr>
        <p:spPr>
          <a:xfrm>
            <a:off x="6304370" y="5629866"/>
            <a:ext cx="32232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Computer Chip Line Drawing – Royalty-Free Vector | VectorStock">
            <a:extLst>
              <a:ext uri="{FF2B5EF4-FFF2-40B4-BE49-F238E27FC236}">
                <a16:creationId xmlns:a16="http://schemas.microsoft.com/office/drawing/2014/main" id="{86EDBEAE-0FCE-7B15-EDCB-6AC213A2FAC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5715624" y="2634726"/>
            <a:ext cx="435588" cy="42401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999A3CC-B2D6-C5FF-5C25-DC3F93F4876E}"/>
              </a:ext>
            </a:extLst>
          </p:cNvPr>
          <p:cNvSpPr txBox="1"/>
          <p:nvPr/>
        </p:nvSpPr>
        <p:spPr>
          <a:xfrm rot="16200000">
            <a:off x="4788731" y="4136860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Operaciones del CPU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554D53-D362-8408-48BF-D63DDBD7C594}"/>
              </a:ext>
            </a:extLst>
          </p:cNvPr>
          <p:cNvSpPr txBox="1"/>
          <p:nvPr/>
        </p:nvSpPr>
        <p:spPr>
          <a:xfrm>
            <a:off x="6566348" y="5648625"/>
            <a:ext cx="26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/>
              <a:t>Tamaño del INPUT (x, y, z)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2ABA4B-CACF-B302-E61B-BEF06539EC9B}"/>
              </a:ext>
            </a:extLst>
          </p:cNvPr>
          <p:cNvSpPr txBox="1"/>
          <p:nvPr/>
        </p:nvSpPr>
        <p:spPr>
          <a:xfrm>
            <a:off x="8528180" y="4399496"/>
            <a:ext cx="119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>
                <a:solidFill>
                  <a:schemeClr val="accent2"/>
                </a:solidFill>
              </a:rPr>
              <a:t>O(1)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4FBD18-2129-DD7D-4A60-0A3284164B04}"/>
              </a:ext>
            </a:extLst>
          </p:cNvPr>
          <p:cNvSpPr txBox="1"/>
          <p:nvPr/>
        </p:nvSpPr>
        <p:spPr>
          <a:xfrm>
            <a:off x="1918664" y="1606525"/>
            <a:ext cx="2978142" cy="45423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noProof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  <a:p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noProof="0">
                <a:latin typeface="Consolas" panose="020B0609020204030204" pitchFamily="49" charset="0"/>
              </a:rPr>
              <a:t>: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noProof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E79ED1A-7E63-1D67-2E62-7F3CE270C9B6}"/>
              </a:ext>
            </a:extLst>
          </p:cNvPr>
          <p:cNvSpPr/>
          <p:nvPr/>
        </p:nvSpPr>
        <p:spPr>
          <a:xfrm>
            <a:off x="8835244" y="3872204"/>
            <a:ext cx="989891" cy="541176"/>
          </a:xfrm>
          <a:custGeom>
            <a:avLst/>
            <a:gdLst>
              <a:gd name="csX0" fmla="*/ 989891 w 989891"/>
              <a:gd name="csY0" fmla="*/ 0 h 541176"/>
              <a:gd name="csX1" fmla="*/ 159466 w 989891"/>
              <a:gd name="csY1" fmla="*/ 130629 h 541176"/>
              <a:gd name="csX2" fmla="*/ 846 w 989891"/>
              <a:gd name="csY2" fmla="*/ 541176 h 5411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89891" h="541176">
                <a:moveTo>
                  <a:pt x="989891" y="0"/>
                </a:moveTo>
                <a:cubicBezTo>
                  <a:pt x="657099" y="20216"/>
                  <a:pt x="324307" y="40433"/>
                  <a:pt x="159466" y="130629"/>
                </a:cubicBezTo>
                <a:cubicBezTo>
                  <a:pt x="-5375" y="220825"/>
                  <a:pt x="-2265" y="381000"/>
                  <a:pt x="846" y="541176"/>
                </a:cubicBezTo>
              </a:path>
            </a:pathLst>
          </a:custGeom>
          <a:ln w="190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A9177C-826A-0943-B2A4-E68324CD23B1}"/>
              </a:ext>
            </a:extLst>
          </p:cNvPr>
          <p:cNvSpPr txBox="1"/>
          <p:nvPr/>
        </p:nvSpPr>
        <p:spPr>
          <a:xfrm>
            <a:off x="9825135" y="3668876"/>
            <a:ext cx="1317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chemeClr val="bg2">
                    <a:lumMod val="75000"/>
                  </a:schemeClr>
                </a:solidFill>
              </a:rPr>
              <a:t>Notación O</a:t>
            </a:r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459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2" grpId="0"/>
      <p:bldP spid="10" grpId="0" animBg="1"/>
      <p:bldP spid="1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284B-6104-7E26-2DDD-5C30043B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6FF3-FE78-FF9B-EEDE-97EAA298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8000" b="1">
                <a:solidFill>
                  <a:srgbClr val="7030A0"/>
                </a:solidFill>
                <a:latin typeface="Consolas" panose="020B0609020204030204" pitchFamily="49" charset="0"/>
              </a:rPr>
              <a:t>break</a:t>
            </a:r>
            <a:br>
              <a:rPr lang="es-ES" b="1"/>
            </a:br>
            <a:br>
              <a:rPr lang="es-ES" b="1"/>
            </a:br>
            <a:r>
              <a:rPr lang="es-ES" sz="400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4000">
                <a:latin typeface="Consolas" panose="020B0609020204030204" pitchFamily="49" charset="0"/>
              </a:rPr>
              <a:t>('volvemos en 10 min')</a:t>
            </a:r>
            <a:endParaRPr 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5955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AE93-C4AD-A795-09B7-C5F606D8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3DBA-5A3D-4131-77C6-D4EEC6A3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/>
              <a:t>Parte III </a:t>
            </a:r>
            <a:br>
              <a:rPr lang="es-ES"/>
            </a:br>
            <a:br>
              <a:rPr lang="es-ES"/>
            </a:br>
            <a:r>
              <a:rPr lang="es-ES" err="1"/>
              <a:t>Strings</a:t>
            </a:r>
            <a:r>
              <a:rPr lang="es-ES"/>
              <a:t> e input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C008D-2FB5-B8C1-A97F-3DE0A40E8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err="1">
                <a:latin typeface="Consolas" panose="020B0609020204030204" pitchFamily="49" charset="0"/>
              </a:rPr>
              <a:t>str</a:t>
            </a:r>
            <a:endParaRPr lang="es-ES">
              <a:latin typeface="Consolas" panose="020B0609020204030204" pitchFamily="49" charset="0"/>
            </a:endParaRPr>
          </a:p>
          <a:p>
            <a:r>
              <a:rPr lang="es-ES">
                <a:latin typeface="Consolas" panose="020B0609020204030204" pitchFamily="49" charset="0"/>
              </a:rPr>
              <a:t>IN: input()</a:t>
            </a:r>
          </a:p>
        </p:txBody>
      </p:sp>
    </p:spTree>
    <p:extLst>
      <p:ext uri="{BB962C8B-B14F-4D97-AF65-F5344CB8AC3E}">
        <p14:creationId xmlns:p14="http://schemas.microsoft.com/office/powerpoint/2010/main" val="32085017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14637-E7CE-C93C-5C84-1446933D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A8DE28-10B5-2D51-407A-DF3B3883D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r>
              <a:rPr lang="es-ES" noProof="0"/>
              <a:t>: secuencias de caracteres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D7602DEB-697C-2E00-B60F-066B141B2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9788" y="2178148"/>
            <a:ext cx="10515600" cy="1162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que_hacemos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US" err="1">
                <a:solidFill>
                  <a:schemeClr val="accent6"/>
                </a:solidFill>
                <a:latin typeface="Consolas" panose="020B0609020204030204" pitchFamily="49" charset="0"/>
              </a:rPr>
              <a:t>Aprendemos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que_cosa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'Logica de </a:t>
            </a:r>
            <a:r>
              <a:rPr lang="en-US" err="1">
                <a:solidFill>
                  <a:schemeClr val="accent6"/>
                </a:solidFill>
                <a:latin typeface="Consolas" panose="020B0609020204030204" pitchFamily="49" charset="0"/>
              </a:rPr>
              <a:t>programación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31EEAE2A-29D9-9CAE-863B-8BF12B42FC32}"/>
              </a:ext>
            </a:extLst>
          </p:cNvPr>
          <p:cNvSpPr txBox="1">
            <a:spLocks/>
          </p:cNvSpPr>
          <p:nvPr/>
        </p:nvSpPr>
        <p:spPr>
          <a:xfrm>
            <a:off x="5327845" y="1597042"/>
            <a:ext cx="1539486" cy="493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IN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AA0583-B8AD-7BF2-6083-63880961BBDE}"/>
              </a:ext>
            </a:extLst>
          </p:cNvPr>
          <p:cNvSpPr/>
          <p:nvPr/>
        </p:nvSpPr>
        <p:spPr>
          <a:xfrm>
            <a:off x="5756988" y="2168817"/>
            <a:ext cx="339012" cy="285134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5AFBE9-E645-B45C-B700-0076F3678215}"/>
              </a:ext>
            </a:extLst>
          </p:cNvPr>
          <p:cNvSpPr/>
          <p:nvPr/>
        </p:nvSpPr>
        <p:spPr>
          <a:xfrm>
            <a:off x="3592286" y="2168817"/>
            <a:ext cx="339012" cy="285134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CE78C9-DE97-BAC6-1629-A078634D2ECE}"/>
              </a:ext>
            </a:extLst>
          </p:cNvPr>
          <p:cNvSpPr/>
          <p:nvPr/>
        </p:nvSpPr>
        <p:spPr>
          <a:xfrm>
            <a:off x="7501813" y="2657731"/>
            <a:ext cx="339012" cy="285134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5E057CC-FAAB-7337-8454-34A71F80464B}"/>
              </a:ext>
            </a:extLst>
          </p:cNvPr>
          <p:cNvSpPr/>
          <p:nvPr/>
        </p:nvSpPr>
        <p:spPr>
          <a:xfrm>
            <a:off x="3032450" y="2657731"/>
            <a:ext cx="339012" cy="285134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6F5F84-7632-2ACD-8144-33F8BCE3B09A}"/>
              </a:ext>
            </a:extLst>
          </p:cNvPr>
          <p:cNvSpPr txBox="1"/>
          <p:nvPr/>
        </p:nvSpPr>
        <p:spPr>
          <a:xfrm>
            <a:off x="6343790" y="2084619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Doble (")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1A46DC-340F-F908-2028-8758E1B15DC3}"/>
              </a:ext>
            </a:extLst>
          </p:cNvPr>
          <p:cNvSpPr txBox="1"/>
          <p:nvPr/>
        </p:nvSpPr>
        <p:spPr>
          <a:xfrm>
            <a:off x="7938517" y="2473065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Simple (')</a:t>
            </a:r>
          </a:p>
        </p:txBody>
      </p:sp>
    </p:spTree>
    <p:extLst>
      <p:ext uri="{BB962C8B-B14F-4D97-AF65-F5344CB8AC3E}">
        <p14:creationId xmlns:p14="http://schemas.microsoft.com/office/powerpoint/2010/main" val="209337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/>
      <p:bldP spid="1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CF6C7-9C23-758D-E10B-47D38241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08CE0E-B406-7409-AE7E-978644B26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r>
              <a:rPr lang="es-ES" noProof="0"/>
              <a:t>: secuencias de caracteres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2492FD1D-7A38-225A-BBDD-52A87199D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9788" y="2178148"/>
            <a:ext cx="10515600" cy="2095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que_hacemos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US" err="1">
                <a:solidFill>
                  <a:schemeClr val="accent6"/>
                </a:solidFill>
                <a:latin typeface="Consolas" panose="020B0609020204030204" pitchFamily="49" charset="0"/>
              </a:rPr>
              <a:t>Aprendemos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que_cosa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'Logica de </a:t>
            </a:r>
            <a:r>
              <a:rPr lang="en-US" err="1">
                <a:solidFill>
                  <a:schemeClr val="accent6"/>
                </a:solidFill>
                <a:latin typeface="Consolas" panose="020B0609020204030204" pitchFamily="49" charset="0"/>
              </a:rPr>
              <a:t>programación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concatenado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 err="1">
                <a:latin typeface="Consolas" panose="020B0609020204030204" pitchFamily="49" charset="0"/>
              </a:rPr>
              <a:t>que_hacemos</a:t>
            </a:r>
            <a:r>
              <a:rPr lang="en-US">
                <a:latin typeface="Consolas" panose="020B0609020204030204" pitchFamily="49" charset="0"/>
              </a:rPr>
              <a:t> + </a:t>
            </a:r>
            <a:r>
              <a:rPr lang="en-US" err="1">
                <a:latin typeface="Consolas" panose="020B0609020204030204" pitchFamily="49" charset="0"/>
              </a:rPr>
              <a:t>que_cosa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</a:t>
            </a:r>
            <a:r>
              <a:rPr lang="en-US" err="1">
                <a:latin typeface="Consolas" panose="020B0609020204030204" pitchFamily="49" charset="0"/>
              </a:rPr>
              <a:t>concatenado</a:t>
            </a:r>
            <a:r>
              <a:rPr lang="en-US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60B5473B-E37A-1F42-FED7-9C3766C69451}"/>
              </a:ext>
            </a:extLst>
          </p:cNvPr>
          <p:cNvSpPr txBox="1">
            <a:spLocks/>
          </p:cNvSpPr>
          <p:nvPr/>
        </p:nvSpPr>
        <p:spPr>
          <a:xfrm>
            <a:off x="5327845" y="1597042"/>
            <a:ext cx="1539486" cy="493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IN</a:t>
            </a:r>
          </a:p>
        </p:txBody>
      </p:sp>
      <p:sp>
        <p:nvSpPr>
          <p:cNvPr id="2" name="Content Placeholder 30">
            <a:extLst>
              <a:ext uri="{FF2B5EF4-FFF2-40B4-BE49-F238E27FC236}">
                <a16:creationId xmlns:a16="http://schemas.microsoft.com/office/drawing/2014/main" id="{260AAF60-6898-695F-1645-B54D318E5D67}"/>
              </a:ext>
            </a:extLst>
          </p:cNvPr>
          <p:cNvSpPr txBox="1">
            <a:spLocks/>
          </p:cNvSpPr>
          <p:nvPr/>
        </p:nvSpPr>
        <p:spPr>
          <a:xfrm>
            <a:off x="839788" y="4930681"/>
            <a:ext cx="10515600" cy="2095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"</a:t>
            </a:r>
            <a:r>
              <a:rPr lang="en-US" err="1">
                <a:latin typeface="Consolas" panose="020B0609020204030204" pitchFamily="49" charset="0"/>
              </a:rPr>
              <a:t>AprendemosLogica</a:t>
            </a:r>
            <a:r>
              <a:rPr lang="en-US">
                <a:latin typeface="Consolas" panose="020B0609020204030204" pitchFamily="49" charset="0"/>
              </a:rPr>
              <a:t> de </a:t>
            </a:r>
            <a:r>
              <a:rPr lang="en-US" err="1">
                <a:latin typeface="Consolas" panose="020B0609020204030204" pitchFamily="49" charset="0"/>
              </a:rPr>
              <a:t>programación</a:t>
            </a:r>
            <a:r>
              <a:rPr lang="en-US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5" name="Content Placeholder 30">
            <a:extLst>
              <a:ext uri="{FF2B5EF4-FFF2-40B4-BE49-F238E27FC236}">
                <a16:creationId xmlns:a16="http://schemas.microsoft.com/office/drawing/2014/main" id="{EAED2F9B-6F61-ED45-4D5A-5CA90DC2EC85}"/>
              </a:ext>
            </a:extLst>
          </p:cNvPr>
          <p:cNvSpPr txBox="1">
            <a:spLocks/>
          </p:cNvSpPr>
          <p:nvPr/>
        </p:nvSpPr>
        <p:spPr>
          <a:xfrm>
            <a:off x="5327845" y="4349575"/>
            <a:ext cx="1539486" cy="493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019BD8-E8DB-1EE6-AED7-FB565A36D791}"/>
              </a:ext>
            </a:extLst>
          </p:cNvPr>
          <p:cNvCxnSpPr>
            <a:cxnSpLocks/>
          </p:cNvCxnSpPr>
          <p:nvPr/>
        </p:nvCxnSpPr>
        <p:spPr>
          <a:xfrm>
            <a:off x="3067050" y="4506686"/>
            <a:ext cx="0" cy="498640"/>
          </a:xfrm>
          <a:prstGeom prst="straightConnector1">
            <a:avLst/>
          </a:prstGeom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1817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F114-8F76-BD90-ED3E-F1BB6278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E7102D-EE4B-C8ED-65F9-B09E037D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r>
              <a:rPr lang="es-ES" noProof="0"/>
              <a:t>: secuencias de caracteres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C4B810C7-65BF-622D-0A6B-2D258B1C9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9788" y="2178148"/>
            <a:ext cx="10515600" cy="2095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que_hacemos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US" err="1">
                <a:solidFill>
                  <a:schemeClr val="accent6"/>
                </a:solidFill>
                <a:latin typeface="Consolas" panose="020B0609020204030204" pitchFamily="49" charset="0"/>
              </a:rPr>
              <a:t>Aprendemos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que_cosa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'Logica de </a:t>
            </a:r>
            <a:r>
              <a:rPr lang="en-US" err="1">
                <a:solidFill>
                  <a:schemeClr val="accent6"/>
                </a:solidFill>
                <a:latin typeface="Consolas" panose="020B0609020204030204" pitchFamily="49" charset="0"/>
              </a:rPr>
              <a:t>programación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concatenado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 err="1">
                <a:latin typeface="Consolas" panose="020B0609020204030204" pitchFamily="49" charset="0"/>
              </a:rPr>
              <a:t>que_hacemos</a:t>
            </a:r>
            <a:r>
              <a:rPr lang="en-US">
                <a:latin typeface="Consolas" panose="020B0609020204030204" pitchFamily="49" charset="0"/>
              </a:rPr>
              <a:t> +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 "</a:t>
            </a:r>
            <a:r>
              <a:rPr lang="en-US">
                <a:latin typeface="Consolas" panose="020B0609020204030204" pitchFamily="49" charset="0"/>
              </a:rPr>
              <a:t> + </a:t>
            </a:r>
            <a:r>
              <a:rPr lang="en-US" err="1">
                <a:latin typeface="Consolas" panose="020B0609020204030204" pitchFamily="49" charset="0"/>
              </a:rPr>
              <a:t>que_cosa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</a:t>
            </a:r>
            <a:r>
              <a:rPr lang="en-US" err="1">
                <a:latin typeface="Consolas" panose="020B0609020204030204" pitchFamily="49" charset="0"/>
              </a:rPr>
              <a:t>concatenado</a:t>
            </a:r>
            <a:r>
              <a:rPr lang="en-US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40948A61-D8ED-FC9E-23BC-F518C8DB47DC}"/>
              </a:ext>
            </a:extLst>
          </p:cNvPr>
          <p:cNvSpPr txBox="1">
            <a:spLocks/>
          </p:cNvSpPr>
          <p:nvPr/>
        </p:nvSpPr>
        <p:spPr>
          <a:xfrm>
            <a:off x="5327845" y="1597042"/>
            <a:ext cx="1539486" cy="493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IN</a:t>
            </a:r>
          </a:p>
        </p:txBody>
      </p:sp>
      <p:sp>
        <p:nvSpPr>
          <p:cNvPr id="2" name="Content Placeholder 30">
            <a:extLst>
              <a:ext uri="{FF2B5EF4-FFF2-40B4-BE49-F238E27FC236}">
                <a16:creationId xmlns:a16="http://schemas.microsoft.com/office/drawing/2014/main" id="{AC4A0E73-B98D-D8A3-76BE-4F357A79B220}"/>
              </a:ext>
            </a:extLst>
          </p:cNvPr>
          <p:cNvSpPr txBox="1">
            <a:spLocks/>
          </p:cNvSpPr>
          <p:nvPr/>
        </p:nvSpPr>
        <p:spPr>
          <a:xfrm>
            <a:off x="839788" y="4930681"/>
            <a:ext cx="10515600" cy="2095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'</a:t>
            </a:r>
            <a:r>
              <a:rPr lang="en-US" err="1">
                <a:latin typeface="Consolas" panose="020B0609020204030204" pitchFamily="49" charset="0"/>
              </a:rPr>
              <a:t>Aprendemos</a:t>
            </a:r>
            <a:r>
              <a:rPr lang="en-US">
                <a:latin typeface="Consolas" panose="020B0609020204030204" pitchFamily="49" charset="0"/>
              </a:rPr>
              <a:t> Logica de </a:t>
            </a:r>
            <a:r>
              <a:rPr lang="en-US" err="1">
                <a:latin typeface="Consolas" panose="020B0609020204030204" pitchFamily="49" charset="0"/>
              </a:rPr>
              <a:t>programación</a:t>
            </a:r>
            <a:r>
              <a:rPr lang="en-US"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5" name="Content Placeholder 30">
            <a:extLst>
              <a:ext uri="{FF2B5EF4-FFF2-40B4-BE49-F238E27FC236}">
                <a16:creationId xmlns:a16="http://schemas.microsoft.com/office/drawing/2014/main" id="{B00A2F0A-1670-57D3-DEEE-C18A88FFC3E1}"/>
              </a:ext>
            </a:extLst>
          </p:cNvPr>
          <p:cNvSpPr txBox="1">
            <a:spLocks/>
          </p:cNvSpPr>
          <p:nvPr/>
        </p:nvSpPr>
        <p:spPr>
          <a:xfrm>
            <a:off x="5327845" y="4349575"/>
            <a:ext cx="1539486" cy="493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8D93DF-C1D5-82BD-58C1-CB14A30D9723}"/>
              </a:ext>
            </a:extLst>
          </p:cNvPr>
          <p:cNvCxnSpPr>
            <a:cxnSpLocks/>
          </p:cNvCxnSpPr>
          <p:nvPr/>
        </p:nvCxnSpPr>
        <p:spPr>
          <a:xfrm>
            <a:off x="3200400" y="4506686"/>
            <a:ext cx="0" cy="498640"/>
          </a:xfrm>
          <a:prstGeom prst="straightConnector1">
            <a:avLst/>
          </a:prstGeom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18991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5329-B519-7120-67D8-520750562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2D8F83-4186-4158-52B6-BF8DFDBC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>
                <a:latin typeface="Aptos Display (Headings)"/>
              </a:rPr>
              <a:t>Operaciones con </a:t>
            </a:r>
            <a:r>
              <a:rPr lang="es-ES" noProof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endParaRPr lang="es-ES" noProof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F2193ECE-86BB-1E40-140C-4E9FAD1EF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33563"/>
            <a:ext cx="6170612" cy="823912"/>
          </a:xfrm>
        </p:spPr>
        <p:txBody>
          <a:bodyPr anchor="ctr"/>
          <a:lstStyle/>
          <a:p>
            <a:pPr algn="ctr"/>
            <a:r>
              <a:rPr lang="es-ES" u="sng">
                <a:latin typeface="+mj-lt"/>
              </a:rPr>
              <a:t>IN</a:t>
            </a:r>
            <a:endParaRPr lang="en-US" u="sng">
              <a:latin typeface="+mj-lt"/>
            </a:endParaRPr>
          </a:p>
        </p:txBody>
      </p:sp>
      <p:sp>
        <p:nvSpPr>
          <p:cNvPr id="9" name="Content Placeholder 28">
            <a:extLst>
              <a:ext uri="{FF2B5EF4-FFF2-40B4-BE49-F238E27FC236}">
                <a16:creationId xmlns:a16="http://schemas.microsoft.com/office/drawing/2014/main" id="{61862AF8-CFF3-7CEA-8BE3-A0538874A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57475"/>
            <a:ext cx="6170612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[1]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'ab'</a:t>
            </a:r>
            <a:r>
              <a:rPr lang="es-ES" dirty="0">
                <a:latin typeface="Consolas" panose="020B0609020204030204" pitchFamily="49" charset="0"/>
              </a:rPr>
              <a:t> +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'cd'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[2] 3 *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'Python'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[3]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'Python'</a:t>
            </a:r>
            <a:r>
              <a:rPr lang="es-E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[4]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'Python'</a:t>
            </a:r>
            <a:r>
              <a:rPr lang="es-ES" dirty="0">
                <a:latin typeface="Consolas" panose="020B0609020204030204" pitchFamily="49" charset="0"/>
              </a:rPr>
              <a:t>[0]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[5]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'Python'</a:t>
            </a:r>
            <a:r>
              <a:rPr lang="es-ES" dirty="0">
                <a:latin typeface="Consolas" panose="020B0609020204030204" pitchFamily="49" charset="0"/>
              </a:rPr>
              <a:t>[-1]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[6]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'Python'</a:t>
            </a:r>
            <a:r>
              <a:rPr lang="es-ES" dirty="0">
                <a:latin typeface="Consolas" panose="020B0609020204030204" pitchFamily="49" charset="0"/>
              </a:rPr>
              <a:t>[1:4]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[7]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'a'</a:t>
            </a:r>
            <a:r>
              <a:rPr lang="es-ES" dirty="0">
                <a:latin typeface="Consolas" panose="020B0609020204030204" pitchFamily="49" charset="0"/>
              </a:rPr>
              <a:t> &lt;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'ab'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31790F2B-6EF1-0A78-172D-D11FF3940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15175" y="1833563"/>
            <a:ext cx="4240213" cy="823912"/>
          </a:xfrm>
        </p:spPr>
        <p:txBody>
          <a:bodyPr anchor="ctr"/>
          <a:lstStyle/>
          <a:p>
            <a:pPr algn="ctr"/>
            <a:r>
              <a:rPr lang="es-ES" u="sng">
                <a:latin typeface="+mj-lt"/>
              </a:rPr>
              <a:t>OUT</a:t>
            </a:r>
            <a:endParaRPr lang="en-US" u="sng">
              <a:latin typeface="+mj-lt"/>
            </a:endParaRP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2D029BFA-C241-408A-A59B-899E98383EA2}"/>
              </a:ext>
            </a:extLst>
          </p:cNvPr>
          <p:cNvSpPr txBox="1">
            <a:spLocks/>
          </p:cNvSpPr>
          <p:nvPr/>
        </p:nvSpPr>
        <p:spPr>
          <a:xfrm>
            <a:off x="7115175" y="2657475"/>
            <a:ext cx="4240213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'</a:t>
            </a:r>
            <a:r>
              <a:rPr lang="en-US" err="1">
                <a:latin typeface="Consolas" panose="020B0609020204030204" pitchFamily="49" charset="0"/>
              </a:rPr>
              <a:t>abcd</a:t>
            </a:r>
            <a:r>
              <a:rPr lang="en-US"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err="1">
                <a:solidFill>
                  <a:schemeClr val="accent6"/>
                </a:solidFill>
                <a:latin typeface="Consolas" panose="020B0609020204030204" pitchFamily="49" charset="0"/>
              </a:rPr>
              <a:t>PythonPythonPython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6</a:t>
            </a:r>
          </a:p>
          <a:p>
            <a:pPr marL="0" indent="0">
              <a:buNone/>
            </a:pP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'P'</a:t>
            </a:r>
          </a:p>
          <a:p>
            <a:pPr marL="0" indent="0">
              <a:buNone/>
            </a:pP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'n'</a:t>
            </a:r>
          </a:p>
          <a:p>
            <a:pPr marL="0" indent="0">
              <a:buNone/>
            </a:pP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err="1">
                <a:solidFill>
                  <a:schemeClr val="accent6"/>
                </a:solidFill>
                <a:latin typeface="Consolas" panose="020B0609020204030204" pitchFamily="49" charset="0"/>
              </a:rPr>
              <a:t>yth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s-ES">
                <a:solidFill>
                  <a:srgbClr val="7030A0"/>
                </a:solidFill>
                <a:latin typeface="Consolas" panose="020B0609020204030204" pitchFamily="49" charset="0"/>
              </a:rPr>
              <a:t>True</a:t>
            </a:r>
            <a:endParaRPr lang="en-US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F94AE4-74DF-7DC9-F570-5524824231E0}"/>
              </a:ext>
            </a:extLst>
          </p:cNvPr>
          <p:cNvSpPr txBox="1"/>
          <p:nvPr/>
        </p:nvSpPr>
        <p:spPr>
          <a:xfrm>
            <a:off x="4953296" y="2724150"/>
            <a:ext cx="1512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>
                <a:solidFill>
                  <a:srgbClr val="C00000"/>
                </a:solidFill>
              </a:rPr>
              <a:t>concatenación</a:t>
            </a:r>
            <a:endParaRPr lang="en-US" sz="1600" i="1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89D8D5-0886-2A0F-8C39-6C281594F6CE}"/>
              </a:ext>
            </a:extLst>
          </p:cNvPr>
          <p:cNvSpPr txBox="1"/>
          <p:nvPr/>
        </p:nvSpPr>
        <p:spPr>
          <a:xfrm>
            <a:off x="4542480" y="3163650"/>
            <a:ext cx="2334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>
                <a:solidFill>
                  <a:srgbClr val="C00000"/>
                </a:solidFill>
              </a:rPr>
              <a:t>concatenación</a:t>
            </a:r>
            <a:r>
              <a:rPr lang="en-US" sz="1600" i="1">
                <a:solidFill>
                  <a:srgbClr val="C00000"/>
                </a:solidFill>
              </a:rPr>
              <a:t> </a:t>
            </a:r>
            <a:r>
              <a:rPr lang="en-US" sz="1600" i="1" err="1">
                <a:solidFill>
                  <a:srgbClr val="C00000"/>
                </a:solidFill>
              </a:rPr>
              <a:t>sucesiva</a:t>
            </a:r>
            <a:endParaRPr lang="en-US" sz="1600" i="1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0A9EE4-209E-60C0-651E-FF40E36ACFF3}"/>
              </a:ext>
            </a:extLst>
          </p:cNvPr>
          <p:cNvSpPr txBox="1"/>
          <p:nvPr/>
        </p:nvSpPr>
        <p:spPr>
          <a:xfrm>
            <a:off x="5340808" y="3717339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>
                <a:solidFill>
                  <a:srgbClr val="C00000"/>
                </a:solidFill>
              </a:rPr>
              <a:t>length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AB51DD-11A7-44F1-F00A-6BB4D4F14243}"/>
              </a:ext>
            </a:extLst>
          </p:cNvPr>
          <p:cNvSpPr txBox="1"/>
          <p:nvPr/>
        </p:nvSpPr>
        <p:spPr>
          <a:xfrm>
            <a:off x="4545178" y="4188033"/>
            <a:ext cx="2328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>
                <a:solidFill>
                  <a:srgbClr val="C00000"/>
                </a:solidFill>
              </a:rPr>
              <a:t>indexado</a:t>
            </a:r>
            <a:r>
              <a:rPr lang="en-US" sz="1600" i="1">
                <a:solidFill>
                  <a:srgbClr val="C00000"/>
                </a:solidFill>
              </a:rPr>
              <a:t> (1er </a:t>
            </a:r>
            <a:r>
              <a:rPr lang="en-US" sz="1600" i="1" err="1">
                <a:solidFill>
                  <a:srgbClr val="C00000"/>
                </a:solidFill>
              </a:rPr>
              <a:t>elemento</a:t>
            </a:r>
            <a:r>
              <a:rPr lang="en-US" sz="1600" i="1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C4233E-2D3D-85AB-0247-A2586080A067}"/>
              </a:ext>
            </a:extLst>
          </p:cNvPr>
          <p:cNvSpPr txBox="1"/>
          <p:nvPr/>
        </p:nvSpPr>
        <p:spPr>
          <a:xfrm>
            <a:off x="4401711" y="4741722"/>
            <a:ext cx="26159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>
                <a:solidFill>
                  <a:srgbClr val="C00000"/>
                </a:solidFill>
              </a:rPr>
              <a:t>indexado</a:t>
            </a:r>
            <a:r>
              <a:rPr lang="en-US" sz="1600" i="1">
                <a:solidFill>
                  <a:srgbClr val="C00000"/>
                </a:solidFill>
              </a:rPr>
              <a:t> (</a:t>
            </a:r>
            <a:r>
              <a:rPr lang="en-US" sz="1600" i="1" err="1">
                <a:solidFill>
                  <a:srgbClr val="C00000"/>
                </a:solidFill>
              </a:rPr>
              <a:t>último</a:t>
            </a:r>
            <a:r>
              <a:rPr lang="en-US" sz="1600" i="1">
                <a:solidFill>
                  <a:srgbClr val="C00000"/>
                </a:solidFill>
              </a:rPr>
              <a:t> </a:t>
            </a:r>
            <a:r>
              <a:rPr lang="en-US" sz="1600" i="1" err="1">
                <a:solidFill>
                  <a:srgbClr val="C00000"/>
                </a:solidFill>
              </a:rPr>
              <a:t>elemento</a:t>
            </a:r>
            <a:r>
              <a:rPr lang="en-US" sz="1600" i="1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4005C1-461B-971A-3B60-909FE338B980}"/>
              </a:ext>
            </a:extLst>
          </p:cNvPr>
          <p:cNvSpPr txBox="1"/>
          <p:nvPr/>
        </p:nvSpPr>
        <p:spPr>
          <a:xfrm>
            <a:off x="5270699" y="5275122"/>
            <a:ext cx="87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>
                <a:solidFill>
                  <a:srgbClr val="C00000"/>
                </a:solidFill>
              </a:rPr>
              <a:t>cortado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57FAE0-EF0B-C947-AC97-9CD7F3BFE63B}"/>
              </a:ext>
            </a:extLst>
          </p:cNvPr>
          <p:cNvSpPr txBox="1"/>
          <p:nvPr/>
        </p:nvSpPr>
        <p:spPr>
          <a:xfrm>
            <a:off x="4923300" y="5808522"/>
            <a:ext cx="1572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>
                <a:solidFill>
                  <a:srgbClr val="C00000"/>
                </a:solidFill>
              </a:rPr>
              <a:t>comparaciones</a:t>
            </a:r>
            <a:endParaRPr lang="en-US" sz="1600" i="1">
              <a:solidFill>
                <a:srgbClr val="C00000"/>
              </a:solidFill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0DD159FF-C8D4-FBFD-2A81-DD4260DEE89E}"/>
              </a:ext>
            </a:extLst>
          </p:cNvPr>
          <p:cNvSpPr/>
          <p:nvPr/>
        </p:nvSpPr>
        <p:spPr>
          <a:xfrm>
            <a:off x="8358187" y="3752851"/>
            <a:ext cx="123825" cy="1860826"/>
          </a:xfrm>
          <a:prstGeom prst="rightBrace">
            <a:avLst>
              <a:gd name="adj1" fmla="val 121155"/>
              <a:gd name="adj2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EBE8D2-8BA9-9EF4-3E6B-4037B22CC4AE}"/>
              </a:ext>
            </a:extLst>
          </p:cNvPr>
          <p:cNvSpPr txBox="1"/>
          <p:nvPr/>
        </p:nvSpPr>
        <p:spPr>
          <a:xfrm>
            <a:off x="8420099" y="4390876"/>
            <a:ext cx="2010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err="1">
                <a:solidFill>
                  <a:schemeClr val="bg1">
                    <a:lumMod val="65000"/>
                  </a:schemeClr>
                </a:solidFill>
              </a:rPr>
              <a:t>operaciones</a:t>
            </a:r>
            <a:r>
              <a:rPr lang="en-US" sz="1600" i="1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i="1" err="1">
                <a:solidFill>
                  <a:schemeClr val="bg1">
                    <a:lumMod val="65000"/>
                  </a:schemeClr>
                </a:solidFill>
              </a:rPr>
              <a:t>típicas</a:t>
            </a:r>
            <a:r>
              <a:rPr lang="en-US" sz="1600" i="1">
                <a:solidFill>
                  <a:schemeClr val="bg1">
                    <a:lumMod val="65000"/>
                  </a:schemeClr>
                </a:solidFill>
              </a:rPr>
              <a:t> de NO </a:t>
            </a:r>
            <a:r>
              <a:rPr lang="en-US" sz="1600" i="1" err="1">
                <a:solidFill>
                  <a:schemeClr val="bg1">
                    <a:lumMod val="65000"/>
                  </a:schemeClr>
                </a:solidFill>
              </a:rPr>
              <a:t>escalares</a:t>
            </a:r>
            <a:endParaRPr lang="en-US" sz="1600" i="1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26938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9B518-69DF-8E09-F853-918FD32D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A34D19-BD63-E87F-1A2E-0A020782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 err="1">
                <a:latin typeface="Aptos Display (Headings)"/>
              </a:rPr>
              <a:t>Indices</a:t>
            </a:r>
            <a:r>
              <a:rPr lang="es-ES" noProof="0">
                <a:latin typeface="Aptos Display (Headings)"/>
              </a:rPr>
              <a:t> en </a:t>
            </a:r>
            <a:r>
              <a:rPr lang="es-ES" noProof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endParaRPr lang="es-ES" noProof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3BB504-A361-D3EE-0EE5-4355A3069C51}"/>
              </a:ext>
            </a:extLst>
          </p:cNvPr>
          <p:cNvSpPr txBox="1"/>
          <p:nvPr/>
        </p:nvSpPr>
        <p:spPr>
          <a:xfrm>
            <a:off x="4389198" y="3008313"/>
            <a:ext cx="3413614" cy="160043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8800" noProof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sz="8800" noProof="0" err="1">
                <a:solidFill>
                  <a:schemeClr val="accent6"/>
                </a:solidFill>
                <a:latin typeface="Consolas" panose="020B0609020204030204" pitchFamily="49" charset="0"/>
              </a:rPr>
              <a:t>abc</a:t>
            </a:r>
            <a:r>
              <a:rPr lang="es-ES" sz="8800" noProof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75CCA8-1953-51D1-89A8-62F57F65E229}"/>
              </a:ext>
            </a:extLst>
          </p:cNvPr>
          <p:cNvSpPr txBox="1"/>
          <p:nvPr/>
        </p:nvSpPr>
        <p:spPr>
          <a:xfrm>
            <a:off x="5257336" y="2254480"/>
            <a:ext cx="404278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55A30F-895C-9BD5-4FAA-0B3610933E18}"/>
              </a:ext>
            </a:extLst>
          </p:cNvPr>
          <p:cNvSpPr txBox="1"/>
          <p:nvPr/>
        </p:nvSpPr>
        <p:spPr>
          <a:xfrm>
            <a:off x="5893862" y="2254480"/>
            <a:ext cx="404278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442F89-2D03-3994-4B14-C6F18D4000D2}"/>
              </a:ext>
            </a:extLst>
          </p:cNvPr>
          <p:cNvSpPr txBox="1"/>
          <p:nvPr/>
        </p:nvSpPr>
        <p:spPr>
          <a:xfrm>
            <a:off x="6530388" y="2254480"/>
            <a:ext cx="404278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accent4"/>
                </a:solidFill>
              </a:rPr>
              <a:t>2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A56078-2142-62E2-F60E-E7BAA464AA0F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5459474" y="2839255"/>
            <a:ext cx="1" cy="570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7274C47-8E05-C65D-9B2D-C5187171ABBF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6096000" y="2839255"/>
            <a:ext cx="1" cy="599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3999302-DDFA-7C77-8358-7A9AF6A7A90A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6732526" y="2839255"/>
            <a:ext cx="1" cy="599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756F64-9334-E95E-940A-AD2A3B256DBE}"/>
              </a:ext>
            </a:extLst>
          </p:cNvPr>
          <p:cNvCxnSpPr/>
          <p:nvPr/>
        </p:nvCxnSpPr>
        <p:spPr>
          <a:xfrm>
            <a:off x="4991100" y="2105025"/>
            <a:ext cx="2152650" cy="0"/>
          </a:xfrm>
          <a:prstGeom prst="straightConnector1">
            <a:avLst/>
          </a:prstGeom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21E2FD9-6019-3129-6E85-082C76A5F0AD}"/>
              </a:ext>
            </a:extLst>
          </p:cNvPr>
          <p:cNvSpPr txBox="1"/>
          <p:nvPr/>
        </p:nvSpPr>
        <p:spPr>
          <a:xfrm>
            <a:off x="5187606" y="5037931"/>
            <a:ext cx="543739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rgbClr val="C00000"/>
                </a:solidFill>
              </a:rPr>
              <a:t>-3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C7D5D4-0B6F-53B7-C592-C9C843FE027B}"/>
              </a:ext>
            </a:extLst>
          </p:cNvPr>
          <p:cNvSpPr txBox="1"/>
          <p:nvPr/>
        </p:nvSpPr>
        <p:spPr>
          <a:xfrm>
            <a:off x="5824132" y="5037931"/>
            <a:ext cx="543739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rgbClr val="C00000"/>
                </a:solidFill>
              </a:rPr>
              <a:t>-2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BD2151-B3A8-31DD-7F57-1DC2C6EC6E73}"/>
              </a:ext>
            </a:extLst>
          </p:cNvPr>
          <p:cNvSpPr txBox="1"/>
          <p:nvPr/>
        </p:nvSpPr>
        <p:spPr>
          <a:xfrm>
            <a:off x="6474091" y="5037931"/>
            <a:ext cx="516872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rgbClr val="C00000"/>
                </a:solidFill>
              </a:rPr>
              <a:t>-1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3C641A2-EBCC-AD64-432A-DB136499EF0A}"/>
              </a:ext>
            </a:extLst>
          </p:cNvPr>
          <p:cNvCxnSpPr>
            <a:cxnSpLocks/>
          </p:cNvCxnSpPr>
          <p:nvPr/>
        </p:nvCxnSpPr>
        <p:spPr>
          <a:xfrm flipH="1">
            <a:off x="5459475" y="4440804"/>
            <a:ext cx="1" cy="597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8990BB6-821E-41A2-9529-2593BC4C9791}"/>
              </a:ext>
            </a:extLst>
          </p:cNvPr>
          <p:cNvCxnSpPr>
            <a:cxnSpLocks/>
          </p:cNvCxnSpPr>
          <p:nvPr/>
        </p:nvCxnSpPr>
        <p:spPr>
          <a:xfrm>
            <a:off x="6096002" y="4440804"/>
            <a:ext cx="0" cy="597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48653B-F831-A6C7-9601-287C280962E7}"/>
              </a:ext>
            </a:extLst>
          </p:cNvPr>
          <p:cNvCxnSpPr>
            <a:cxnSpLocks/>
          </p:cNvCxnSpPr>
          <p:nvPr/>
        </p:nvCxnSpPr>
        <p:spPr>
          <a:xfrm flipH="1">
            <a:off x="6732526" y="4407932"/>
            <a:ext cx="1" cy="629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60E7990-BC23-92A9-6B74-4E22E19821D3}"/>
              </a:ext>
            </a:extLst>
          </p:cNvPr>
          <p:cNvCxnSpPr>
            <a:cxnSpLocks/>
          </p:cNvCxnSpPr>
          <p:nvPr/>
        </p:nvCxnSpPr>
        <p:spPr>
          <a:xfrm flipH="1">
            <a:off x="4991100" y="5734050"/>
            <a:ext cx="2152650" cy="0"/>
          </a:xfrm>
          <a:prstGeom prst="straightConnector1">
            <a:avLst/>
          </a:prstGeom>
          <a:ln w="762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7D1C232-B88E-DD29-4664-D55B75E006F2}"/>
              </a:ext>
            </a:extLst>
          </p:cNvPr>
          <p:cNvSpPr txBox="1"/>
          <p:nvPr/>
        </p:nvSpPr>
        <p:spPr>
          <a:xfrm>
            <a:off x="1273389" y="3553143"/>
            <a:ext cx="1747082" cy="51077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400" i="1">
                <a:latin typeface="Consolas" panose="020B0609020204030204" pitchFamily="49" charset="0"/>
              </a:rPr>
              <a:t>STRING</a:t>
            </a:r>
            <a:r>
              <a:rPr lang="es-ES" sz="2400">
                <a:latin typeface="Consolas" panose="020B0609020204030204" pitchFamily="49" charset="0"/>
              </a:rPr>
              <a:t>[</a:t>
            </a:r>
            <a:r>
              <a:rPr lang="es-ES" sz="2400" b="1">
                <a:latin typeface="Consolas" panose="020B0609020204030204" pitchFamily="49" charset="0"/>
              </a:rPr>
              <a:t>i</a:t>
            </a:r>
            <a:r>
              <a:rPr lang="es-ES" sz="2400">
                <a:latin typeface="Consolas" panose="020B0609020204030204" pitchFamily="49" charset="0"/>
              </a:rPr>
              <a:t>]</a:t>
            </a:r>
            <a:endParaRPr lang="es-ES" sz="2400" noProof="0"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DFEDC0-0FAC-B2E4-6D84-7B09215253F3}"/>
              </a:ext>
            </a:extLst>
          </p:cNvPr>
          <p:cNvSpPr txBox="1"/>
          <p:nvPr/>
        </p:nvSpPr>
        <p:spPr>
          <a:xfrm>
            <a:off x="8493582" y="3553143"/>
            <a:ext cx="3103000" cy="51077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400" i="1">
                <a:latin typeface="Consolas" panose="020B0609020204030204" pitchFamily="49" charset="0"/>
              </a:rPr>
              <a:t>STRING</a:t>
            </a:r>
            <a:r>
              <a:rPr lang="es-ES" sz="2400">
                <a:latin typeface="Consolas" panose="020B0609020204030204" pitchFamily="49" charset="0"/>
              </a:rPr>
              <a:t>[</a:t>
            </a:r>
            <a:r>
              <a:rPr lang="es-ES" sz="2400" b="1" err="1">
                <a:latin typeface="Consolas" panose="020B0609020204030204" pitchFamily="49" charset="0"/>
              </a:rPr>
              <a:t>start:end</a:t>
            </a:r>
            <a:r>
              <a:rPr lang="es-ES" sz="2400">
                <a:latin typeface="Consolas" panose="020B0609020204030204" pitchFamily="49" charset="0"/>
              </a:rPr>
              <a:t>]</a:t>
            </a:r>
            <a:endParaRPr lang="es-ES" sz="2400" noProof="0">
              <a:latin typeface="Consolas" panose="020B0609020204030204" pitchFamily="49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E6AA9DB-3DC8-34E4-B001-1E65B47069D9}"/>
              </a:ext>
            </a:extLst>
          </p:cNvPr>
          <p:cNvCxnSpPr/>
          <p:nvPr/>
        </p:nvCxnSpPr>
        <p:spPr>
          <a:xfrm flipV="1">
            <a:off x="11068050" y="3978196"/>
            <a:ext cx="0" cy="659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0D75821-3408-9F42-0549-54816106F43F}"/>
              </a:ext>
            </a:extLst>
          </p:cNvPr>
          <p:cNvSpPr txBox="1"/>
          <p:nvPr/>
        </p:nvSpPr>
        <p:spPr>
          <a:xfrm>
            <a:off x="10248916" y="4637206"/>
            <a:ext cx="1638284" cy="1191816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600">
                <a:latin typeface="+mj-lt"/>
              </a:rPr>
              <a:t>el último elemento no se entrega</a:t>
            </a:r>
          </a:p>
          <a:p>
            <a:pPr algn="ctr"/>
            <a:r>
              <a:rPr lang="es-ES" sz="1600" noProof="0">
                <a:latin typeface="+mj-lt"/>
              </a:rPr>
              <a:t>(</a:t>
            </a:r>
            <a:r>
              <a:rPr lang="es-ES" sz="1600" b="1" noProof="0" err="1">
                <a:latin typeface="+mj-lt"/>
              </a:rPr>
              <a:t>end</a:t>
            </a:r>
            <a:r>
              <a:rPr lang="es-ES" sz="1600" b="1" noProof="0">
                <a:latin typeface="+mj-lt"/>
              </a:rPr>
              <a:t> – 1</a:t>
            </a:r>
            <a:r>
              <a:rPr lang="es-ES" sz="1600" noProof="0">
                <a:latin typeface="+mj-lt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1CB2C1-40D7-66E4-C902-59262C85C1C5}"/>
              </a:ext>
            </a:extLst>
          </p:cNvPr>
          <p:cNvSpPr txBox="1"/>
          <p:nvPr/>
        </p:nvSpPr>
        <p:spPr>
          <a:xfrm>
            <a:off x="7136804" y="2254480"/>
            <a:ext cx="404278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 i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FF8660-5B79-3EDB-55C4-117E6E3F89EC}"/>
              </a:ext>
            </a:extLst>
          </p:cNvPr>
          <p:cNvSpPr txBox="1"/>
          <p:nvPr/>
        </p:nvSpPr>
        <p:spPr>
          <a:xfrm>
            <a:off x="7548562" y="2100104"/>
            <a:ext cx="3328154" cy="306467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err="1">
                <a:solidFill>
                  <a:srgbClr val="FF0000"/>
                </a:solidFill>
                <a:latin typeface="Consolas" panose="020B0609020204030204" pitchFamily="49" charset="0"/>
              </a:rPr>
              <a:t>IndexError</a:t>
            </a:r>
            <a:r>
              <a:rPr lang="en-US" sz="120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r>
              <a:rPr lang="en-US" sz="1200">
                <a:latin typeface="Consolas" panose="020B0609020204030204" pitchFamily="49" charset="0"/>
              </a:rPr>
              <a:t> string index out of range</a:t>
            </a:r>
            <a:endParaRPr lang="es-ES" sz="1200" noProof="0">
              <a:latin typeface="Consolas" panose="020B0609020204030204" pitchFamily="49" charset="0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309CAFE-4EBA-C2CE-2DC2-E032A851A9FC}"/>
              </a:ext>
            </a:extLst>
          </p:cNvPr>
          <p:cNvCxnSpPr>
            <a:cxnSpLocks/>
          </p:cNvCxnSpPr>
          <p:nvPr/>
        </p:nvCxnSpPr>
        <p:spPr>
          <a:xfrm flipV="1">
            <a:off x="7467600" y="2305050"/>
            <a:ext cx="161925" cy="92075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6616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9FDBA-B62A-346F-BEE7-91C7E6F68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7BBBF5-010C-BADA-2D86-FAE40770D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>
                <a:latin typeface="Consolas" panose="020B0609020204030204" pitchFamily="49" charset="0"/>
              </a:rPr>
              <a:t>input()</a:t>
            </a:r>
            <a:br>
              <a:rPr lang="es-ES" noProof="0"/>
            </a:br>
            <a:r>
              <a:rPr lang="es-ES" noProof="0"/>
              <a:t>Provee información a la máquina (INPUT)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32CBEB3F-5903-17A8-187D-C94CD4E5E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/>
          <a:lstStyle/>
          <a:p>
            <a:pPr algn="ctr"/>
            <a:r>
              <a:rPr lang="es-ES" u="sng">
                <a:latin typeface="+mj-lt"/>
              </a:rPr>
              <a:t>Input</a:t>
            </a:r>
            <a:endParaRPr lang="en-US" u="sng">
              <a:latin typeface="+mj-lt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EA6A1848-F864-469E-F6C1-8BEDA5D20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10512424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nombre = </a:t>
            </a:r>
            <a:r>
              <a:rPr lang="es-ES">
                <a:solidFill>
                  <a:schemeClr val="accent2"/>
                </a:solidFill>
                <a:latin typeface="Consolas" panose="020B0609020204030204" pitchFamily="49" charset="0"/>
              </a:rPr>
              <a:t>input</a:t>
            </a:r>
            <a:r>
              <a:rPr lang="es-ES">
                <a:latin typeface="Consolas" panose="020B0609020204030204" pitchFamily="49" charset="0"/>
              </a:rPr>
              <a:t>(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"Introduzca su nombre: "</a:t>
            </a:r>
            <a:r>
              <a:rPr lang="es-ES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>
                <a:latin typeface="Consolas" panose="020B0609020204030204" pitchFamily="49" charset="0"/>
              </a:rPr>
              <a:t>(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"Hola,"</a:t>
            </a:r>
            <a:r>
              <a:rPr lang="es-ES">
                <a:latin typeface="Consolas" panose="020B0609020204030204" pitchFamily="49" charset="0"/>
              </a:rPr>
              <a:t>, nombre)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C215CC1-ED0B-3BFC-3A5D-C82F001B3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9788" y="3671778"/>
            <a:ext cx="10515599" cy="431799"/>
          </a:xfrm>
        </p:spPr>
        <p:txBody>
          <a:bodyPr/>
          <a:lstStyle/>
          <a:p>
            <a:pPr algn="ctr"/>
            <a:r>
              <a:rPr lang="es-ES" u="sng">
                <a:latin typeface="+mj-lt"/>
              </a:rPr>
              <a:t>Output</a:t>
            </a:r>
            <a:endParaRPr lang="en-US" u="sng">
              <a:latin typeface="+mj-lt"/>
            </a:endParaRP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8BA1136B-19A3-DB4C-D310-D31B724BB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9788" y="4120490"/>
            <a:ext cx="10515600" cy="1393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Introduzca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 err="1">
                <a:latin typeface="Consolas" panose="020B0609020204030204" pitchFamily="49" charset="0"/>
              </a:rPr>
              <a:t>su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 err="1">
                <a:latin typeface="Consolas" panose="020B0609020204030204" pitchFamily="49" charset="0"/>
              </a:rPr>
              <a:t>nombre</a:t>
            </a:r>
            <a:r>
              <a:rPr lang="en-US">
                <a:latin typeface="Consolas" panose="020B0609020204030204" pitchFamily="49" charset="0"/>
              </a:rPr>
              <a:t>: Elvio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Hola, Elvio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6219B-0F71-56C8-A7AD-EE12915BD223}"/>
              </a:ext>
            </a:extLst>
          </p:cNvPr>
          <p:cNvSpPr txBox="1"/>
          <p:nvPr/>
        </p:nvSpPr>
        <p:spPr>
          <a:xfrm>
            <a:off x="2970801" y="5651792"/>
            <a:ext cx="6250430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>
                <a:solidFill>
                  <a:srgbClr val="C00000"/>
                </a:solidFill>
                <a:latin typeface="Consolas" panose="020B0609020204030204" pitchFamily="49" charset="0"/>
              </a:rPr>
              <a:t>NOMBRE_VAR</a:t>
            </a:r>
            <a:r>
              <a:rPr lang="es-ES" sz="2000">
                <a:latin typeface="Consolas" panose="020B0609020204030204" pitchFamily="49" charset="0"/>
              </a:rPr>
              <a:t> = </a:t>
            </a:r>
            <a:r>
              <a:rPr lang="es-ES" sz="2000" noProof="0">
                <a:solidFill>
                  <a:schemeClr val="accent2"/>
                </a:solidFill>
                <a:latin typeface="Consolas" panose="020B0609020204030204" pitchFamily="49" charset="0"/>
              </a:rPr>
              <a:t>input</a:t>
            </a:r>
            <a:r>
              <a:rPr lang="es-ES" sz="2000" noProof="0">
                <a:latin typeface="Consolas" panose="020B0609020204030204" pitchFamily="49" charset="0"/>
              </a:rPr>
              <a:t>(</a:t>
            </a:r>
            <a:r>
              <a:rPr lang="es-ES" sz="2000" noProof="0">
                <a:solidFill>
                  <a:schemeClr val="accent4"/>
                </a:solidFill>
                <a:latin typeface="Consolas" panose="020B0609020204030204" pitchFamily="49" charset="0"/>
              </a:rPr>
              <a:t>MENSAJE_CON_SIGNIFICADO</a:t>
            </a:r>
            <a:r>
              <a:rPr lang="es-ES" sz="2000" noProof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7E693-8B62-91D2-34A4-B97E146D9370}"/>
              </a:ext>
            </a:extLst>
          </p:cNvPr>
          <p:cNvSpPr txBox="1"/>
          <p:nvPr/>
        </p:nvSpPr>
        <p:spPr>
          <a:xfrm>
            <a:off x="4890638" y="6068913"/>
            <a:ext cx="24107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/>
              <a:t>siempre</a:t>
            </a:r>
            <a:r>
              <a:rPr lang="en-US" sz="1600" i="1"/>
              <a:t> </a:t>
            </a:r>
            <a:r>
              <a:rPr lang="en-US" sz="1600" i="1" err="1"/>
              <a:t>devuelve</a:t>
            </a:r>
            <a:r>
              <a:rPr lang="en-US" sz="1600" i="1"/>
              <a:t> un </a:t>
            </a:r>
            <a:r>
              <a:rPr lang="en-US" sz="1600" i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</a:p>
        </p:txBody>
      </p:sp>
    </p:spTree>
    <p:extLst>
      <p:ext uri="{BB962C8B-B14F-4D97-AF65-F5344CB8AC3E}">
        <p14:creationId xmlns:p14="http://schemas.microsoft.com/office/powerpoint/2010/main" val="229044069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616766-A96B-E836-BA95-8D895E376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070810"/>
            <a:ext cx="11201400" cy="47163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36780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01992-9273-774A-E8A5-BD3720567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64C7-DC9A-B9C5-C146-F92DCC837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/>
              <a:t>Parte VI </a:t>
            </a:r>
            <a:br>
              <a:rPr lang="es-ES"/>
            </a:br>
            <a:br>
              <a:rPr lang="es-ES"/>
            </a:br>
            <a:r>
              <a:rPr lang="es-ES"/>
              <a:t>Iteración (programas no lineales)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466F4-F1C2-0499-C2AC-AE527653D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err="1">
                <a:latin typeface="Consolas" panose="020B0609020204030204" pitchFamily="49" charset="0"/>
              </a:rPr>
              <a:t>while</a:t>
            </a:r>
            <a:r>
              <a:rPr lang="es-ES">
                <a:latin typeface="Consolas" panose="020B0609020204030204" pitchFamily="49" charset="0"/>
              </a:rPr>
              <a:t> &amp; </a:t>
            </a:r>
            <a:r>
              <a:rPr lang="es-ES" err="1">
                <a:latin typeface="Consolas" panose="020B0609020204030204" pitchFamily="49" charset="0"/>
              </a:rPr>
              <a:t>for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 err="1">
                <a:latin typeface="Consolas" panose="020B0609020204030204" pitchFamily="49" charset="0"/>
              </a:rPr>
              <a:t>loops</a:t>
            </a:r>
            <a:endParaRPr lang="es-E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990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4C628C-99F2-5DBC-ED90-05648891D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P</a:t>
            </a:r>
            <a:r>
              <a:rPr lang="es-ES" noProof="0" err="1"/>
              <a:t>rogramas</a:t>
            </a:r>
            <a:r>
              <a:rPr lang="es-ES" noProof="0"/>
              <a:t> lineales: poca flexibilidad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C1748D-8719-0DE7-804B-10A093CCFB2A}"/>
              </a:ext>
            </a:extLst>
          </p:cNvPr>
          <p:cNvGrpSpPr/>
          <p:nvPr/>
        </p:nvGrpSpPr>
        <p:grpSpPr>
          <a:xfrm>
            <a:off x="4301413" y="1838131"/>
            <a:ext cx="3589175" cy="3937518"/>
            <a:chOff x="4301413" y="1838131"/>
            <a:chExt cx="3589175" cy="393751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4137B76-2201-A6DD-C483-D0FE9B0725E4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F443766-F917-C31B-A660-BAB8F5959CD0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63A141EC-11DA-7F49-E5D2-77C3AAAB235A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TEST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E3E0105-5B8C-A2E0-96A2-3AC6BDB181A9}"/>
                </a:ext>
              </a:extLst>
            </p:cNvPr>
            <p:cNvCxnSpPr>
              <a:cxnSpLocks/>
            </p:cNvCxnSpPr>
            <p:nvPr/>
          </p:nvCxnSpPr>
          <p:spPr>
            <a:xfrm>
              <a:off x="6865776" y="3335696"/>
              <a:ext cx="580053" cy="5318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1564FDF-93EB-3A4A-FF37-C3C61719AD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6172" y="3331030"/>
              <a:ext cx="580053" cy="5318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2F95CB-D38E-CBAF-1C89-C7EA7A196BEF}"/>
                </a:ext>
              </a:extLst>
            </p:cNvPr>
            <p:cNvSpPr/>
            <p:nvPr/>
          </p:nvSpPr>
          <p:spPr>
            <a:xfrm>
              <a:off x="4301413" y="3862874"/>
              <a:ext cx="88951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Bloque </a:t>
              </a:r>
              <a:r>
                <a:rPr lang="es-ES" b="1" noProof="0"/>
                <a:t>True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6C5D79-B800-D5D8-0A65-A7BDC222F322}"/>
                </a:ext>
              </a:extLst>
            </p:cNvPr>
            <p:cNvSpPr/>
            <p:nvPr/>
          </p:nvSpPr>
          <p:spPr>
            <a:xfrm>
              <a:off x="7001070" y="3862874"/>
              <a:ext cx="889518" cy="70912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Bloque </a:t>
              </a:r>
              <a:r>
                <a:rPr lang="es-ES" b="1" noProof="0"/>
                <a:t>False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3ABE9F-EC00-B7F0-34DD-9E661391BBE4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EE4605D-1746-F410-055C-2D4E7D63B703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4746172" y="4572000"/>
              <a:ext cx="1349829" cy="513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68F58AD-A14B-80F6-5436-C13AE1D64AF1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flipH="1">
              <a:off x="6096001" y="4572000"/>
              <a:ext cx="1349828" cy="513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5F5F57-7311-32C7-0E8C-293B4BB6C7AA}"/>
              </a:ext>
            </a:extLst>
          </p:cNvPr>
          <p:cNvCxnSpPr/>
          <p:nvPr/>
        </p:nvCxnSpPr>
        <p:spPr>
          <a:xfrm>
            <a:off x="8448675" y="1838131"/>
            <a:ext cx="0" cy="401021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E2CCC6-E026-EBFB-1496-5B6EF4276211}"/>
              </a:ext>
            </a:extLst>
          </p:cNvPr>
          <p:cNvSpPr txBox="1"/>
          <p:nvPr/>
        </p:nvSpPr>
        <p:spPr>
          <a:xfrm>
            <a:off x="8540620" y="3094672"/>
            <a:ext cx="22607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i="1" noProof="0">
                <a:solidFill>
                  <a:srgbClr val="C00000"/>
                </a:solidFill>
              </a:rPr>
              <a:t>Solo se puede pasar una vez por el código</a:t>
            </a:r>
          </a:p>
          <a:p>
            <a:pPr algn="ctr"/>
            <a:endParaRPr lang="es-ES" i="1" noProof="0">
              <a:solidFill>
                <a:srgbClr val="C00000"/>
              </a:solidFill>
            </a:endParaRPr>
          </a:p>
          <a:p>
            <a:pPr algn="ctr"/>
            <a:r>
              <a:rPr lang="es-ES" i="1" noProof="0">
                <a:solidFill>
                  <a:srgbClr val="C00000"/>
                </a:solidFill>
              </a:rPr>
              <a:t>(útil, pero poco potente)</a:t>
            </a:r>
          </a:p>
        </p:txBody>
      </p:sp>
    </p:spTree>
    <p:extLst>
      <p:ext uri="{BB962C8B-B14F-4D97-AF65-F5344CB8AC3E}">
        <p14:creationId xmlns:p14="http://schemas.microsoft.com/office/powerpoint/2010/main" val="1626336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647C3-1C67-DF26-D1C1-831DB38D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11872B-44B6-C111-FD52-C6F31EE33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EJEMPLO </a:t>
            </a:r>
            <a:endParaRPr lang="es-ES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25328D-DB3B-0D75-3F1D-CFC8F21ED24E}"/>
              </a:ext>
            </a:extLst>
          </p:cNvPr>
          <p:cNvSpPr/>
          <p:nvPr/>
        </p:nvSpPr>
        <p:spPr>
          <a:xfrm>
            <a:off x="660917" y="1259801"/>
            <a:ext cx="1781938" cy="1126561"/>
          </a:xfrm>
          <a:prstGeom prst="rect">
            <a:avLst/>
          </a:prstGeom>
          <a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7011BE-6704-C689-0DD0-56C068DCC5DD}"/>
              </a:ext>
            </a:extLst>
          </p:cNvPr>
          <p:cNvSpPr/>
          <p:nvPr/>
        </p:nvSpPr>
        <p:spPr>
          <a:xfrm>
            <a:off x="820420" y="1353107"/>
            <a:ext cx="1781938" cy="1126561"/>
          </a:xfrm>
          <a:prstGeom prst="rect">
            <a:avLst/>
          </a:prstGeom>
          <a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7007E0-AD41-86F9-CF61-939C4A86607A}"/>
              </a:ext>
            </a:extLst>
          </p:cNvPr>
          <p:cNvSpPr/>
          <p:nvPr/>
        </p:nvSpPr>
        <p:spPr>
          <a:xfrm>
            <a:off x="979922" y="1446413"/>
            <a:ext cx="1781938" cy="1126561"/>
          </a:xfrm>
          <a:prstGeom prst="rect">
            <a:avLst/>
          </a:prstGeom>
          <a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foto_3.tif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A76274-13D0-7B85-8DE0-6C3FD28BFE25}"/>
              </a:ext>
            </a:extLst>
          </p:cNvPr>
          <p:cNvSpPr txBox="1"/>
          <p:nvPr/>
        </p:nvSpPr>
        <p:spPr>
          <a:xfrm>
            <a:off x="984267" y="2678670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Consolas" panose="020B0609020204030204" pitchFamily="49" charset="0"/>
              </a:rPr>
              <a:t>becario_1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D46D9B-8375-57B4-A454-254F219D9C78}"/>
              </a:ext>
            </a:extLst>
          </p:cNvPr>
          <p:cNvSpPr txBox="1"/>
          <p:nvPr/>
        </p:nvSpPr>
        <p:spPr>
          <a:xfrm>
            <a:off x="2994641" y="2096078"/>
            <a:ext cx="323470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Consolas" panose="020B0609020204030204" pitchFamily="49" charset="0"/>
              </a:rPr>
              <a:t>foto_1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 = foto_1[0:-4]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foto_2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"foto_2.tif"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largo_foto_2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(foto_2)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tipo_foto_2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(foto_2)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nombre_foto_2 = foto_2[0:-4]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foto_3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"foto_3.tif"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largo_foto_3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(foto_3)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tipo_foto_3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(foto_3)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nombre_foto_3 = foto_3[0:-4]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EF8B25-0742-E328-DD4B-0FA698426A55}"/>
              </a:ext>
            </a:extLst>
          </p:cNvPr>
          <p:cNvSpPr txBox="1"/>
          <p:nvPr/>
        </p:nvSpPr>
        <p:spPr>
          <a:xfrm>
            <a:off x="9724096" y="2637532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Consolas" panose="020B0609020204030204" pitchFamily="49" charset="0"/>
              </a:rPr>
              <a:t>becario_2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6662ED8-0E97-D8EC-7CAC-4D84F5940105}"/>
              </a:ext>
            </a:extLst>
          </p:cNvPr>
          <p:cNvGrpSpPr/>
          <p:nvPr/>
        </p:nvGrpSpPr>
        <p:grpSpPr>
          <a:xfrm>
            <a:off x="6922699" y="-1838103"/>
            <a:ext cx="4612013" cy="4411077"/>
            <a:chOff x="7297917" y="-1838103"/>
            <a:chExt cx="4612013" cy="4411077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3B06A0A-64B5-EB33-864A-ECC20D9519A6}"/>
                </a:ext>
              </a:extLst>
            </p:cNvPr>
            <p:cNvSpPr/>
            <p:nvPr/>
          </p:nvSpPr>
          <p:spPr>
            <a:xfrm>
              <a:off x="7297917" y="-1838103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023631D-835F-3F57-5AEA-0F5D3D3B77B7}"/>
                </a:ext>
              </a:extLst>
            </p:cNvPr>
            <p:cNvSpPr/>
            <p:nvPr/>
          </p:nvSpPr>
          <p:spPr>
            <a:xfrm>
              <a:off x="7446868" y="-1665234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0804BFE-7DCF-AD5B-F6CE-083425859BDD}"/>
                </a:ext>
              </a:extLst>
            </p:cNvPr>
            <p:cNvSpPr/>
            <p:nvPr/>
          </p:nvSpPr>
          <p:spPr>
            <a:xfrm>
              <a:off x="7595819" y="-1492365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5C647BB-EC05-FC0F-EF1D-B41E4623E541}"/>
                </a:ext>
              </a:extLst>
            </p:cNvPr>
            <p:cNvSpPr/>
            <p:nvPr/>
          </p:nvSpPr>
          <p:spPr>
            <a:xfrm>
              <a:off x="7744770" y="-1319496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845A941-33EF-373F-3AD9-461943E354AC}"/>
                </a:ext>
              </a:extLst>
            </p:cNvPr>
            <p:cNvSpPr/>
            <p:nvPr/>
          </p:nvSpPr>
          <p:spPr>
            <a:xfrm>
              <a:off x="7893721" y="-1146627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358EE57-2B4E-BD4B-5D1B-53BAC331E377}"/>
                </a:ext>
              </a:extLst>
            </p:cNvPr>
            <p:cNvSpPr/>
            <p:nvPr/>
          </p:nvSpPr>
          <p:spPr>
            <a:xfrm>
              <a:off x="8042672" y="-973758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CB812E6-65F7-EEA7-7669-CD54AD871DFB}"/>
                </a:ext>
              </a:extLst>
            </p:cNvPr>
            <p:cNvSpPr/>
            <p:nvPr/>
          </p:nvSpPr>
          <p:spPr>
            <a:xfrm>
              <a:off x="8191623" y="-800889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52ED552-205F-27F6-4F1C-B3F572BC2268}"/>
                </a:ext>
              </a:extLst>
            </p:cNvPr>
            <p:cNvSpPr/>
            <p:nvPr/>
          </p:nvSpPr>
          <p:spPr>
            <a:xfrm>
              <a:off x="8340574" y="-628020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CB8CC8C-0A62-08E7-5274-31D017483B33}"/>
                </a:ext>
              </a:extLst>
            </p:cNvPr>
            <p:cNvSpPr/>
            <p:nvPr/>
          </p:nvSpPr>
          <p:spPr>
            <a:xfrm>
              <a:off x="8489525" y="-455151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FB1EE6F-B371-120E-C594-5D0E51810B70}"/>
                </a:ext>
              </a:extLst>
            </p:cNvPr>
            <p:cNvSpPr/>
            <p:nvPr/>
          </p:nvSpPr>
          <p:spPr>
            <a:xfrm>
              <a:off x="8638476" y="-282282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4B7A96C-9ABC-65CD-BF94-97300432D766}"/>
                </a:ext>
              </a:extLst>
            </p:cNvPr>
            <p:cNvSpPr/>
            <p:nvPr/>
          </p:nvSpPr>
          <p:spPr>
            <a:xfrm>
              <a:off x="8787427" y="-109413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DA57C79-8708-25EB-4EFD-9E577669C7DC}"/>
                </a:ext>
              </a:extLst>
            </p:cNvPr>
            <p:cNvSpPr/>
            <p:nvPr/>
          </p:nvSpPr>
          <p:spPr>
            <a:xfrm>
              <a:off x="8936378" y="63456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C44E53D-D7D3-2420-2CFC-F239211B6970}"/>
                </a:ext>
              </a:extLst>
            </p:cNvPr>
            <p:cNvSpPr/>
            <p:nvPr/>
          </p:nvSpPr>
          <p:spPr>
            <a:xfrm>
              <a:off x="9085329" y="236325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FF33B8D-470A-CC32-4C65-326C50CD6F95}"/>
                </a:ext>
              </a:extLst>
            </p:cNvPr>
            <p:cNvSpPr/>
            <p:nvPr/>
          </p:nvSpPr>
          <p:spPr>
            <a:xfrm>
              <a:off x="9234280" y="409194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8F65473-6DE7-868A-1E08-9F2092F7A368}"/>
                </a:ext>
              </a:extLst>
            </p:cNvPr>
            <p:cNvSpPr/>
            <p:nvPr/>
          </p:nvSpPr>
          <p:spPr>
            <a:xfrm>
              <a:off x="9383231" y="582063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9D96E62-428B-67A1-056E-B3B356EDF489}"/>
                </a:ext>
              </a:extLst>
            </p:cNvPr>
            <p:cNvSpPr/>
            <p:nvPr/>
          </p:nvSpPr>
          <p:spPr>
            <a:xfrm>
              <a:off x="9532182" y="754932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9B24913-6CDC-3034-1356-498E0B17DBE3}"/>
                </a:ext>
              </a:extLst>
            </p:cNvPr>
            <p:cNvSpPr/>
            <p:nvPr/>
          </p:nvSpPr>
          <p:spPr>
            <a:xfrm>
              <a:off x="9681133" y="927801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299238D-3DE8-3EE4-EADD-31A3FF68B631}"/>
                </a:ext>
              </a:extLst>
            </p:cNvPr>
            <p:cNvSpPr/>
            <p:nvPr/>
          </p:nvSpPr>
          <p:spPr>
            <a:xfrm>
              <a:off x="9830084" y="1100670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460FD3D-F51D-CF85-262F-F2E75C0B5134}"/>
                </a:ext>
              </a:extLst>
            </p:cNvPr>
            <p:cNvSpPr/>
            <p:nvPr/>
          </p:nvSpPr>
          <p:spPr>
            <a:xfrm>
              <a:off x="9979035" y="1273539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AAE49CB-9B73-8A2B-C534-B13B2379B047}"/>
                </a:ext>
              </a:extLst>
            </p:cNvPr>
            <p:cNvSpPr/>
            <p:nvPr/>
          </p:nvSpPr>
          <p:spPr>
            <a:xfrm>
              <a:off x="10127992" y="1446413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foto_2053.tif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EDD60EC-1F9B-BFA3-CD46-9FE169586F0E}"/>
              </a:ext>
            </a:extLst>
          </p:cNvPr>
          <p:cNvSpPr txBox="1"/>
          <p:nvPr/>
        </p:nvSpPr>
        <p:spPr>
          <a:xfrm>
            <a:off x="6328551" y="-15406930"/>
            <a:ext cx="3458889" cy="2206758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400">
                <a:latin typeface="Consolas" panose="020B0609020204030204" pitchFamily="49" charset="0"/>
              </a:rPr>
              <a:t>foto_1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 = foto_1[0:-4]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foto_2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"foto_2.tif"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largo_foto_2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(foto_2)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tipo_foto_2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(foto_2)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nombre_foto_2 = foto_2[0:-4]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foto_3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"foto_3.tif"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largo_foto_3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(foto_3)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tipo_foto_3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(foto_3)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nombre_foto3 = foto_3[0:-4]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foto_4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"foto_4.tif"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largo_foto_4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(foto_4)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tipo_foto_4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(foto_4)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nombre_foto_4 = foto_4[0:-4]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foto_5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"foto_5.tif"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largo_foto_5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(foto_5)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tipo_foto_5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(foto_5)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nombre_foto_5 = foto_5[0:-4]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foto_6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"foto_6.tif"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largo_foto_6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(foto_6)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tipo_foto_6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(foto_6)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nombre_foto_6 = foto_6[0:-4]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foto_7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"foto_7.tif"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largo_foto_7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(foto_7)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tipo_foto_7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(foto_7)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nombre_foto_7 = foto_7[0:-4]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foto_8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"foto_8.tif"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largo_foto_8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(foto_8)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tipo_foto_8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(foto_8)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nombre_foto_8 = foto_8[0:-4]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foto_9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"foto_9.tif"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largo_foto_9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(foto_9)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tipo_foto_9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(foto_9)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nombre_foto_9 = foto_9[0:-4]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foto_10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"foto_10.tif"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largo_foto_10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(foto_10)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tipo_foto_10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(foto_10)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nombre_foto_10 = foto_10[0:-4]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foto_11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"foto_11.tif"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largo_foto_11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(foto_11)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tipo_foto_11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(foto_11)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nombre_foto_11 = foto_11[0:-4]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foto_12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"foto_12.tif"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largo_foto_12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(foto_12)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tipo_foto_12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(foto_12)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nombre_foto_12 = foto_12[0:-4]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foto_13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"foto_13.tif"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largo_foto_13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(foto_13)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tipo_foto_13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(foto_13)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nombre_foto_13 = foto_13[0:-4]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foto_14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"foto_14.tif"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largo_foto_14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(foto_14)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tipo_foto_14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(foto_14)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nombre_foto_14 = foto_14[0:-4]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foto_15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"foto_15.tif"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largo_foto_15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(foto_15)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tipo_foto_15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(foto_15)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nombre_foto_15 = foto_15[0:-4]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foto_16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"foto_16.tif"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largo_foto_16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(foto_16)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tipo_foto_16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(foto_16)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nombre_foto_16 = foto_16[0:-4]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foto_17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"foto_17.tif"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largo_foto_17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(foto_17)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tipo_foto_17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(foto_17)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nombre_foto_17 = foto_17[0:-4]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foto_18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"foto_18.tif"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largo_foto_18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(foto_18)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tipo_foto_18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(foto_18)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nombre_foto_18 = foto_18[0:-4]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foto_19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"foto_19.tif"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largo_foto_19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(foto_19)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tipo_foto_19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(foto_19)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nombre_foto_19 = foto_19[0:-4]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foto_20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"foto_20.tif"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largo_foto_20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(foto_20)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tipo_foto_20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(foto_20)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nombre_foto_20 = foto_20[0:-4]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987221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8" grpId="0"/>
      <p:bldP spid="57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C5900-E5F6-E38E-5C61-43FD6165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6339D1-AFE9-B76A-1FD2-8E878260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Los bucles permiten reutilizar el código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9831740-F1B1-B066-DCEE-AD01D7BEDE2C}"/>
              </a:ext>
            </a:extLst>
          </p:cNvPr>
          <p:cNvGrpSpPr/>
          <p:nvPr/>
        </p:nvGrpSpPr>
        <p:grpSpPr>
          <a:xfrm>
            <a:off x="4384418" y="1894116"/>
            <a:ext cx="3208664" cy="3937518"/>
            <a:chOff x="4384418" y="1838131"/>
            <a:chExt cx="3208664" cy="393751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E469CA7-FCBC-D284-980F-43C3911EE41C}"/>
                </a:ext>
              </a:extLst>
            </p:cNvPr>
            <p:cNvGrpSpPr/>
            <p:nvPr/>
          </p:nvGrpSpPr>
          <p:grpSpPr>
            <a:xfrm>
              <a:off x="6540759" y="3331030"/>
              <a:ext cx="681135" cy="2099386"/>
              <a:chOff x="6540759" y="3331030"/>
              <a:chExt cx="681135" cy="2099386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262C2F0-7F15-B0C9-3771-C53ADA54D110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>
                <a:off x="6865776" y="3331030"/>
                <a:ext cx="35611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B69692C-8048-DB72-A9F9-44A315B26E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1894" y="3331030"/>
                <a:ext cx="0" cy="20993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0603DEB-4286-B15E-AD65-36CD79D566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0759" y="5430416"/>
                <a:ext cx="68113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CBDC73C-73AE-CBA1-4571-40F02F27E506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E3883C9-255B-68F4-2F0D-D890A207E49D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72A6AAC9-83B0-2C6A-D874-9DD04F456196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TEST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1D0E43-E56D-AAED-9A45-AE0DBDF5DD65}"/>
                </a:ext>
              </a:extLst>
            </p:cNvPr>
            <p:cNvSpPr/>
            <p:nvPr/>
          </p:nvSpPr>
          <p:spPr>
            <a:xfrm>
              <a:off x="5400677" y="3956180"/>
              <a:ext cx="139064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Cuerpo del</a:t>
              </a:r>
            </a:p>
            <a:p>
              <a:pPr algn="ctr"/>
              <a:r>
                <a:rPr lang="es-ES" noProof="0"/>
                <a:t>bucle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FBFDBF5-38CF-A5FE-E071-0A0712118B6A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89271504-6969-3653-5294-2124F78DE553}"/>
                </a:ext>
              </a:extLst>
            </p:cNvPr>
            <p:cNvSpPr/>
            <p:nvPr/>
          </p:nvSpPr>
          <p:spPr>
            <a:xfrm flipH="1">
              <a:off x="4384418" y="2769345"/>
              <a:ext cx="2156341" cy="1553061"/>
            </a:xfrm>
            <a:prstGeom prst="arc">
              <a:avLst>
                <a:gd name="adj1" fmla="val 13469663"/>
                <a:gd name="adj2" fmla="val 516650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noProof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F54FEDD-1EAC-A551-D26A-F5C225D6289B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>
              <a:off x="6096001" y="3564296"/>
              <a:ext cx="0" cy="3918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6369BA-FB26-8BDF-7B14-7B01373C2D44}"/>
                </a:ext>
              </a:extLst>
            </p:cNvPr>
            <p:cNvSpPr txBox="1"/>
            <p:nvPr/>
          </p:nvSpPr>
          <p:spPr>
            <a:xfrm>
              <a:off x="4384418" y="3361209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noProof="0"/>
                <a:t>Bucle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A27BC1-F7E1-BE3A-44EC-905BAB52EA76}"/>
                </a:ext>
              </a:extLst>
            </p:cNvPr>
            <p:cNvSpPr txBox="1"/>
            <p:nvPr/>
          </p:nvSpPr>
          <p:spPr>
            <a:xfrm>
              <a:off x="6054496" y="3536302"/>
              <a:ext cx="63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True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AC7981-FCC5-9410-C5F9-09134C4A5395}"/>
                </a:ext>
              </a:extLst>
            </p:cNvPr>
            <p:cNvSpPr txBox="1"/>
            <p:nvPr/>
          </p:nvSpPr>
          <p:spPr>
            <a:xfrm>
              <a:off x="6846531" y="2991877"/>
              <a:ext cx="7465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False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2537BA8-8062-5AA8-E2EE-2F21DFD53714}"/>
              </a:ext>
            </a:extLst>
          </p:cNvPr>
          <p:cNvSpPr txBox="1"/>
          <p:nvPr/>
        </p:nvSpPr>
        <p:spPr>
          <a:xfrm>
            <a:off x="1163791" y="4721291"/>
            <a:ext cx="298833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err="1">
                <a:latin typeface="Consolas" panose="020B0609020204030204" pitchFamily="49" charset="0"/>
              </a:rPr>
              <a:t>foto_i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US" sz="1400" err="1">
                <a:solidFill>
                  <a:schemeClr val="accent6"/>
                </a:solidFill>
                <a:latin typeface="Consolas" panose="020B0609020204030204" pitchFamily="49" charset="0"/>
              </a:rPr>
              <a:t>foto_i.tif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 err="1">
                <a:latin typeface="Consolas" panose="020B0609020204030204" pitchFamily="49" charset="0"/>
              </a:rPr>
              <a:t>largo_foto_i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 err="1">
                <a:latin typeface="Consolas" panose="020B0609020204030204" pitchFamily="49" charset="0"/>
              </a:rPr>
              <a:t>foto_i</a:t>
            </a:r>
            <a:r>
              <a:rPr lang="en-US" sz="1400">
                <a:latin typeface="Consolas" panose="020B0609020204030204" pitchFamily="49" charset="0"/>
              </a:rPr>
              <a:t>)</a:t>
            </a:r>
          </a:p>
          <a:p>
            <a:r>
              <a:rPr lang="en-US" sz="1400" err="1">
                <a:latin typeface="Consolas" panose="020B0609020204030204" pitchFamily="49" charset="0"/>
              </a:rPr>
              <a:t>tipo_foto_i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 err="1">
                <a:latin typeface="Consolas" panose="020B0609020204030204" pitchFamily="49" charset="0"/>
              </a:rPr>
              <a:t>foto_i</a:t>
            </a:r>
            <a:r>
              <a:rPr lang="en-US" sz="1400">
                <a:latin typeface="Consolas" panose="020B0609020204030204" pitchFamily="49" charset="0"/>
              </a:rPr>
              <a:t>)</a:t>
            </a:r>
          </a:p>
          <a:p>
            <a:r>
              <a:rPr lang="en-US" sz="1400" err="1">
                <a:latin typeface="Consolas" panose="020B0609020204030204" pitchFamily="49" charset="0"/>
              </a:rPr>
              <a:t>nombre_foto_i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foto_i</a:t>
            </a:r>
            <a:r>
              <a:rPr lang="en-US" sz="1400">
                <a:latin typeface="Consolas" panose="020B0609020204030204" pitchFamily="49" charset="0"/>
              </a:rPr>
              <a:t>[0:-4]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97A6035-F9B7-FA3A-06C8-5828734556A8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4152122" y="4721291"/>
            <a:ext cx="1127933" cy="477054"/>
          </a:xfrm>
          <a:prstGeom prst="straightConnector1">
            <a:avLst/>
          </a:prstGeom>
          <a:ln>
            <a:solidFill>
              <a:srgbClr val="719E3C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085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E1B9-5040-2689-F503-5F6B37F7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91249B-F392-9589-86F9-C5E4312B0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Dos tipos de bucles</a:t>
            </a:r>
            <a:endParaRPr lang="es-E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787EBC-EB59-8C33-8E95-F7E7FA516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>
                <a:solidFill>
                  <a:srgbClr val="7030A0"/>
                </a:solidFill>
              </a:rPr>
              <a:t>while</a:t>
            </a:r>
            <a:r>
              <a:rPr lang="en-US"/>
              <a:t> loops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D65920-857E-8C64-C13B-8FC1A1037B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Cuando el </a:t>
            </a:r>
            <a:r>
              <a:rPr lang="en-US" err="1"/>
              <a:t>número</a:t>
            </a:r>
            <a:r>
              <a:rPr lang="en-US"/>
              <a:t> de </a:t>
            </a:r>
            <a:r>
              <a:rPr lang="en-US" err="1"/>
              <a:t>veces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necesita</a:t>
            </a:r>
            <a:r>
              <a:rPr lang="en-US"/>
              <a:t> </a:t>
            </a:r>
            <a:r>
              <a:rPr lang="en-US" err="1"/>
              <a:t>repetir</a:t>
            </a:r>
            <a:r>
              <a:rPr lang="en-US"/>
              <a:t> el </a:t>
            </a:r>
            <a:r>
              <a:rPr lang="en-US" err="1"/>
              <a:t>código</a:t>
            </a:r>
            <a:r>
              <a:rPr lang="en-US"/>
              <a:t> es </a:t>
            </a:r>
            <a:r>
              <a:rPr lang="en-US" b="1" err="1"/>
              <a:t>indeterminado</a:t>
            </a:r>
            <a:endParaRPr lang="en-US" b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CB58CC8-A1FC-5A7D-2EE6-255E4AAE5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n-US">
                <a:solidFill>
                  <a:srgbClr val="7030A0"/>
                </a:solidFill>
              </a:rPr>
              <a:t>for</a:t>
            </a:r>
            <a:r>
              <a:rPr lang="en-US"/>
              <a:t> loops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5D7CAE-CEC5-C579-5583-398A12CC7F3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Cuando el </a:t>
            </a:r>
            <a:r>
              <a:rPr lang="en-US" err="1"/>
              <a:t>número</a:t>
            </a:r>
            <a:r>
              <a:rPr lang="en-US"/>
              <a:t> de </a:t>
            </a:r>
            <a:r>
              <a:rPr lang="en-US" err="1"/>
              <a:t>veces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necesita</a:t>
            </a:r>
            <a:r>
              <a:rPr lang="en-US"/>
              <a:t> </a:t>
            </a:r>
            <a:r>
              <a:rPr lang="en-US" err="1"/>
              <a:t>repetir</a:t>
            </a:r>
            <a:r>
              <a:rPr lang="en-US"/>
              <a:t> el </a:t>
            </a:r>
            <a:r>
              <a:rPr lang="en-US" err="1"/>
              <a:t>código</a:t>
            </a:r>
            <a:r>
              <a:rPr lang="en-US"/>
              <a:t> es </a:t>
            </a:r>
            <a:r>
              <a:rPr lang="en-US" b="1" err="1"/>
              <a:t>conocido</a:t>
            </a:r>
            <a:endParaRPr lang="en-US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428F8F-9FE7-23E8-14EF-78FAC82D216D}"/>
              </a:ext>
            </a:extLst>
          </p:cNvPr>
          <p:cNvSpPr/>
          <p:nvPr/>
        </p:nvSpPr>
        <p:spPr>
          <a:xfrm>
            <a:off x="8867402" y="4613556"/>
            <a:ext cx="1781938" cy="1126561"/>
          </a:xfrm>
          <a:prstGeom prst="rect">
            <a:avLst/>
          </a:prstGeom>
          <a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foto_</a:t>
            </a:r>
            <a:r>
              <a:rPr lang="en-US" b="1">
                <a:solidFill>
                  <a:schemeClr val="tx1"/>
                </a:solidFill>
              </a:rPr>
              <a:t>2053</a:t>
            </a:r>
            <a:r>
              <a:rPr lang="en-US">
                <a:solidFill>
                  <a:schemeClr val="tx1"/>
                </a:solidFill>
              </a:rPr>
              <a:t>.tif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2DAAEC-A340-39C4-27EA-AC99B3E13C59}"/>
              </a:ext>
            </a:extLst>
          </p:cNvPr>
          <p:cNvSpPr/>
          <p:nvPr/>
        </p:nvSpPr>
        <p:spPr>
          <a:xfrm>
            <a:off x="6730432" y="4613555"/>
            <a:ext cx="1781938" cy="1126561"/>
          </a:xfrm>
          <a:prstGeom prst="rect">
            <a:avLst/>
          </a:prstGeom>
          <a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foto_</a:t>
            </a:r>
            <a:r>
              <a:rPr lang="en-US" b="1">
                <a:solidFill>
                  <a:schemeClr val="tx1"/>
                </a:solidFill>
              </a:rPr>
              <a:t>3</a:t>
            </a:r>
            <a:r>
              <a:rPr lang="en-US">
                <a:solidFill>
                  <a:schemeClr val="tx1"/>
                </a:solidFill>
              </a:rPr>
              <a:t>.tif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251BA4-A3B3-7FCE-B83F-B6E8F1163D21}"/>
              </a:ext>
            </a:extLst>
          </p:cNvPr>
          <p:cNvCxnSpPr/>
          <p:nvPr/>
        </p:nvCxnSpPr>
        <p:spPr>
          <a:xfrm>
            <a:off x="7736115" y="4368801"/>
            <a:ext cx="0" cy="653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0802667-C0FA-8B84-79B4-100B2A06938F}"/>
              </a:ext>
            </a:extLst>
          </p:cNvPr>
          <p:cNvCxnSpPr/>
          <p:nvPr/>
        </p:nvCxnSpPr>
        <p:spPr>
          <a:xfrm>
            <a:off x="9913258" y="4368801"/>
            <a:ext cx="0" cy="653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4097B5-7DE5-38A8-71C1-3792ACF6A98F}"/>
              </a:ext>
            </a:extLst>
          </p:cNvPr>
          <p:cNvSpPr txBox="1"/>
          <p:nvPr/>
        </p:nvSpPr>
        <p:spPr>
          <a:xfrm>
            <a:off x="7305997" y="4021696"/>
            <a:ext cx="860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 </a:t>
            </a:r>
            <a:r>
              <a:rPr lang="en-US" err="1"/>
              <a:t>fotos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EA2722-CD11-3D12-EC20-A7708FC775EC}"/>
              </a:ext>
            </a:extLst>
          </p:cNvPr>
          <p:cNvSpPr txBox="1"/>
          <p:nvPr/>
        </p:nvSpPr>
        <p:spPr>
          <a:xfrm>
            <a:off x="9297993" y="4021696"/>
            <a:ext cx="1230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2053 </a:t>
            </a:r>
            <a:r>
              <a:rPr lang="en-US" err="1"/>
              <a:t>fotos</a:t>
            </a:r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BBDC2C-93B3-7634-A5D1-19072E5FB71C}"/>
              </a:ext>
            </a:extLst>
          </p:cNvPr>
          <p:cNvSpPr/>
          <p:nvPr/>
        </p:nvSpPr>
        <p:spPr>
          <a:xfrm>
            <a:off x="1229518" y="4613555"/>
            <a:ext cx="1781938" cy="1126561"/>
          </a:xfrm>
          <a:prstGeom prst="rect">
            <a:avLst/>
          </a:prstGeom>
          <a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EDA8571-F181-D472-D1F3-64414824D6EE}"/>
              </a:ext>
            </a:extLst>
          </p:cNvPr>
          <p:cNvSpPr/>
          <p:nvPr/>
        </p:nvSpPr>
        <p:spPr>
          <a:xfrm>
            <a:off x="1712686" y="4391027"/>
            <a:ext cx="1785257" cy="413201"/>
          </a:xfrm>
          <a:custGeom>
            <a:avLst/>
            <a:gdLst>
              <a:gd name="csX0" fmla="*/ 0 w 1785257"/>
              <a:gd name="csY0" fmla="*/ 436400 h 436400"/>
              <a:gd name="csX1" fmla="*/ 1059543 w 1785257"/>
              <a:gd name="csY1" fmla="*/ 15485 h 436400"/>
              <a:gd name="csX2" fmla="*/ 1785257 w 1785257"/>
              <a:gd name="csY2" fmla="*/ 131600 h 43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5257" h="436400">
                <a:moveTo>
                  <a:pt x="0" y="436400"/>
                </a:moveTo>
                <a:cubicBezTo>
                  <a:pt x="381000" y="251342"/>
                  <a:pt x="762000" y="66285"/>
                  <a:pt x="1059543" y="15485"/>
                </a:cubicBezTo>
                <a:cubicBezTo>
                  <a:pt x="1357086" y="-35315"/>
                  <a:pt x="1571171" y="48142"/>
                  <a:pt x="1785257" y="13160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6BEC9A-6EF9-FD58-EFD8-CF85B94C2D1A}"/>
              </a:ext>
            </a:extLst>
          </p:cNvPr>
          <p:cNvSpPr txBox="1"/>
          <p:nvPr/>
        </p:nvSpPr>
        <p:spPr>
          <a:xfrm>
            <a:off x="3301733" y="4539787"/>
            <a:ext cx="23401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Nº de </a:t>
            </a:r>
            <a:r>
              <a:rPr lang="en-US" b="1" err="1"/>
              <a:t>elementos</a:t>
            </a:r>
            <a:endParaRPr lang="en-US" b="1"/>
          </a:p>
          <a:p>
            <a:pPr algn="ctr"/>
            <a:r>
              <a:rPr lang="en-US" b="1" err="1"/>
              <a:t>por</a:t>
            </a:r>
            <a:r>
              <a:rPr lang="en-US" b="1"/>
              <a:t> </a:t>
            </a:r>
            <a:r>
              <a:rPr lang="en-US" b="1" err="1"/>
              <a:t>foto</a:t>
            </a:r>
            <a:endParaRPr lang="en-US" b="1"/>
          </a:p>
          <a:p>
            <a:pPr algn="ctr"/>
            <a:r>
              <a:rPr lang="en-US"/>
              <a:t>(</a:t>
            </a:r>
            <a:r>
              <a:rPr lang="en-US" err="1"/>
              <a:t>algunas</a:t>
            </a:r>
            <a:r>
              <a:rPr lang="en-US"/>
              <a:t> </a:t>
            </a:r>
            <a:r>
              <a:rPr lang="en-US" err="1"/>
              <a:t>tienen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y</a:t>
            </a:r>
          </a:p>
          <a:p>
            <a:pPr algn="ctr"/>
            <a:r>
              <a:rPr lang="en-US" err="1"/>
              <a:t>otras</a:t>
            </a:r>
            <a:r>
              <a:rPr lang="en-US"/>
              <a:t> </a:t>
            </a:r>
            <a:r>
              <a:rPr lang="en-US" err="1"/>
              <a:t>tienen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)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989176C-2DF7-4FC2-D03B-2504A26EC1B3}"/>
              </a:ext>
            </a:extLst>
          </p:cNvPr>
          <p:cNvGrpSpPr/>
          <p:nvPr/>
        </p:nvGrpSpPr>
        <p:grpSpPr>
          <a:xfrm>
            <a:off x="13014068" y="1894116"/>
            <a:ext cx="3208664" cy="3937518"/>
            <a:chOff x="4384418" y="1838131"/>
            <a:chExt cx="3208664" cy="3937518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EA366CA-84CF-4603-9A27-A67D9185B5FA}"/>
                </a:ext>
              </a:extLst>
            </p:cNvPr>
            <p:cNvGrpSpPr/>
            <p:nvPr/>
          </p:nvGrpSpPr>
          <p:grpSpPr>
            <a:xfrm>
              <a:off x="6540759" y="3331030"/>
              <a:ext cx="681135" cy="2099386"/>
              <a:chOff x="6540759" y="3331030"/>
              <a:chExt cx="681135" cy="2099386"/>
            </a:xfrm>
          </p:grpSpPr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C3F56782-1208-4D83-9DDF-00471D599CD2}"/>
                  </a:ext>
                </a:extLst>
              </p:cNvPr>
              <p:cNvCxnSpPr>
                <a:cxnSpLocks/>
                <a:stCxn id="78" idx="3"/>
              </p:cNvCxnSpPr>
              <p:nvPr/>
            </p:nvCxnSpPr>
            <p:spPr>
              <a:xfrm>
                <a:off x="6865776" y="3331030"/>
                <a:ext cx="35611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B6D1AC7-F515-729D-E7D2-559C620495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1894" y="3331030"/>
                <a:ext cx="0" cy="20993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0013C683-8C43-8DC7-A79D-F93565731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0759" y="5430416"/>
                <a:ext cx="68113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D84A09C-F096-4DA1-2001-CC59D8398343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32FBF9D-51A5-EA54-B252-66F8DC069950}"/>
                </a:ext>
              </a:extLst>
            </p:cNvPr>
            <p:cNvCxnSpPr>
              <a:cxnSpLocks/>
              <a:stCxn id="76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Diamond 77">
              <a:extLst>
                <a:ext uri="{FF2B5EF4-FFF2-40B4-BE49-F238E27FC236}">
                  <a16:creationId xmlns:a16="http://schemas.microsoft.com/office/drawing/2014/main" id="{BAC1B32E-DA5B-2E0B-E623-BC911FA68343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TEST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E84BFD4-2C79-E2CB-F945-BA2A80BA59A6}"/>
                </a:ext>
              </a:extLst>
            </p:cNvPr>
            <p:cNvSpPr/>
            <p:nvPr/>
          </p:nvSpPr>
          <p:spPr>
            <a:xfrm>
              <a:off x="5400677" y="3956180"/>
              <a:ext cx="139064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Cuerpo del</a:t>
              </a:r>
            </a:p>
            <a:p>
              <a:pPr algn="ctr"/>
              <a:r>
                <a:rPr lang="es-ES" noProof="0"/>
                <a:t>bucle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C051129-DCD6-27B6-B171-F972396F2CB8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8CB56D1C-1941-8BC5-C84D-5C4BA1B68C58}"/>
                </a:ext>
              </a:extLst>
            </p:cNvPr>
            <p:cNvSpPr/>
            <p:nvPr/>
          </p:nvSpPr>
          <p:spPr>
            <a:xfrm flipH="1">
              <a:off x="4384418" y="2769345"/>
              <a:ext cx="2156341" cy="1553061"/>
            </a:xfrm>
            <a:prstGeom prst="arc">
              <a:avLst>
                <a:gd name="adj1" fmla="val 13469663"/>
                <a:gd name="adj2" fmla="val 516650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noProof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F1E1616-3247-B67A-5850-C0FEAE278D39}"/>
                </a:ext>
              </a:extLst>
            </p:cNvPr>
            <p:cNvCxnSpPr>
              <a:stCxn id="78" idx="2"/>
              <a:endCxn id="79" idx="0"/>
            </p:cNvCxnSpPr>
            <p:nvPr/>
          </p:nvCxnSpPr>
          <p:spPr>
            <a:xfrm>
              <a:off x="6096001" y="3564296"/>
              <a:ext cx="0" cy="3918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23BB785-9EB9-02E2-75AB-FA6520640594}"/>
                </a:ext>
              </a:extLst>
            </p:cNvPr>
            <p:cNvSpPr txBox="1"/>
            <p:nvPr/>
          </p:nvSpPr>
          <p:spPr>
            <a:xfrm>
              <a:off x="4384418" y="3361209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noProof="0"/>
                <a:t>Bucle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4A6F2DB-4994-29E2-E984-F111447ACFC1}"/>
                </a:ext>
              </a:extLst>
            </p:cNvPr>
            <p:cNvSpPr txBox="1"/>
            <p:nvPr/>
          </p:nvSpPr>
          <p:spPr>
            <a:xfrm>
              <a:off x="6054496" y="3536302"/>
              <a:ext cx="63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True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3141CAD-43F4-8F66-B67D-E0DB48E3AFF0}"/>
                </a:ext>
              </a:extLst>
            </p:cNvPr>
            <p:cNvSpPr txBox="1"/>
            <p:nvPr/>
          </p:nvSpPr>
          <p:spPr>
            <a:xfrm>
              <a:off x="6846531" y="2991877"/>
              <a:ext cx="7465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False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7275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5F9F4-BC8B-33DC-9296-644A4D67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EE9517-4F11-88EB-F867-45D819B1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endParaRPr lang="es-ES" noProof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57B996A-EADF-1A06-603B-9B8A3CDEB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>
                <a:latin typeface="Consolas" panose="020B0609020204030204" pitchFamily="49" charset="0"/>
              </a:rPr>
              <a:t> &lt;</a:t>
            </a:r>
            <a:r>
              <a:rPr lang="en-US" err="1">
                <a:latin typeface="Consolas" panose="020B0609020204030204" pitchFamily="49" charset="0"/>
              </a:rPr>
              <a:t>condición</a:t>
            </a:r>
            <a:r>
              <a:rPr lang="en-US">
                <a:latin typeface="Consolas" panose="020B0609020204030204" pitchFamily="49" charset="0"/>
              </a:rPr>
              <a:t>&gt;: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&lt;</a:t>
            </a:r>
            <a:r>
              <a:rPr lang="en-US" err="1">
                <a:latin typeface="Consolas" panose="020B0609020204030204" pitchFamily="49" charset="0"/>
              </a:rPr>
              <a:t>expresión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&lt;</a:t>
            </a:r>
            <a:r>
              <a:rPr lang="en-US" err="1">
                <a:latin typeface="Consolas" panose="020B0609020204030204" pitchFamily="49" charset="0"/>
              </a:rPr>
              <a:t>expresión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...</a:t>
            </a:r>
          </a:p>
          <a:p>
            <a:pPr marL="0" indent="0">
              <a:buNone/>
            </a:pPr>
            <a:endParaRPr lang="en-US">
              <a:latin typeface="+mj-lt"/>
            </a:endParaRPr>
          </a:p>
          <a:p>
            <a:r>
              <a:rPr lang="en-US">
                <a:latin typeface="Consolas" panose="020B0609020204030204" pitchFamily="49" charset="0"/>
              </a:rPr>
              <a:t>&lt;</a:t>
            </a:r>
            <a:r>
              <a:rPr lang="en-US" err="1">
                <a:latin typeface="Consolas" panose="020B0609020204030204" pitchFamily="49" charset="0"/>
              </a:rPr>
              <a:t>condición</a:t>
            </a:r>
            <a:r>
              <a:rPr lang="en-US">
                <a:latin typeface="Consolas" panose="020B0609020204030204" pitchFamily="49" charset="0"/>
              </a:rPr>
              <a:t>&gt;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toma</a:t>
            </a:r>
            <a:r>
              <a:rPr lang="en-US">
                <a:latin typeface="+mj-lt"/>
              </a:rPr>
              <a:t> el valor de un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bool</a:t>
            </a:r>
          </a:p>
          <a:p>
            <a:r>
              <a:rPr lang="en-US"/>
              <a:t>Si </a:t>
            </a:r>
            <a:r>
              <a:rPr lang="en-US">
                <a:latin typeface="Consolas" panose="020B0609020204030204" pitchFamily="49" charset="0"/>
              </a:rPr>
              <a:t>&lt;</a:t>
            </a:r>
            <a:r>
              <a:rPr lang="en-US" err="1">
                <a:latin typeface="Consolas" panose="020B0609020204030204" pitchFamily="49" charset="0"/>
              </a:rPr>
              <a:t>condición</a:t>
            </a:r>
            <a:r>
              <a:rPr lang="en-US">
                <a:latin typeface="Consolas" panose="020B0609020204030204" pitchFamily="49" charset="0"/>
              </a:rPr>
              <a:t>&gt;</a:t>
            </a:r>
            <a:r>
              <a:rPr lang="en-US"/>
              <a:t> == </a:t>
            </a:r>
            <a:r>
              <a:rPr lang="en-US">
                <a:solidFill>
                  <a:srgbClr val="7030A0"/>
                </a:solidFill>
              </a:rPr>
              <a:t>True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>
                <a:sym typeface="Wingdings" panose="05000000000000000000" pitchFamily="2" charset="2"/>
              </a:rPr>
              <a:t> se </a:t>
            </a:r>
            <a:r>
              <a:rPr lang="en-US" err="1">
                <a:sym typeface="Wingdings" panose="05000000000000000000" pitchFamily="2" charset="2"/>
              </a:rPr>
              <a:t>ejecuta</a:t>
            </a:r>
            <a:r>
              <a:rPr lang="en-US">
                <a:sym typeface="Wingdings" panose="05000000000000000000" pitchFamily="2" charset="2"/>
              </a:rPr>
              <a:t> el </a:t>
            </a:r>
            <a:r>
              <a:rPr lang="en-US" err="1">
                <a:sym typeface="Wingdings" panose="05000000000000000000" pitchFamily="2" charset="2"/>
              </a:rPr>
              <a:t>bloque</a:t>
            </a:r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Se </a:t>
            </a:r>
            <a:r>
              <a:rPr lang="en-US" err="1">
                <a:sym typeface="Wingdings" panose="05000000000000000000" pitchFamily="2" charset="2"/>
              </a:rPr>
              <a:t>repite</a:t>
            </a:r>
            <a:r>
              <a:rPr lang="en-US">
                <a:sym typeface="Wingdings" panose="05000000000000000000" pitchFamily="2" charset="2"/>
              </a:rPr>
              <a:t> hasta </a:t>
            </a:r>
            <a:r>
              <a:rPr lang="en-US" err="1">
                <a:sym typeface="Wingdings" panose="05000000000000000000" pitchFamily="2" charset="2"/>
              </a:rPr>
              <a:t>que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>
                <a:latin typeface="Consolas" panose="020B0609020204030204" pitchFamily="49" charset="0"/>
              </a:rPr>
              <a:t>&lt;</a:t>
            </a:r>
            <a:r>
              <a:rPr lang="en-US" err="1">
                <a:latin typeface="Consolas" panose="020B0609020204030204" pitchFamily="49" charset="0"/>
              </a:rPr>
              <a:t>condición</a:t>
            </a:r>
            <a:r>
              <a:rPr lang="en-US">
                <a:latin typeface="Consolas" panose="020B0609020204030204" pitchFamily="49" charset="0"/>
              </a:rPr>
              <a:t>&gt;</a:t>
            </a:r>
            <a:r>
              <a:rPr lang="en-US"/>
              <a:t> == </a:t>
            </a:r>
            <a:r>
              <a:rPr lang="en-US">
                <a:solidFill>
                  <a:srgbClr val="7030A0"/>
                </a:solidFill>
              </a:rPr>
              <a:t>False</a:t>
            </a:r>
            <a:endParaRPr lang="en-US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835903-916D-BDFE-8858-3CE12DCE1228}"/>
              </a:ext>
            </a:extLst>
          </p:cNvPr>
          <p:cNvGrpSpPr/>
          <p:nvPr/>
        </p:nvGrpSpPr>
        <p:grpSpPr>
          <a:xfrm>
            <a:off x="8145136" y="1690688"/>
            <a:ext cx="3208664" cy="3937518"/>
            <a:chOff x="4384418" y="1838131"/>
            <a:chExt cx="3208664" cy="39375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1B6E4FC-6414-C1FB-7EA0-86F87A66E230}"/>
                </a:ext>
              </a:extLst>
            </p:cNvPr>
            <p:cNvGrpSpPr/>
            <p:nvPr/>
          </p:nvGrpSpPr>
          <p:grpSpPr>
            <a:xfrm>
              <a:off x="6540759" y="3331030"/>
              <a:ext cx="681135" cy="2099386"/>
              <a:chOff x="6540759" y="3331030"/>
              <a:chExt cx="681135" cy="2099386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EA61248-A29E-D929-D3BB-48A2A637D98F}"/>
                  </a:ext>
                </a:extLst>
              </p:cNvPr>
              <p:cNvCxnSpPr>
                <a:cxnSpLocks/>
                <a:stCxn id="22" idx="3"/>
              </p:cNvCxnSpPr>
              <p:nvPr/>
            </p:nvCxnSpPr>
            <p:spPr>
              <a:xfrm>
                <a:off x="6865776" y="3331030"/>
                <a:ext cx="35611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3AFC3D5-5AF3-A2F0-8126-0A2FD503CD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1894" y="3331030"/>
                <a:ext cx="0" cy="20993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79F217F-7837-D063-140F-F3A0579984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0759" y="5430416"/>
                <a:ext cx="68113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C38C410-FC81-4D4C-6FFF-B77FAE8DC809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8D68E08-0004-FB2F-BD7F-132D56CE99E8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Diamond 21">
              <a:extLst>
                <a:ext uri="{FF2B5EF4-FFF2-40B4-BE49-F238E27FC236}">
                  <a16:creationId xmlns:a16="http://schemas.microsoft.com/office/drawing/2014/main" id="{A73D34DF-41BA-C130-8CEE-5D533934AEC8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TEST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3594E36-3EE2-F917-4EC0-09267F43A70D}"/>
                </a:ext>
              </a:extLst>
            </p:cNvPr>
            <p:cNvSpPr/>
            <p:nvPr/>
          </p:nvSpPr>
          <p:spPr>
            <a:xfrm>
              <a:off x="5400677" y="3956180"/>
              <a:ext cx="139064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Cuerpo del</a:t>
              </a:r>
            </a:p>
            <a:p>
              <a:pPr algn="ctr"/>
              <a:r>
                <a:rPr lang="es-ES" noProof="0"/>
                <a:t>bucle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7B6AD33-4513-B074-CB87-B4910F296907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66B40B6D-0D5C-F30F-F291-1C9BD1F5BFA3}"/>
                </a:ext>
              </a:extLst>
            </p:cNvPr>
            <p:cNvSpPr/>
            <p:nvPr/>
          </p:nvSpPr>
          <p:spPr>
            <a:xfrm flipH="1">
              <a:off x="4384418" y="2769345"/>
              <a:ext cx="2156341" cy="1553061"/>
            </a:xfrm>
            <a:prstGeom prst="arc">
              <a:avLst>
                <a:gd name="adj1" fmla="val 13469663"/>
                <a:gd name="adj2" fmla="val 516650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noProof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05E01BB-3956-3F63-BA04-DF9C67B869B4}"/>
                </a:ext>
              </a:extLst>
            </p:cNvPr>
            <p:cNvCxnSpPr>
              <a:stCxn id="22" idx="2"/>
              <a:endCxn id="23" idx="0"/>
            </p:cNvCxnSpPr>
            <p:nvPr/>
          </p:nvCxnSpPr>
          <p:spPr>
            <a:xfrm>
              <a:off x="6096001" y="3564296"/>
              <a:ext cx="0" cy="3918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B63C9C-82B2-FC4A-7D2E-2D9A78D9A665}"/>
                </a:ext>
              </a:extLst>
            </p:cNvPr>
            <p:cNvSpPr txBox="1"/>
            <p:nvPr/>
          </p:nvSpPr>
          <p:spPr>
            <a:xfrm>
              <a:off x="4384418" y="3361209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noProof="0"/>
                <a:t>Bucle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435EE3E-3028-3349-02CC-3AB3D35A510E}"/>
                </a:ext>
              </a:extLst>
            </p:cNvPr>
            <p:cNvSpPr txBox="1"/>
            <p:nvPr/>
          </p:nvSpPr>
          <p:spPr>
            <a:xfrm>
              <a:off x="6054496" y="3536302"/>
              <a:ext cx="63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True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42309B1-995D-21F4-49BA-45EAF1797D20}"/>
                </a:ext>
              </a:extLst>
            </p:cNvPr>
            <p:cNvSpPr txBox="1"/>
            <p:nvPr/>
          </p:nvSpPr>
          <p:spPr>
            <a:xfrm>
              <a:off x="6846531" y="2991877"/>
              <a:ext cx="7465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False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7392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B6DD-4696-3724-5662-17F555DFE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519F39-BB63-FE5B-6C32-B3FA0FA98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Un simple </a:t>
            </a:r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>
                <a:solidFill>
                  <a:srgbClr val="7030A0"/>
                </a:solidFill>
              </a:rPr>
              <a:t> </a:t>
            </a:r>
            <a:r>
              <a:rPr lang="es-ES" noProof="0" err="1"/>
              <a:t>loop</a:t>
            </a:r>
            <a:endParaRPr lang="es-ES" noProof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714EDCD-7D29-B298-9E40-260A8E4D7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012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>
                <a:latin typeface="Consolas" panose="020B0609020204030204" pitchFamily="49" charset="0"/>
              </a:rPr>
              <a:t>IN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n </a:t>
            </a:r>
            <a:r>
              <a:rPr lang="es-ES">
                <a:latin typeface="Consolas" panose="020B0609020204030204" pitchFamily="49" charset="0"/>
              </a:rPr>
              <a:t>= 0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n = n + 1</a:t>
            </a:r>
          </a:p>
          <a:p>
            <a:pPr marL="0" indent="0">
              <a:buNone/>
            </a:pPr>
            <a:endParaRPr lang="en-US">
              <a:latin typeface="+mj-lt"/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C19932FD-2283-D9D3-A9F4-E6A5ECC24FF0}"/>
              </a:ext>
            </a:extLst>
          </p:cNvPr>
          <p:cNvSpPr txBox="1">
            <a:spLocks/>
          </p:cNvSpPr>
          <p:nvPr/>
        </p:nvSpPr>
        <p:spPr>
          <a:xfrm>
            <a:off x="6453676" y="1825625"/>
            <a:ext cx="49001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OUT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5A541F-F78A-5DBF-3944-B19FACA1170D}"/>
              </a:ext>
            </a:extLst>
          </p:cNvPr>
          <p:cNvSpPr/>
          <p:nvPr/>
        </p:nvSpPr>
        <p:spPr>
          <a:xfrm>
            <a:off x="699796" y="2847732"/>
            <a:ext cx="1427583" cy="457200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7DF5F4-3BEA-DC2B-096A-2BC1D05EEB41}"/>
              </a:ext>
            </a:extLst>
          </p:cNvPr>
          <p:cNvSpPr/>
          <p:nvPr/>
        </p:nvSpPr>
        <p:spPr>
          <a:xfrm>
            <a:off x="1502229" y="4396613"/>
            <a:ext cx="2425960" cy="457200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E55B0-55C3-C114-64D4-F5B05BC7D20F}"/>
              </a:ext>
            </a:extLst>
          </p:cNvPr>
          <p:cNvSpPr txBox="1"/>
          <p:nvPr/>
        </p:nvSpPr>
        <p:spPr>
          <a:xfrm>
            <a:off x="2127379" y="2731456"/>
            <a:ext cx="1212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>
                <a:solidFill>
                  <a:srgbClr val="C00000"/>
                </a:solidFill>
              </a:rPr>
              <a:t>Inicializar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D31E5B-49E7-3440-2930-F7AD43FD0E77}"/>
              </a:ext>
            </a:extLst>
          </p:cNvPr>
          <p:cNvSpPr txBox="1"/>
          <p:nvPr/>
        </p:nvSpPr>
        <p:spPr>
          <a:xfrm>
            <a:off x="3685618" y="4669147"/>
            <a:ext cx="117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>
                <a:solidFill>
                  <a:srgbClr val="C00000"/>
                </a:solidFill>
              </a:rPr>
              <a:t>Modificar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D04245-5901-A897-20B0-BCC4771CCBFC}"/>
              </a:ext>
            </a:extLst>
          </p:cNvPr>
          <p:cNvSpPr/>
          <p:nvPr/>
        </p:nvSpPr>
        <p:spPr>
          <a:xfrm>
            <a:off x="1940767" y="3370246"/>
            <a:ext cx="1427583" cy="457200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FB35A8-34F6-B388-3D9E-17B5EDC7D179}"/>
              </a:ext>
            </a:extLst>
          </p:cNvPr>
          <p:cNvSpPr txBox="1"/>
          <p:nvPr/>
        </p:nvSpPr>
        <p:spPr>
          <a:xfrm>
            <a:off x="3367249" y="3216872"/>
            <a:ext cx="948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>
                <a:solidFill>
                  <a:srgbClr val="C00000"/>
                </a:solidFill>
              </a:rPr>
              <a:t>Testear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9F83751-9863-AC02-D8AD-0F4359C2251A}"/>
              </a:ext>
            </a:extLst>
          </p:cNvPr>
          <p:cNvSpPr/>
          <p:nvPr/>
        </p:nvSpPr>
        <p:spPr>
          <a:xfrm>
            <a:off x="450750" y="3542377"/>
            <a:ext cx="920850" cy="1146553"/>
          </a:xfrm>
          <a:custGeom>
            <a:avLst/>
            <a:gdLst>
              <a:gd name="csX0" fmla="*/ 920850 w 920850"/>
              <a:gd name="csY0" fmla="*/ 1094937 h 1146553"/>
              <a:gd name="csX1" fmla="*/ 202393 w 920850"/>
              <a:gd name="csY1" fmla="*/ 1038954 h 1146553"/>
              <a:gd name="csX2" fmla="*/ 6450 w 920850"/>
              <a:gd name="csY2" fmla="*/ 133884 h 1146553"/>
              <a:gd name="csX3" fmla="*/ 379674 w 920850"/>
              <a:gd name="csY3" fmla="*/ 21917 h 1146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20850" h="1146553">
                <a:moveTo>
                  <a:pt x="920850" y="1094937"/>
                </a:moveTo>
                <a:cubicBezTo>
                  <a:pt x="637821" y="1147033"/>
                  <a:pt x="354793" y="1199129"/>
                  <a:pt x="202393" y="1038954"/>
                </a:cubicBezTo>
                <a:cubicBezTo>
                  <a:pt x="49993" y="878779"/>
                  <a:pt x="-23097" y="303390"/>
                  <a:pt x="6450" y="133884"/>
                </a:cubicBezTo>
                <a:cubicBezTo>
                  <a:pt x="35997" y="-35622"/>
                  <a:pt x="207835" y="-6853"/>
                  <a:pt x="379674" y="21917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94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E94A-E6B6-B1F6-951A-9A123D7D8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Ejemplo</a:t>
            </a:r>
            <a:r>
              <a:rPr lang="en-US"/>
              <a:t> </a:t>
            </a:r>
            <a:r>
              <a:rPr lang="en-US" err="1"/>
              <a:t>fotos</a:t>
            </a:r>
            <a:r>
              <a:rPr lang="en-US"/>
              <a:t> </a:t>
            </a:r>
            <a:r>
              <a:rPr lang="en-US" err="1"/>
              <a:t>resuelto</a:t>
            </a:r>
            <a:r>
              <a:rPr lang="en-US"/>
              <a:t> con while loop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0DDFCB-E903-D5FA-2FEB-D654F96F4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574" y="1690688"/>
            <a:ext cx="5276852" cy="438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34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18C3D-646A-8C8E-B92C-68319A6A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CA411F-23BB-640E-05E7-501EB717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endParaRPr lang="es-ES" noProof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D5FF3C1-46E2-878F-EC49-27C325ECA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>
                <a:latin typeface="Consolas" panose="020B0609020204030204" pitchFamily="49" charset="0"/>
              </a:rPr>
              <a:t> &lt;var&gt;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 </a:t>
            </a:r>
            <a:r>
              <a:rPr lang="en-US">
                <a:latin typeface="Consolas" panose="020B0609020204030204" pitchFamily="49" charset="0"/>
              </a:rPr>
              <a:t>&lt;</a:t>
            </a:r>
            <a:r>
              <a:rPr lang="en-US" err="1">
                <a:latin typeface="Consolas" panose="020B0609020204030204" pitchFamily="49" charset="0"/>
              </a:rPr>
              <a:t>secuencia</a:t>
            </a:r>
            <a:r>
              <a:rPr lang="en-US">
                <a:latin typeface="Consolas" panose="020B0609020204030204" pitchFamily="49" charset="0"/>
              </a:rPr>
              <a:t>&gt;: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&lt;</a:t>
            </a:r>
            <a:r>
              <a:rPr lang="en-US" err="1">
                <a:latin typeface="Consolas" panose="020B0609020204030204" pitchFamily="49" charset="0"/>
              </a:rPr>
              <a:t>expresión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&lt;</a:t>
            </a:r>
            <a:r>
              <a:rPr lang="en-US" err="1">
                <a:latin typeface="Consolas" panose="020B0609020204030204" pitchFamily="49" charset="0"/>
              </a:rPr>
              <a:t>expresión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...</a:t>
            </a:r>
          </a:p>
          <a:p>
            <a:pPr marL="0" indent="0">
              <a:buNone/>
            </a:pPr>
            <a:endParaRPr lang="en-US">
              <a:latin typeface="+mj-lt"/>
            </a:endParaRPr>
          </a:p>
          <a:p>
            <a:r>
              <a:rPr lang="en-US">
                <a:latin typeface="Consolas" panose="020B0609020204030204" pitchFamily="49" charset="0"/>
              </a:rPr>
              <a:t>&lt;</a:t>
            </a:r>
            <a:r>
              <a:rPr lang="en-US" err="1">
                <a:latin typeface="Consolas" panose="020B0609020204030204" pitchFamily="49" charset="0"/>
              </a:rPr>
              <a:t>secuencia</a:t>
            </a:r>
            <a:r>
              <a:rPr lang="en-US">
                <a:latin typeface="Consolas" panose="020B0609020204030204" pitchFamily="49" charset="0"/>
              </a:rPr>
              <a:t>&gt;</a:t>
            </a:r>
            <a:r>
              <a:rPr lang="en-US">
                <a:latin typeface="+mj-lt"/>
              </a:rPr>
              <a:t> es </a:t>
            </a:r>
            <a:r>
              <a:rPr lang="en-US" err="1">
                <a:latin typeface="+mj-lt"/>
              </a:rPr>
              <a:t>una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lista</a:t>
            </a:r>
            <a:r>
              <a:rPr lang="en-US">
                <a:latin typeface="+mj-lt"/>
              </a:rPr>
              <a:t> de </a:t>
            </a:r>
            <a:r>
              <a:rPr lang="en-US" err="1">
                <a:latin typeface="+mj-lt"/>
              </a:rPr>
              <a:t>elementos</a:t>
            </a:r>
            <a:endParaRPr lang="en-US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>
                <a:sym typeface="Wingdings" panose="05000000000000000000" pitchFamily="2" charset="2"/>
              </a:rPr>
              <a:t>Se </a:t>
            </a:r>
            <a:r>
              <a:rPr lang="en-US" err="1">
                <a:sym typeface="Wingdings" panose="05000000000000000000" pitchFamily="2" charset="2"/>
              </a:rPr>
              <a:t>itera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tantas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veces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como</a:t>
            </a:r>
            <a:r>
              <a:rPr lang="en-US">
                <a:sym typeface="Wingdings" panose="05000000000000000000" pitchFamily="2" charset="2"/>
              </a:rPr>
              <a:t> el Nº de </a:t>
            </a:r>
            <a:r>
              <a:rPr lang="en-US" err="1">
                <a:sym typeface="Wingdings" panose="05000000000000000000" pitchFamily="2" charset="2"/>
              </a:rPr>
              <a:t>elementos</a:t>
            </a:r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Por </a:t>
            </a:r>
            <a:r>
              <a:rPr lang="en-US" err="1">
                <a:sym typeface="Wingdings" panose="05000000000000000000" pitchFamily="2" charset="2"/>
              </a:rPr>
              <a:t>iteración</a:t>
            </a:r>
            <a:r>
              <a:rPr lang="en-US">
                <a:sym typeface="Wingdings" panose="05000000000000000000" pitchFamily="2" charset="2"/>
              </a:rPr>
              <a:t>: se </a:t>
            </a:r>
            <a:r>
              <a:rPr lang="en-US" err="1">
                <a:sym typeface="Wingdings" panose="05000000000000000000" pitchFamily="2" charset="2"/>
              </a:rPr>
              <a:t>asigna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>
                <a:latin typeface="Consolas" panose="020B0609020204030204" pitchFamily="49" charset="0"/>
              </a:rPr>
              <a:t>&lt;var&gt;</a:t>
            </a:r>
            <a:r>
              <a:rPr lang="en-US">
                <a:sym typeface="Wingdings" panose="05000000000000000000" pitchFamily="2" charset="2"/>
              </a:rPr>
              <a:t> a </a:t>
            </a:r>
            <a:r>
              <a:rPr lang="en-US" b="1" err="1">
                <a:sym typeface="Wingdings" panose="05000000000000000000" pitchFamily="2" charset="2"/>
              </a:rPr>
              <a:t>cada</a:t>
            </a:r>
            <a:r>
              <a:rPr lang="en-US" b="1">
                <a:sym typeface="Wingdings" panose="05000000000000000000" pitchFamily="2" charset="2"/>
              </a:rPr>
              <a:t> </a:t>
            </a:r>
            <a:r>
              <a:rPr lang="en-US" b="1" err="1">
                <a:sym typeface="Wingdings" panose="05000000000000000000" pitchFamily="2" charset="2"/>
              </a:rPr>
              <a:t>elemento</a:t>
            </a:r>
            <a:endParaRPr lang="en-US" b="1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Se </a:t>
            </a:r>
            <a:r>
              <a:rPr lang="en-US" err="1">
                <a:sym typeface="Wingdings" panose="05000000000000000000" pitchFamily="2" charset="2"/>
              </a:rPr>
              <a:t>repite</a:t>
            </a:r>
            <a:r>
              <a:rPr lang="en-US">
                <a:sym typeface="Wingdings" panose="05000000000000000000" pitchFamily="2" charset="2"/>
              </a:rPr>
              <a:t> hasta usar </a:t>
            </a:r>
            <a:r>
              <a:rPr lang="en-US" err="1">
                <a:sym typeface="Wingdings" panose="05000000000000000000" pitchFamily="2" charset="2"/>
              </a:rPr>
              <a:t>todos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los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elementos</a:t>
            </a:r>
            <a:endParaRPr lang="en-US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3522F4-C4CB-A25F-F792-FC9616A03FC9}"/>
              </a:ext>
            </a:extLst>
          </p:cNvPr>
          <p:cNvGrpSpPr/>
          <p:nvPr/>
        </p:nvGrpSpPr>
        <p:grpSpPr>
          <a:xfrm>
            <a:off x="8145136" y="1690688"/>
            <a:ext cx="3208664" cy="3937518"/>
            <a:chOff x="4384418" y="1838131"/>
            <a:chExt cx="3208664" cy="39375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F7C9460-E319-2166-C9D7-006D3D734E8E}"/>
                </a:ext>
              </a:extLst>
            </p:cNvPr>
            <p:cNvGrpSpPr/>
            <p:nvPr/>
          </p:nvGrpSpPr>
          <p:grpSpPr>
            <a:xfrm>
              <a:off x="6540759" y="3331030"/>
              <a:ext cx="681135" cy="2099386"/>
              <a:chOff x="6540759" y="3331030"/>
              <a:chExt cx="681135" cy="2099386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EC2E9DA-44FD-B335-1CDB-23D0230BC4EA}"/>
                  </a:ext>
                </a:extLst>
              </p:cNvPr>
              <p:cNvCxnSpPr>
                <a:cxnSpLocks/>
                <a:stCxn id="22" idx="3"/>
              </p:cNvCxnSpPr>
              <p:nvPr/>
            </p:nvCxnSpPr>
            <p:spPr>
              <a:xfrm>
                <a:off x="6865776" y="3331030"/>
                <a:ext cx="35611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DA22CB1F-AD91-73A1-A4C8-BAE01AFE93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1894" y="3331030"/>
                <a:ext cx="0" cy="20993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C104895-0DD3-F11F-6783-4628804AD4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0759" y="5430416"/>
                <a:ext cx="68113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4F2268D-DDFE-AE18-3F3C-EF3DB9E2D618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C1311D3-0EA4-A910-3597-4A354E41F84C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Diamond 21">
              <a:extLst>
                <a:ext uri="{FF2B5EF4-FFF2-40B4-BE49-F238E27FC236}">
                  <a16:creationId xmlns:a16="http://schemas.microsoft.com/office/drawing/2014/main" id="{6D742F45-2F8B-AA3A-76B5-B4FACAE44100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TEST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A866468-4405-F3B0-1F57-D5A29FF0DCAF}"/>
                </a:ext>
              </a:extLst>
            </p:cNvPr>
            <p:cNvSpPr/>
            <p:nvPr/>
          </p:nvSpPr>
          <p:spPr>
            <a:xfrm>
              <a:off x="5400677" y="3956180"/>
              <a:ext cx="139064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Cuerpo del</a:t>
              </a:r>
            </a:p>
            <a:p>
              <a:pPr algn="ctr"/>
              <a:r>
                <a:rPr lang="es-ES" noProof="0"/>
                <a:t>bucle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A7DBDFF-6424-189A-661E-384BE768CA96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0914565D-0F48-F27B-757E-B5E441C636F2}"/>
                </a:ext>
              </a:extLst>
            </p:cNvPr>
            <p:cNvSpPr/>
            <p:nvPr/>
          </p:nvSpPr>
          <p:spPr>
            <a:xfrm flipH="1">
              <a:off x="4384418" y="2769345"/>
              <a:ext cx="2156341" cy="1553061"/>
            </a:xfrm>
            <a:prstGeom prst="arc">
              <a:avLst>
                <a:gd name="adj1" fmla="val 13469663"/>
                <a:gd name="adj2" fmla="val 516650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noProof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4379AE4-DF88-5EB9-F5D4-BCB25880629D}"/>
                </a:ext>
              </a:extLst>
            </p:cNvPr>
            <p:cNvCxnSpPr>
              <a:stCxn id="22" idx="2"/>
              <a:endCxn id="23" idx="0"/>
            </p:cNvCxnSpPr>
            <p:nvPr/>
          </p:nvCxnSpPr>
          <p:spPr>
            <a:xfrm>
              <a:off x="6096001" y="3564296"/>
              <a:ext cx="0" cy="3918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B03859-079A-06CD-2BDE-1B045577BB8C}"/>
                </a:ext>
              </a:extLst>
            </p:cNvPr>
            <p:cNvSpPr txBox="1"/>
            <p:nvPr/>
          </p:nvSpPr>
          <p:spPr>
            <a:xfrm>
              <a:off x="4384418" y="3361209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noProof="0"/>
                <a:t>Bucle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327792B-CCA6-C593-B3F0-EA4C010BE9BC}"/>
                </a:ext>
              </a:extLst>
            </p:cNvPr>
            <p:cNvSpPr txBox="1"/>
            <p:nvPr/>
          </p:nvSpPr>
          <p:spPr>
            <a:xfrm>
              <a:off x="6054496" y="3536302"/>
              <a:ext cx="63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True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2DBFD9B-7832-247D-8CD5-B54EE98362E7}"/>
                </a:ext>
              </a:extLst>
            </p:cNvPr>
            <p:cNvSpPr txBox="1"/>
            <p:nvPr/>
          </p:nvSpPr>
          <p:spPr>
            <a:xfrm>
              <a:off x="6846531" y="2991877"/>
              <a:ext cx="7465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False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6134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21C3F-8A2D-DF24-426E-D38962919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A149DB-7FB7-5176-92A6-96A58F1BF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Un simple </a:t>
            </a:r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noProof="0">
                <a:solidFill>
                  <a:srgbClr val="7030A0"/>
                </a:solidFill>
              </a:rPr>
              <a:t> </a:t>
            </a:r>
            <a:r>
              <a:rPr lang="es-ES" noProof="0" err="1"/>
              <a:t>loop</a:t>
            </a:r>
            <a:endParaRPr lang="es-ES" noProof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D9C1C8C-5A5F-6158-873A-D376A8DA0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012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>
                <a:latin typeface="Consolas" panose="020B0609020204030204" pitchFamily="49" charset="0"/>
              </a:rPr>
              <a:t>IN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 </a:t>
            </a:r>
            <a:r>
              <a:rPr lang="en-US">
                <a:latin typeface="Consolas" panose="020B0609020204030204" pitchFamily="49" charset="0"/>
              </a:rPr>
              <a:t>n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range</a:t>
            </a:r>
            <a:r>
              <a:rPr lang="en-US">
                <a:latin typeface="Consolas" panose="020B0609020204030204" pitchFamily="49" charset="0"/>
              </a:rPr>
              <a:t>(5):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(n)</a:t>
            </a:r>
            <a:endParaRPr lang="en-US">
              <a:latin typeface="+mj-lt"/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6113744B-3792-6876-7937-9392F232B9D9}"/>
              </a:ext>
            </a:extLst>
          </p:cNvPr>
          <p:cNvSpPr txBox="1">
            <a:spLocks/>
          </p:cNvSpPr>
          <p:nvPr/>
        </p:nvSpPr>
        <p:spPr>
          <a:xfrm>
            <a:off x="6453676" y="1825625"/>
            <a:ext cx="49001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OUT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BC27E8E-7446-BF3B-16CD-FE803079F4F2}"/>
              </a:ext>
            </a:extLst>
          </p:cNvPr>
          <p:cNvSpPr/>
          <p:nvPr/>
        </p:nvSpPr>
        <p:spPr>
          <a:xfrm>
            <a:off x="1567543" y="2866394"/>
            <a:ext cx="485191" cy="457200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7EE28B-C4BC-70CF-16C4-AB3C50CEBACD}"/>
              </a:ext>
            </a:extLst>
          </p:cNvPr>
          <p:cNvSpPr/>
          <p:nvPr/>
        </p:nvSpPr>
        <p:spPr>
          <a:xfrm>
            <a:off x="2537927" y="2866394"/>
            <a:ext cx="1763485" cy="457200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9A992-1F69-1F1F-9F4F-86EF63AA2475}"/>
              </a:ext>
            </a:extLst>
          </p:cNvPr>
          <p:cNvSpPr txBox="1"/>
          <p:nvPr/>
        </p:nvSpPr>
        <p:spPr>
          <a:xfrm>
            <a:off x="1399592" y="2497062"/>
            <a:ext cx="977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rgbClr val="C00000"/>
                </a:solidFill>
              </a:rPr>
              <a:t>variable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9DCBDD-341C-4F97-D67B-A31DEB237509}"/>
              </a:ext>
            </a:extLst>
          </p:cNvPr>
          <p:cNvSpPr txBox="1"/>
          <p:nvPr/>
        </p:nvSpPr>
        <p:spPr>
          <a:xfrm>
            <a:off x="2938367" y="2497062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rgbClr val="C00000"/>
                </a:solidFill>
              </a:rPr>
              <a:t>secuencia</a:t>
            </a:r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100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3" grpId="0"/>
      <p:bldP spid="14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B0492-6547-C5F7-B734-57067D6A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5DD671-CDFD-46DE-4C84-49C2448F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err="1">
                <a:solidFill>
                  <a:schemeClr val="accent2"/>
                </a:solidFill>
                <a:latin typeface="Consolas" panose="020B0609020204030204" pitchFamily="49" charset="0"/>
              </a:rPr>
              <a:t>range</a:t>
            </a:r>
            <a:r>
              <a:rPr lang="es-ES" noProof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4BE6AC5-14DF-BE17-469C-9991E005C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070"/>
            <a:ext cx="4900127" cy="435133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u="sng">
                <a:latin typeface="Consolas" panose="020B0609020204030204" pitchFamily="49" charset="0"/>
              </a:rPr>
              <a:t>IN</a:t>
            </a:r>
          </a:p>
          <a:p>
            <a:pPr marL="0" indent="0">
              <a:buNone/>
            </a:pPr>
            <a:endParaRPr lang="en-US" b="1" u="sng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 </a:t>
            </a:r>
            <a:r>
              <a:rPr lang="en-US">
                <a:latin typeface="Consolas" panose="020B0609020204030204" pitchFamily="49" charset="0"/>
              </a:rPr>
              <a:t>n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range</a:t>
            </a:r>
            <a:r>
              <a:rPr lang="en-US">
                <a:latin typeface="Consolas" panose="020B0609020204030204" pitchFamily="49" charset="0"/>
              </a:rPr>
              <a:t>(3):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"n:"</a:t>
            </a:r>
            <a:r>
              <a:rPr lang="en-US">
                <a:latin typeface="Consolas" panose="020B0609020204030204" pitchFamily="49" charset="0"/>
              </a:rPr>
              <a:t>, n)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 </a:t>
            </a:r>
            <a:r>
              <a:rPr lang="en-US">
                <a:latin typeface="Consolas" panose="020B0609020204030204" pitchFamily="49" charset="0"/>
              </a:rPr>
              <a:t>m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range</a:t>
            </a:r>
            <a:r>
              <a:rPr lang="en-US">
                <a:latin typeface="Consolas" panose="020B0609020204030204" pitchFamily="49" charset="0"/>
              </a:rPr>
              <a:t>(3,5):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"m:"</a:t>
            </a:r>
            <a:r>
              <a:rPr lang="en-US">
                <a:latin typeface="Consolas" panose="020B0609020204030204" pitchFamily="49" charset="0"/>
              </a:rPr>
              <a:t>, m)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 </a:t>
            </a:r>
            <a:r>
              <a:rPr lang="en-US">
                <a:latin typeface="Consolas" panose="020B0609020204030204" pitchFamily="49" charset="0"/>
              </a:rPr>
              <a:t>o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range</a:t>
            </a:r>
            <a:r>
              <a:rPr lang="en-US">
                <a:latin typeface="Consolas" panose="020B0609020204030204" pitchFamily="49" charset="0"/>
              </a:rPr>
              <a:t>(0,5,2):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"o:"</a:t>
            </a:r>
            <a:r>
              <a:rPr lang="en-US">
                <a:latin typeface="Consolas" panose="020B0609020204030204" pitchFamily="49" charset="0"/>
              </a:rPr>
              <a:t>, o)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F23B2A92-3033-821C-8E84-AA5178FADAA0}"/>
              </a:ext>
            </a:extLst>
          </p:cNvPr>
          <p:cNvSpPr txBox="1">
            <a:spLocks/>
          </p:cNvSpPr>
          <p:nvPr/>
        </p:nvSpPr>
        <p:spPr>
          <a:xfrm>
            <a:off x="6453676" y="1443070"/>
            <a:ext cx="49001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OUT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n: 0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n: 1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n: 2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m: 3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m: 4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o: 0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o: 2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o: 4</a:t>
            </a:r>
            <a:endParaRPr lang="en-US"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B6296A-2875-D558-EAE5-E4A19C4106C8}"/>
              </a:ext>
            </a:extLst>
          </p:cNvPr>
          <p:cNvCxnSpPr>
            <a:cxnSpLocks/>
          </p:cNvCxnSpPr>
          <p:nvPr/>
        </p:nvCxnSpPr>
        <p:spPr>
          <a:xfrm>
            <a:off x="6453676" y="3405674"/>
            <a:ext cx="455644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773FF8-1FAA-553D-F50D-CF1B0DB6DCB4}"/>
              </a:ext>
            </a:extLst>
          </p:cNvPr>
          <p:cNvCxnSpPr>
            <a:cxnSpLocks/>
          </p:cNvCxnSpPr>
          <p:nvPr/>
        </p:nvCxnSpPr>
        <p:spPr>
          <a:xfrm>
            <a:off x="6453676" y="4245431"/>
            <a:ext cx="455644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D5D878-FDDA-D099-DA91-54F99237A84E}"/>
              </a:ext>
            </a:extLst>
          </p:cNvPr>
          <p:cNvSpPr txBox="1"/>
          <p:nvPr/>
        </p:nvSpPr>
        <p:spPr>
          <a:xfrm>
            <a:off x="4507294" y="5848324"/>
            <a:ext cx="3177452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noProof="0" err="1">
                <a:solidFill>
                  <a:schemeClr val="accent2"/>
                </a:solidFill>
                <a:latin typeface="Consolas" panose="020B0609020204030204" pitchFamily="49" charset="0"/>
              </a:rPr>
              <a:t>range</a:t>
            </a:r>
            <a:r>
              <a:rPr lang="es-ES" sz="2000" noProof="0">
                <a:latin typeface="Consolas" panose="020B0609020204030204" pitchFamily="49" charset="0"/>
              </a:rPr>
              <a:t>(</a:t>
            </a:r>
            <a:r>
              <a:rPr lang="es-ES" sz="2000" noProof="0" err="1">
                <a:solidFill>
                  <a:schemeClr val="accent4"/>
                </a:solidFill>
                <a:latin typeface="Consolas" panose="020B0609020204030204" pitchFamily="49" charset="0"/>
              </a:rPr>
              <a:t>start</a:t>
            </a:r>
            <a:r>
              <a:rPr lang="es-ES" sz="2000" noProof="0">
                <a:latin typeface="Consolas" panose="020B0609020204030204" pitchFamily="49" charset="0"/>
              </a:rPr>
              <a:t>,</a:t>
            </a:r>
            <a:r>
              <a:rPr lang="es-ES" sz="2000" err="1">
                <a:solidFill>
                  <a:schemeClr val="accent4"/>
                </a:solidFill>
                <a:latin typeface="Consolas" panose="020B0609020204030204" pitchFamily="49" charset="0"/>
              </a:rPr>
              <a:t>end</a:t>
            </a:r>
            <a:r>
              <a:rPr lang="es-ES" sz="2000" err="1">
                <a:latin typeface="Consolas" panose="020B0609020204030204" pitchFamily="49" charset="0"/>
              </a:rPr>
              <a:t>,</a:t>
            </a:r>
            <a:r>
              <a:rPr lang="es-ES" sz="2000" err="1">
                <a:solidFill>
                  <a:schemeClr val="accent4"/>
                </a:solidFill>
                <a:latin typeface="Consolas" panose="020B0609020204030204" pitchFamily="49" charset="0"/>
              </a:rPr>
              <a:t>step</a:t>
            </a:r>
            <a:r>
              <a:rPr lang="es-ES" sz="2000" noProof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54271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CC3E6-711C-F49D-D9CB-C3A9D865B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EA191A-1C23-8210-A141-FCF0E9A4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Comparación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47990D7-8A17-301C-821B-DD87FC1E3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012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>
                <a:latin typeface="Consolas" panose="020B0609020204030204" pitchFamily="49" charset="0"/>
              </a:rPr>
              <a:t>while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n </a:t>
            </a:r>
            <a:r>
              <a:rPr lang="es-ES">
                <a:latin typeface="Consolas" panose="020B0609020204030204" pitchFamily="49" charset="0"/>
              </a:rPr>
              <a:t>= 0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n = n + 1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02B3C1C3-689A-1618-1A58-4196082FE960}"/>
              </a:ext>
            </a:extLst>
          </p:cNvPr>
          <p:cNvSpPr txBox="1">
            <a:spLocks/>
          </p:cNvSpPr>
          <p:nvPr/>
        </p:nvSpPr>
        <p:spPr>
          <a:xfrm>
            <a:off x="6453676" y="1825625"/>
            <a:ext cx="49001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for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 </a:t>
            </a:r>
            <a:r>
              <a:rPr lang="en-US">
                <a:latin typeface="Consolas" panose="020B0609020204030204" pitchFamily="49" charset="0"/>
              </a:rPr>
              <a:t>n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>
                <a:latin typeface="Consolas" panose="020B0609020204030204" pitchFamily="49" charset="0"/>
              </a:rPr>
              <a:t> range(5):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(n)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225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72E13-5CD6-CC0C-624C-478C6257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050A-7BB1-7100-D7F2-792CBDD2B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Ejemplo</a:t>
            </a:r>
            <a:r>
              <a:rPr lang="en-US"/>
              <a:t> </a:t>
            </a:r>
            <a:r>
              <a:rPr lang="en-US" err="1"/>
              <a:t>fotos</a:t>
            </a:r>
            <a:r>
              <a:rPr lang="en-US"/>
              <a:t> </a:t>
            </a:r>
            <a:r>
              <a:rPr lang="en-US" err="1"/>
              <a:t>resuelto</a:t>
            </a:r>
            <a:r>
              <a:rPr lang="en-US"/>
              <a:t> con for loop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6F80B2-E424-BEE3-285C-99DD3E7AA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838" y="1799129"/>
            <a:ext cx="5906324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242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BEAD-543E-C194-F1B9-F5652379E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9CC59-C13A-71FA-851D-5BF1A4C6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Comparación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98C6F-73E2-62DE-4271-D5438F515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293" y="2217906"/>
            <a:ext cx="4698688" cy="3258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003C5A-2CC1-0A9A-59E5-32B52F8D2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48" y="1690688"/>
            <a:ext cx="5276852" cy="438617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BCBDCD-4EA0-5864-5AFB-775012ED6455}"/>
              </a:ext>
            </a:extLst>
          </p:cNvPr>
          <p:cNvCxnSpPr/>
          <p:nvPr/>
        </p:nvCxnSpPr>
        <p:spPr>
          <a:xfrm>
            <a:off x="1109304" y="2283220"/>
            <a:ext cx="190344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30F296-213B-7042-C2B3-01EFEF47704C}"/>
              </a:ext>
            </a:extLst>
          </p:cNvPr>
          <p:cNvCxnSpPr>
            <a:cxnSpLocks/>
          </p:cNvCxnSpPr>
          <p:nvPr/>
        </p:nvCxnSpPr>
        <p:spPr>
          <a:xfrm>
            <a:off x="1641149" y="5763538"/>
            <a:ext cx="279918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4CE04F6-ABDE-348D-1C93-9FD034087303}"/>
              </a:ext>
            </a:extLst>
          </p:cNvPr>
          <p:cNvSpPr txBox="1"/>
          <p:nvPr/>
        </p:nvSpPr>
        <p:spPr>
          <a:xfrm>
            <a:off x="3012749" y="2098554"/>
            <a:ext cx="1138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rgbClr val="C00000"/>
                </a:solidFill>
              </a:rPr>
              <a:t>Inicializar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24C5B-7AC7-9F1A-EEDA-58ABD7EE2619}"/>
              </a:ext>
            </a:extLst>
          </p:cNvPr>
          <p:cNvSpPr txBox="1"/>
          <p:nvPr/>
        </p:nvSpPr>
        <p:spPr>
          <a:xfrm>
            <a:off x="4440333" y="5578872"/>
            <a:ext cx="1122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rgbClr val="C00000"/>
                </a:solidFill>
              </a:rPr>
              <a:t>Modificar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43A56-1922-09B2-46E6-8EC734D0313D}"/>
              </a:ext>
            </a:extLst>
          </p:cNvPr>
          <p:cNvSpPr txBox="1"/>
          <p:nvPr/>
        </p:nvSpPr>
        <p:spPr>
          <a:xfrm>
            <a:off x="8269436" y="547667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Más simple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892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27298-B057-7B3C-1F70-DB27133C8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A70C44-4CE8-71A8-F8BF-73995E74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Romper bucles con </a:t>
            </a:r>
            <a:r>
              <a:rPr lang="es-ES" b="1" noProof="0">
                <a:solidFill>
                  <a:srgbClr val="7030A0"/>
                </a:solidFill>
              </a:rPr>
              <a:t>break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D251ACD-5208-D80C-E2FF-26077C8F1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0127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u="sng">
                <a:latin typeface="Consolas" panose="020B0609020204030204" pitchFamily="49" charset="0"/>
              </a:rPr>
              <a:t>while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>
                <a:latin typeface="Consolas" panose="020B0609020204030204" pitchFamily="49" charset="0"/>
              </a:rPr>
              <a:t> &lt;cond_1&gt;: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>
                <a:latin typeface="Consolas" panose="020B0609020204030204" pitchFamily="49" charset="0"/>
              </a:rPr>
              <a:t> &lt;cond_2&gt;: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	&lt;</a:t>
            </a:r>
            <a:r>
              <a:rPr lang="en-US" err="1">
                <a:latin typeface="Consolas" panose="020B0609020204030204" pitchFamily="49" charset="0"/>
              </a:rPr>
              <a:t>expres_A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	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break</a:t>
            </a:r>
            <a:r>
              <a:rPr lang="en-US">
                <a:latin typeface="Consolas" panose="020B0609020204030204" pitchFamily="49" charset="0"/>
              </a:rPr>
              <a:t>		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	&lt;</a:t>
            </a:r>
            <a:r>
              <a:rPr lang="en-US" err="1">
                <a:latin typeface="Consolas" panose="020B0609020204030204" pitchFamily="49" charset="0"/>
              </a:rPr>
              <a:t>expres_B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&lt;</a:t>
            </a:r>
            <a:r>
              <a:rPr lang="en-US" err="1">
                <a:latin typeface="Consolas" panose="020B0609020204030204" pitchFamily="49" charset="0"/>
              </a:rPr>
              <a:t>expres_C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8B3F95B-784F-4A14-DC1B-7F4A7AA1970D}"/>
              </a:ext>
            </a:extLst>
          </p:cNvPr>
          <p:cNvSpPr txBox="1">
            <a:spLocks/>
          </p:cNvSpPr>
          <p:nvPr/>
        </p:nvSpPr>
        <p:spPr>
          <a:xfrm>
            <a:off x="5589037" y="1825625"/>
            <a:ext cx="57647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for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 </a:t>
            </a:r>
            <a:r>
              <a:rPr lang="en-US">
                <a:latin typeface="Consolas" panose="020B0609020204030204" pitchFamily="49" charset="0"/>
              </a:rPr>
              <a:t>&lt;var_1&gt;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 </a:t>
            </a:r>
            <a:r>
              <a:rPr lang="en-US">
                <a:latin typeface="Consolas" panose="020B0609020204030204" pitchFamily="49" charset="0"/>
              </a:rPr>
              <a:t>&lt;sec</a:t>
            </a:r>
            <a:r>
              <a:rPr lang="es-ES">
                <a:latin typeface="Consolas" panose="020B0609020204030204" pitchFamily="49" charset="0"/>
              </a:rPr>
              <a:t>_1</a:t>
            </a:r>
            <a:r>
              <a:rPr lang="en-US">
                <a:latin typeface="Consolas" panose="020B0609020204030204" pitchFamily="49" charset="0"/>
              </a:rPr>
              <a:t>&gt;:</a:t>
            </a: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	for </a:t>
            </a:r>
            <a:r>
              <a:rPr lang="en-US">
                <a:latin typeface="Consolas" panose="020B0609020204030204" pitchFamily="49" charset="0"/>
              </a:rPr>
              <a:t>&lt;var_2&gt;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 </a:t>
            </a:r>
            <a:r>
              <a:rPr lang="en-US">
                <a:latin typeface="Consolas" panose="020B0609020204030204" pitchFamily="49" charset="0"/>
              </a:rPr>
              <a:t>&lt;sec</a:t>
            </a:r>
            <a:r>
              <a:rPr lang="es-ES">
                <a:latin typeface="Consolas" panose="020B0609020204030204" pitchFamily="49" charset="0"/>
              </a:rPr>
              <a:t>_2</a:t>
            </a:r>
            <a:r>
              <a:rPr lang="en-US">
                <a:latin typeface="Consolas" panose="020B0609020204030204" pitchFamily="49" charset="0"/>
              </a:rPr>
              <a:t>&gt;: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	&lt;</a:t>
            </a:r>
            <a:r>
              <a:rPr lang="en-US" err="1">
                <a:latin typeface="Consolas" panose="020B0609020204030204" pitchFamily="49" charset="0"/>
              </a:rPr>
              <a:t>expres_A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	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break</a:t>
            </a:r>
            <a:r>
              <a:rPr lang="en-US">
                <a:latin typeface="Consolas" panose="020B0609020204030204" pitchFamily="49" charset="0"/>
              </a:rPr>
              <a:t>		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	&lt;</a:t>
            </a:r>
            <a:r>
              <a:rPr lang="en-US" err="1">
                <a:latin typeface="Consolas" panose="020B0609020204030204" pitchFamily="49" charset="0"/>
              </a:rPr>
              <a:t>expres_B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&lt;</a:t>
            </a:r>
            <a:r>
              <a:rPr lang="en-US" err="1">
                <a:latin typeface="Consolas" panose="020B0609020204030204" pitchFamily="49" charset="0"/>
              </a:rPr>
              <a:t>expres_C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...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3BDDE9F-AF96-C984-ADAB-173E17BA69FC}"/>
              </a:ext>
            </a:extLst>
          </p:cNvPr>
          <p:cNvSpPr/>
          <p:nvPr/>
        </p:nvSpPr>
        <p:spPr>
          <a:xfrm>
            <a:off x="2631232" y="4590661"/>
            <a:ext cx="2183364" cy="48519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A4241F-C99C-4B62-0D3F-E993338B459D}"/>
              </a:ext>
            </a:extLst>
          </p:cNvPr>
          <p:cNvSpPr/>
          <p:nvPr/>
        </p:nvSpPr>
        <p:spPr>
          <a:xfrm>
            <a:off x="7454381" y="4590661"/>
            <a:ext cx="2183364" cy="48519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BC767-4B87-68BD-60F7-5FB261D006C0}"/>
              </a:ext>
            </a:extLst>
          </p:cNvPr>
          <p:cNvSpPr txBox="1"/>
          <p:nvPr/>
        </p:nvSpPr>
        <p:spPr>
          <a:xfrm>
            <a:off x="5165509" y="4590661"/>
            <a:ext cx="1920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rgbClr val="C00000"/>
                </a:solidFill>
              </a:rPr>
              <a:t>Nunca se ejecuta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9A2DE6F-A49C-D1D2-FE06-61653F717F9D}"/>
              </a:ext>
            </a:extLst>
          </p:cNvPr>
          <p:cNvSpPr/>
          <p:nvPr/>
        </p:nvSpPr>
        <p:spPr>
          <a:xfrm>
            <a:off x="2159837" y="3676262"/>
            <a:ext cx="555371" cy="662474"/>
          </a:xfrm>
          <a:custGeom>
            <a:avLst/>
            <a:gdLst>
              <a:gd name="csX0" fmla="*/ 368759 w 368759"/>
              <a:gd name="csY0" fmla="*/ 1175657 h 1175657"/>
              <a:gd name="csX1" fmla="*/ 42187 w 368759"/>
              <a:gd name="csY1" fmla="*/ 951723 h 1175657"/>
              <a:gd name="csX2" fmla="*/ 14196 w 368759"/>
              <a:gd name="csY2" fmla="*/ 0 h 1175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8759" h="1175657">
                <a:moveTo>
                  <a:pt x="368759" y="1175657"/>
                </a:moveTo>
                <a:cubicBezTo>
                  <a:pt x="235020" y="1161661"/>
                  <a:pt x="101281" y="1147666"/>
                  <a:pt x="42187" y="951723"/>
                </a:cubicBezTo>
                <a:cubicBezTo>
                  <a:pt x="-16907" y="755780"/>
                  <a:pt x="-1356" y="377890"/>
                  <a:pt x="14196" y="0"/>
                </a:cubicBez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B9A55C1-7A7A-1CB4-0892-F410CBB7C2C3}"/>
              </a:ext>
            </a:extLst>
          </p:cNvPr>
          <p:cNvSpPr/>
          <p:nvPr/>
        </p:nvSpPr>
        <p:spPr>
          <a:xfrm>
            <a:off x="6897556" y="3676262"/>
            <a:ext cx="555371" cy="662474"/>
          </a:xfrm>
          <a:custGeom>
            <a:avLst/>
            <a:gdLst>
              <a:gd name="csX0" fmla="*/ 368759 w 368759"/>
              <a:gd name="csY0" fmla="*/ 1175657 h 1175657"/>
              <a:gd name="csX1" fmla="*/ 42187 w 368759"/>
              <a:gd name="csY1" fmla="*/ 951723 h 1175657"/>
              <a:gd name="csX2" fmla="*/ 14196 w 368759"/>
              <a:gd name="csY2" fmla="*/ 0 h 1175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8759" h="1175657">
                <a:moveTo>
                  <a:pt x="368759" y="1175657"/>
                </a:moveTo>
                <a:cubicBezTo>
                  <a:pt x="235020" y="1161661"/>
                  <a:pt x="101281" y="1147666"/>
                  <a:pt x="42187" y="951723"/>
                </a:cubicBezTo>
                <a:cubicBezTo>
                  <a:pt x="-16907" y="755780"/>
                  <a:pt x="-1356" y="377890"/>
                  <a:pt x="14196" y="0"/>
                </a:cubicBez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2E8CB-1D25-40F4-CA3D-59BDC58457EB}"/>
              </a:ext>
            </a:extLst>
          </p:cNvPr>
          <p:cNvSpPr txBox="1"/>
          <p:nvPr/>
        </p:nvSpPr>
        <p:spPr>
          <a:xfrm>
            <a:off x="645841" y="3818367"/>
            <a:ext cx="154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>
                <a:solidFill>
                  <a:schemeClr val="accent5">
                    <a:lumMod val="60000"/>
                    <a:lumOff val="40000"/>
                  </a:schemeClr>
                </a:solidFill>
              </a:rPr>
              <a:t>rompe el más inmediato</a:t>
            </a:r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BD5638-2848-EFDE-4D3B-3BEA31F117DB}"/>
              </a:ext>
            </a:extLst>
          </p:cNvPr>
          <p:cNvSpPr txBox="1"/>
          <p:nvPr/>
        </p:nvSpPr>
        <p:spPr>
          <a:xfrm>
            <a:off x="5320851" y="3692405"/>
            <a:ext cx="154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>
                <a:solidFill>
                  <a:schemeClr val="accent5">
                    <a:lumMod val="60000"/>
                    <a:lumOff val="40000"/>
                  </a:schemeClr>
                </a:solidFill>
              </a:rPr>
              <a:t>rompe el más inmediato</a:t>
            </a:r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625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/>
      <p:bldP spid="7" grpId="0" animBg="1"/>
      <p:bldP spid="8" grpId="0" animBg="1"/>
      <p:bldP spid="9" grpId="0"/>
      <p:bldP spid="10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925AB-DE23-0F09-1DB1-A64DEB8C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5FBC65-64D2-FD0F-EEE4-D736D79A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Ejemplo </a:t>
            </a:r>
            <a:r>
              <a:rPr lang="es-ES" b="1" noProof="0">
                <a:solidFill>
                  <a:srgbClr val="7030A0"/>
                </a:solidFill>
              </a:rPr>
              <a:t>break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63490DE-A963-22BC-8657-B0B181D7C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6943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u="sng">
                <a:latin typeface="Consolas" panose="020B0609020204030204" pitchFamily="49" charset="0"/>
              </a:rPr>
              <a:t>IN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mi_suma</a:t>
            </a:r>
            <a:r>
              <a:rPr lang="en-US">
                <a:latin typeface="Consolas" panose="020B0609020204030204" pitchFamily="49" charset="0"/>
              </a:rPr>
              <a:t> = 0</a:t>
            </a: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True</a:t>
            </a:r>
            <a:r>
              <a:rPr lang="en-US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 err="1">
                <a:latin typeface="Consolas" panose="020B0609020204030204" pitchFamily="49" charset="0"/>
              </a:rPr>
              <a:t>mi_suma</a:t>
            </a:r>
            <a:r>
              <a:rPr lang="en-US">
                <a:latin typeface="Consolas" panose="020B0609020204030204" pitchFamily="49" charset="0"/>
              </a:rPr>
              <a:t> += 2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 err="1">
                <a:latin typeface="Consolas" panose="020B0609020204030204" pitchFamily="49" charset="0"/>
              </a:rPr>
              <a:t>mi_suma</a:t>
            </a:r>
            <a:r>
              <a:rPr lang="en-US">
                <a:latin typeface="Consolas" panose="020B0609020204030204" pitchFamily="49" charset="0"/>
              </a:rPr>
              <a:t> &gt; 5: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	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break</a:t>
            </a:r>
          </a:p>
          <a:p>
            <a:pPr marL="0" indent="0">
              <a:buNone/>
            </a:pP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</a:t>
            </a:r>
            <a:r>
              <a:rPr lang="en-US" err="1">
                <a:latin typeface="Consolas" panose="020B0609020204030204" pitchFamily="49" charset="0"/>
              </a:rPr>
              <a:t>mi_suma</a:t>
            </a:r>
            <a:r>
              <a:rPr lang="en-US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FC52D272-0C36-ACED-0B63-1F46DF282457}"/>
              </a:ext>
            </a:extLst>
          </p:cNvPr>
          <p:cNvSpPr txBox="1">
            <a:spLocks/>
          </p:cNvSpPr>
          <p:nvPr/>
        </p:nvSpPr>
        <p:spPr>
          <a:xfrm>
            <a:off x="6966859" y="1825625"/>
            <a:ext cx="438694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OUT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50179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16F66-B45C-CAF8-EF21-113DE8419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AF1EC-C8AC-F13C-0E0F-74F667D4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Resumen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A105E-ED00-D7AB-9E56-A0DC5AF92F84}"/>
              </a:ext>
            </a:extLst>
          </p:cNvPr>
          <p:cNvSpPr txBox="1"/>
          <p:nvPr/>
        </p:nvSpPr>
        <p:spPr>
          <a:xfrm>
            <a:off x="2375686" y="2175296"/>
            <a:ext cx="3720314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sz="20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	&lt;</a:t>
            </a:r>
            <a:r>
              <a:rPr lang="es-ES" sz="2000" dirty="0" err="1">
                <a:latin typeface="Consolas" panose="020B0609020204030204" pitchFamily="49" charset="0"/>
              </a:rPr>
              <a:t>variar_condición</a:t>
            </a:r>
            <a:r>
              <a:rPr lang="es-ES" sz="2000" dirty="0">
                <a:latin typeface="Consolas" panose="020B0609020204030204" pitchFamily="49" charset="0"/>
              </a:rPr>
              <a:t>&gt;</a:t>
            </a:r>
            <a:endParaRPr lang="es-ES" sz="2000" noProof="0" dirty="0">
              <a:latin typeface="Consolas" panose="020B0609020204030204" pitchFamily="49" charset="0"/>
            </a:endParaRPr>
          </a:p>
          <a:p>
            <a:r>
              <a:rPr lang="es-ES" sz="2000" noProof="0" dirty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2900BE-4C94-959A-5767-CF8C78AEC8B1}"/>
              </a:ext>
            </a:extLst>
          </p:cNvPr>
          <p:cNvSpPr txBox="1"/>
          <p:nvPr/>
        </p:nvSpPr>
        <p:spPr>
          <a:xfrm>
            <a:off x="2375686" y="4162578"/>
            <a:ext cx="3720314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sz="2000" noProof="0">
                <a:latin typeface="Consolas" panose="020B0609020204030204" pitchFamily="49" charset="0"/>
              </a:rPr>
              <a:t> &lt;</a:t>
            </a:r>
            <a:r>
              <a:rPr lang="es-ES" sz="2000" noProof="0" err="1">
                <a:latin typeface="Consolas" panose="020B0609020204030204" pitchFamily="49" charset="0"/>
              </a:rPr>
              <a:t>var</a:t>
            </a:r>
            <a:r>
              <a:rPr lang="es-ES" sz="2000" noProof="0">
                <a:latin typeface="Consolas" panose="020B0609020204030204" pitchFamily="49" charset="0"/>
              </a:rPr>
              <a:t>&gt; </a:t>
            </a:r>
            <a:r>
              <a:rPr lang="es-ES" sz="200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sz="2000">
                <a:latin typeface="Consolas" panose="020B0609020204030204" pitchFamily="49" charset="0"/>
              </a:rPr>
              <a:t> &lt;secuencia&gt;</a:t>
            </a:r>
            <a:r>
              <a:rPr lang="es-ES" sz="2000" noProof="0">
                <a:latin typeface="Consolas" panose="020B0609020204030204" pitchFamily="49" charset="0"/>
              </a:rPr>
              <a:t>: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>
                <a:latin typeface="Consolas" panose="020B0609020204030204" pitchFamily="49" charset="0"/>
              </a:rPr>
              <a:t>	</a:t>
            </a:r>
            <a:r>
              <a:rPr lang="es-ES" sz="2000" noProof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45DB51E-0DA6-2ABA-FAAE-108516B56686}"/>
              </a:ext>
            </a:extLst>
          </p:cNvPr>
          <p:cNvSpPr/>
          <p:nvPr/>
        </p:nvSpPr>
        <p:spPr>
          <a:xfrm>
            <a:off x="4481804" y="1865511"/>
            <a:ext cx="2957804" cy="363921"/>
          </a:xfrm>
          <a:custGeom>
            <a:avLst/>
            <a:gdLst>
              <a:gd name="csX0" fmla="*/ 0 w 2957804"/>
              <a:gd name="csY0" fmla="*/ 354590 h 363921"/>
              <a:gd name="csX1" fmla="*/ 1455576 w 2957804"/>
              <a:gd name="csY1" fmla="*/ 28 h 363921"/>
              <a:gd name="csX2" fmla="*/ 2957804 w 2957804"/>
              <a:gd name="csY2" fmla="*/ 363921 h 363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57804" h="363921">
                <a:moveTo>
                  <a:pt x="0" y="354590"/>
                </a:moveTo>
                <a:cubicBezTo>
                  <a:pt x="415989" y="59898"/>
                  <a:pt x="962609" y="-1527"/>
                  <a:pt x="1455576" y="28"/>
                </a:cubicBezTo>
                <a:cubicBezTo>
                  <a:pt x="1948543" y="1583"/>
                  <a:pt x="2826398" y="19466"/>
                  <a:pt x="2957804" y="363921"/>
                </a:cubicBezTo>
              </a:path>
            </a:pathLst>
          </a:cu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C7833-EC6B-0B20-BD52-B70DAA2D75EB}"/>
              </a:ext>
            </a:extLst>
          </p:cNvPr>
          <p:cNvSpPr txBox="1"/>
          <p:nvPr/>
        </p:nvSpPr>
        <p:spPr>
          <a:xfrm>
            <a:off x="6665170" y="2229099"/>
            <a:ext cx="2717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Se itera hasta que </a:t>
            </a:r>
          </a:p>
          <a:p>
            <a:r>
              <a:rPr lang="es-ES">
                <a:latin typeface="Consolas" panose="020B0609020204030204" pitchFamily="49" charset="0"/>
              </a:rPr>
              <a:t>&lt;condición&gt; == </a:t>
            </a:r>
            <a:r>
              <a:rPr lang="es-ES">
                <a:solidFill>
                  <a:srgbClr val="7030A0"/>
                </a:solidFill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D9FE42-7269-2E9C-5669-D5D177DE49BB}"/>
              </a:ext>
            </a:extLst>
          </p:cNvPr>
          <p:cNvSpPr txBox="1"/>
          <p:nvPr/>
        </p:nvSpPr>
        <p:spPr>
          <a:xfrm>
            <a:off x="6733592" y="4272836"/>
            <a:ext cx="3222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Se itera hasta que se acaben</a:t>
            </a:r>
          </a:p>
          <a:p>
            <a:r>
              <a:rPr lang="es-ES">
                <a:latin typeface="+mj-lt"/>
              </a:rPr>
              <a:t>los elementos de </a:t>
            </a:r>
            <a:r>
              <a:rPr lang="es-ES">
                <a:latin typeface="Consolas" panose="020B0609020204030204" pitchFamily="49" charset="0"/>
              </a:rPr>
              <a:t>&lt;secuencia&gt;</a:t>
            </a:r>
            <a:endParaRPr lang="en-US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50E9AC2-2FE3-238B-BB7A-0B3471A095F5}"/>
              </a:ext>
            </a:extLst>
          </p:cNvPr>
          <p:cNvSpPr/>
          <p:nvPr/>
        </p:nvSpPr>
        <p:spPr>
          <a:xfrm>
            <a:off x="5265576" y="3908915"/>
            <a:ext cx="2174032" cy="363921"/>
          </a:xfrm>
          <a:custGeom>
            <a:avLst/>
            <a:gdLst>
              <a:gd name="csX0" fmla="*/ 0 w 2957804"/>
              <a:gd name="csY0" fmla="*/ 354590 h 363921"/>
              <a:gd name="csX1" fmla="*/ 1455576 w 2957804"/>
              <a:gd name="csY1" fmla="*/ 28 h 363921"/>
              <a:gd name="csX2" fmla="*/ 2957804 w 2957804"/>
              <a:gd name="csY2" fmla="*/ 363921 h 363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57804" h="363921">
                <a:moveTo>
                  <a:pt x="0" y="354590"/>
                </a:moveTo>
                <a:cubicBezTo>
                  <a:pt x="415989" y="59898"/>
                  <a:pt x="962609" y="-1527"/>
                  <a:pt x="1455576" y="28"/>
                </a:cubicBezTo>
                <a:cubicBezTo>
                  <a:pt x="1948543" y="1583"/>
                  <a:pt x="2826398" y="19466"/>
                  <a:pt x="2957804" y="363921"/>
                </a:cubicBezTo>
              </a:path>
            </a:pathLst>
          </a:cu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10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A6F16-9DCD-1C91-2EAB-1D561515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048623-18DA-9ACB-4DCF-5680E51BC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FB3655-2793-789B-5565-C43578073D49}"/>
              </a:ext>
            </a:extLst>
          </p:cNvPr>
          <p:cNvSpPr txBox="1"/>
          <p:nvPr/>
        </p:nvSpPr>
        <p:spPr>
          <a:xfrm>
            <a:off x="872456" y="2504635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F24E72-81DE-8752-4F15-57220E193C71}"/>
              </a:ext>
            </a:extLst>
          </p:cNvPr>
          <p:cNvSpPr txBox="1"/>
          <p:nvPr/>
        </p:nvSpPr>
        <p:spPr>
          <a:xfrm>
            <a:off x="-4336332" y="2175296"/>
            <a:ext cx="3720314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sz="20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	&lt;</a:t>
            </a:r>
            <a:r>
              <a:rPr lang="es-ES" sz="2000" dirty="0" err="1">
                <a:latin typeface="Consolas" panose="020B0609020204030204" pitchFamily="49" charset="0"/>
              </a:rPr>
              <a:t>variar_condición</a:t>
            </a:r>
            <a:r>
              <a:rPr lang="es-ES" sz="2000" dirty="0">
                <a:latin typeface="Consolas" panose="020B0609020204030204" pitchFamily="49" charset="0"/>
              </a:rPr>
              <a:t>&gt;</a:t>
            </a:r>
            <a:endParaRPr lang="es-ES" sz="2000" noProof="0" dirty="0">
              <a:latin typeface="Consolas" panose="020B0609020204030204" pitchFamily="49" charset="0"/>
            </a:endParaRPr>
          </a:p>
          <a:p>
            <a:r>
              <a:rPr lang="es-ES" sz="2000" noProof="0" dirty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7DF2A0-6A23-D3E9-7014-85752F78436B}"/>
              </a:ext>
            </a:extLst>
          </p:cNvPr>
          <p:cNvSpPr txBox="1"/>
          <p:nvPr/>
        </p:nvSpPr>
        <p:spPr>
          <a:xfrm>
            <a:off x="-4336332" y="4162578"/>
            <a:ext cx="3720314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sz="2000" noProof="0" dirty="0">
                <a:latin typeface="Consolas" panose="020B0609020204030204" pitchFamily="49" charset="0"/>
              </a:rPr>
              <a:t> &lt;</a:t>
            </a:r>
            <a:r>
              <a:rPr lang="es-ES" sz="2000" noProof="0" dirty="0" err="1">
                <a:latin typeface="Consolas" panose="020B0609020204030204" pitchFamily="49" charset="0"/>
              </a:rPr>
              <a:t>var</a:t>
            </a:r>
            <a:r>
              <a:rPr lang="es-ES" sz="2000" noProof="0" dirty="0">
                <a:latin typeface="Consolas" panose="020B0609020204030204" pitchFamily="49" charset="0"/>
              </a:rPr>
              <a:t>&gt; </a:t>
            </a:r>
            <a:r>
              <a:rPr lang="es-ES" sz="2000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sz="2000" dirty="0">
                <a:latin typeface="Consolas" panose="020B0609020204030204" pitchFamily="49" charset="0"/>
              </a:rPr>
              <a:t> &lt;secuencia&gt;</a:t>
            </a:r>
            <a:r>
              <a:rPr lang="es-ES" sz="2000" noProof="0" dirty="0">
                <a:latin typeface="Consolas" panose="020B0609020204030204" pitchFamily="49" charset="0"/>
              </a:rPr>
              <a:t>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	</a:t>
            </a:r>
            <a:r>
              <a:rPr lang="es-ES" sz="2000" noProof="0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F31EF6-6765-A018-297A-B4D1B1AA9598}"/>
              </a:ext>
            </a:extLst>
          </p:cNvPr>
          <p:cNvSpPr txBox="1"/>
          <p:nvPr/>
        </p:nvSpPr>
        <p:spPr>
          <a:xfrm>
            <a:off x="1799771" y="3666040"/>
            <a:ext cx="152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GGGG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4BB5E9-A03E-AD01-BC89-535F682ED0D5}"/>
              </a:ext>
            </a:extLst>
          </p:cNvPr>
          <p:cNvSpPr txBox="1"/>
          <p:nvPr/>
        </p:nvSpPr>
        <p:spPr>
          <a:xfrm>
            <a:off x="4265600" y="3666040"/>
            <a:ext cx="5611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G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86E68C-972A-2457-6CD4-02E8499F2DC5}"/>
              </a:ext>
            </a:extLst>
          </p:cNvPr>
          <p:cNvSpPr txBox="1"/>
          <p:nvPr/>
        </p:nvSpPr>
        <p:spPr>
          <a:xfrm>
            <a:off x="5804114" y="3666040"/>
            <a:ext cx="5611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G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84677-E554-B5FF-B49C-E7114A76B5A3}"/>
              </a:ext>
            </a:extLst>
          </p:cNvPr>
          <p:cNvSpPr txBox="1"/>
          <p:nvPr/>
        </p:nvSpPr>
        <p:spPr>
          <a:xfrm>
            <a:off x="6462157" y="3666040"/>
            <a:ext cx="112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Consolas" panose="020B0609020204030204" pitchFamily="49" charset="0"/>
              </a:rPr>
              <a:t>GG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EC2FE5-ADFD-BCED-8438-A68F1014D07C}"/>
              </a:ext>
            </a:extLst>
          </p:cNvPr>
          <p:cNvSpPr txBox="1"/>
          <p:nvPr/>
        </p:nvSpPr>
        <p:spPr>
          <a:xfrm>
            <a:off x="8000672" y="3666040"/>
            <a:ext cx="112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Consolas" panose="020B0609020204030204" pitchFamily="49" charset="0"/>
              </a:rPr>
              <a:t>GG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2D0412-B1F1-3A98-706A-F37198D1694A}"/>
              </a:ext>
            </a:extLst>
          </p:cNvPr>
          <p:cNvSpPr txBox="1"/>
          <p:nvPr/>
        </p:nvSpPr>
        <p:spPr>
          <a:xfrm>
            <a:off x="9842336" y="3666040"/>
            <a:ext cx="112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Consolas" panose="020B0609020204030204" pitchFamily="49" charset="0"/>
              </a:rPr>
              <a:t>G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BB437E-A0C5-FE03-DF08-B7B895834CC6}"/>
              </a:ext>
            </a:extLst>
          </p:cNvPr>
          <p:cNvSpPr txBox="1"/>
          <p:nvPr/>
        </p:nvSpPr>
        <p:spPr>
          <a:xfrm>
            <a:off x="1799771" y="4827445"/>
            <a:ext cx="152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4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A62809-BAD5-78DA-5565-97A734BA4FC6}"/>
              </a:ext>
            </a:extLst>
          </p:cNvPr>
          <p:cNvSpPr txBox="1"/>
          <p:nvPr/>
        </p:nvSpPr>
        <p:spPr>
          <a:xfrm>
            <a:off x="4265600" y="4827445"/>
            <a:ext cx="5611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1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3E0D1-8129-A248-EC4E-4AE8090EF301}"/>
              </a:ext>
            </a:extLst>
          </p:cNvPr>
          <p:cNvSpPr txBox="1"/>
          <p:nvPr/>
        </p:nvSpPr>
        <p:spPr>
          <a:xfrm>
            <a:off x="5804114" y="4827445"/>
            <a:ext cx="5611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1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FAEBFA-ADF0-55AB-8A61-0317826A3A39}"/>
              </a:ext>
            </a:extLst>
          </p:cNvPr>
          <p:cNvSpPr txBox="1"/>
          <p:nvPr/>
        </p:nvSpPr>
        <p:spPr>
          <a:xfrm>
            <a:off x="6657029" y="4827445"/>
            <a:ext cx="112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Consolas" panose="020B0609020204030204" pitchFamily="49" charset="0"/>
              </a:rPr>
              <a:t>2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BBEF5D-5DFB-87E2-0363-0596011CDDBF}"/>
              </a:ext>
            </a:extLst>
          </p:cNvPr>
          <p:cNvSpPr txBox="1"/>
          <p:nvPr/>
        </p:nvSpPr>
        <p:spPr>
          <a:xfrm>
            <a:off x="8195544" y="4827445"/>
            <a:ext cx="112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Consolas" panose="020B0609020204030204" pitchFamily="49" charset="0"/>
              </a:rPr>
              <a:t>2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0DC915-852E-6E0C-09AA-89AB1D2E37E4}"/>
              </a:ext>
            </a:extLst>
          </p:cNvPr>
          <p:cNvSpPr txBox="1"/>
          <p:nvPr/>
        </p:nvSpPr>
        <p:spPr>
          <a:xfrm>
            <a:off x="9842336" y="4827445"/>
            <a:ext cx="112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Consolas" panose="020B0609020204030204" pitchFamily="49" charset="0"/>
              </a:rPr>
              <a:t>1</a:t>
            </a:r>
            <a:endParaRPr lang="en-US" sz="4400" dirty="0"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CB4A47-1F1D-B7E2-6D18-4E5434AE60F3}"/>
              </a:ext>
            </a:extLst>
          </p:cNvPr>
          <p:cNvCxnSpPr>
            <a:cxnSpLocks/>
          </p:cNvCxnSpPr>
          <p:nvPr/>
        </p:nvCxnSpPr>
        <p:spPr>
          <a:xfrm>
            <a:off x="1022888" y="2030279"/>
            <a:ext cx="1010489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908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3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0" grpId="1"/>
      <p:bldP spid="21" grpId="0"/>
      <p:bldP spid="22" grpId="0"/>
      <p:bldP spid="23" grpId="0"/>
      <p:bldP spid="24" grpId="0"/>
      <p:bldP spid="25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5A98-D613-D20C-4B31-21011A2E5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5C90F2-4E06-9697-CEC8-92F4E9F8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471CCE-820D-E88F-6599-C7A1456BD03F}"/>
              </a:ext>
            </a:extLst>
          </p:cNvPr>
          <p:cNvSpPr txBox="1"/>
          <p:nvPr/>
        </p:nvSpPr>
        <p:spPr>
          <a:xfrm>
            <a:off x="594403" y="1379377"/>
            <a:ext cx="559049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dirty="0"/>
              <a:t>Escribir un programa que</a:t>
            </a:r>
            <a:r>
              <a:rPr lang="es-ES" dirty="0"/>
              <a:t>:</a:t>
            </a:r>
            <a:endParaRPr lang="es-E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noProof="0" dirty="0"/>
              <a:t>Tome como input una </a:t>
            </a:r>
            <a:r>
              <a:rPr lang="es-ES" b="1" noProof="0" dirty="0"/>
              <a:t>secuencia de nucleótidos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Encuentre el número de </a:t>
            </a:r>
            <a:r>
              <a:rPr lang="es-ES" b="1" dirty="0"/>
              <a:t>repeticiones de G sucesivas más largo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En caso de no haber G, debe decirlo</a:t>
            </a:r>
          </a:p>
          <a:p>
            <a:endParaRPr lang="es-ES" dirty="0"/>
          </a:p>
          <a:p>
            <a:pPr algn="ctr"/>
            <a:r>
              <a:rPr lang="es-ES" u="sng" dirty="0"/>
              <a:t>TIP</a:t>
            </a:r>
            <a:r>
              <a:rPr lang="es-ES" dirty="0"/>
              <a:t>:</a:t>
            </a:r>
          </a:p>
          <a:p>
            <a:r>
              <a:rPr lang="es-E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Iterar letra a letra</a:t>
            </a:r>
          </a:p>
          <a:p>
            <a:r>
              <a:rPr lang="es-ES" dirty="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dirty="0">
                <a:latin typeface="Consolas" panose="020B0609020204030204" pitchFamily="49" charset="0"/>
              </a:rPr>
              <a:t> letra </a:t>
            </a:r>
            <a:r>
              <a:rPr lang="es-ES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'palabra'</a:t>
            </a:r>
            <a:r>
              <a:rPr lang="es-ES" dirty="0">
                <a:latin typeface="Consolas" panose="020B0609020204030204" pitchFamily="49" charset="0"/>
              </a:rPr>
              <a:t>:</a:t>
            </a:r>
          </a:p>
          <a:p>
            <a:r>
              <a:rPr lang="es-ES" dirty="0">
                <a:latin typeface="Consolas" panose="020B0609020204030204" pitchFamily="49" charset="0"/>
              </a:rPr>
              <a:t>	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dirty="0">
                <a:latin typeface="Consolas" panose="020B0609020204030204" pitchFamily="49" charset="0"/>
              </a:rPr>
              <a:t>(letra)</a:t>
            </a:r>
          </a:p>
          <a:p>
            <a:endParaRPr lang="es-ES" dirty="0">
              <a:latin typeface="Consolas" panose="020B0609020204030204" pitchFamily="49" charset="0"/>
            </a:endParaRPr>
          </a:p>
          <a:p>
            <a:pPr algn="ctr"/>
            <a:r>
              <a:rPr lang="es-ES" u="sng" dirty="0"/>
              <a:t>Solo usar</a:t>
            </a:r>
            <a:r>
              <a:rPr lang="es-ES" dirty="0"/>
              <a:t>:</a:t>
            </a:r>
            <a:endParaRPr lang="es-E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Ramificación		</a:t>
            </a:r>
            <a:r>
              <a:rPr lang="es-ES" dirty="0">
                <a:latin typeface="+mj-lt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if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elif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else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Operaciones	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+, -, *, /, etc.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Comparaciones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==, !=, &lt;=, &gt;, etc.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Lógica	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and, </a:t>
            </a:r>
            <a:r>
              <a:rPr lang="es-ES" dirty="0" err="1">
                <a:latin typeface="Consolas" panose="020B0609020204030204" pitchFamily="49" charset="0"/>
              </a:rPr>
              <a:t>or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not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Iteración</a:t>
            </a:r>
            <a:r>
              <a:rPr lang="es-ES" dirty="0">
                <a:latin typeface="+mj-lt"/>
              </a:rPr>
              <a:t>		</a:t>
            </a:r>
            <a:r>
              <a:rPr lang="es-ES" dirty="0"/>
              <a:t>(</a:t>
            </a:r>
            <a:r>
              <a:rPr lang="es-ES" dirty="0" err="1">
                <a:latin typeface="Consolas" panose="020B0609020204030204" pitchFamily="49" charset="0"/>
              </a:rPr>
              <a:t>for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while</a:t>
            </a:r>
            <a:r>
              <a:rPr lang="es-ES" dirty="0">
                <a:latin typeface="Consolas" panose="020B0609020204030204" pitchFamily="49" charset="0"/>
              </a:rPr>
              <a:t>, break</a:t>
            </a:r>
            <a:r>
              <a:rPr lang="es-E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0512A-BEF2-296B-8CBB-4F40C509495D}"/>
              </a:ext>
            </a:extLst>
          </p:cNvPr>
          <p:cNvSpPr txBox="1"/>
          <p:nvPr/>
        </p:nvSpPr>
        <p:spPr>
          <a:xfrm>
            <a:off x="6184900" y="2005788"/>
            <a:ext cx="516890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en-US" u="sng" dirty="0"/>
              <a:t>RECOMENDACIONES</a:t>
            </a:r>
          </a:p>
          <a:p>
            <a:pPr lvl="0" algn="ctr"/>
            <a:endParaRPr lang="en-US" u="sng" dirty="0"/>
          </a:p>
          <a:p>
            <a:pPr lvl="0"/>
            <a:r>
              <a:rPr lang="en-US" dirty="0"/>
              <a:t>1</a:t>
            </a:r>
            <a:r>
              <a:rPr lang="en-US" baseline="30000" dirty="0"/>
              <a:t>ero</a:t>
            </a:r>
            <a:r>
              <a:rPr lang="en-US" dirty="0"/>
              <a:t>)	</a:t>
            </a:r>
            <a:r>
              <a:rPr lang="en-US" b="1" dirty="0" err="1"/>
              <a:t>Contar</a:t>
            </a:r>
            <a:r>
              <a:rPr lang="en-US" b="1" dirty="0"/>
              <a:t> G </a:t>
            </a:r>
            <a:r>
              <a:rPr lang="en-US" b="1" dirty="0" err="1"/>
              <a:t>consecutivos</a:t>
            </a:r>
            <a:r>
              <a:rPr lang="en-US" dirty="0"/>
              <a:t>: Resolver </a:t>
            </a:r>
            <a:r>
              <a:rPr lang="en-US" dirty="0" err="1"/>
              <a:t>cómo</a:t>
            </a:r>
            <a:r>
              <a:rPr lang="en-US" dirty="0"/>
              <a:t> 	</a:t>
            </a:r>
            <a:r>
              <a:rPr lang="en-US" dirty="0" err="1"/>
              <a:t>recorrer</a:t>
            </a:r>
            <a:r>
              <a:rPr lang="en-US" dirty="0"/>
              <a:t> la </a:t>
            </a:r>
            <a:r>
              <a:rPr lang="en-US" dirty="0" err="1"/>
              <a:t>secuencia</a:t>
            </a:r>
            <a:r>
              <a:rPr lang="en-US" dirty="0"/>
              <a:t> y saber </a:t>
            </a:r>
            <a:r>
              <a:rPr lang="en-US" dirty="0" err="1"/>
              <a:t>cuántos</a:t>
            </a:r>
            <a:r>
              <a:rPr lang="en-US" dirty="0"/>
              <a:t> G 	</a:t>
            </a:r>
            <a:r>
              <a:rPr lang="en-US" dirty="0" err="1"/>
              <a:t>consecutivos</a:t>
            </a:r>
            <a:r>
              <a:rPr lang="en-US" dirty="0"/>
              <a:t> </a:t>
            </a:r>
            <a:r>
              <a:rPr lang="en-US" dirty="0" err="1"/>
              <a:t>llevo</a:t>
            </a:r>
            <a:endParaRPr lang="en-US" dirty="0"/>
          </a:p>
          <a:p>
            <a:pPr lvl="0"/>
            <a:r>
              <a:rPr lang="en-US" dirty="0"/>
              <a:t>2</a:t>
            </a:r>
            <a:r>
              <a:rPr lang="en-US" baseline="30000" dirty="0"/>
              <a:t>do</a:t>
            </a:r>
            <a:r>
              <a:rPr lang="en-US" dirty="0"/>
              <a:t>) 	</a:t>
            </a:r>
            <a:r>
              <a:rPr lang="en-US" b="1" dirty="0" err="1"/>
              <a:t>Recordar</a:t>
            </a:r>
            <a:r>
              <a:rPr lang="en-US" b="1" dirty="0"/>
              <a:t> G </a:t>
            </a:r>
            <a:r>
              <a:rPr lang="en-US" b="1" dirty="0" err="1"/>
              <a:t>más</a:t>
            </a:r>
            <a:r>
              <a:rPr lang="en-US" b="1" dirty="0"/>
              <a:t> </a:t>
            </a:r>
            <a:r>
              <a:rPr lang="en-US" b="1" dirty="0" err="1"/>
              <a:t>larga</a:t>
            </a:r>
            <a:r>
              <a:rPr lang="en-US" dirty="0"/>
              <a:t>: </a:t>
            </a:r>
            <a:r>
              <a:rPr lang="en-US" dirty="0" err="1"/>
              <a:t>Mientras</a:t>
            </a:r>
            <a:r>
              <a:rPr lang="en-US" dirty="0"/>
              <a:t> se 	</a:t>
            </a:r>
            <a:r>
              <a:rPr lang="en-US" dirty="0" err="1"/>
              <a:t>recorre</a:t>
            </a:r>
            <a:r>
              <a:rPr lang="en-US" dirty="0"/>
              <a:t> la </a:t>
            </a:r>
            <a:r>
              <a:rPr lang="en-US" dirty="0" err="1"/>
              <a:t>secuencia</a:t>
            </a:r>
            <a:r>
              <a:rPr lang="en-US" dirty="0"/>
              <a:t> </a:t>
            </a:r>
            <a:r>
              <a:rPr lang="en-US" dirty="0" err="1"/>
              <a:t>preguntarse</a:t>
            </a:r>
            <a:r>
              <a:rPr lang="en-US" dirty="0"/>
              <a:t> ¿</a:t>
            </a:r>
            <a:r>
              <a:rPr lang="en-US" dirty="0" err="1"/>
              <a:t>cómo</a:t>
            </a:r>
            <a:r>
              <a:rPr lang="en-US" dirty="0"/>
              <a:t> 	</a:t>
            </a:r>
            <a:r>
              <a:rPr lang="en-US" dirty="0" err="1"/>
              <a:t>recordar</a:t>
            </a:r>
            <a:r>
              <a:rPr lang="en-US" dirty="0"/>
              <a:t> </a:t>
            </a:r>
            <a:r>
              <a:rPr lang="en-US" dirty="0" err="1"/>
              <a:t>cuál</a:t>
            </a:r>
            <a:r>
              <a:rPr lang="en-US" dirty="0"/>
              <a:t> </a:t>
            </a:r>
            <a:r>
              <a:rPr lang="en-US" dirty="0" err="1"/>
              <a:t>fue</a:t>
            </a:r>
            <a:r>
              <a:rPr lang="en-US" dirty="0"/>
              <a:t> la corrida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larga</a:t>
            </a:r>
            <a:r>
              <a:rPr lang="en-US" dirty="0"/>
              <a:t> 	</a:t>
            </a:r>
            <a:r>
              <a:rPr lang="en-US" dirty="0" err="1"/>
              <a:t>encontrada</a:t>
            </a:r>
            <a:r>
              <a:rPr lang="en-US" dirty="0"/>
              <a:t> hasta </a:t>
            </a:r>
            <a:r>
              <a:rPr lang="en-US" dirty="0" err="1"/>
              <a:t>ahora</a:t>
            </a:r>
            <a:r>
              <a:rPr lang="en-US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BD205-5727-B8A9-DFAC-48D76E11D126}"/>
              </a:ext>
            </a:extLst>
          </p:cNvPr>
          <p:cNvSpPr txBox="1"/>
          <p:nvPr/>
        </p:nvSpPr>
        <p:spPr>
          <a:xfrm>
            <a:off x="4608924" y="2941225"/>
            <a:ext cx="45685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latin typeface="Consolas" panose="020B0609020204030204" pitchFamily="49" charset="0"/>
              </a:rPr>
              <a:t>'p'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'a'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'l'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'a'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'b'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'r'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'a'</a:t>
            </a:r>
            <a:endParaRPr lang="en-US" sz="12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AFC635A-11D0-632E-C9B0-6DEDF64E3B1F}"/>
              </a:ext>
            </a:extLst>
          </p:cNvPr>
          <p:cNvCxnSpPr>
            <a:cxnSpLocks/>
          </p:cNvCxnSpPr>
          <p:nvPr/>
        </p:nvCxnSpPr>
        <p:spPr>
          <a:xfrm>
            <a:off x="3685032" y="3520440"/>
            <a:ext cx="8046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83024A3-9C76-9E7E-6226-A9DC65AB5582}"/>
              </a:ext>
            </a:extLst>
          </p:cNvPr>
          <p:cNvSpPr txBox="1"/>
          <p:nvPr/>
        </p:nvSpPr>
        <p:spPr>
          <a:xfrm>
            <a:off x="872456" y="-255881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8EA3FC-4509-EFA2-D990-ED48586BA1B4}"/>
              </a:ext>
            </a:extLst>
          </p:cNvPr>
          <p:cNvSpPr/>
          <p:nvPr/>
        </p:nvSpPr>
        <p:spPr>
          <a:xfrm>
            <a:off x="8609122" y="5069737"/>
            <a:ext cx="1103086" cy="110308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dirty="0"/>
              <a:t>1 que</a:t>
            </a:r>
            <a:br>
              <a:rPr lang="es-ES" dirty="0"/>
            </a:br>
            <a:r>
              <a:rPr lang="es-ES" dirty="0"/>
              <a:t>NO sepa</a:t>
            </a:r>
          </a:p>
          <a:p>
            <a:pPr algn="ctr"/>
            <a:r>
              <a:rPr lang="es-ES" dirty="0"/>
              <a:t>Python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38EF759-868B-D146-C279-E1DDFDAAD0C8}"/>
              </a:ext>
            </a:extLst>
          </p:cNvPr>
          <p:cNvSpPr/>
          <p:nvPr/>
        </p:nvSpPr>
        <p:spPr>
          <a:xfrm>
            <a:off x="7888190" y="4823412"/>
            <a:ext cx="1560288" cy="386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Grupos de 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971952E-6FC7-4FD4-962A-D4CD6E1EC461}"/>
              </a:ext>
            </a:extLst>
          </p:cNvPr>
          <p:cNvSpPr/>
          <p:nvPr/>
        </p:nvSpPr>
        <p:spPr>
          <a:xfrm>
            <a:off x="7610109" y="5142309"/>
            <a:ext cx="1103086" cy="110308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dirty="0"/>
              <a:t>1 que</a:t>
            </a:r>
            <a:br>
              <a:rPr lang="es-ES" dirty="0"/>
            </a:br>
            <a:r>
              <a:rPr lang="es-ES" dirty="0"/>
              <a:t>haya visto</a:t>
            </a:r>
          </a:p>
          <a:p>
            <a:pPr algn="ctr"/>
            <a:r>
              <a:rPr lang="es-ES" dirty="0"/>
              <a:t>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488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699EC0-263B-9E62-90FD-30A57A346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95" y="1146486"/>
            <a:ext cx="10138610" cy="45650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4841580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42AA1-50E2-6027-EFDF-1691D854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63F39EF-850E-B831-E59F-06958BA0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E9774B-E9E7-0B07-C9E8-C3F97978546F}"/>
              </a:ext>
            </a:extLst>
          </p:cNvPr>
          <p:cNvSpPr txBox="1"/>
          <p:nvPr/>
        </p:nvSpPr>
        <p:spPr>
          <a:xfrm>
            <a:off x="716965" y="2504635"/>
            <a:ext cx="107580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AAAA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6E4EE6-2093-5AF1-B479-4C4928F07E37}"/>
              </a:ext>
            </a:extLst>
          </p:cNvPr>
          <p:cNvSpPr txBox="1"/>
          <p:nvPr/>
        </p:nvSpPr>
        <p:spPr>
          <a:xfrm>
            <a:off x="5000393" y="4827445"/>
            <a:ext cx="152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2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6439A-E744-4312-15BD-BDCF5DFD8B5C}"/>
              </a:ext>
            </a:extLst>
          </p:cNvPr>
          <p:cNvSpPr txBox="1"/>
          <p:nvPr/>
        </p:nvSpPr>
        <p:spPr>
          <a:xfrm>
            <a:off x="4915227" y="1501950"/>
            <a:ext cx="2361545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AAAA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A81BD-EDFD-4526-7759-FC36D42B1557}"/>
              </a:ext>
            </a:extLst>
          </p:cNvPr>
          <p:cNvSpPr txBox="1"/>
          <p:nvPr/>
        </p:nvSpPr>
        <p:spPr>
          <a:xfrm>
            <a:off x="1949672" y="3666040"/>
            <a:ext cx="23974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TATAAAA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FD279-DFAC-678F-8505-356971692C16}"/>
              </a:ext>
            </a:extLst>
          </p:cNvPr>
          <p:cNvSpPr txBox="1"/>
          <p:nvPr/>
        </p:nvSpPr>
        <p:spPr>
          <a:xfrm>
            <a:off x="6616136" y="3666040"/>
            <a:ext cx="23974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TATAAAA</a:t>
            </a:r>
            <a:endParaRPr lang="en-US" sz="4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654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01 0.00694 L 0.33971 0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4" y="-34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 animBg="1"/>
      <p:bldP spid="4" grpId="0"/>
      <p:bldP spid="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32C6-9F3B-1221-C989-C9C9683C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BEFA7D2-DADA-6E0B-AAE8-7F6660A5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CA21E8-ACDC-76DC-8251-02950879D616}"/>
              </a:ext>
            </a:extLst>
          </p:cNvPr>
          <p:cNvSpPr txBox="1"/>
          <p:nvPr/>
        </p:nvSpPr>
        <p:spPr>
          <a:xfrm>
            <a:off x="594403" y="1379377"/>
            <a:ext cx="55904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dirty="0"/>
              <a:t>Escribir un programa que</a:t>
            </a:r>
            <a:r>
              <a:rPr lang="es-ES" dirty="0"/>
              <a:t>:</a:t>
            </a:r>
            <a:endParaRPr lang="es-E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 Tome como input una </a:t>
            </a:r>
            <a:r>
              <a:rPr lang="es-ES" b="1" dirty="0"/>
              <a:t>secuencia de nucleótidos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Encuentre el número de </a:t>
            </a:r>
            <a:r>
              <a:rPr lang="es-ES" b="1" dirty="0"/>
              <a:t>repeticiones del motivo TATAAAA</a:t>
            </a:r>
            <a:r>
              <a:rPr lang="es-ES" dirty="0"/>
              <a:t> (TATA-box)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En caso de no haber TATA-box, debe decirlo</a:t>
            </a:r>
          </a:p>
          <a:p>
            <a:endParaRPr lang="es-ES" dirty="0"/>
          </a:p>
          <a:p>
            <a:pPr algn="ctr"/>
            <a:r>
              <a:rPr lang="es-ES" u="sng" dirty="0"/>
              <a:t>TIP</a:t>
            </a:r>
            <a:r>
              <a:rPr lang="es-ES" dirty="0"/>
              <a:t>:</a:t>
            </a:r>
          </a:p>
          <a:p>
            <a:r>
              <a:rPr lang="es-E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Comparación de </a:t>
            </a:r>
            <a:r>
              <a:rPr lang="es-ES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strings</a:t>
            </a:r>
            <a:endParaRPr lang="es-ES" dirty="0">
              <a:solidFill>
                <a:schemeClr val="bg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'AGTTAT'</a:t>
            </a:r>
            <a:r>
              <a:rPr lang="es-ES" dirty="0">
                <a:latin typeface="Consolas" panose="020B0609020204030204" pitchFamily="49" charset="0"/>
              </a:rPr>
              <a:t> ==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'TATAAAA'</a:t>
            </a:r>
            <a:r>
              <a:rPr lang="es-ES" dirty="0">
                <a:latin typeface="Consolas" panose="020B0609020204030204" pitchFamily="49" charset="0"/>
                <a:sym typeface="Wingdings" panose="05000000000000000000" pitchFamily="2" charset="2"/>
              </a:rPr>
              <a:t>  </a:t>
            </a:r>
            <a:r>
              <a:rPr lang="es-ES" dirty="0">
                <a:solidFill>
                  <a:srgbClr val="7030A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False</a:t>
            </a:r>
            <a:endParaRPr lang="es-ES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s-E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Indexado</a:t>
            </a:r>
          </a:p>
          <a:p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'AGTTAT'</a:t>
            </a:r>
            <a:r>
              <a:rPr lang="es-ES" dirty="0">
                <a:latin typeface="Consolas" panose="020B0609020204030204" pitchFamily="49" charset="0"/>
              </a:rPr>
              <a:t>[2:6] </a:t>
            </a:r>
            <a:r>
              <a:rPr lang="es-ES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'TTA'</a:t>
            </a:r>
            <a:endParaRPr lang="es-ES" dirty="0">
              <a:solidFill>
                <a:schemeClr val="bg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s-ES" dirty="0">
              <a:latin typeface="Consolas" panose="020B0609020204030204" pitchFamily="49" charset="0"/>
            </a:endParaRPr>
          </a:p>
          <a:p>
            <a:pPr algn="ctr"/>
            <a:r>
              <a:rPr lang="es-ES" u="sng" dirty="0"/>
              <a:t>Solo usar</a:t>
            </a:r>
            <a:r>
              <a:rPr lang="es-ES" dirty="0"/>
              <a:t>:</a:t>
            </a:r>
            <a:endParaRPr lang="es-E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Ramificación		</a:t>
            </a:r>
            <a:r>
              <a:rPr lang="es-ES" dirty="0">
                <a:latin typeface="+mj-lt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if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elif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else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Operaciones	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+, -, *, /, etc.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Comparaciones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==, !=, &lt;=, &gt;, etc.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Lógica	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and, </a:t>
            </a:r>
            <a:r>
              <a:rPr lang="es-ES" dirty="0" err="1">
                <a:latin typeface="Consolas" panose="020B0609020204030204" pitchFamily="49" charset="0"/>
              </a:rPr>
              <a:t>or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not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Iteración</a:t>
            </a:r>
            <a:r>
              <a:rPr lang="es-ES" dirty="0">
                <a:latin typeface="+mj-lt"/>
              </a:rPr>
              <a:t>		</a:t>
            </a:r>
            <a:r>
              <a:rPr lang="es-ES" dirty="0"/>
              <a:t>(</a:t>
            </a:r>
            <a:r>
              <a:rPr lang="es-ES" dirty="0" err="1">
                <a:latin typeface="Consolas" panose="020B0609020204030204" pitchFamily="49" charset="0"/>
              </a:rPr>
              <a:t>for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while</a:t>
            </a:r>
            <a:r>
              <a:rPr lang="es-ES" dirty="0">
                <a:latin typeface="Consolas" panose="020B0609020204030204" pitchFamily="49" charset="0"/>
              </a:rPr>
              <a:t>, break</a:t>
            </a:r>
            <a:r>
              <a:rPr lang="es-E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3F263-FCC4-1C00-ADB3-299E1E58825C}"/>
              </a:ext>
            </a:extLst>
          </p:cNvPr>
          <p:cNvSpPr txBox="1"/>
          <p:nvPr/>
        </p:nvSpPr>
        <p:spPr>
          <a:xfrm>
            <a:off x="6184900" y="2365815"/>
            <a:ext cx="516890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en-US" u="sng" dirty="0"/>
              <a:t>RECOMENDACIONES</a:t>
            </a:r>
          </a:p>
          <a:p>
            <a:pPr lvl="0" algn="ctr"/>
            <a:endParaRPr lang="en-US" u="sng" dirty="0"/>
          </a:p>
          <a:p>
            <a:pPr lvl="0"/>
            <a:r>
              <a:rPr lang="en-US" dirty="0"/>
              <a:t>1</a:t>
            </a:r>
            <a:r>
              <a:rPr lang="en-US" baseline="30000" dirty="0"/>
              <a:t>ero</a:t>
            </a:r>
            <a:r>
              <a:rPr lang="en-US" dirty="0"/>
              <a:t>)	</a:t>
            </a:r>
            <a:r>
              <a:rPr lang="en-US" b="1" dirty="0"/>
              <a:t>Encontrar TATA-box </a:t>
            </a:r>
            <a:r>
              <a:rPr lang="en-US" dirty="0"/>
              <a:t>: Resolver </a:t>
            </a:r>
            <a:r>
              <a:rPr lang="en-US" dirty="0" err="1"/>
              <a:t>cómo</a:t>
            </a:r>
            <a:r>
              <a:rPr lang="en-US" dirty="0"/>
              <a:t> 	</a:t>
            </a:r>
            <a:r>
              <a:rPr lang="en-US" dirty="0" err="1"/>
              <a:t>recorrer</a:t>
            </a:r>
            <a:r>
              <a:rPr lang="en-US" dirty="0"/>
              <a:t> la </a:t>
            </a:r>
            <a:r>
              <a:rPr lang="en-US" dirty="0" err="1"/>
              <a:t>secuencia</a:t>
            </a:r>
            <a:r>
              <a:rPr lang="en-US" dirty="0"/>
              <a:t> e </a:t>
            </a:r>
            <a:r>
              <a:rPr lang="en-US" dirty="0" err="1"/>
              <a:t>identificar</a:t>
            </a:r>
            <a:r>
              <a:rPr lang="en-US" dirty="0"/>
              <a:t>	TATA-boxes</a:t>
            </a:r>
          </a:p>
          <a:p>
            <a:pPr lvl="0"/>
            <a:r>
              <a:rPr lang="en-US" dirty="0"/>
              <a:t>2</a:t>
            </a:r>
            <a:r>
              <a:rPr lang="en-US" baseline="30000" dirty="0"/>
              <a:t>do</a:t>
            </a:r>
            <a:r>
              <a:rPr lang="en-US" dirty="0"/>
              <a:t>) 	</a:t>
            </a:r>
            <a:r>
              <a:rPr lang="en-US" b="1" dirty="0" err="1"/>
              <a:t>Contar</a:t>
            </a:r>
            <a:r>
              <a:rPr lang="en-US" b="1" dirty="0"/>
              <a:t> </a:t>
            </a:r>
            <a:r>
              <a:rPr lang="en-US" b="1" dirty="0" err="1"/>
              <a:t>cuantos</a:t>
            </a:r>
            <a:r>
              <a:rPr lang="en-US" b="1" dirty="0"/>
              <a:t> hay</a:t>
            </a:r>
            <a:r>
              <a:rPr lang="en-US" dirty="0"/>
              <a:t>: Resolver </a:t>
            </a:r>
            <a:r>
              <a:rPr lang="en-US" dirty="0" err="1"/>
              <a:t>como</a:t>
            </a:r>
            <a:r>
              <a:rPr lang="en-US" dirty="0"/>
              <a:t> 		</a:t>
            </a:r>
            <a:r>
              <a:rPr lang="en-US" dirty="0" err="1"/>
              <a:t>contar</a:t>
            </a:r>
            <a:r>
              <a:rPr lang="en-US" dirty="0"/>
              <a:t> a </a:t>
            </a:r>
            <a:r>
              <a:rPr lang="en-US" dirty="0" err="1"/>
              <a:t>medida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progresa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3</a:t>
            </a:r>
            <a:r>
              <a:rPr lang="en-US" baseline="30000" dirty="0"/>
              <a:t>do</a:t>
            </a:r>
            <a:r>
              <a:rPr lang="en-US" dirty="0"/>
              <a:t>)	</a:t>
            </a:r>
            <a:r>
              <a:rPr lang="en-US" b="1" dirty="0" err="1"/>
              <a:t>Errores</a:t>
            </a:r>
            <a:r>
              <a:rPr lang="en-US" dirty="0"/>
              <a:t>: Es probable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encuentren</a:t>
            </a:r>
            <a:r>
              <a:rPr lang="en-US" dirty="0"/>
              <a:t> 	con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IndexError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. Pensar </a:t>
            </a:r>
            <a:r>
              <a:rPr lang="es-ES" dirty="0">
                <a:solidFill>
                  <a:schemeClr val="tx1"/>
                </a:solidFill>
                <a:latin typeface="+mj-lt"/>
              </a:rPr>
              <a:t>en el largo de la 	secuencia y el largo del TATA-box.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B36D1-F0E6-5208-BB01-733C9BF9EBF2}"/>
              </a:ext>
            </a:extLst>
          </p:cNvPr>
          <p:cNvSpPr txBox="1"/>
          <p:nvPr/>
        </p:nvSpPr>
        <p:spPr>
          <a:xfrm>
            <a:off x="-4336332" y="2175296"/>
            <a:ext cx="3720314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sz="20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	&lt;</a:t>
            </a:r>
            <a:r>
              <a:rPr lang="es-ES" sz="2000" dirty="0" err="1">
                <a:latin typeface="Consolas" panose="020B0609020204030204" pitchFamily="49" charset="0"/>
              </a:rPr>
              <a:t>variar_condición</a:t>
            </a:r>
            <a:r>
              <a:rPr lang="es-ES" sz="2000" dirty="0">
                <a:latin typeface="Consolas" panose="020B0609020204030204" pitchFamily="49" charset="0"/>
              </a:rPr>
              <a:t>&gt;</a:t>
            </a:r>
            <a:endParaRPr lang="es-ES" sz="2000" noProof="0" dirty="0">
              <a:latin typeface="Consolas" panose="020B0609020204030204" pitchFamily="49" charset="0"/>
            </a:endParaRPr>
          </a:p>
          <a:p>
            <a:r>
              <a:rPr lang="es-ES" sz="2000" noProof="0" dirty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C6E62F-6C81-EFEB-3A69-5B0F6EAD8A5E}"/>
              </a:ext>
            </a:extLst>
          </p:cNvPr>
          <p:cNvSpPr txBox="1"/>
          <p:nvPr/>
        </p:nvSpPr>
        <p:spPr>
          <a:xfrm>
            <a:off x="-4336332" y="4162578"/>
            <a:ext cx="3720314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sz="2000" noProof="0" dirty="0">
                <a:latin typeface="Consolas" panose="020B0609020204030204" pitchFamily="49" charset="0"/>
              </a:rPr>
              <a:t> &lt;</a:t>
            </a:r>
            <a:r>
              <a:rPr lang="es-ES" sz="2000" noProof="0" dirty="0" err="1">
                <a:latin typeface="Consolas" panose="020B0609020204030204" pitchFamily="49" charset="0"/>
              </a:rPr>
              <a:t>var</a:t>
            </a:r>
            <a:r>
              <a:rPr lang="es-ES" sz="2000" noProof="0" dirty="0">
                <a:latin typeface="Consolas" panose="020B0609020204030204" pitchFamily="49" charset="0"/>
              </a:rPr>
              <a:t>&gt; </a:t>
            </a:r>
            <a:r>
              <a:rPr lang="es-ES" sz="2000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sz="2000" dirty="0">
                <a:latin typeface="Consolas" panose="020B0609020204030204" pitchFamily="49" charset="0"/>
              </a:rPr>
              <a:t> &lt;secuencia&gt;</a:t>
            </a:r>
            <a:r>
              <a:rPr lang="es-ES" sz="2000" noProof="0" dirty="0">
                <a:latin typeface="Consolas" panose="020B0609020204030204" pitchFamily="49" charset="0"/>
              </a:rPr>
              <a:t>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	</a:t>
            </a:r>
            <a:r>
              <a:rPr lang="es-ES" sz="2000" noProof="0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D051E-B788-84A6-9257-C590B4002E05}"/>
              </a:ext>
            </a:extLst>
          </p:cNvPr>
          <p:cNvSpPr txBox="1"/>
          <p:nvPr/>
        </p:nvSpPr>
        <p:spPr>
          <a:xfrm>
            <a:off x="716965" y="-313160"/>
            <a:ext cx="107580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AAAA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endParaRPr lang="en-US" sz="4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779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08B8-9C1F-4696-75E8-2D5AC389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CC07-5D56-88F2-1217-2A8CCB5D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Tiempo de ejecución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AF606-6516-A610-D81F-966D43B4997E}"/>
              </a:ext>
            </a:extLst>
          </p:cNvPr>
          <p:cNvSpPr txBox="1"/>
          <p:nvPr/>
        </p:nvSpPr>
        <p:spPr>
          <a:xfrm>
            <a:off x="1527274" y="2175296"/>
            <a:ext cx="3720314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sz="20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	&lt;</a:t>
            </a:r>
            <a:r>
              <a:rPr lang="es-ES" sz="2000" dirty="0" err="1">
                <a:latin typeface="Consolas" panose="020B0609020204030204" pitchFamily="49" charset="0"/>
              </a:rPr>
              <a:t>variar_condición</a:t>
            </a:r>
            <a:r>
              <a:rPr lang="es-ES" sz="2000" dirty="0">
                <a:latin typeface="Consolas" panose="020B0609020204030204" pitchFamily="49" charset="0"/>
              </a:rPr>
              <a:t>&gt;</a:t>
            </a:r>
            <a:endParaRPr lang="es-ES" sz="2000" noProof="0" dirty="0">
              <a:latin typeface="Consolas" panose="020B0609020204030204" pitchFamily="49" charset="0"/>
            </a:endParaRPr>
          </a:p>
          <a:p>
            <a:r>
              <a:rPr lang="es-ES" sz="2000" noProof="0" dirty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CE30D-C437-2750-D325-AF7E9893243D}"/>
              </a:ext>
            </a:extLst>
          </p:cNvPr>
          <p:cNvSpPr txBox="1"/>
          <p:nvPr/>
        </p:nvSpPr>
        <p:spPr>
          <a:xfrm>
            <a:off x="1527274" y="4162578"/>
            <a:ext cx="3720314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sz="2000" noProof="0">
                <a:latin typeface="Consolas" panose="020B0609020204030204" pitchFamily="49" charset="0"/>
              </a:rPr>
              <a:t> &lt;</a:t>
            </a:r>
            <a:r>
              <a:rPr lang="es-ES" sz="2000" noProof="0" err="1">
                <a:latin typeface="Consolas" panose="020B0609020204030204" pitchFamily="49" charset="0"/>
              </a:rPr>
              <a:t>var</a:t>
            </a:r>
            <a:r>
              <a:rPr lang="es-ES" sz="2000" noProof="0">
                <a:latin typeface="Consolas" panose="020B0609020204030204" pitchFamily="49" charset="0"/>
              </a:rPr>
              <a:t>&gt; </a:t>
            </a:r>
            <a:r>
              <a:rPr lang="es-ES" sz="200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sz="2000">
                <a:latin typeface="Consolas" panose="020B0609020204030204" pitchFamily="49" charset="0"/>
              </a:rPr>
              <a:t> &lt;secuencia&gt;</a:t>
            </a:r>
            <a:r>
              <a:rPr lang="es-ES" sz="2000" noProof="0">
                <a:latin typeface="Consolas" panose="020B0609020204030204" pitchFamily="49" charset="0"/>
              </a:rPr>
              <a:t>: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>
                <a:latin typeface="Consolas" panose="020B0609020204030204" pitchFamily="49" charset="0"/>
              </a:rPr>
              <a:t>	</a:t>
            </a:r>
            <a:r>
              <a:rPr lang="es-ES" sz="2000" noProof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9A847-F3A2-60DB-F7C2-3C6C6032AE61}"/>
              </a:ext>
            </a:extLst>
          </p:cNvPr>
          <p:cNvSpPr txBox="1"/>
          <p:nvPr/>
        </p:nvSpPr>
        <p:spPr>
          <a:xfrm>
            <a:off x="5904083" y="1746674"/>
            <a:ext cx="40237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u="sng" noProof="0" dirty="0"/>
              <a:t>Tiempo de ejecución (</a:t>
            </a:r>
            <a:r>
              <a:rPr lang="es-ES" b="1" u="sng" noProof="0" dirty="0"/>
              <a:t>COMPLEJIDAD</a:t>
            </a:r>
            <a:r>
              <a:rPr lang="es-ES" u="sng" noProof="0" dirty="0"/>
              <a:t>)</a:t>
            </a:r>
            <a:r>
              <a:rPr lang="es-ES" noProof="0" dirty="0"/>
              <a:t>:</a:t>
            </a:r>
          </a:p>
          <a:p>
            <a:pPr algn="ctr"/>
            <a:endParaRPr lang="es-ES" noProof="0" dirty="0"/>
          </a:p>
          <a:p>
            <a:pPr algn="ctr"/>
            <a:r>
              <a:rPr lang="es-ES" b="1" noProof="0" dirty="0">
                <a:solidFill>
                  <a:schemeClr val="accent2"/>
                </a:solidFill>
              </a:rPr>
              <a:t>Lineal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FFCFAF-D4F1-8481-6EF3-AFEEE4EACA16}"/>
              </a:ext>
            </a:extLst>
          </p:cNvPr>
          <p:cNvCxnSpPr>
            <a:cxnSpLocks/>
          </p:cNvCxnSpPr>
          <p:nvPr/>
        </p:nvCxnSpPr>
        <p:spPr>
          <a:xfrm flipV="1">
            <a:off x="6304369" y="3058738"/>
            <a:ext cx="2764986" cy="209005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D6C304-E6B3-C13C-6448-8406CC6B49D7}"/>
              </a:ext>
            </a:extLst>
          </p:cNvPr>
          <p:cNvCxnSpPr>
            <a:cxnSpLocks/>
          </p:cNvCxnSpPr>
          <p:nvPr/>
        </p:nvCxnSpPr>
        <p:spPr>
          <a:xfrm>
            <a:off x="6304369" y="5158200"/>
            <a:ext cx="3054235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B815731-E5B7-1181-5250-F0F11D74F043}"/>
              </a:ext>
            </a:extLst>
          </p:cNvPr>
          <p:cNvSpPr/>
          <p:nvPr/>
        </p:nvSpPr>
        <p:spPr>
          <a:xfrm>
            <a:off x="6298163" y="2817845"/>
            <a:ext cx="2230017" cy="2332653"/>
          </a:xfrm>
          <a:custGeom>
            <a:avLst/>
            <a:gdLst>
              <a:gd name="csX0" fmla="*/ 0 w 2230017"/>
              <a:gd name="csY0" fmla="*/ 2332653 h 2332653"/>
              <a:gd name="csX1" fmla="*/ 1436915 w 2230017"/>
              <a:gd name="csY1" fmla="*/ 1922106 h 2332653"/>
              <a:gd name="csX2" fmla="*/ 2230017 w 2230017"/>
              <a:gd name="csY2" fmla="*/ 0 h 2332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0017" h="2332653">
                <a:moveTo>
                  <a:pt x="0" y="2332653"/>
                </a:moveTo>
                <a:cubicBezTo>
                  <a:pt x="532623" y="2321767"/>
                  <a:pt x="1065246" y="2310881"/>
                  <a:pt x="1436915" y="1922106"/>
                </a:cubicBezTo>
                <a:cubicBezTo>
                  <a:pt x="1808584" y="1533331"/>
                  <a:pt x="2019300" y="766665"/>
                  <a:pt x="2230017" y="0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D9BAF3-DB63-86CE-432A-87384F101199}"/>
              </a:ext>
            </a:extLst>
          </p:cNvPr>
          <p:cNvCxnSpPr>
            <a:cxnSpLocks/>
          </p:cNvCxnSpPr>
          <p:nvPr/>
        </p:nvCxnSpPr>
        <p:spPr>
          <a:xfrm>
            <a:off x="6298163" y="4096041"/>
            <a:ext cx="3060441" cy="144149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1B28AFE-A751-6978-AC03-07B2840BC4F6}"/>
              </a:ext>
            </a:extLst>
          </p:cNvPr>
          <p:cNvSpPr txBox="1"/>
          <p:nvPr/>
        </p:nvSpPr>
        <p:spPr>
          <a:xfrm>
            <a:off x="8511302" y="270722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43A133-C6BB-E868-AF52-B9C2A6B32AC1}"/>
              </a:ext>
            </a:extLst>
          </p:cNvPr>
          <p:cNvSpPr txBox="1"/>
          <p:nvPr/>
        </p:nvSpPr>
        <p:spPr>
          <a:xfrm>
            <a:off x="9135117" y="28551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263572-8994-CAEA-0349-4712D2CA308E}"/>
              </a:ext>
            </a:extLst>
          </p:cNvPr>
          <p:cNvSpPr txBox="1"/>
          <p:nvPr/>
        </p:nvSpPr>
        <p:spPr>
          <a:xfrm>
            <a:off x="9340002" y="49735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FC4BEA-91EF-1ABA-50B1-9B87F4AE6BB0}"/>
              </a:ext>
            </a:extLst>
          </p:cNvPr>
          <p:cNvSpPr txBox="1"/>
          <p:nvPr/>
        </p:nvSpPr>
        <p:spPr>
          <a:xfrm>
            <a:off x="9291787" y="52792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B876E2-93A4-7A13-1C11-8F6E56F0F538}"/>
              </a:ext>
            </a:extLst>
          </p:cNvPr>
          <p:cNvCxnSpPr>
            <a:cxnSpLocks/>
          </p:cNvCxnSpPr>
          <p:nvPr/>
        </p:nvCxnSpPr>
        <p:spPr>
          <a:xfrm flipV="1">
            <a:off x="6304370" y="2988687"/>
            <a:ext cx="2921233" cy="2077180"/>
          </a:xfrm>
          <a:prstGeom prst="line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44A1EE-3582-CE62-3E97-59695B974F3C}"/>
              </a:ext>
            </a:extLst>
          </p:cNvPr>
          <p:cNvCxnSpPr>
            <a:cxnSpLocks/>
          </p:cNvCxnSpPr>
          <p:nvPr/>
        </p:nvCxnSpPr>
        <p:spPr>
          <a:xfrm flipV="1">
            <a:off x="6304370" y="2746707"/>
            <a:ext cx="0" cy="2883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E857D98-DDB6-0845-10EF-165BAE9DF8F3}"/>
              </a:ext>
            </a:extLst>
          </p:cNvPr>
          <p:cNvCxnSpPr>
            <a:cxnSpLocks/>
          </p:cNvCxnSpPr>
          <p:nvPr/>
        </p:nvCxnSpPr>
        <p:spPr>
          <a:xfrm>
            <a:off x="6304370" y="5629866"/>
            <a:ext cx="32232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Computer Chip Line Drawing – Royalty-Free Vector | VectorStock">
            <a:extLst>
              <a:ext uri="{FF2B5EF4-FFF2-40B4-BE49-F238E27FC236}">
                <a16:creationId xmlns:a16="http://schemas.microsoft.com/office/drawing/2014/main" id="{4C7D284B-E7CB-F609-E1D6-19632FB0108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5715624" y="2634726"/>
            <a:ext cx="435588" cy="42401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7E1EAE8-FB0A-2011-FAD3-5A1BEB859A02}"/>
              </a:ext>
            </a:extLst>
          </p:cNvPr>
          <p:cNvSpPr txBox="1"/>
          <p:nvPr/>
        </p:nvSpPr>
        <p:spPr>
          <a:xfrm rot="16200000">
            <a:off x="4788731" y="4136860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Operaciones del CPU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A668D-04A6-47E4-95AB-FD5A7C03D43F}"/>
              </a:ext>
            </a:extLst>
          </p:cNvPr>
          <p:cNvSpPr txBox="1"/>
          <p:nvPr/>
        </p:nvSpPr>
        <p:spPr>
          <a:xfrm>
            <a:off x="6307882" y="5648625"/>
            <a:ext cx="3216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Tamaño del INPUT (secuencia</a:t>
            </a:r>
            <a:r>
              <a:rPr lang="es-ES" dirty="0"/>
              <a:t>)</a:t>
            </a:r>
            <a:endParaRPr lang="es-ES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7BE604-7639-5EDB-689F-F11C0E254290}"/>
              </a:ext>
            </a:extLst>
          </p:cNvPr>
          <p:cNvSpPr txBox="1"/>
          <p:nvPr/>
        </p:nvSpPr>
        <p:spPr>
          <a:xfrm>
            <a:off x="8511302" y="3504017"/>
            <a:ext cx="119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 dirty="0">
                <a:solidFill>
                  <a:schemeClr val="accent2"/>
                </a:solidFill>
              </a:rPr>
              <a:t>O(n)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3B6FFD-E233-CDDC-97CD-0238D603EE98}"/>
              </a:ext>
            </a:extLst>
          </p:cNvPr>
          <p:cNvSpPr txBox="1"/>
          <p:nvPr/>
        </p:nvSpPr>
        <p:spPr>
          <a:xfrm>
            <a:off x="12911782" y="2317955"/>
            <a:ext cx="2449691" cy="37363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400" noProof="0" dirty="0">
                <a:latin typeface="Consolas" panose="020B0609020204030204" pitchFamily="49" charset="0"/>
              </a:rPr>
              <a:t>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</p:txBody>
      </p:sp>
    </p:spTree>
    <p:extLst>
      <p:ext uri="{BB962C8B-B14F-4D97-AF65-F5344CB8AC3E}">
        <p14:creationId xmlns:p14="http://schemas.microsoft.com/office/powerpoint/2010/main" val="3214661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338D6-D8F8-B8D6-D769-0CD30F64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84EB-D444-B803-38E1-5012FD4DA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Tiempo de ejecución</a:t>
            </a:r>
            <a:r>
              <a:rPr lang="es-ES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3259B-3A4F-D73D-F8F7-3E67C196F1DB}"/>
              </a:ext>
            </a:extLst>
          </p:cNvPr>
          <p:cNvSpPr txBox="1"/>
          <p:nvPr/>
        </p:nvSpPr>
        <p:spPr>
          <a:xfrm>
            <a:off x="677887" y="3120293"/>
            <a:ext cx="3021804" cy="954107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dirty="0">
                <a:latin typeface="Consolas" panose="020B0609020204030204" pitchFamily="49" charset="0"/>
              </a:rPr>
              <a:t>	&lt;</a:t>
            </a:r>
            <a:r>
              <a:rPr lang="es-ES" sz="1400" dirty="0" err="1">
                <a:latin typeface="Consolas" panose="020B0609020204030204" pitchFamily="49" charset="0"/>
              </a:rPr>
              <a:t>variar_condición</a:t>
            </a:r>
            <a:r>
              <a:rPr lang="es-ES" sz="1400" dirty="0">
                <a:latin typeface="Consolas" panose="020B0609020204030204" pitchFamily="49" charset="0"/>
              </a:rPr>
              <a:t>&gt;</a:t>
            </a:r>
            <a:endParaRPr lang="es-ES" sz="1400" noProof="0" dirty="0">
              <a:latin typeface="Consolas" panose="020B0609020204030204" pitchFamily="49" charset="0"/>
            </a:endParaRP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A8BCF3-7FCF-7730-33FE-C8D5EA41558D}"/>
              </a:ext>
            </a:extLst>
          </p:cNvPr>
          <p:cNvSpPr txBox="1"/>
          <p:nvPr/>
        </p:nvSpPr>
        <p:spPr>
          <a:xfrm>
            <a:off x="677887" y="4604202"/>
            <a:ext cx="3021804" cy="738664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sz="1400" noProof="0">
                <a:latin typeface="Consolas" panose="020B0609020204030204" pitchFamily="49" charset="0"/>
              </a:rPr>
              <a:t> &lt;</a:t>
            </a:r>
            <a:r>
              <a:rPr lang="es-ES" sz="1400" noProof="0" err="1">
                <a:latin typeface="Consolas" panose="020B0609020204030204" pitchFamily="49" charset="0"/>
              </a:rPr>
              <a:t>var</a:t>
            </a:r>
            <a:r>
              <a:rPr lang="es-ES" sz="1400" noProof="0">
                <a:latin typeface="Consolas" panose="020B0609020204030204" pitchFamily="49" charset="0"/>
              </a:rPr>
              <a:t>&gt; </a:t>
            </a:r>
            <a:r>
              <a:rPr lang="es-ES" sz="140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sz="1400">
                <a:latin typeface="Consolas" panose="020B0609020204030204" pitchFamily="49" charset="0"/>
              </a:rPr>
              <a:t> &lt;secuencia&gt;</a:t>
            </a:r>
            <a:r>
              <a:rPr lang="es-ES" sz="1400" noProof="0">
                <a:latin typeface="Consolas" panose="020B0609020204030204" pitchFamily="49" charset="0"/>
              </a:rPr>
              <a:t>:</a:t>
            </a:r>
          </a:p>
          <a:p>
            <a:r>
              <a:rPr lang="es-ES" sz="14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>
                <a:latin typeface="Consolas" panose="020B0609020204030204" pitchFamily="49" charset="0"/>
              </a:rPr>
              <a:t>	</a:t>
            </a:r>
            <a:r>
              <a:rPr lang="es-ES" sz="1400" noProof="0">
                <a:latin typeface="Consolas" panose="020B0609020204030204" pitchFamily="49" charset="0"/>
              </a:rPr>
              <a:t>...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C1FDB2-6CB7-855C-32A3-93F5C4F80C35}"/>
              </a:ext>
            </a:extLst>
          </p:cNvPr>
          <p:cNvCxnSpPr>
            <a:cxnSpLocks/>
          </p:cNvCxnSpPr>
          <p:nvPr/>
        </p:nvCxnSpPr>
        <p:spPr>
          <a:xfrm flipV="1">
            <a:off x="4749889" y="3058738"/>
            <a:ext cx="2764986" cy="209005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D5BC7B-72B2-6C49-B2C5-25C99F5FA638}"/>
              </a:ext>
            </a:extLst>
          </p:cNvPr>
          <p:cNvCxnSpPr>
            <a:cxnSpLocks/>
          </p:cNvCxnSpPr>
          <p:nvPr/>
        </p:nvCxnSpPr>
        <p:spPr>
          <a:xfrm>
            <a:off x="4749889" y="5158200"/>
            <a:ext cx="3054235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11EF864-E764-35A2-6F32-BBBBA1464BD9}"/>
              </a:ext>
            </a:extLst>
          </p:cNvPr>
          <p:cNvSpPr/>
          <p:nvPr/>
        </p:nvSpPr>
        <p:spPr>
          <a:xfrm>
            <a:off x="4743683" y="2817845"/>
            <a:ext cx="2230017" cy="2332653"/>
          </a:xfrm>
          <a:custGeom>
            <a:avLst/>
            <a:gdLst>
              <a:gd name="csX0" fmla="*/ 0 w 2230017"/>
              <a:gd name="csY0" fmla="*/ 2332653 h 2332653"/>
              <a:gd name="csX1" fmla="*/ 1436915 w 2230017"/>
              <a:gd name="csY1" fmla="*/ 1922106 h 2332653"/>
              <a:gd name="csX2" fmla="*/ 2230017 w 2230017"/>
              <a:gd name="csY2" fmla="*/ 0 h 2332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0017" h="2332653">
                <a:moveTo>
                  <a:pt x="0" y="2332653"/>
                </a:moveTo>
                <a:cubicBezTo>
                  <a:pt x="532623" y="2321767"/>
                  <a:pt x="1065246" y="2310881"/>
                  <a:pt x="1436915" y="1922106"/>
                </a:cubicBezTo>
                <a:cubicBezTo>
                  <a:pt x="1808584" y="1533331"/>
                  <a:pt x="2019300" y="766665"/>
                  <a:pt x="2230017" y="0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C184E4-5492-8EF3-3AEF-7283C0FB838C}"/>
              </a:ext>
            </a:extLst>
          </p:cNvPr>
          <p:cNvCxnSpPr>
            <a:cxnSpLocks/>
          </p:cNvCxnSpPr>
          <p:nvPr/>
        </p:nvCxnSpPr>
        <p:spPr>
          <a:xfrm>
            <a:off x="4743683" y="4096041"/>
            <a:ext cx="3060441" cy="144149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EEE072-050F-53A0-5470-E388B6B09DD9}"/>
              </a:ext>
            </a:extLst>
          </p:cNvPr>
          <p:cNvSpPr txBox="1"/>
          <p:nvPr/>
        </p:nvSpPr>
        <p:spPr>
          <a:xfrm>
            <a:off x="6956822" y="270722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0296D1-94D1-CEC3-2163-6B7A7CEFE710}"/>
              </a:ext>
            </a:extLst>
          </p:cNvPr>
          <p:cNvSpPr txBox="1"/>
          <p:nvPr/>
        </p:nvSpPr>
        <p:spPr>
          <a:xfrm>
            <a:off x="7371041" y="30810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E23101-0814-2B3C-FD30-95C455F87D4E}"/>
              </a:ext>
            </a:extLst>
          </p:cNvPr>
          <p:cNvSpPr txBox="1"/>
          <p:nvPr/>
        </p:nvSpPr>
        <p:spPr>
          <a:xfrm>
            <a:off x="7785522" y="49735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ED5D3D-411F-410F-0F62-AD4A98E4CFA1}"/>
              </a:ext>
            </a:extLst>
          </p:cNvPr>
          <p:cNvSpPr txBox="1"/>
          <p:nvPr/>
        </p:nvSpPr>
        <p:spPr>
          <a:xfrm>
            <a:off x="7737307" y="52792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871AB6-CD74-38F2-5715-319713EAA1A6}"/>
              </a:ext>
            </a:extLst>
          </p:cNvPr>
          <p:cNvCxnSpPr>
            <a:cxnSpLocks/>
          </p:cNvCxnSpPr>
          <p:nvPr/>
        </p:nvCxnSpPr>
        <p:spPr>
          <a:xfrm flipV="1">
            <a:off x="4749890" y="2746707"/>
            <a:ext cx="0" cy="2883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D5A7BC-4A2B-5884-F4D4-7C75CA141444}"/>
              </a:ext>
            </a:extLst>
          </p:cNvPr>
          <p:cNvCxnSpPr>
            <a:cxnSpLocks/>
          </p:cNvCxnSpPr>
          <p:nvPr/>
        </p:nvCxnSpPr>
        <p:spPr>
          <a:xfrm>
            <a:off x="4749890" y="5629866"/>
            <a:ext cx="32232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Computer Chip Line Drawing – Royalty-Free Vector | VectorStock">
            <a:extLst>
              <a:ext uri="{FF2B5EF4-FFF2-40B4-BE49-F238E27FC236}">
                <a16:creationId xmlns:a16="http://schemas.microsoft.com/office/drawing/2014/main" id="{33733D28-FF4C-E58B-61F6-1134DF3E3E9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4161144" y="2634726"/>
            <a:ext cx="435588" cy="42401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B06C9BE-B884-86EC-2786-2319B9B924A4}"/>
              </a:ext>
            </a:extLst>
          </p:cNvPr>
          <p:cNvSpPr txBox="1"/>
          <p:nvPr/>
        </p:nvSpPr>
        <p:spPr>
          <a:xfrm rot="16200000">
            <a:off x="3234251" y="4136860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Operaciones del CPU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34A11B-BF76-312F-7109-8ADD15E8FDAD}"/>
              </a:ext>
            </a:extLst>
          </p:cNvPr>
          <p:cNvSpPr txBox="1"/>
          <p:nvPr/>
        </p:nvSpPr>
        <p:spPr>
          <a:xfrm>
            <a:off x="5360136" y="5648625"/>
            <a:ext cx="2002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Tamaño del 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2634B-4300-E0A8-0E0C-D0461C5C63D4}"/>
              </a:ext>
            </a:extLst>
          </p:cNvPr>
          <p:cNvSpPr txBox="1"/>
          <p:nvPr/>
        </p:nvSpPr>
        <p:spPr>
          <a:xfrm>
            <a:off x="8687121" y="2317955"/>
            <a:ext cx="2449691" cy="3736341"/>
          </a:xfrm>
          <a:prstGeom prst="rect">
            <a:avLst/>
          </a:prstGeom>
          <a:noFill/>
          <a:ln w="76200">
            <a:solidFill>
              <a:schemeClr val="accent3"/>
            </a:solidFill>
          </a:ln>
        </p:spPr>
        <p:txBody>
          <a:bodyPr wrap="none" rtlCol="0">
            <a:noAutofit/>
          </a:bodyPr>
          <a:lstStyle/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400" noProof="0" dirty="0">
                <a:latin typeface="Consolas" panose="020B0609020204030204" pitchFamily="49" charset="0"/>
              </a:rPr>
              <a:t>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A1CE83-F6DA-71FA-D4FB-B9B9EA60F179}"/>
              </a:ext>
            </a:extLst>
          </p:cNvPr>
          <p:cNvCxnSpPr>
            <a:cxnSpLocks/>
          </p:cNvCxnSpPr>
          <p:nvPr/>
        </p:nvCxnSpPr>
        <p:spPr>
          <a:xfrm flipV="1">
            <a:off x="4749890" y="5050578"/>
            <a:ext cx="2987417" cy="17597"/>
          </a:xfrm>
          <a:prstGeom prst="line">
            <a:avLst/>
          </a:prstGeom>
          <a:ln w="571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0A891E8-E05C-5968-AFC1-B9899FC61875}"/>
              </a:ext>
            </a:extLst>
          </p:cNvPr>
          <p:cNvSpPr txBox="1"/>
          <p:nvPr/>
        </p:nvSpPr>
        <p:spPr>
          <a:xfrm>
            <a:off x="7337520" y="4493289"/>
            <a:ext cx="119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 dirty="0">
                <a:solidFill>
                  <a:schemeClr val="accent3"/>
                </a:solidFill>
              </a:rPr>
              <a:t>O(1)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6AFB70-14B1-D38D-BB88-58B31DE1AA13}"/>
              </a:ext>
            </a:extLst>
          </p:cNvPr>
          <p:cNvSpPr txBox="1"/>
          <p:nvPr/>
        </p:nvSpPr>
        <p:spPr>
          <a:xfrm>
            <a:off x="4349601" y="1746674"/>
            <a:ext cx="402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u="sng" noProof="0" dirty="0"/>
              <a:t>Tiempo de ejecución (</a:t>
            </a:r>
            <a:r>
              <a:rPr lang="es-ES" b="1" u="sng" noProof="0" dirty="0"/>
              <a:t>COMPLEJIDAD</a:t>
            </a:r>
            <a:r>
              <a:rPr lang="es-ES" u="sng" noProof="0" dirty="0"/>
              <a:t>)</a:t>
            </a:r>
            <a:r>
              <a:rPr lang="es-ES" noProof="0" dirty="0"/>
              <a:t>: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C20C81-5AD3-9920-F7B2-95539FC9C14E}"/>
              </a:ext>
            </a:extLst>
          </p:cNvPr>
          <p:cNvCxnSpPr>
            <a:cxnSpLocks/>
          </p:cNvCxnSpPr>
          <p:nvPr/>
        </p:nvCxnSpPr>
        <p:spPr>
          <a:xfrm flipV="1">
            <a:off x="4760383" y="2988687"/>
            <a:ext cx="2921233" cy="2077180"/>
          </a:xfrm>
          <a:prstGeom prst="line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75E8EF-6C3A-E5D0-77B2-5D1CB6AD0234}"/>
              </a:ext>
            </a:extLst>
          </p:cNvPr>
          <p:cNvSpPr txBox="1"/>
          <p:nvPr/>
        </p:nvSpPr>
        <p:spPr>
          <a:xfrm>
            <a:off x="7027276" y="3399086"/>
            <a:ext cx="119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 dirty="0">
                <a:solidFill>
                  <a:schemeClr val="accent2"/>
                </a:solidFill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2841729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039F-920B-0BE5-DBE2-2BF7B634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5F57-A71E-9A79-28D4-514AAA81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8000" b="1" dirty="0">
                <a:solidFill>
                  <a:srgbClr val="7030A0"/>
                </a:solidFill>
                <a:latin typeface="Consolas" panose="020B0609020204030204" pitchFamily="49" charset="0"/>
              </a:rPr>
              <a:t>continue</a:t>
            </a:r>
            <a:br>
              <a:rPr lang="es-ES" b="1" dirty="0"/>
            </a:br>
            <a:br>
              <a:rPr lang="es-ES" b="1" dirty="0"/>
            </a:br>
            <a:r>
              <a:rPr lang="es-ES" sz="40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4000" dirty="0">
                <a:latin typeface="Consolas" panose="020B0609020204030204" pitchFamily="49" charset="0"/>
              </a:rPr>
              <a:t>('Volvemos el lunes 19!')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6472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5674</Words>
  <Application>Microsoft Office PowerPoint</Application>
  <PresentationFormat>Widescreen</PresentationFormat>
  <Paragraphs>1508</Paragraphs>
  <Slides>106</Slides>
  <Notes>43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15" baseType="lpstr">
      <vt:lpstr>Aptos</vt:lpstr>
      <vt:lpstr>Aptos Display</vt:lpstr>
      <vt:lpstr>Aptos Display (Headings)</vt:lpstr>
      <vt:lpstr>Arial</vt:lpstr>
      <vt:lpstr>Cambria Math</vt:lpstr>
      <vt:lpstr>Consolas</vt:lpstr>
      <vt:lpstr>Times New Roman</vt:lpstr>
      <vt:lpstr>Wingdings</vt:lpstr>
      <vt:lpstr>Office Theme</vt:lpstr>
      <vt:lpstr>Python e IA para la Investigación en Ciencias Biológicas</vt:lpstr>
      <vt:lpstr>Encuesta</vt:lpstr>
      <vt:lpstr>Encuesta</vt:lpstr>
      <vt:lpstr>Encuesta</vt:lpstr>
      <vt:lpstr>Encuesta</vt:lpstr>
      <vt:lpstr>Encuesta</vt:lpstr>
      <vt:lpstr>Encuesta</vt:lpstr>
      <vt:lpstr>Encuesta</vt:lpstr>
      <vt:lpstr>Encuesta</vt:lpstr>
      <vt:lpstr>Horarios</vt:lpstr>
      <vt:lpstr>PowerPoint Presentation</vt:lpstr>
      <vt:lpstr>Conceptos</vt:lpstr>
      <vt:lpstr>PowerPoint Presentation</vt:lpstr>
      <vt:lpstr>¿Qué aprenderemos?</vt:lpstr>
      <vt:lpstr>Instrucciones = algoritmos</vt:lpstr>
      <vt:lpstr>Algoritmos: una receta</vt:lpstr>
      <vt:lpstr>Las computadoras hacen 2 cosas: MEMORIZAN y COMPUTAN</vt:lpstr>
      <vt:lpstr>Las computadoras hacen 2 cosas: MEMORIZAN y COMPUTAN</vt:lpstr>
      <vt:lpstr>¿Como ejecutaremos Python?</vt:lpstr>
      <vt:lpstr>Guía de instalación</vt:lpstr>
      <vt:lpstr>Guía de instalación</vt:lpstr>
      <vt:lpstr>Lenguaje de máquina</vt:lpstr>
      <vt:lpstr>Lenguaje de programación</vt:lpstr>
      <vt:lpstr>Lenguaje de programación</vt:lpstr>
      <vt:lpstr>Lenguaje de programación</vt:lpstr>
      <vt:lpstr>Lenguaje programación VS Lenguaje natural</vt:lpstr>
      <vt:lpstr>Tipos de errores</vt:lpstr>
      <vt:lpstr>Error de significado causa choque del Mars Climate Orbiter (1999)</vt:lpstr>
      <vt:lpstr>PowerPoint Presentation</vt:lpstr>
      <vt:lpstr>Nuestro código va a usar código de otros</vt:lpstr>
      <vt:lpstr>Mis programas dependen de suma_v1.0</vt:lpstr>
      <vt:lpstr>El código de otros se suele actualizar</vt:lpstr>
      <vt:lpstr>suma_v1.0 -&gt; suma_v3.7</vt:lpstr>
      <vt:lpstr>Dependencias y entornos</vt:lpstr>
      <vt:lpstr>¿Cuándo crear un environment?</vt:lpstr>
      <vt:lpstr>Creemos nuestro primer env</vt:lpstr>
      <vt:lpstr>Crear environment: clase_1</vt:lpstr>
      <vt:lpstr>Crear environment: clase_1</vt:lpstr>
      <vt:lpstr>La Shell de Python</vt:lpstr>
      <vt:lpstr>Parte I   Tipos de objetos (types) y Expresiones</vt:lpstr>
      <vt:lpstr>Objetos (o Literales)</vt:lpstr>
      <vt:lpstr>Ejemplos de escalares</vt:lpstr>
      <vt:lpstr>Conversiones</vt:lpstr>
      <vt:lpstr>print() Provee información al usuario (OUTPUT)</vt:lpstr>
      <vt:lpstr>Operadores</vt:lpstr>
      <vt:lpstr>Expresiones</vt:lpstr>
      <vt:lpstr>Expresiones</vt:lpstr>
      <vt:lpstr>Expresiones lógicas (bool)</vt:lpstr>
      <vt:lpstr>Expresiones combinadas</vt:lpstr>
      <vt:lpstr>Asignaciones (Poner nombres a los objetos)</vt:lpstr>
      <vt:lpstr>Asignación de variables (Poner nombres a los objetos)</vt:lpstr>
      <vt:lpstr>PowerPoint Presentation</vt:lpstr>
      <vt:lpstr>ABSTRACCIÓN</vt:lpstr>
      <vt:lpstr>Keywords: Palabras reservadas para Python </vt:lpstr>
      <vt:lpstr>Parte II   IDEs y Ramificación </vt:lpstr>
      <vt:lpstr>PowerPoint Presentation</vt:lpstr>
      <vt:lpstr>PowerPoint Presentation</vt:lpstr>
      <vt:lpstr>PowerPoint Presentation</vt:lpstr>
      <vt:lpstr>PowerPoint Presentation</vt:lpstr>
      <vt:lpstr>Ramificación con condicionales</vt:lpstr>
      <vt:lpstr>Ramificación con condicionales</vt:lpstr>
      <vt:lpstr>Ramificación con condicionales</vt:lpstr>
      <vt:lpstr>PowerPoint Presentation</vt:lpstr>
      <vt:lpstr>Algunas aclaraciones</vt:lpstr>
      <vt:lpstr>Condicionales anidados</vt:lpstr>
      <vt:lpstr>= VS ==</vt:lpstr>
      <vt:lpstr>Resumen de control de flujo ramificado</vt:lpstr>
      <vt:lpstr>Ejercicio 1</vt:lpstr>
      <vt:lpstr>Ejercicio 1</vt:lpstr>
      <vt:lpstr>Ejercicio 1</vt:lpstr>
      <vt:lpstr>Ejercicio 1</vt:lpstr>
      <vt:lpstr>Tiempo de ejecución</vt:lpstr>
      <vt:lpstr>break  print('volvemos en 10 min')</vt:lpstr>
      <vt:lpstr>Parte III   Strings e input</vt:lpstr>
      <vt:lpstr>str: secuencias de caracteres</vt:lpstr>
      <vt:lpstr>str: secuencias de caracteres</vt:lpstr>
      <vt:lpstr>str: secuencias de caracteres</vt:lpstr>
      <vt:lpstr>Operaciones con str</vt:lpstr>
      <vt:lpstr>Indices en str</vt:lpstr>
      <vt:lpstr>input() Provee información a la máquina (INPUT)</vt:lpstr>
      <vt:lpstr>PowerPoint Presentation</vt:lpstr>
      <vt:lpstr>Parte VI   Iteración (programas no lineales)</vt:lpstr>
      <vt:lpstr>Programas lineales: poca flexibilidad</vt:lpstr>
      <vt:lpstr>EJEMPLO </vt:lpstr>
      <vt:lpstr>Los bucles permiten reutilizar el código</vt:lpstr>
      <vt:lpstr>Dos tipos de bucles</vt:lpstr>
      <vt:lpstr>while</vt:lpstr>
      <vt:lpstr>Un simple while loop</vt:lpstr>
      <vt:lpstr>Ejemplo fotos resuelto con while loop</vt:lpstr>
      <vt:lpstr>for</vt:lpstr>
      <vt:lpstr>Un simple for loop</vt:lpstr>
      <vt:lpstr>range()</vt:lpstr>
      <vt:lpstr>Comparación</vt:lpstr>
      <vt:lpstr>Ejemplo fotos resuelto con for loop</vt:lpstr>
      <vt:lpstr>Comparación</vt:lpstr>
      <vt:lpstr>Romper bucles con break</vt:lpstr>
      <vt:lpstr>Ejemplo break</vt:lpstr>
      <vt:lpstr>Resumen </vt:lpstr>
      <vt:lpstr>Ejercicio 2</vt:lpstr>
      <vt:lpstr>Ejercicio 2</vt:lpstr>
      <vt:lpstr>PowerPoint Presentation</vt:lpstr>
      <vt:lpstr>Ejercicio 3</vt:lpstr>
      <vt:lpstr>Ejercicio 3</vt:lpstr>
      <vt:lpstr>Tiempo de ejecución </vt:lpstr>
      <vt:lpstr>Tiempo de ejecución </vt:lpstr>
      <vt:lpstr>continue  print('Volvemos el lunes 19!')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elvio rodriguez</dc:creator>
  <cp:lastModifiedBy>elvio rodriguez</cp:lastModifiedBy>
  <cp:revision>6</cp:revision>
  <dcterms:created xsi:type="dcterms:W3CDTF">2026-07-28T00:00:15Z</dcterms:created>
  <dcterms:modified xsi:type="dcterms:W3CDTF">2026-10-07T15:33:48Z</dcterms:modified>
</cp:coreProperties>
</file>